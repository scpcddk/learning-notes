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p:cViewPr varScale="1">
        <p:scale>
          <a:sx n="121" d="100"/>
          <a:sy n="121" d="100"/>
        </p:scale>
        <p:origin x="1360" y="184"/>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80" Type="http://schemas.openxmlformats.org/officeDocument/2006/relationships/viewProps" Target="viewProps.xml"/><Relationship Id="rId181" Type="http://schemas.openxmlformats.org/officeDocument/2006/relationships/theme" Target="theme/theme1.xml"/><Relationship Id="rId182"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notesMaster" Target="notesMasters/notesMaster1.xml"/><Relationship Id="rId179" Type="http://schemas.openxmlformats.org/officeDocument/2006/relationships/presProps" Target="presProps.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40" Type="http://schemas.openxmlformats.org/officeDocument/2006/relationships/slide" Target="slides/slide139.xml"/><Relationship Id="rId141" Type="http://schemas.openxmlformats.org/officeDocument/2006/relationships/slide" Target="slides/slide1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t>2021/9/12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A9A00EB-E4F8-9741-AD68-461BABD15210}" type="slidenum">
              <a:rPr lang="en-US" altLang="zh-CN"/>
              <a:pPr/>
              <a:t>1</a:t>
            </a:fld>
            <a:endParaRPr lang="en-US" altLang="zh-CN"/>
          </a:p>
        </p:txBody>
      </p:sp>
      <p:sp>
        <p:nvSpPr>
          <p:cNvPr id="132098" name="Rectangle 7"/>
          <p:cNvSpPr txBox="1">
            <a:spLocks noGrp="1" noChangeArrowheads="1"/>
          </p:cNvSpPr>
          <p:nvPr/>
        </p:nvSpPr>
        <p:spPr bwMode="auto">
          <a:xfrm>
            <a:off x="3884613" y="86868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556" tIns="47778" rIns="95556" bIns="47778" anchor="b"/>
          <a:lstStyle>
            <a:lvl1pPr defTabSz="955675">
              <a:defRPr>
                <a:solidFill>
                  <a:schemeClr val="tx1"/>
                </a:solidFill>
                <a:latin typeface="Arial" charset="0"/>
                <a:ea typeface="宋体" charset="-122"/>
              </a:defRPr>
            </a:lvl1pPr>
            <a:lvl2pPr marL="742950" indent="-285750" defTabSz="955675">
              <a:defRPr>
                <a:solidFill>
                  <a:schemeClr val="tx1"/>
                </a:solidFill>
                <a:latin typeface="Arial" charset="0"/>
                <a:ea typeface="宋体" charset="-122"/>
              </a:defRPr>
            </a:lvl2pPr>
            <a:lvl3pPr marL="1143000" indent="-228600" defTabSz="955675">
              <a:defRPr>
                <a:solidFill>
                  <a:schemeClr val="tx1"/>
                </a:solidFill>
                <a:latin typeface="Arial" charset="0"/>
                <a:ea typeface="宋体" charset="-122"/>
              </a:defRPr>
            </a:lvl3pPr>
            <a:lvl4pPr marL="1600200" indent="-228600" defTabSz="955675">
              <a:defRPr>
                <a:solidFill>
                  <a:schemeClr val="tx1"/>
                </a:solidFill>
                <a:latin typeface="Arial" charset="0"/>
                <a:ea typeface="宋体" charset="-122"/>
              </a:defRPr>
            </a:lvl4pPr>
            <a:lvl5pPr marL="2057400" indent="-228600" defTabSz="955675">
              <a:defRPr>
                <a:solidFill>
                  <a:schemeClr val="tx1"/>
                </a:solidFill>
                <a:latin typeface="Arial" charset="0"/>
                <a:ea typeface="宋体" charset="-122"/>
              </a:defRPr>
            </a:lvl5pPr>
            <a:lvl6pPr marL="2514600" indent="-228600" defTabSz="955675" fontAlgn="base">
              <a:spcBef>
                <a:spcPct val="0"/>
              </a:spcBef>
              <a:spcAft>
                <a:spcPct val="0"/>
              </a:spcAft>
              <a:defRPr>
                <a:solidFill>
                  <a:schemeClr val="tx1"/>
                </a:solidFill>
                <a:latin typeface="Arial" charset="0"/>
                <a:ea typeface="宋体" charset="-122"/>
              </a:defRPr>
            </a:lvl6pPr>
            <a:lvl7pPr marL="2971800" indent="-228600" defTabSz="955675" fontAlgn="base">
              <a:spcBef>
                <a:spcPct val="0"/>
              </a:spcBef>
              <a:spcAft>
                <a:spcPct val="0"/>
              </a:spcAft>
              <a:defRPr>
                <a:solidFill>
                  <a:schemeClr val="tx1"/>
                </a:solidFill>
                <a:latin typeface="Arial" charset="0"/>
                <a:ea typeface="宋体" charset="-122"/>
              </a:defRPr>
            </a:lvl7pPr>
            <a:lvl8pPr marL="3429000" indent="-228600" defTabSz="955675" fontAlgn="base">
              <a:spcBef>
                <a:spcPct val="0"/>
              </a:spcBef>
              <a:spcAft>
                <a:spcPct val="0"/>
              </a:spcAft>
              <a:defRPr>
                <a:solidFill>
                  <a:schemeClr val="tx1"/>
                </a:solidFill>
                <a:latin typeface="Arial" charset="0"/>
                <a:ea typeface="宋体" charset="-122"/>
              </a:defRPr>
            </a:lvl8pPr>
            <a:lvl9pPr marL="3886200" indent="-228600" defTabSz="955675" fontAlgn="base">
              <a:spcBef>
                <a:spcPct val="0"/>
              </a:spcBef>
              <a:spcAft>
                <a:spcPct val="0"/>
              </a:spcAft>
              <a:defRPr>
                <a:solidFill>
                  <a:schemeClr val="tx1"/>
                </a:solidFill>
                <a:latin typeface="Arial" charset="0"/>
                <a:ea typeface="宋体" charset="-122"/>
              </a:defRPr>
            </a:lvl9pPr>
          </a:lstStyle>
          <a:p>
            <a:pPr algn="r"/>
            <a:fld id="{08882EF3-D495-E04C-A1A1-CF1CDD169B3D}" type="slidenum">
              <a:rPr lang="en-US" altLang="zh-CN" sz="1300"/>
              <a:pPr algn="r"/>
              <a:t>1</a:t>
            </a:fld>
            <a:endParaRPr lang="en-US" altLang="zh-CN" sz="1300"/>
          </a:p>
        </p:txBody>
      </p:sp>
      <p:sp>
        <p:nvSpPr>
          <p:cNvPr id="132099" name="Rectangle 2"/>
          <p:cNvSpPr>
            <a:spLocks noRot="1" noChangeArrowheads="1" noTextEdit="1"/>
          </p:cNvSpPr>
          <p:nvPr>
            <p:ph type="sldImg"/>
          </p:nvPr>
        </p:nvSpPr>
        <p:spPr>
          <a:xfrm>
            <a:off x="665163" y="223838"/>
            <a:ext cx="3292475" cy="2470150"/>
          </a:xfrm>
          <a:ln/>
        </p:spPr>
      </p:sp>
      <p:sp>
        <p:nvSpPr>
          <p:cNvPr id="132100" name="Rectangle 3"/>
          <p:cNvSpPr>
            <a:spLocks noGrp="1" noChangeArrowheads="1"/>
          </p:cNvSpPr>
          <p:nvPr>
            <p:ph type="body" idx="1"/>
          </p:nvPr>
        </p:nvSpPr>
        <p:spPr>
          <a:xfrm>
            <a:off x="669925" y="2997200"/>
            <a:ext cx="5662613" cy="5767388"/>
          </a:xfrm>
        </p:spPr>
        <p:txBody>
          <a:bodyPr lIns="95556" tIns="47778" rIns="95556" bIns="47778"/>
          <a:lstStyle/>
          <a:p>
            <a:endParaRPr lang="zh-CN" altLang="zh-CN" sz="1400"/>
          </a:p>
        </p:txBody>
      </p:sp>
    </p:spTree>
    <p:extLst>
      <p:ext uri="{BB962C8B-B14F-4D97-AF65-F5344CB8AC3E}">
        <p14:creationId xmlns:p14="http://schemas.microsoft.com/office/powerpoint/2010/main" val="1327140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userDrawn="1"/>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fld id="{C85226CB-B0C2-4344-A5A0-B57BD90EDBDF}" type="datetimeFigureOut">
              <a:rPr lang="zh-CN" altLang="en-US" smtClean="0"/>
              <a:t>2021/9/12</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charset="-122"/>
                <a:ea typeface="华文楷体" panose="02010600040101010101" charset="-122"/>
              </a:defRPr>
            </a:lvl1pPr>
            <a:lvl2pPr>
              <a:spcAft>
                <a:spcPts val="1000"/>
              </a:spcAft>
              <a:defRPr>
                <a:solidFill>
                  <a:schemeClr val="tx2">
                    <a:lumMod val="75000"/>
                  </a:schemeClr>
                </a:solidFill>
                <a:latin typeface="华文楷体" panose="02010600040101010101" charset="-122"/>
                <a:ea typeface="华文楷体" panose="02010600040101010101" charset="-122"/>
              </a:defRPr>
            </a:lvl2pPr>
            <a:lvl3pPr>
              <a:spcAft>
                <a:spcPts val="1000"/>
              </a:spcAft>
              <a:defRPr>
                <a:solidFill>
                  <a:schemeClr val="tx2">
                    <a:lumMod val="75000"/>
                  </a:schemeClr>
                </a:solidFill>
                <a:latin typeface="华文楷体" panose="02010600040101010101" charset="-122"/>
                <a:ea typeface="华文楷体" panose="02010600040101010101" charset="-122"/>
              </a:defRPr>
            </a:lvl3pPr>
          </a:lstStyle>
          <a:p>
            <a:pPr lvl="0" eaLnBrk="1" latinLnBrk="0" hangingPunct="1"/>
            <a:r>
              <a:rPr lang="zh-CN" altLang="en-US" dirty="0" smtClean="0"/>
              <a:t>单击此处编辑母版文本样式</a:t>
            </a:r>
          </a:p>
          <a:p>
            <a:pPr lvl="1" eaLnBrk="1" latinLnBrk="0" hangingPunct="1"/>
            <a:r>
              <a:rPr lang="zh-CN" altLang="en-US" dirty="0" smtClean="0"/>
              <a:t>第二级</a:t>
            </a:r>
          </a:p>
          <a:p>
            <a:pPr lvl="2" eaLnBrk="1" latinLnBrk="0" hangingPunct="1"/>
            <a:r>
              <a:rPr lang="zh-CN" altLang="en-US" smtClean="0"/>
              <a:t>第三级</a:t>
            </a:r>
            <a:endParaRPr lang="zh-CN" altLang="en-US" dirty="0" smtClean="0"/>
          </a:p>
        </p:txBody>
      </p:sp>
      <p:sp>
        <p:nvSpPr>
          <p:cNvPr id="4" name="日期占位符 3"/>
          <p:cNvSpPr>
            <a:spLocks noGrp="1"/>
          </p:cNvSpPr>
          <p:nvPr>
            <p:ph type="dt" sz="half" idx="10"/>
          </p:nvPr>
        </p:nvSpPr>
        <p:spPr>
          <a:xfrm>
            <a:off x="6164422" y="6407309"/>
            <a:ext cx="1920240" cy="365760"/>
          </a:xfrm>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a:xfrm>
            <a:off x="3570447" y="6408579"/>
            <a:ext cx="2350681" cy="365125"/>
          </a:xfrm>
        </p:spPr>
        <p:txBody>
          <a:body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p>
            <a:fld id="{6E1C0148-8E4B-4B2F-95CE-20B4709700AE}" type="slidenum">
              <a:rPr lang="zh-CN" altLang="en-US" smtClean="0"/>
              <a:t>‹#›</a:t>
            </a:fld>
            <a:endParaRPr lang="zh-CN" altLang="en-US" dirty="0"/>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t>‹#›</a:t>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t>2021/9/12</a:t>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wmf"/><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2.wmf"/><Relationship Id="rId1" Type="http://schemas.openxmlformats.org/officeDocument/2006/relationships/vmlDrawing" Target="../drawings/vmlDrawing2.vml"/><Relationship Id="rId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xml"/><Relationship Id="rId3" Type="http://schemas.openxmlformats.org/officeDocument/2006/relationships/slide" Target="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3.wmf"/><Relationship Id="rId1" Type="http://schemas.openxmlformats.org/officeDocument/2006/relationships/vmlDrawing" Target="../drawings/vmlDrawing3.vml"/><Relationship Id="rId2"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4.wmf"/><Relationship Id="rId1" Type="http://schemas.openxmlformats.org/officeDocument/2006/relationships/vmlDrawing" Target="../drawings/vmlDrawing4.vml"/><Relationship Id="rId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23.xml"/><Relationship Id="rId4" Type="http://schemas.openxmlformats.org/officeDocument/2006/relationships/slide" Target="slide24.xml"/><Relationship Id="rId5" Type="http://schemas.openxmlformats.org/officeDocument/2006/relationships/oleObject" Target="../embeddings/oleObject5.bin"/><Relationship Id="rId6" Type="http://schemas.openxmlformats.org/officeDocument/2006/relationships/image" Target="../media/image5.wmf"/><Relationship Id="rId7" Type="http://schemas.openxmlformats.org/officeDocument/2006/relationships/oleObject" Target="../embeddings/oleObject6.bin"/><Relationship Id="rId8" Type="http://schemas.openxmlformats.org/officeDocument/2006/relationships/oleObject" Target="../embeddings/oleObject7.bin"/><Relationship Id="rId9" Type="http://schemas.openxmlformats.org/officeDocument/2006/relationships/slide" Target="slide25.xml"/><Relationship Id="rId1" Type="http://schemas.openxmlformats.org/officeDocument/2006/relationships/vmlDrawing" Target="../drawings/vmlDrawing5.vml"/><Relationship Id="rId2"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6.wmf"/><Relationship Id="rId1" Type="http://schemas.openxmlformats.org/officeDocument/2006/relationships/vmlDrawing" Target="../drawings/vmlDrawing6.vml"/><Relationship Id="rId2"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8.wmf"/><Relationship Id="rId5" Type="http://schemas.openxmlformats.org/officeDocument/2006/relationships/slide" Target="slide37.xml"/><Relationship Id="rId6" Type="http://schemas.openxmlformats.org/officeDocument/2006/relationships/slide" Target="slide2.xml"/><Relationship Id="rId1" Type="http://schemas.openxmlformats.org/officeDocument/2006/relationships/vmlDrawing" Target="../drawings/vmlDrawing7.vml"/><Relationship Id="rId2"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s>
</file>

<file path=ppt/slides/_rels/slide37.xml.rels><?xml version="1.0" encoding="UTF-8" standalone="yes"?>
<Relationships xmlns="http://schemas.openxmlformats.org/package/2006/relationships"><Relationship Id="rId3" Type="http://schemas.openxmlformats.org/officeDocument/2006/relationships/slide" Target="slide40.xml"/><Relationship Id="rId4" Type="http://schemas.openxmlformats.org/officeDocument/2006/relationships/slide" Target="slide42.xml"/><Relationship Id="rId5" Type="http://schemas.openxmlformats.org/officeDocument/2006/relationships/slide" Target="slide34.xml"/><Relationship Id="rId1" Type="http://schemas.openxmlformats.org/officeDocument/2006/relationships/slideLayout" Target="../slideLayouts/slideLayout7.xml"/><Relationship Id="rId2"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9.wmf"/><Relationship Id="rId1" Type="http://schemas.openxmlformats.org/officeDocument/2006/relationships/vmlDrawing" Target="../drawings/vmlDrawing8.vml"/><Relationship Id="rId2"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10.wmf"/><Relationship Id="rId1" Type="http://schemas.openxmlformats.org/officeDocument/2006/relationships/vmlDrawing" Target="../drawings/vmlDrawing9.vml"/><Relationship Id="rId2"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slide" Target="slide57.xml"/><Relationship Id="rId4" Type="http://schemas.openxmlformats.org/officeDocument/2006/relationships/slide" Target="slide61.xml"/><Relationship Id="rId5" Type="http://schemas.openxmlformats.org/officeDocument/2006/relationships/slide" Target="slide65.xml"/><Relationship Id="rId1" Type="http://schemas.openxmlformats.org/officeDocument/2006/relationships/slideLayout" Target="../slideLayouts/slideLayout7.xml"/><Relationship Id="rId2" Type="http://schemas.openxmlformats.org/officeDocument/2006/relationships/slide" Target="slide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3" Type="http://schemas.openxmlformats.org/officeDocument/2006/relationships/slide" Target="slide45.xml"/><Relationship Id="rId4" Type="http://schemas.openxmlformats.org/officeDocument/2006/relationships/image" Target="../media/image12.png"/><Relationship Id="rId1" Type="http://schemas.openxmlformats.org/officeDocument/2006/relationships/slideLayout" Target="../slideLayouts/slideLayout7.xml"/><Relationship Id="rId2" Type="http://schemas.openxmlformats.org/officeDocument/2006/relationships/slide" Target="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 Id="rId3"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slide" Target="slide88.xml"/><Relationship Id="rId1" Type="http://schemas.openxmlformats.org/officeDocument/2006/relationships/slideLayout" Target="../slideLayouts/slideLayout7.xml"/><Relationship Id="rId2" Type="http://schemas.openxmlformats.org/officeDocument/2006/relationships/slide" Target="slide8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slide" Target="slide114.xml"/><Relationship Id="rId4" Type="http://schemas.openxmlformats.org/officeDocument/2006/relationships/slide" Target="slide117.xml"/><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1.xml"/></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2.bin"/><Relationship Id="rId4" Type="http://schemas.openxmlformats.org/officeDocument/2006/relationships/image" Target="../media/image20.png"/><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3.bin"/><Relationship Id="rId4" Type="http://schemas.openxmlformats.org/officeDocument/2006/relationships/image" Target="../media/image21.wmf"/><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4.bin"/><Relationship Id="rId4" Type="http://schemas.openxmlformats.org/officeDocument/2006/relationships/image" Target="../media/image22.wmf"/><Relationship Id="rId1" Type="http://schemas.openxmlformats.org/officeDocument/2006/relationships/vmlDrawing" Target="../drawings/vmlDrawing12.vml"/><Relationship Id="rId2"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5.bin"/><Relationship Id="rId4" Type="http://schemas.openxmlformats.org/officeDocument/2006/relationships/image" Target="../media/image23.wmf"/><Relationship Id="rId1" Type="http://schemas.openxmlformats.org/officeDocument/2006/relationships/vmlDrawing" Target="../drawings/vmlDrawing13.vml"/><Relationship Id="rId2"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2.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16.bin"/><Relationship Id="rId4" Type="http://schemas.openxmlformats.org/officeDocument/2006/relationships/image" Target="../media/image24.wmf"/><Relationship Id="rId1" Type="http://schemas.openxmlformats.org/officeDocument/2006/relationships/vmlDrawing" Target="../drawings/vmlDrawing14.vml"/><Relationship Id="rId2"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1.xml"/><Relationship Id="rId3" Type="http://schemas.openxmlformats.org/officeDocument/2006/relationships/slide" Target="slide13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17.bin"/><Relationship Id="rId4" Type="http://schemas.openxmlformats.org/officeDocument/2006/relationships/image" Target="../media/image25.wmf"/><Relationship Id="rId1" Type="http://schemas.openxmlformats.org/officeDocument/2006/relationships/vmlDrawing" Target="../drawings/vmlDrawing15.vml"/><Relationship Id="rId2"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slide" Target="slide149.xml"/><Relationship Id="rId4" Type="http://schemas.openxmlformats.org/officeDocument/2006/relationships/slide" Target="slide2.xml"/><Relationship Id="rId1" Type="http://schemas.openxmlformats.org/officeDocument/2006/relationships/slideLayout" Target="../slideLayouts/slideLayout7.xml"/><Relationship Id="rId2" Type="http://schemas.openxmlformats.org/officeDocument/2006/relationships/slide" Target="slide14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2.xml"/></Relationships>
</file>

<file path=ppt/slides/_rels/slide149.xml.rels><?xml version="1.0" encoding="UTF-8" standalone="yes"?>
<Relationships xmlns="http://schemas.openxmlformats.org/package/2006/relationships"><Relationship Id="rId3" Type="http://schemas.openxmlformats.org/officeDocument/2006/relationships/slide" Target="slide154.xml"/><Relationship Id="rId4" Type="http://schemas.openxmlformats.org/officeDocument/2006/relationships/slide" Target="slide142.xml"/><Relationship Id="rId1" Type="http://schemas.openxmlformats.org/officeDocument/2006/relationships/slideLayout" Target="../slideLayouts/slideLayout7.xml"/><Relationship Id="rId2" Type="http://schemas.openxmlformats.org/officeDocument/2006/relationships/slide" Target="slide15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62.xml"/><Relationship Id="rId3" Type="http://schemas.openxmlformats.org/officeDocument/2006/relationships/slide" Target="slide14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slide" Target="slide15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58.xml"/><Relationship Id="rId3" Type="http://schemas.openxmlformats.org/officeDocument/2006/relationships/slide" Target="slide17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oleObject" Target="../embeddings/oleObject18.bin"/><Relationship Id="rId5" Type="http://schemas.openxmlformats.org/officeDocument/2006/relationships/image" Target="../media/image27.wmf"/><Relationship Id="rId1" Type="http://schemas.openxmlformats.org/officeDocument/2006/relationships/vmlDrawing" Target="../drawings/vmlDrawing16.vml"/><Relationship Id="rId2"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oleObject" Target="../embeddings/oleObject19.bin"/><Relationship Id="rId5" Type="http://schemas.openxmlformats.org/officeDocument/2006/relationships/image" Target="../media/image27.wmf"/><Relationship Id="rId1" Type="http://schemas.openxmlformats.org/officeDocument/2006/relationships/vmlDrawing" Target="../drawings/vmlDrawing17.vml"/><Relationship Id="rId2"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oleObject" Target="../embeddings/oleObject20.bin"/><Relationship Id="rId5" Type="http://schemas.openxmlformats.org/officeDocument/2006/relationships/image" Target="../media/image27.wmf"/><Relationship Id="rId1" Type="http://schemas.openxmlformats.org/officeDocument/2006/relationships/vmlDrawing" Target="../drawings/vmlDrawing18.vml"/><Relationship Id="rId2"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oleObject" Target="../embeddings/oleObject21.bin"/><Relationship Id="rId5" Type="http://schemas.openxmlformats.org/officeDocument/2006/relationships/image" Target="../media/image27.wmf"/><Relationship Id="rId1" Type="http://schemas.openxmlformats.org/officeDocument/2006/relationships/vmlDrawing" Target="../drawings/vmlDrawing19.vml"/><Relationship Id="rId2"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Text Box 3"/>
          <p:cNvSpPr txBox="1">
            <a:spLocks noChangeArrowheads="1"/>
          </p:cNvSpPr>
          <p:nvPr/>
        </p:nvSpPr>
        <p:spPr bwMode="auto">
          <a:xfrm>
            <a:off x="-152400" y="2617788"/>
            <a:ext cx="9109075" cy="665162"/>
          </a:xfrm>
          <a:prstGeom prst="rect">
            <a:avLst/>
          </a:prstGeom>
          <a:noFill/>
          <a:ln w="12700">
            <a:noFill/>
            <a:miter lim="800000"/>
            <a:headEnd/>
            <a:tailEnd/>
          </a:ln>
          <a:effectLst/>
        </p:spPr>
        <p:txBody>
          <a:bodyPr lIns="91703" tIns="45852" rIns="91703" bIns="45852" anchor="ctr">
            <a:spAutoFit/>
          </a:bodyPr>
          <a:lstStyle>
            <a:lvl1pPr defTabSz="823913">
              <a:defRPr>
                <a:solidFill>
                  <a:schemeClr val="tx1"/>
                </a:solidFill>
                <a:latin typeface="Arial" charset="0"/>
                <a:ea typeface="宋体" charset="-122"/>
              </a:defRPr>
            </a:lvl1pPr>
            <a:lvl2pPr marL="742950" indent="-285750" defTabSz="823913">
              <a:defRPr>
                <a:solidFill>
                  <a:schemeClr val="tx1"/>
                </a:solidFill>
                <a:latin typeface="Arial" charset="0"/>
                <a:ea typeface="宋体" charset="-122"/>
              </a:defRPr>
            </a:lvl2pPr>
            <a:lvl3pPr marL="1143000" indent="-228600" defTabSz="823913">
              <a:defRPr>
                <a:solidFill>
                  <a:schemeClr val="tx1"/>
                </a:solidFill>
                <a:latin typeface="Arial" charset="0"/>
                <a:ea typeface="宋体" charset="-122"/>
              </a:defRPr>
            </a:lvl3pPr>
            <a:lvl4pPr marL="1600200" indent="-228600" defTabSz="823913">
              <a:defRPr>
                <a:solidFill>
                  <a:schemeClr val="tx1"/>
                </a:solidFill>
                <a:latin typeface="Arial" charset="0"/>
                <a:ea typeface="宋体" charset="-122"/>
              </a:defRPr>
            </a:lvl4pPr>
            <a:lvl5pPr marL="2057400" indent="-228600" defTabSz="823913">
              <a:defRPr>
                <a:solidFill>
                  <a:schemeClr val="tx1"/>
                </a:solidFill>
                <a:latin typeface="Arial" charset="0"/>
                <a:ea typeface="宋体" charset="-122"/>
              </a:defRPr>
            </a:lvl5pPr>
            <a:lvl6pPr marL="2514600" indent="-228600" defTabSz="823913" fontAlgn="base">
              <a:spcBef>
                <a:spcPct val="0"/>
              </a:spcBef>
              <a:spcAft>
                <a:spcPct val="0"/>
              </a:spcAft>
              <a:defRPr>
                <a:solidFill>
                  <a:schemeClr val="tx1"/>
                </a:solidFill>
                <a:latin typeface="Arial" charset="0"/>
                <a:ea typeface="宋体" charset="-122"/>
              </a:defRPr>
            </a:lvl6pPr>
            <a:lvl7pPr marL="2971800" indent="-228600" defTabSz="823913" fontAlgn="base">
              <a:spcBef>
                <a:spcPct val="0"/>
              </a:spcBef>
              <a:spcAft>
                <a:spcPct val="0"/>
              </a:spcAft>
              <a:defRPr>
                <a:solidFill>
                  <a:schemeClr val="tx1"/>
                </a:solidFill>
                <a:latin typeface="Arial" charset="0"/>
                <a:ea typeface="宋体" charset="-122"/>
              </a:defRPr>
            </a:lvl7pPr>
            <a:lvl8pPr marL="3429000" indent="-228600" defTabSz="823913" fontAlgn="base">
              <a:spcBef>
                <a:spcPct val="0"/>
              </a:spcBef>
              <a:spcAft>
                <a:spcPct val="0"/>
              </a:spcAft>
              <a:defRPr>
                <a:solidFill>
                  <a:schemeClr val="tx1"/>
                </a:solidFill>
                <a:latin typeface="Arial" charset="0"/>
                <a:ea typeface="宋体" charset="-122"/>
              </a:defRPr>
            </a:lvl8pPr>
            <a:lvl9pPr marL="3886200" indent="-228600" defTabSz="823913" fontAlgn="base">
              <a:spcBef>
                <a:spcPct val="0"/>
              </a:spcBef>
              <a:spcAft>
                <a:spcPct val="0"/>
              </a:spcAft>
              <a:defRPr>
                <a:solidFill>
                  <a:schemeClr val="tx1"/>
                </a:solidFill>
                <a:latin typeface="Arial" charset="0"/>
                <a:ea typeface="宋体" charset="-122"/>
              </a:defRPr>
            </a:lvl9pPr>
          </a:lstStyle>
          <a:p>
            <a:pPr algn="ctr" eaLnBrk="0" hangingPunct="0">
              <a:lnSpc>
                <a:spcPct val="80000"/>
              </a:lnSpc>
              <a:spcAft>
                <a:spcPct val="20000"/>
              </a:spcAft>
            </a:pPr>
            <a:r>
              <a:rPr kumimoji="1" lang="zh-CN" altLang="en-US" sz="4700" b="1">
                <a:effectLst>
                  <a:outerShdw blurRad="38100" dist="38100" dir="2700000" algn="tl">
                    <a:srgbClr val="C0C0C0"/>
                  </a:outerShdw>
                </a:effectLst>
              </a:rPr>
              <a:t>第六章  树和二叉树</a:t>
            </a:r>
          </a:p>
        </p:txBody>
      </p:sp>
    </p:spTree>
    <p:extLst>
      <p:ext uri="{BB962C8B-B14F-4D97-AF65-F5344CB8AC3E}">
        <p14:creationId xmlns:p14="http://schemas.microsoft.com/office/powerpoint/2010/main" val="1948747560"/>
      </p:ext>
    </p:extLst>
  </p:cSld>
  <p:clrMapOvr>
    <a:masterClrMapping/>
  </p:clrMapOvr>
  <mc:AlternateContent xmlns:mc="http://schemas.openxmlformats.org/markup-compatibility/2006">
    <mc:Choice xmlns:p14="http://schemas.microsoft.com/office/powerpoint/2010/main" Requires="p14">
      <p:transition spd="slow" p14:dur="2000" advTm="422"/>
    </mc:Choice>
    <mc:Fallback>
      <p:transition spd="slow" advTm="42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a:hlinkClick r:id="" action="ppaction://hlinkshowjump?jump=nextslide"/>
          </p:cNvPr>
          <p:cNvSpPr txBox="1">
            <a:spLocks noChangeArrowheads="1"/>
          </p:cNvSpPr>
          <p:nvPr/>
        </p:nvSpPr>
        <p:spPr bwMode="auto">
          <a:xfrm>
            <a:off x="1676400" y="1066800"/>
            <a:ext cx="5334000" cy="56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3200" b="1">
                <a:solidFill>
                  <a:srgbClr val="008080"/>
                </a:solidFill>
                <a:latin typeface="Times New Roman" charset="0"/>
                <a:ea typeface="隶书" charset="0"/>
              </a:rPr>
              <a:t>6.1 </a:t>
            </a:r>
            <a:r>
              <a:rPr kumimoji="1" lang="zh-CN" altLang="en-US" sz="3200" b="1">
                <a:solidFill>
                  <a:srgbClr val="008080"/>
                </a:solidFill>
                <a:latin typeface="Times New Roman" charset="0"/>
                <a:ea typeface="隶书" charset="0"/>
              </a:rPr>
              <a:t>树的类型定义</a:t>
            </a:r>
          </a:p>
          <a:p>
            <a:pPr>
              <a:lnSpc>
                <a:spcPct val="125000"/>
              </a:lnSpc>
            </a:pPr>
            <a:r>
              <a:rPr kumimoji="1" lang="en-US" altLang="zh-CN" sz="3200" b="1">
                <a:solidFill>
                  <a:srgbClr val="008080"/>
                </a:solidFill>
                <a:latin typeface="隶书" charset="0"/>
                <a:ea typeface="隶书" charset="0"/>
              </a:rPr>
              <a:t>6.2 </a:t>
            </a:r>
            <a:r>
              <a:rPr kumimoji="1" lang="zh-CN" altLang="en-US" sz="3200" b="1">
                <a:solidFill>
                  <a:srgbClr val="008080"/>
                </a:solidFill>
                <a:latin typeface="隶书" charset="0"/>
                <a:ea typeface="隶书" charset="0"/>
              </a:rPr>
              <a:t>二叉树的类型定义</a:t>
            </a:r>
          </a:p>
          <a:p>
            <a:pPr>
              <a:lnSpc>
                <a:spcPct val="125000"/>
              </a:lnSpc>
            </a:pPr>
            <a:r>
              <a:rPr kumimoji="1" lang="en-US" altLang="zh-CN" sz="3200" b="1">
                <a:solidFill>
                  <a:srgbClr val="008080"/>
                </a:solidFill>
                <a:latin typeface="Times New Roman" charset="0"/>
                <a:ea typeface="隶书" charset="0"/>
              </a:rPr>
              <a:t>6.3</a:t>
            </a:r>
            <a:r>
              <a:rPr kumimoji="1" lang="en-US" altLang="zh-CN" sz="3200">
                <a:solidFill>
                  <a:srgbClr val="008080"/>
                </a:solidFill>
                <a:latin typeface="Times New Roman" charset="0"/>
                <a:ea typeface="隶书" charset="0"/>
              </a:rPr>
              <a:t> </a:t>
            </a:r>
            <a:r>
              <a:rPr kumimoji="1" lang="zh-CN" altLang="en-US" sz="3200" b="1">
                <a:solidFill>
                  <a:srgbClr val="008080"/>
                </a:solidFill>
                <a:latin typeface="Times New Roman" charset="0"/>
                <a:ea typeface="隶书" charset="0"/>
              </a:rPr>
              <a:t>二叉树的存储结构</a:t>
            </a:r>
          </a:p>
          <a:p>
            <a:pPr>
              <a:lnSpc>
                <a:spcPct val="125000"/>
              </a:lnSpc>
            </a:pPr>
            <a:r>
              <a:rPr kumimoji="1" lang="en-US" altLang="zh-CN" sz="3200" b="1">
                <a:solidFill>
                  <a:srgbClr val="008080"/>
                </a:solidFill>
                <a:latin typeface="Times New Roman" charset="0"/>
                <a:ea typeface="隶书" charset="0"/>
              </a:rPr>
              <a:t>6.4 </a:t>
            </a:r>
            <a:r>
              <a:rPr kumimoji="1" lang="zh-CN" altLang="en-US" sz="3200" b="1">
                <a:solidFill>
                  <a:srgbClr val="008080"/>
                </a:solidFill>
                <a:latin typeface="Times New Roman" charset="0"/>
                <a:ea typeface="隶书" charset="0"/>
              </a:rPr>
              <a:t>二叉树的遍历</a:t>
            </a:r>
          </a:p>
          <a:p>
            <a:pPr>
              <a:lnSpc>
                <a:spcPct val="125000"/>
              </a:lnSpc>
            </a:pPr>
            <a:r>
              <a:rPr kumimoji="1" lang="en-US" altLang="zh-CN" sz="3200" b="1">
                <a:solidFill>
                  <a:srgbClr val="008080"/>
                </a:solidFill>
                <a:latin typeface="Times New Roman" charset="0"/>
                <a:ea typeface="隶书" charset="0"/>
              </a:rPr>
              <a:t>6.5 </a:t>
            </a:r>
            <a:r>
              <a:rPr kumimoji="1" lang="zh-CN" altLang="en-US" sz="3200" b="1">
                <a:solidFill>
                  <a:srgbClr val="008080"/>
                </a:solidFill>
                <a:latin typeface="Times New Roman" charset="0"/>
                <a:ea typeface="隶书" charset="0"/>
              </a:rPr>
              <a:t>线索二叉树</a:t>
            </a:r>
          </a:p>
          <a:p>
            <a:pPr>
              <a:lnSpc>
                <a:spcPct val="125000"/>
              </a:lnSpc>
            </a:pPr>
            <a:r>
              <a:rPr kumimoji="1" lang="en-US" altLang="zh-CN" sz="3200" b="1">
                <a:solidFill>
                  <a:srgbClr val="008080"/>
                </a:solidFill>
                <a:latin typeface="Times New Roman" charset="0"/>
                <a:ea typeface="隶书" charset="0"/>
              </a:rPr>
              <a:t>6.6 </a:t>
            </a:r>
            <a:r>
              <a:rPr kumimoji="1" lang="zh-CN" altLang="en-US" sz="3200" b="1">
                <a:solidFill>
                  <a:srgbClr val="008080"/>
                </a:solidFill>
                <a:latin typeface="Times New Roman" charset="0"/>
                <a:ea typeface="隶书" charset="0"/>
              </a:rPr>
              <a:t>树和森林的表示方法</a:t>
            </a:r>
          </a:p>
          <a:p>
            <a:pPr>
              <a:lnSpc>
                <a:spcPct val="125000"/>
              </a:lnSpc>
            </a:pPr>
            <a:r>
              <a:rPr kumimoji="1" lang="en-US" altLang="zh-CN" sz="3200" b="1">
                <a:solidFill>
                  <a:srgbClr val="008080"/>
                </a:solidFill>
                <a:latin typeface="Times New Roman" charset="0"/>
                <a:ea typeface="隶书" charset="0"/>
              </a:rPr>
              <a:t>6.7 </a:t>
            </a:r>
            <a:r>
              <a:rPr kumimoji="1" lang="zh-CN" altLang="en-US" sz="3200" b="1">
                <a:solidFill>
                  <a:srgbClr val="008080"/>
                </a:solidFill>
                <a:latin typeface="Times New Roman" charset="0"/>
                <a:ea typeface="隶书" charset="0"/>
              </a:rPr>
              <a:t>树和森林的遍历</a:t>
            </a:r>
          </a:p>
          <a:p>
            <a:pPr>
              <a:lnSpc>
                <a:spcPct val="125000"/>
              </a:lnSpc>
            </a:pPr>
            <a:r>
              <a:rPr kumimoji="1" lang="en-US" altLang="zh-CN" sz="3200" b="1">
                <a:solidFill>
                  <a:srgbClr val="008080"/>
                </a:solidFill>
                <a:latin typeface="Times New Roman" charset="0"/>
                <a:ea typeface="隶书" charset="0"/>
              </a:rPr>
              <a:t>6.8 </a:t>
            </a:r>
            <a:r>
              <a:rPr kumimoji="1" lang="zh-CN" altLang="en-US" sz="3200" b="1">
                <a:solidFill>
                  <a:srgbClr val="008080"/>
                </a:solidFill>
                <a:latin typeface="Times New Roman" charset="0"/>
                <a:ea typeface="隶书" charset="0"/>
              </a:rPr>
              <a:t>哈夫曼树与哈夫曼编码</a:t>
            </a:r>
            <a:endParaRPr kumimoji="1" lang="zh-CN" altLang="en-US" b="1">
              <a:latin typeface="Times New Roman" charset="0"/>
              <a:ea typeface="隶书" charset="0"/>
            </a:endParaRPr>
          </a:p>
          <a:p>
            <a:pPr>
              <a:lnSpc>
                <a:spcPct val="125000"/>
              </a:lnSpc>
            </a:pPr>
            <a:endParaRPr kumimoji="1" lang="zh-CN" altLang="en-US">
              <a:latin typeface="Times New Roman" charset="0"/>
            </a:endParaRPr>
          </a:p>
          <a:p>
            <a:pPr>
              <a:lnSpc>
                <a:spcPct val="125000"/>
              </a:lnSpc>
            </a:pPr>
            <a:endParaRPr kumimoji="1" lang="zh-CN" altLang="en-US">
              <a:latin typeface="Times New Roman" charset="0"/>
            </a:endParaRPr>
          </a:p>
        </p:txBody>
      </p:sp>
    </p:spTree>
    <p:extLst>
      <p:ext uri="{BB962C8B-B14F-4D97-AF65-F5344CB8AC3E}">
        <p14:creationId xmlns:p14="http://schemas.microsoft.com/office/powerpoint/2010/main" val="20413654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blinds(vertical)">
                                      <p:cBhvr>
                                        <p:cTn id="7" dur="500"/>
                                        <p:tgtEl>
                                          <p:spTgt spid="15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457200" y="1828800"/>
            <a:ext cx="8153400" cy="1555750"/>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lnSpc>
                <a:spcPct val="120000"/>
              </a:lnSpc>
            </a:pPr>
            <a:r>
              <a:rPr kumimoji="1" lang="en-US" altLang="zh-CN" sz="8000" b="1">
                <a:solidFill>
                  <a:srgbClr val="008080"/>
                </a:solidFill>
                <a:latin typeface="Times New Roman" charset="0"/>
                <a:ea typeface="楷体_GB2312" charset="0"/>
              </a:rPr>
              <a:t>6.1 </a:t>
            </a:r>
            <a:r>
              <a:rPr kumimoji="1" lang="zh-CN" altLang="en-US" sz="8000" b="1">
                <a:solidFill>
                  <a:srgbClr val="008080"/>
                </a:solidFill>
                <a:latin typeface="Times New Roman" charset="0"/>
                <a:ea typeface="隶书" charset="0"/>
              </a:rPr>
              <a:t>树的类型定义</a:t>
            </a:r>
            <a:endParaRPr kumimoji="1" lang="zh-CN" altLang="en-US" sz="2400">
              <a:latin typeface="Times New Roman" charset="0"/>
            </a:endParaRPr>
          </a:p>
        </p:txBody>
      </p:sp>
      <p:graphicFrame>
        <p:nvGraphicFramePr>
          <p:cNvPr id="160771" name="Object 3"/>
          <p:cNvGraphicFramePr>
            <a:graphicFrameLocks noChangeAspect="1"/>
          </p:cNvGraphicFramePr>
          <p:nvPr/>
        </p:nvGraphicFramePr>
        <p:xfrm>
          <a:off x="6858000" y="3962400"/>
          <a:ext cx="1981200" cy="2590800"/>
        </p:xfrm>
        <a:graphic>
          <a:graphicData uri="http://schemas.openxmlformats.org/presentationml/2006/ole">
            <mc:AlternateContent xmlns:mc="http://schemas.openxmlformats.org/markup-compatibility/2006">
              <mc:Choice xmlns:v="urn:schemas-microsoft-com:vml" Requires="v">
                <p:oleObj spid="_x0000_s787458" name="剪辑" r:id="rId3" imgW="831600" imgH="889560" progId="MS_ClipArt_Gallery.2">
                  <p:embed/>
                </p:oleObj>
              </mc:Choice>
              <mc:Fallback>
                <p:oleObj name="剪辑" r:id="rId3" imgW="831600" imgH="88956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962400"/>
                        <a:ext cx="1981200" cy="259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05064390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1371600" y="152400"/>
            <a:ext cx="3527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FF0000"/>
                </a:solidFill>
                <a:latin typeface="Times New Roman" charset="0"/>
                <a:ea typeface="楷体_GB2312" charset="0"/>
              </a:rPr>
              <a:t>数据对象 </a:t>
            </a:r>
            <a:r>
              <a:rPr kumimoji="1" lang="en-US" altLang="zh-CN" sz="4400">
                <a:solidFill>
                  <a:srgbClr val="FF0000"/>
                </a:solidFill>
                <a:latin typeface="Times New Roman" charset="0"/>
                <a:ea typeface="楷体_GB2312" charset="0"/>
              </a:rPr>
              <a:t>D</a:t>
            </a:r>
            <a:r>
              <a:rPr kumimoji="1" lang="zh-CN" altLang="en-US" sz="4400">
                <a:solidFill>
                  <a:srgbClr val="FF0000"/>
                </a:solidFill>
                <a:latin typeface="Times New Roman" charset="0"/>
                <a:ea typeface="楷体_GB2312" charset="0"/>
              </a:rPr>
              <a:t>：</a:t>
            </a:r>
            <a:endParaRPr kumimoji="1" lang="zh-CN" altLang="en-US" sz="5400">
              <a:latin typeface="Times New Roman" charset="0"/>
            </a:endParaRPr>
          </a:p>
        </p:txBody>
      </p:sp>
      <p:sp>
        <p:nvSpPr>
          <p:cNvPr id="161795" name="Text Box 3"/>
          <p:cNvSpPr txBox="1">
            <a:spLocks noChangeArrowheads="1"/>
          </p:cNvSpPr>
          <p:nvPr/>
        </p:nvSpPr>
        <p:spPr bwMode="auto">
          <a:xfrm>
            <a:off x="1447800" y="990600"/>
            <a:ext cx="785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990033"/>
                </a:solidFill>
                <a:latin typeface="Times New Roman" charset="0"/>
                <a:ea typeface="楷体_GB2312" charset="0"/>
              </a:rPr>
              <a:t>D</a:t>
            </a:r>
            <a:r>
              <a:rPr kumimoji="1" lang="zh-CN" altLang="en-US" sz="3600" b="1">
                <a:solidFill>
                  <a:srgbClr val="990033"/>
                </a:solidFill>
                <a:latin typeface="Times New Roman" charset="0"/>
                <a:ea typeface="楷体_GB2312" charset="0"/>
              </a:rPr>
              <a:t>是具有相同特性的数据元素的集合。</a:t>
            </a:r>
            <a:endParaRPr kumimoji="1" lang="zh-CN" altLang="en-US" sz="4000">
              <a:latin typeface="Times New Roman" charset="0"/>
            </a:endParaRPr>
          </a:p>
        </p:txBody>
      </p:sp>
      <p:sp>
        <p:nvSpPr>
          <p:cNvPr id="161796" name="Text Box 4"/>
          <p:cNvSpPr txBox="1">
            <a:spLocks noChangeArrowheads="1"/>
          </p:cNvSpPr>
          <p:nvPr/>
        </p:nvSpPr>
        <p:spPr bwMode="auto">
          <a:xfrm>
            <a:off x="395288" y="2309813"/>
            <a:ext cx="8480425"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2400">
                <a:latin typeface="Times New Roman" charset="0"/>
                <a:ea typeface="楷体_GB2312" charset="0"/>
              </a:rPr>
              <a:t>    </a:t>
            </a:r>
            <a:r>
              <a:rPr kumimoji="1" lang="zh-CN" altLang="en-US" sz="3200" b="1">
                <a:solidFill>
                  <a:srgbClr val="990033"/>
                </a:solidFill>
                <a:latin typeface="Times New Roman" charset="0"/>
                <a:ea typeface="楷体_GB2312" charset="0"/>
              </a:rPr>
              <a:t>若</a:t>
            </a:r>
            <a:r>
              <a:rPr kumimoji="1" lang="en-US" altLang="zh-CN" sz="3200" b="1">
                <a:solidFill>
                  <a:srgbClr val="990033"/>
                </a:solidFill>
                <a:latin typeface="Times New Roman" charset="0"/>
                <a:ea typeface="楷体_GB2312" charset="0"/>
              </a:rPr>
              <a:t>D</a:t>
            </a:r>
            <a:r>
              <a:rPr kumimoji="1" lang="zh-CN" altLang="en-US" sz="3200" b="1">
                <a:solidFill>
                  <a:srgbClr val="990033"/>
                </a:solidFill>
                <a:latin typeface="Times New Roman" charset="0"/>
                <a:ea typeface="楷体_GB2312" charset="0"/>
              </a:rPr>
              <a:t>为空集，则称为空树 。</a:t>
            </a:r>
          </a:p>
          <a:p>
            <a:pPr>
              <a:lnSpc>
                <a:spcPct val="125000"/>
              </a:lnSpc>
            </a:pPr>
            <a:r>
              <a:rPr kumimoji="1" lang="zh-CN" altLang="en-US" sz="3200" b="1">
                <a:solidFill>
                  <a:srgbClr val="990033"/>
                </a:solidFill>
                <a:latin typeface="Times New Roman" charset="0"/>
                <a:ea typeface="楷体_GB2312" charset="0"/>
              </a:rPr>
              <a:t>   否则</a:t>
            </a:r>
            <a:r>
              <a:rPr kumimoji="1" lang="en-US" altLang="zh-CN" sz="3200" b="1">
                <a:solidFill>
                  <a:srgbClr val="990033"/>
                </a:solidFill>
                <a:latin typeface="Times New Roman" charset="0"/>
                <a:ea typeface="楷体_GB2312" charset="0"/>
              </a:rPr>
              <a:t>:</a:t>
            </a:r>
          </a:p>
          <a:p>
            <a:pPr>
              <a:lnSpc>
                <a:spcPct val="125000"/>
              </a:lnSpc>
            </a:pPr>
            <a:r>
              <a:rPr kumimoji="1" lang="en-US" altLang="zh-CN" sz="3200" b="1">
                <a:solidFill>
                  <a:srgbClr val="990033"/>
                </a:solidFill>
                <a:latin typeface="Times New Roman" charset="0"/>
                <a:ea typeface="楷体_GB2312" charset="0"/>
              </a:rPr>
              <a:t>  (1) </a:t>
            </a:r>
            <a:r>
              <a:rPr kumimoji="1" lang="zh-CN" altLang="en-US" sz="3200" b="1">
                <a:solidFill>
                  <a:srgbClr val="990033"/>
                </a:solidFill>
                <a:latin typeface="Times New Roman" charset="0"/>
                <a:ea typeface="楷体_GB2312" charset="0"/>
              </a:rPr>
              <a:t>在</a:t>
            </a:r>
            <a:r>
              <a:rPr kumimoji="1" lang="en-US" altLang="zh-CN" sz="3200" b="1">
                <a:solidFill>
                  <a:srgbClr val="990033"/>
                </a:solidFill>
                <a:latin typeface="Times New Roman" charset="0"/>
                <a:ea typeface="楷体_GB2312" charset="0"/>
              </a:rPr>
              <a:t>D</a:t>
            </a:r>
            <a:r>
              <a:rPr kumimoji="1" lang="zh-CN" altLang="en-US" sz="3200" b="1">
                <a:solidFill>
                  <a:srgbClr val="990033"/>
                </a:solidFill>
                <a:latin typeface="Times New Roman" charset="0"/>
                <a:ea typeface="楷体_GB2312" charset="0"/>
              </a:rPr>
              <a:t>中存在唯一的称为根的数据元素</a:t>
            </a:r>
            <a:r>
              <a:rPr kumimoji="1" lang="en-US" altLang="zh-CN" sz="3200" b="1">
                <a:solidFill>
                  <a:srgbClr val="990033"/>
                </a:solidFill>
                <a:latin typeface="Times New Roman" charset="0"/>
                <a:ea typeface="楷体_GB2312" charset="0"/>
              </a:rPr>
              <a:t>root</a:t>
            </a:r>
            <a:r>
              <a:rPr kumimoji="1" lang="zh-CN" altLang="en-US" sz="3200" b="1">
                <a:solidFill>
                  <a:srgbClr val="990033"/>
                </a:solidFill>
                <a:latin typeface="Times New Roman" charset="0"/>
                <a:ea typeface="楷体_GB2312" charset="0"/>
              </a:rPr>
              <a:t>；</a:t>
            </a:r>
          </a:p>
          <a:p>
            <a:pPr>
              <a:lnSpc>
                <a:spcPct val="125000"/>
              </a:lnSpc>
            </a:pPr>
            <a:r>
              <a:rPr kumimoji="1" lang="zh-CN" altLang="en-US" sz="3200" b="1">
                <a:solidFill>
                  <a:srgbClr val="990033"/>
                </a:solidFill>
                <a:latin typeface="Times New Roman" charset="0"/>
                <a:ea typeface="楷体_GB2312" charset="0"/>
              </a:rPr>
              <a:t>  </a:t>
            </a:r>
            <a:r>
              <a:rPr kumimoji="1" lang="en-US" altLang="zh-CN" sz="3200" b="1">
                <a:solidFill>
                  <a:srgbClr val="990033"/>
                </a:solidFill>
                <a:latin typeface="Times New Roman" charset="0"/>
                <a:ea typeface="楷体_GB2312" charset="0"/>
              </a:rPr>
              <a:t>(2) </a:t>
            </a:r>
            <a:r>
              <a:rPr kumimoji="1" lang="zh-CN" altLang="en-US" sz="3200" b="1">
                <a:solidFill>
                  <a:srgbClr val="990033"/>
                </a:solidFill>
                <a:latin typeface="Times New Roman" charset="0"/>
                <a:ea typeface="楷体_GB2312" charset="0"/>
              </a:rPr>
              <a:t>当</a:t>
            </a:r>
            <a:r>
              <a:rPr kumimoji="1" lang="en-US" altLang="zh-CN" sz="3200" b="1">
                <a:solidFill>
                  <a:srgbClr val="990033"/>
                </a:solidFill>
                <a:latin typeface="Times New Roman" charset="0"/>
                <a:ea typeface="楷体_GB2312" charset="0"/>
              </a:rPr>
              <a:t>n&gt;1</a:t>
            </a:r>
            <a:r>
              <a:rPr kumimoji="1" lang="zh-CN" altLang="en-US" sz="3200" b="1">
                <a:solidFill>
                  <a:srgbClr val="990033"/>
                </a:solidFill>
                <a:latin typeface="Times New Roman" charset="0"/>
                <a:ea typeface="楷体_GB2312" charset="0"/>
              </a:rPr>
              <a:t>时，其余结点可分为</a:t>
            </a:r>
            <a:r>
              <a:rPr kumimoji="1" lang="en-US" altLang="zh-CN" sz="3200" b="1">
                <a:solidFill>
                  <a:srgbClr val="990033"/>
                </a:solidFill>
                <a:latin typeface="Times New Roman" charset="0"/>
                <a:ea typeface="楷体_GB2312" charset="0"/>
              </a:rPr>
              <a:t>m (m&gt;0)</a:t>
            </a:r>
            <a:r>
              <a:rPr kumimoji="1" lang="zh-CN" altLang="en-US" sz="3200" b="1">
                <a:solidFill>
                  <a:srgbClr val="990033"/>
                </a:solidFill>
                <a:latin typeface="Times New Roman" charset="0"/>
                <a:ea typeface="楷体_GB2312" charset="0"/>
              </a:rPr>
              <a:t>个互</a:t>
            </a:r>
          </a:p>
          <a:p>
            <a:pPr>
              <a:lnSpc>
                <a:spcPct val="125000"/>
              </a:lnSpc>
            </a:pPr>
            <a:r>
              <a:rPr kumimoji="1" lang="zh-CN" altLang="en-US" sz="3200" b="1">
                <a:solidFill>
                  <a:srgbClr val="990033"/>
                </a:solidFill>
                <a:latin typeface="Times New Roman" charset="0"/>
                <a:ea typeface="楷体_GB2312" charset="0"/>
              </a:rPr>
              <a:t>       不相交的有限集</a:t>
            </a:r>
            <a:r>
              <a:rPr kumimoji="1" lang="en-US" altLang="zh-CN" sz="3200" b="1">
                <a:solidFill>
                  <a:srgbClr val="990033"/>
                </a:solidFill>
                <a:latin typeface="Times New Roman" charset="0"/>
                <a:ea typeface="楷体_GB2312" charset="0"/>
              </a:rPr>
              <a:t>T</a:t>
            </a:r>
            <a:r>
              <a:rPr kumimoji="1" lang="en-US" altLang="zh-CN" sz="3200" b="1" baseline="-25000">
                <a:solidFill>
                  <a:srgbClr val="990033"/>
                </a:solidFill>
                <a:latin typeface="Times New Roman" charset="0"/>
                <a:ea typeface="楷体_GB2312" charset="0"/>
              </a:rPr>
              <a:t>1</a:t>
            </a:r>
            <a:r>
              <a:rPr kumimoji="1" lang="en-US" altLang="zh-CN" sz="3200" b="1">
                <a:solidFill>
                  <a:srgbClr val="990033"/>
                </a:solidFill>
                <a:latin typeface="Times New Roman" charset="0"/>
                <a:ea typeface="楷体_GB2312" charset="0"/>
              </a:rPr>
              <a:t>, T</a:t>
            </a:r>
            <a:r>
              <a:rPr kumimoji="1" lang="en-US" altLang="zh-CN" sz="3200" b="1" baseline="-25000">
                <a:solidFill>
                  <a:srgbClr val="990033"/>
                </a:solidFill>
                <a:latin typeface="Times New Roman" charset="0"/>
                <a:ea typeface="楷体_GB2312" charset="0"/>
              </a:rPr>
              <a:t>2</a:t>
            </a:r>
            <a:r>
              <a:rPr kumimoji="1" lang="en-US" altLang="zh-CN" sz="3200" b="1">
                <a:solidFill>
                  <a:srgbClr val="990033"/>
                </a:solidFill>
                <a:latin typeface="Times New Roman" charset="0"/>
                <a:ea typeface="楷体_GB2312" charset="0"/>
              </a:rPr>
              <a:t>, …, T</a:t>
            </a:r>
            <a:r>
              <a:rPr kumimoji="1" lang="en-US" altLang="zh-CN" sz="3200" b="1" baseline="-25000">
                <a:solidFill>
                  <a:srgbClr val="990033"/>
                </a:solidFill>
                <a:latin typeface="Times New Roman" charset="0"/>
                <a:ea typeface="楷体_GB2312" charset="0"/>
              </a:rPr>
              <a:t>m</a:t>
            </a:r>
            <a:r>
              <a:rPr kumimoji="1" lang="zh-CN" altLang="en-US" sz="3200" b="1">
                <a:solidFill>
                  <a:srgbClr val="990033"/>
                </a:solidFill>
                <a:latin typeface="Times New Roman" charset="0"/>
                <a:ea typeface="楷体_GB2312" charset="0"/>
              </a:rPr>
              <a:t>，其中每一</a:t>
            </a:r>
          </a:p>
          <a:p>
            <a:pPr>
              <a:lnSpc>
                <a:spcPct val="125000"/>
              </a:lnSpc>
            </a:pPr>
            <a:r>
              <a:rPr kumimoji="1" lang="zh-CN" altLang="en-US" sz="3200" b="1">
                <a:solidFill>
                  <a:srgbClr val="990033"/>
                </a:solidFill>
                <a:latin typeface="Times New Roman" charset="0"/>
                <a:ea typeface="楷体_GB2312" charset="0"/>
              </a:rPr>
              <a:t>       棵子集本身又是一棵符合本定义的树，</a:t>
            </a:r>
          </a:p>
          <a:p>
            <a:pPr>
              <a:lnSpc>
                <a:spcPct val="125000"/>
              </a:lnSpc>
            </a:pPr>
            <a:r>
              <a:rPr kumimoji="1" lang="zh-CN" altLang="en-US" sz="3200" b="1">
                <a:solidFill>
                  <a:srgbClr val="990033"/>
                </a:solidFill>
                <a:latin typeface="Times New Roman" charset="0"/>
                <a:ea typeface="楷体_GB2312" charset="0"/>
              </a:rPr>
              <a:t>       称为根</a:t>
            </a:r>
            <a:r>
              <a:rPr kumimoji="1" lang="en-US" altLang="zh-CN" sz="3200" b="1">
                <a:solidFill>
                  <a:srgbClr val="990033"/>
                </a:solidFill>
                <a:latin typeface="Times New Roman" charset="0"/>
                <a:ea typeface="楷体_GB2312" charset="0"/>
              </a:rPr>
              <a:t>root</a:t>
            </a:r>
            <a:r>
              <a:rPr kumimoji="1" lang="zh-CN" altLang="en-US" sz="3200" b="1">
                <a:solidFill>
                  <a:srgbClr val="990033"/>
                </a:solidFill>
                <a:latin typeface="Times New Roman" charset="0"/>
                <a:ea typeface="楷体_GB2312" charset="0"/>
              </a:rPr>
              <a:t>的子树。</a:t>
            </a:r>
            <a:endParaRPr kumimoji="1" lang="zh-CN" altLang="en-US" sz="3600" b="1">
              <a:latin typeface="Times New Roman" charset="0"/>
            </a:endParaRPr>
          </a:p>
        </p:txBody>
      </p:sp>
      <p:sp>
        <p:nvSpPr>
          <p:cNvPr id="161797" name="Text Box 5"/>
          <p:cNvSpPr txBox="1">
            <a:spLocks noChangeArrowheads="1"/>
          </p:cNvSpPr>
          <p:nvPr/>
        </p:nvSpPr>
        <p:spPr bwMode="auto">
          <a:xfrm>
            <a:off x="152400" y="1600200"/>
            <a:ext cx="35861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a:latin typeface="Times New Roman" charset="0"/>
                <a:ea typeface="楷体_GB2312" charset="0"/>
              </a:rPr>
              <a:t> </a:t>
            </a:r>
            <a:r>
              <a:rPr kumimoji="1" lang="zh-CN" altLang="en-US" sz="4400" b="1">
                <a:solidFill>
                  <a:srgbClr val="FF0000"/>
                </a:solidFill>
                <a:latin typeface="Times New Roman" charset="0"/>
                <a:ea typeface="楷体_GB2312" charset="0"/>
              </a:rPr>
              <a:t>数据关系 </a:t>
            </a:r>
            <a:r>
              <a:rPr kumimoji="1" lang="en-US" altLang="zh-CN" sz="4400">
                <a:solidFill>
                  <a:srgbClr val="FF0000"/>
                </a:solidFill>
                <a:latin typeface="Times New Roman" charset="0"/>
                <a:ea typeface="楷体_GB2312" charset="0"/>
              </a:rPr>
              <a:t>R</a:t>
            </a:r>
            <a:r>
              <a:rPr kumimoji="1" lang="zh-CN" altLang="en-US" sz="4400">
                <a:solidFill>
                  <a:srgbClr val="FF0000"/>
                </a:solidFill>
                <a:latin typeface="Times New Roman" charset="0"/>
                <a:ea typeface="楷体_GB2312" charset="0"/>
              </a:rPr>
              <a:t>：</a:t>
            </a:r>
            <a:endParaRPr kumimoji="1" lang="zh-CN" altLang="en-US" sz="5400">
              <a:solidFill>
                <a:srgbClr val="FF0000"/>
              </a:solidFill>
              <a:latin typeface="Times New Roman" charset="0"/>
              <a:ea typeface="楷体_GB2312" charset="0"/>
            </a:endParaRPr>
          </a:p>
        </p:txBody>
      </p:sp>
    </p:spTree>
    <p:extLst>
      <p:ext uri="{BB962C8B-B14F-4D97-AF65-F5344CB8AC3E}">
        <p14:creationId xmlns:p14="http://schemas.microsoft.com/office/powerpoint/2010/main" val="1269512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5"/>
                                        </p:tgtEl>
                                        <p:attrNameLst>
                                          <p:attrName>style.visibility</p:attrName>
                                        </p:attrNameLst>
                                      </p:cBhvr>
                                      <p:to>
                                        <p:strVal val="visible"/>
                                      </p:to>
                                    </p:set>
                                    <p:animEffect transition="in" filter="wipe(left)">
                                      <p:cBhvr>
                                        <p:cTn id="7" dur="500"/>
                                        <p:tgtEl>
                                          <p:spTgt spid="1617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61796"/>
                                        </p:tgtEl>
                                        <p:attrNameLst>
                                          <p:attrName>style.visibility</p:attrName>
                                        </p:attrNameLst>
                                      </p:cBhvr>
                                      <p:to>
                                        <p:strVal val="visible"/>
                                      </p:to>
                                    </p:set>
                                    <p:animEffect transition="in" filter="strips(downLeft)">
                                      <p:cBhvr>
                                        <p:cTn id="12" dur="500"/>
                                        <p:tgtEl>
                                          <p:spTgt spid="161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autoUpdateAnimBg="0"/>
      <p:bldP spid="16179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5" name="Rectangle 3"/>
          <p:cNvSpPr>
            <a:spLocks noGrp="1" noChangeArrowheads="1"/>
          </p:cNvSpPr>
          <p:nvPr>
            <p:ph type="body" idx="1"/>
          </p:nvPr>
        </p:nvSpPr>
        <p:spPr>
          <a:xfrm>
            <a:off x="684213" y="1600200"/>
            <a:ext cx="8459787" cy="4611688"/>
          </a:xfrm>
        </p:spPr>
        <p:txBody>
          <a:bodyPr/>
          <a:lstStyle/>
          <a:p>
            <a:r>
              <a:rPr lang="zh-CN" altLang="en-US" sz="4000">
                <a:solidFill>
                  <a:schemeClr val="tx2"/>
                </a:solidFill>
              </a:rPr>
              <a:t>树的表示</a:t>
            </a:r>
          </a:p>
        </p:txBody>
      </p:sp>
      <p:sp>
        <p:nvSpPr>
          <p:cNvPr id="310276"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77" name="Oval 5"/>
          <p:cNvSpPr>
            <a:spLocks noChangeArrowheads="1"/>
          </p:cNvSpPr>
          <p:nvPr/>
        </p:nvSpPr>
        <p:spPr bwMode="auto">
          <a:xfrm>
            <a:off x="1763713" y="3644900"/>
            <a:ext cx="647700" cy="64770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A</a:t>
            </a:r>
          </a:p>
        </p:txBody>
      </p:sp>
      <p:grpSp>
        <p:nvGrpSpPr>
          <p:cNvPr id="310278" name="Group 6"/>
          <p:cNvGrpSpPr>
            <a:grpSpLocks/>
          </p:cNvGrpSpPr>
          <p:nvPr/>
        </p:nvGrpSpPr>
        <p:grpSpPr bwMode="auto">
          <a:xfrm>
            <a:off x="3348038" y="2708275"/>
            <a:ext cx="4752975" cy="3241675"/>
            <a:chOff x="2640" y="2880"/>
            <a:chExt cx="2112" cy="1440"/>
          </a:xfrm>
        </p:grpSpPr>
        <p:sp>
          <p:nvSpPr>
            <p:cNvPr id="310279" name="Oval 7"/>
            <p:cNvSpPr>
              <a:spLocks noChangeArrowheads="1"/>
            </p:cNvSpPr>
            <p:nvPr/>
          </p:nvSpPr>
          <p:spPr bwMode="auto">
            <a:xfrm>
              <a:off x="3408" y="2880"/>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A</a:t>
              </a:r>
            </a:p>
          </p:txBody>
        </p:sp>
        <p:sp>
          <p:nvSpPr>
            <p:cNvPr id="310280" name="Oval 8"/>
            <p:cNvSpPr>
              <a:spLocks noChangeArrowheads="1"/>
            </p:cNvSpPr>
            <p:nvPr/>
          </p:nvSpPr>
          <p:spPr bwMode="auto">
            <a:xfrm>
              <a:off x="2976" y="3264"/>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B</a:t>
              </a:r>
            </a:p>
          </p:txBody>
        </p:sp>
        <p:sp>
          <p:nvSpPr>
            <p:cNvPr id="310281" name="Oval 9"/>
            <p:cNvSpPr>
              <a:spLocks noChangeArrowheads="1"/>
            </p:cNvSpPr>
            <p:nvPr/>
          </p:nvSpPr>
          <p:spPr bwMode="auto">
            <a:xfrm>
              <a:off x="3408" y="3264"/>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C</a:t>
              </a:r>
            </a:p>
          </p:txBody>
        </p:sp>
        <p:sp>
          <p:nvSpPr>
            <p:cNvPr id="310282" name="Oval 10"/>
            <p:cNvSpPr>
              <a:spLocks noChangeArrowheads="1"/>
            </p:cNvSpPr>
            <p:nvPr/>
          </p:nvSpPr>
          <p:spPr bwMode="auto">
            <a:xfrm>
              <a:off x="3984" y="3264"/>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D</a:t>
              </a:r>
            </a:p>
          </p:txBody>
        </p:sp>
        <p:sp>
          <p:nvSpPr>
            <p:cNvPr id="310283" name="Oval 11"/>
            <p:cNvSpPr>
              <a:spLocks noChangeArrowheads="1"/>
            </p:cNvSpPr>
            <p:nvPr/>
          </p:nvSpPr>
          <p:spPr bwMode="auto">
            <a:xfrm>
              <a:off x="2640" y="3648"/>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E</a:t>
              </a:r>
            </a:p>
          </p:txBody>
        </p:sp>
        <p:sp>
          <p:nvSpPr>
            <p:cNvPr id="310284" name="Oval 12"/>
            <p:cNvSpPr>
              <a:spLocks noChangeArrowheads="1"/>
            </p:cNvSpPr>
            <p:nvPr/>
          </p:nvSpPr>
          <p:spPr bwMode="auto">
            <a:xfrm>
              <a:off x="2976" y="3648"/>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F</a:t>
              </a:r>
            </a:p>
          </p:txBody>
        </p:sp>
        <p:sp>
          <p:nvSpPr>
            <p:cNvPr id="310285" name="Oval 13"/>
            <p:cNvSpPr>
              <a:spLocks noChangeArrowheads="1"/>
            </p:cNvSpPr>
            <p:nvPr/>
          </p:nvSpPr>
          <p:spPr bwMode="auto">
            <a:xfrm>
              <a:off x="3408" y="3648"/>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G</a:t>
              </a:r>
            </a:p>
          </p:txBody>
        </p:sp>
        <p:sp>
          <p:nvSpPr>
            <p:cNvPr id="310286" name="Oval 14"/>
            <p:cNvSpPr>
              <a:spLocks noChangeArrowheads="1"/>
            </p:cNvSpPr>
            <p:nvPr/>
          </p:nvSpPr>
          <p:spPr bwMode="auto">
            <a:xfrm>
              <a:off x="3744" y="3648"/>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H</a:t>
              </a:r>
            </a:p>
          </p:txBody>
        </p:sp>
        <p:sp>
          <p:nvSpPr>
            <p:cNvPr id="310287" name="Oval 15"/>
            <p:cNvSpPr>
              <a:spLocks noChangeArrowheads="1"/>
            </p:cNvSpPr>
            <p:nvPr/>
          </p:nvSpPr>
          <p:spPr bwMode="auto">
            <a:xfrm>
              <a:off x="4080" y="3648"/>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I</a:t>
              </a:r>
            </a:p>
          </p:txBody>
        </p:sp>
        <p:sp>
          <p:nvSpPr>
            <p:cNvPr id="310288" name="Oval 16"/>
            <p:cNvSpPr>
              <a:spLocks noChangeArrowheads="1"/>
            </p:cNvSpPr>
            <p:nvPr/>
          </p:nvSpPr>
          <p:spPr bwMode="auto">
            <a:xfrm>
              <a:off x="4464" y="3648"/>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J</a:t>
              </a:r>
            </a:p>
          </p:txBody>
        </p:sp>
        <p:sp>
          <p:nvSpPr>
            <p:cNvPr id="310289" name="Oval 17"/>
            <p:cNvSpPr>
              <a:spLocks noChangeArrowheads="1"/>
            </p:cNvSpPr>
            <p:nvPr/>
          </p:nvSpPr>
          <p:spPr bwMode="auto">
            <a:xfrm>
              <a:off x="2784" y="4032"/>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K</a:t>
              </a:r>
            </a:p>
          </p:txBody>
        </p:sp>
        <p:sp>
          <p:nvSpPr>
            <p:cNvPr id="310290" name="Oval 18"/>
            <p:cNvSpPr>
              <a:spLocks noChangeArrowheads="1"/>
            </p:cNvSpPr>
            <p:nvPr/>
          </p:nvSpPr>
          <p:spPr bwMode="auto">
            <a:xfrm>
              <a:off x="3216" y="4032"/>
              <a:ext cx="288" cy="288"/>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chemeClr val="tx2"/>
                  </a:solidFill>
                  <a:latin typeface="Times New Roman" charset="0"/>
                </a:rPr>
                <a:t>L</a:t>
              </a:r>
            </a:p>
          </p:txBody>
        </p:sp>
        <p:sp>
          <p:nvSpPr>
            <p:cNvPr id="310291" name="Line 19"/>
            <p:cNvSpPr>
              <a:spLocks noChangeShapeType="1"/>
            </p:cNvSpPr>
            <p:nvPr/>
          </p:nvSpPr>
          <p:spPr bwMode="auto">
            <a:xfrm flipH="1">
              <a:off x="3168" y="3120"/>
              <a:ext cx="288" cy="144"/>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2" name="Line 20"/>
            <p:cNvSpPr>
              <a:spLocks noChangeShapeType="1"/>
            </p:cNvSpPr>
            <p:nvPr/>
          </p:nvSpPr>
          <p:spPr bwMode="auto">
            <a:xfrm>
              <a:off x="3552" y="3168"/>
              <a:ext cx="0" cy="96"/>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3" name="Line 21"/>
            <p:cNvSpPr>
              <a:spLocks noChangeShapeType="1"/>
            </p:cNvSpPr>
            <p:nvPr/>
          </p:nvSpPr>
          <p:spPr bwMode="auto">
            <a:xfrm>
              <a:off x="3648" y="3120"/>
              <a:ext cx="432" cy="144"/>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4" name="Line 22"/>
            <p:cNvSpPr>
              <a:spLocks noChangeShapeType="1"/>
            </p:cNvSpPr>
            <p:nvPr/>
          </p:nvSpPr>
          <p:spPr bwMode="auto">
            <a:xfrm flipH="1">
              <a:off x="2832" y="3504"/>
              <a:ext cx="192" cy="144"/>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5" name="Line 23"/>
            <p:cNvSpPr>
              <a:spLocks noChangeShapeType="1"/>
            </p:cNvSpPr>
            <p:nvPr/>
          </p:nvSpPr>
          <p:spPr bwMode="auto">
            <a:xfrm>
              <a:off x="3120" y="3552"/>
              <a:ext cx="0" cy="96"/>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6" name="Line 24"/>
            <p:cNvSpPr>
              <a:spLocks noChangeShapeType="1"/>
            </p:cNvSpPr>
            <p:nvPr/>
          </p:nvSpPr>
          <p:spPr bwMode="auto">
            <a:xfrm>
              <a:off x="3552" y="3552"/>
              <a:ext cx="0" cy="96"/>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7" name="Line 25"/>
            <p:cNvSpPr>
              <a:spLocks noChangeShapeType="1"/>
            </p:cNvSpPr>
            <p:nvPr/>
          </p:nvSpPr>
          <p:spPr bwMode="auto">
            <a:xfrm flipH="1">
              <a:off x="3888" y="3504"/>
              <a:ext cx="144" cy="144"/>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8" name="Line 26"/>
            <p:cNvSpPr>
              <a:spLocks noChangeShapeType="1"/>
            </p:cNvSpPr>
            <p:nvPr/>
          </p:nvSpPr>
          <p:spPr bwMode="auto">
            <a:xfrm>
              <a:off x="4176" y="3552"/>
              <a:ext cx="48" cy="96"/>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299" name="Line 27"/>
            <p:cNvSpPr>
              <a:spLocks noChangeShapeType="1"/>
            </p:cNvSpPr>
            <p:nvPr/>
          </p:nvSpPr>
          <p:spPr bwMode="auto">
            <a:xfrm>
              <a:off x="4224" y="3504"/>
              <a:ext cx="384" cy="144"/>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300" name="Line 28"/>
            <p:cNvSpPr>
              <a:spLocks noChangeShapeType="1"/>
            </p:cNvSpPr>
            <p:nvPr/>
          </p:nvSpPr>
          <p:spPr bwMode="auto">
            <a:xfrm flipH="1">
              <a:off x="2976" y="3936"/>
              <a:ext cx="96" cy="96"/>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0301" name="Line 29"/>
            <p:cNvSpPr>
              <a:spLocks noChangeShapeType="1"/>
            </p:cNvSpPr>
            <p:nvPr/>
          </p:nvSpPr>
          <p:spPr bwMode="auto">
            <a:xfrm>
              <a:off x="3168" y="3936"/>
              <a:ext cx="144" cy="96"/>
            </a:xfrm>
            <a:prstGeom prst="line">
              <a:avLst/>
            </a:prstGeom>
            <a:no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310302" name="AutoShape 30">
            <a:hlinkClick r:id="" action="ppaction://hlinkshowjump?jump=lastslideviewed" highlightClick="1"/>
          </p:cNvPr>
          <p:cNvSpPr>
            <a:spLocks noChangeArrowheads="1"/>
          </p:cNvSpPr>
          <p:nvPr/>
        </p:nvSpPr>
        <p:spPr bwMode="auto">
          <a:xfrm>
            <a:off x="8027988" y="6324600"/>
            <a:ext cx="381000" cy="381000"/>
          </a:xfrm>
          <a:prstGeom prst="actionButtonBackPrevious">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lstStyle/>
          <a:p>
            <a:endParaRPr lang="zh-CN" altLang="en-US"/>
          </a:p>
        </p:txBody>
      </p:sp>
      <p:sp>
        <p:nvSpPr>
          <p:cNvPr id="310303" name="Rectangle 31"/>
          <p:cNvSpPr>
            <a:spLocks noGrp="1" noChangeArrowheads="1"/>
          </p:cNvSpPr>
          <p:nvPr>
            <p:ph type="title"/>
          </p:nvPr>
        </p:nvSpPr>
        <p:spPr/>
        <p:txBody>
          <a:bodyPr/>
          <a:lstStyle/>
          <a:p>
            <a:endParaRPr lang="zh-CN" altLang="zh-CN"/>
          </a:p>
        </p:txBody>
      </p:sp>
    </p:spTree>
    <p:extLst>
      <p:ext uri="{BB962C8B-B14F-4D97-AF65-F5344CB8AC3E}">
        <p14:creationId xmlns:p14="http://schemas.microsoft.com/office/powerpoint/2010/main" val="839382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lstStyle/>
          <a:p>
            <a:endParaRPr lang="zh-CN" altLang="zh-CN" sz="3200"/>
          </a:p>
        </p:txBody>
      </p:sp>
      <p:sp>
        <p:nvSpPr>
          <p:cNvPr id="311299" name="Rectangle 3"/>
          <p:cNvSpPr>
            <a:spLocks noGrp="1" noChangeArrowheads="1"/>
          </p:cNvSpPr>
          <p:nvPr>
            <p:ph type="body" idx="1"/>
          </p:nvPr>
        </p:nvSpPr>
        <p:spPr>
          <a:xfrm>
            <a:off x="457200" y="1371600"/>
            <a:ext cx="7991475" cy="954088"/>
          </a:xfrm>
        </p:spPr>
        <p:txBody>
          <a:bodyPr/>
          <a:lstStyle/>
          <a:p>
            <a:r>
              <a:rPr lang="zh-CN" altLang="en-US">
                <a:solidFill>
                  <a:schemeClr val="tx2"/>
                </a:solidFill>
              </a:rPr>
              <a:t>树的其他表示</a:t>
            </a:r>
            <a:br>
              <a:rPr lang="zh-CN" altLang="en-US">
                <a:solidFill>
                  <a:schemeClr val="tx2"/>
                </a:solidFill>
              </a:rPr>
            </a:br>
            <a:r>
              <a:rPr lang="zh-CN" altLang="en-US" sz="2800">
                <a:ea typeface="楷体_GB2312" charset="0"/>
              </a:rPr>
              <a:t>嵌套集合、广义表表示、凹入表示</a:t>
            </a:r>
            <a:endParaRPr lang="zh-CN" altLang="en-US"/>
          </a:p>
        </p:txBody>
      </p:sp>
      <p:sp>
        <p:nvSpPr>
          <p:cNvPr id="311300"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311301" name="Group 5"/>
          <p:cNvGrpSpPr>
            <a:grpSpLocks/>
          </p:cNvGrpSpPr>
          <p:nvPr/>
        </p:nvGrpSpPr>
        <p:grpSpPr bwMode="auto">
          <a:xfrm>
            <a:off x="1331913" y="2971800"/>
            <a:ext cx="2819400" cy="2895600"/>
            <a:chOff x="432" y="2016"/>
            <a:chExt cx="1776" cy="1824"/>
          </a:xfrm>
        </p:grpSpPr>
        <p:sp>
          <p:nvSpPr>
            <p:cNvPr id="311302" name="Oval 6"/>
            <p:cNvSpPr>
              <a:spLocks noChangeArrowheads="1"/>
            </p:cNvSpPr>
            <p:nvPr/>
          </p:nvSpPr>
          <p:spPr bwMode="auto">
            <a:xfrm>
              <a:off x="432" y="2016"/>
              <a:ext cx="1776" cy="1824"/>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1303" name="Oval 7"/>
            <p:cNvSpPr>
              <a:spLocks noChangeArrowheads="1"/>
            </p:cNvSpPr>
            <p:nvPr/>
          </p:nvSpPr>
          <p:spPr bwMode="auto">
            <a:xfrm>
              <a:off x="672" y="2208"/>
              <a:ext cx="480" cy="48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1" lang="zh-CN" altLang="zh-CN" sz="2400" b="1">
                <a:solidFill>
                  <a:srgbClr val="0000FF"/>
                </a:solidFill>
                <a:latin typeface="Times New Roman" charset="0"/>
              </a:endParaRPr>
            </a:p>
          </p:txBody>
        </p:sp>
        <p:sp>
          <p:nvSpPr>
            <p:cNvPr id="311304" name="Oval 8"/>
            <p:cNvSpPr>
              <a:spLocks noChangeArrowheads="1"/>
            </p:cNvSpPr>
            <p:nvPr/>
          </p:nvSpPr>
          <p:spPr bwMode="auto">
            <a:xfrm>
              <a:off x="576" y="2736"/>
              <a:ext cx="960" cy="96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1305" name="Oval 9"/>
            <p:cNvSpPr>
              <a:spLocks noChangeArrowheads="1"/>
            </p:cNvSpPr>
            <p:nvPr/>
          </p:nvSpPr>
          <p:spPr bwMode="auto">
            <a:xfrm>
              <a:off x="1344" y="2208"/>
              <a:ext cx="672" cy="72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1" lang="zh-CN" altLang="zh-CN" sz="2400">
                <a:solidFill>
                  <a:srgbClr val="0000FF"/>
                </a:solidFill>
                <a:latin typeface="Times New Roman" charset="0"/>
              </a:endParaRPr>
            </a:p>
          </p:txBody>
        </p:sp>
        <p:sp>
          <p:nvSpPr>
            <p:cNvPr id="311306" name="Oval 10"/>
            <p:cNvSpPr>
              <a:spLocks noChangeArrowheads="1"/>
            </p:cNvSpPr>
            <p:nvPr/>
          </p:nvSpPr>
          <p:spPr bwMode="auto">
            <a:xfrm>
              <a:off x="816" y="2400"/>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G</a:t>
              </a:r>
            </a:p>
          </p:txBody>
        </p:sp>
        <p:sp>
          <p:nvSpPr>
            <p:cNvPr id="311307" name="Rectangle 11"/>
            <p:cNvSpPr>
              <a:spLocks noChangeArrowheads="1"/>
            </p:cNvSpPr>
            <p:nvPr/>
          </p:nvSpPr>
          <p:spPr bwMode="auto">
            <a:xfrm>
              <a:off x="720" y="2160"/>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400" b="1">
                  <a:solidFill>
                    <a:srgbClr val="0000FF"/>
                  </a:solidFill>
                  <a:latin typeface="Times New Roman" charset="0"/>
                </a:rPr>
                <a:t>C</a:t>
              </a:r>
            </a:p>
          </p:txBody>
        </p:sp>
        <p:sp>
          <p:nvSpPr>
            <p:cNvPr id="311308" name="Rectangle 12"/>
            <p:cNvSpPr>
              <a:spLocks noChangeArrowheads="1"/>
            </p:cNvSpPr>
            <p:nvPr/>
          </p:nvSpPr>
          <p:spPr bwMode="auto">
            <a:xfrm>
              <a:off x="1152" y="2208"/>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400" b="1">
                  <a:solidFill>
                    <a:srgbClr val="0000FF"/>
                  </a:solidFill>
                  <a:latin typeface="Times New Roman" charset="0"/>
                </a:rPr>
                <a:t>A</a:t>
              </a:r>
            </a:p>
          </p:txBody>
        </p:sp>
        <p:sp>
          <p:nvSpPr>
            <p:cNvPr id="311309" name="Rectangle 13"/>
            <p:cNvSpPr>
              <a:spLocks noChangeArrowheads="1"/>
            </p:cNvSpPr>
            <p:nvPr/>
          </p:nvSpPr>
          <p:spPr bwMode="auto">
            <a:xfrm>
              <a:off x="912" y="2688"/>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400" b="1">
                  <a:solidFill>
                    <a:srgbClr val="0000FF"/>
                  </a:solidFill>
                  <a:latin typeface="Times New Roman" charset="0"/>
                </a:rPr>
                <a:t>B</a:t>
              </a:r>
            </a:p>
          </p:txBody>
        </p:sp>
        <p:sp>
          <p:nvSpPr>
            <p:cNvPr id="311310" name="Rectangle 14"/>
            <p:cNvSpPr>
              <a:spLocks noChangeArrowheads="1"/>
            </p:cNvSpPr>
            <p:nvPr/>
          </p:nvSpPr>
          <p:spPr bwMode="auto">
            <a:xfrm>
              <a:off x="1536" y="2208"/>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400" b="1">
                  <a:solidFill>
                    <a:srgbClr val="0000FF"/>
                  </a:solidFill>
                  <a:latin typeface="Times New Roman" charset="0"/>
                </a:rPr>
                <a:t>D</a:t>
              </a:r>
            </a:p>
          </p:txBody>
        </p:sp>
        <p:sp>
          <p:nvSpPr>
            <p:cNvPr id="311311" name="Oval 15"/>
            <p:cNvSpPr>
              <a:spLocks noChangeArrowheads="1"/>
            </p:cNvSpPr>
            <p:nvPr/>
          </p:nvSpPr>
          <p:spPr bwMode="auto">
            <a:xfrm>
              <a:off x="1392" y="2448"/>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H</a:t>
              </a:r>
            </a:p>
          </p:txBody>
        </p:sp>
        <p:sp>
          <p:nvSpPr>
            <p:cNvPr id="311312" name="Oval 16"/>
            <p:cNvSpPr>
              <a:spLocks noChangeArrowheads="1"/>
            </p:cNvSpPr>
            <p:nvPr/>
          </p:nvSpPr>
          <p:spPr bwMode="auto">
            <a:xfrm>
              <a:off x="1584" y="2640"/>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I</a:t>
              </a:r>
            </a:p>
          </p:txBody>
        </p:sp>
        <p:sp>
          <p:nvSpPr>
            <p:cNvPr id="311313" name="Oval 17"/>
            <p:cNvSpPr>
              <a:spLocks noChangeArrowheads="1"/>
            </p:cNvSpPr>
            <p:nvPr/>
          </p:nvSpPr>
          <p:spPr bwMode="auto">
            <a:xfrm>
              <a:off x="1728" y="2352"/>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J</a:t>
              </a:r>
            </a:p>
          </p:txBody>
        </p:sp>
        <p:sp>
          <p:nvSpPr>
            <p:cNvPr id="311314" name="Oval 18"/>
            <p:cNvSpPr>
              <a:spLocks noChangeArrowheads="1"/>
            </p:cNvSpPr>
            <p:nvPr/>
          </p:nvSpPr>
          <p:spPr bwMode="auto">
            <a:xfrm>
              <a:off x="672" y="2880"/>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E</a:t>
              </a:r>
            </a:p>
          </p:txBody>
        </p:sp>
        <p:sp>
          <p:nvSpPr>
            <p:cNvPr id="311315" name="Oval 19"/>
            <p:cNvSpPr>
              <a:spLocks noChangeArrowheads="1"/>
            </p:cNvSpPr>
            <p:nvPr/>
          </p:nvSpPr>
          <p:spPr bwMode="auto">
            <a:xfrm>
              <a:off x="864" y="2976"/>
              <a:ext cx="624" cy="624"/>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1" lang="zh-CN" altLang="zh-CN" sz="2400" b="1">
                <a:solidFill>
                  <a:srgbClr val="0000FF"/>
                </a:solidFill>
                <a:latin typeface="Times New Roman" charset="0"/>
              </a:endParaRPr>
            </a:p>
          </p:txBody>
        </p:sp>
        <p:sp>
          <p:nvSpPr>
            <p:cNvPr id="311316" name="Oval 20"/>
            <p:cNvSpPr>
              <a:spLocks noChangeArrowheads="1"/>
            </p:cNvSpPr>
            <p:nvPr/>
          </p:nvSpPr>
          <p:spPr bwMode="auto">
            <a:xfrm>
              <a:off x="912" y="3168"/>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K</a:t>
              </a:r>
            </a:p>
          </p:txBody>
        </p:sp>
        <p:sp>
          <p:nvSpPr>
            <p:cNvPr id="311317" name="Rectangle 21"/>
            <p:cNvSpPr>
              <a:spLocks noChangeArrowheads="1"/>
            </p:cNvSpPr>
            <p:nvPr/>
          </p:nvSpPr>
          <p:spPr bwMode="auto">
            <a:xfrm>
              <a:off x="1056" y="2928"/>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400" b="1">
                  <a:solidFill>
                    <a:srgbClr val="0000FF"/>
                  </a:solidFill>
                  <a:latin typeface="Times New Roman" charset="0"/>
                </a:rPr>
                <a:t>F</a:t>
              </a:r>
            </a:p>
          </p:txBody>
        </p:sp>
        <p:sp>
          <p:nvSpPr>
            <p:cNvPr id="311318" name="Oval 22"/>
            <p:cNvSpPr>
              <a:spLocks noChangeArrowheads="1"/>
            </p:cNvSpPr>
            <p:nvPr/>
          </p:nvSpPr>
          <p:spPr bwMode="auto">
            <a:xfrm>
              <a:off x="1200" y="3216"/>
              <a:ext cx="240" cy="240"/>
            </a:xfrm>
            <a:prstGeom prst="ellipse">
              <a:avLst/>
            </a:prstGeom>
            <a:solidFill>
              <a:srgbClr val="FFFFFF"/>
            </a:soli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L</a:t>
              </a:r>
            </a:p>
          </p:txBody>
        </p:sp>
      </p:grpSp>
      <p:sp>
        <p:nvSpPr>
          <p:cNvPr id="311319" name="Rectangle 23"/>
          <p:cNvSpPr>
            <a:spLocks noChangeArrowheads="1"/>
          </p:cNvSpPr>
          <p:nvPr/>
        </p:nvSpPr>
        <p:spPr bwMode="auto">
          <a:xfrm>
            <a:off x="1258888" y="5949950"/>
            <a:ext cx="3810000" cy="533400"/>
          </a:xfrm>
          <a:prstGeom prst="rect">
            <a:avLst/>
          </a:prstGeom>
          <a:solidFill>
            <a:srgbClr val="FFFFFF"/>
          </a:soli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000" b="1">
                <a:solidFill>
                  <a:srgbClr val="0000FF"/>
                </a:solidFill>
                <a:latin typeface="Times New Roman" charset="0"/>
              </a:rPr>
              <a:t>(A(B(E, F(K,L)), C(G), D(H, I, J)))</a:t>
            </a:r>
          </a:p>
        </p:txBody>
      </p:sp>
      <p:sp>
        <p:nvSpPr>
          <p:cNvPr id="311320" name="Rectangle 24"/>
          <p:cNvSpPr>
            <a:spLocks noChangeArrowheads="1"/>
          </p:cNvSpPr>
          <p:nvPr/>
        </p:nvSpPr>
        <p:spPr bwMode="auto">
          <a:xfrm>
            <a:off x="5867400" y="2420938"/>
            <a:ext cx="2971800" cy="3886200"/>
          </a:xfrm>
          <a:prstGeom prst="rect">
            <a:avLst/>
          </a:prstGeom>
          <a:solidFill>
            <a:srgbClr val="FFFFFF"/>
          </a:solidFill>
          <a:ln w="2857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kumimoji="1" lang="en-US" altLang="zh-CN" sz="2000" b="1">
                <a:solidFill>
                  <a:srgbClr val="0000FF"/>
                </a:solidFill>
                <a:latin typeface="Courier New" charset="0"/>
                <a:ea typeface="Dotum" charset="-127"/>
              </a:rPr>
              <a:t>A*****************</a:t>
            </a:r>
          </a:p>
          <a:p>
            <a:r>
              <a:rPr kumimoji="1" lang="en-US" altLang="zh-CN" sz="2000" b="1">
                <a:solidFill>
                  <a:srgbClr val="0000FF"/>
                </a:solidFill>
                <a:latin typeface="Courier New" charset="0"/>
                <a:ea typeface="Dotum" charset="-127"/>
              </a:rPr>
              <a:t> B****************</a:t>
            </a:r>
          </a:p>
          <a:p>
            <a:r>
              <a:rPr kumimoji="1" lang="en-US" altLang="zh-CN" sz="2000" b="1">
                <a:solidFill>
                  <a:srgbClr val="0000FF"/>
                </a:solidFill>
                <a:latin typeface="Courier New" charset="0"/>
                <a:ea typeface="Dotum" charset="-127"/>
              </a:rPr>
              <a:t>  E***************</a:t>
            </a:r>
          </a:p>
          <a:p>
            <a:r>
              <a:rPr kumimoji="1" lang="en-US" altLang="zh-CN" sz="2000" b="1">
                <a:solidFill>
                  <a:srgbClr val="0000FF"/>
                </a:solidFill>
                <a:latin typeface="Courier New" charset="0"/>
                <a:ea typeface="Dotum" charset="-127"/>
              </a:rPr>
              <a:t>  F***************</a:t>
            </a:r>
          </a:p>
          <a:p>
            <a:r>
              <a:rPr kumimoji="1" lang="en-US" altLang="zh-CN" sz="2000" b="1">
                <a:solidFill>
                  <a:srgbClr val="0000FF"/>
                </a:solidFill>
                <a:latin typeface="Courier New" charset="0"/>
                <a:ea typeface="Dotum" charset="-127"/>
              </a:rPr>
              <a:t>   K**************</a:t>
            </a:r>
          </a:p>
          <a:p>
            <a:r>
              <a:rPr kumimoji="1" lang="en-US" altLang="zh-CN" sz="2000" b="1">
                <a:solidFill>
                  <a:srgbClr val="0000FF"/>
                </a:solidFill>
                <a:latin typeface="Courier New" charset="0"/>
                <a:ea typeface="Dotum" charset="-127"/>
              </a:rPr>
              <a:t>   L**************</a:t>
            </a:r>
          </a:p>
          <a:p>
            <a:r>
              <a:rPr kumimoji="1" lang="en-US" altLang="zh-CN" sz="2000" b="1">
                <a:solidFill>
                  <a:srgbClr val="0000FF"/>
                </a:solidFill>
                <a:latin typeface="Courier New" charset="0"/>
                <a:ea typeface="Dotum" charset="-127"/>
              </a:rPr>
              <a:t> C****************</a:t>
            </a:r>
          </a:p>
          <a:p>
            <a:r>
              <a:rPr kumimoji="1" lang="en-US" altLang="zh-CN" sz="2000" b="1">
                <a:solidFill>
                  <a:srgbClr val="0000FF"/>
                </a:solidFill>
                <a:latin typeface="Courier New" charset="0"/>
                <a:ea typeface="Dotum" charset="-127"/>
              </a:rPr>
              <a:t>  G***************</a:t>
            </a:r>
          </a:p>
          <a:p>
            <a:r>
              <a:rPr kumimoji="1" lang="en-US" altLang="zh-CN" sz="2000" b="1">
                <a:solidFill>
                  <a:srgbClr val="0000FF"/>
                </a:solidFill>
                <a:latin typeface="Courier New" charset="0"/>
                <a:ea typeface="Dotum" charset="-127"/>
              </a:rPr>
              <a:t> D****************</a:t>
            </a:r>
          </a:p>
          <a:p>
            <a:r>
              <a:rPr kumimoji="1" lang="en-US" altLang="zh-CN" sz="2000" b="1">
                <a:solidFill>
                  <a:srgbClr val="0000FF"/>
                </a:solidFill>
                <a:latin typeface="Courier New" charset="0"/>
                <a:ea typeface="Dotum" charset="-127"/>
              </a:rPr>
              <a:t>  H***************</a:t>
            </a:r>
          </a:p>
          <a:p>
            <a:r>
              <a:rPr kumimoji="1" lang="en-US" altLang="zh-CN" sz="2000" b="1">
                <a:solidFill>
                  <a:srgbClr val="0000FF"/>
                </a:solidFill>
                <a:latin typeface="Courier New" charset="0"/>
                <a:ea typeface="Dotum" charset="-127"/>
              </a:rPr>
              <a:t>  I***************</a:t>
            </a:r>
          </a:p>
          <a:p>
            <a:r>
              <a:rPr kumimoji="1" lang="en-US" altLang="zh-CN" sz="2000" b="1">
                <a:solidFill>
                  <a:srgbClr val="0000FF"/>
                </a:solidFill>
                <a:latin typeface="Courier New" charset="0"/>
                <a:ea typeface="Dotum" charset="-127"/>
              </a:rPr>
              <a:t>  J***************</a:t>
            </a:r>
          </a:p>
        </p:txBody>
      </p:sp>
    </p:spTree>
    <p:extLst>
      <p:ext uri="{BB962C8B-B14F-4D97-AF65-F5344CB8AC3E}">
        <p14:creationId xmlns:p14="http://schemas.microsoft.com/office/powerpoint/2010/main" val="14849390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1371600" y="3078163"/>
            <a:ext cx="6616700" cy="1189037"/>
          </a:xfrm>
          <a:prstGeom prst="rect">
            <a:avLst/>
          </a:prstGeom>
          <a:solidFill>
            <a:srgbClr val="CC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7200" b="1">
                <a:solidFill>
                  <a:srgbClr val="333399"/>
                </a:solidFill>
                <a:latin typeface="楷体_GB2312" charset="0"/>
                <a:ea typeface="楷体_GB2312" charset="0"/>
              </a:rPr>
              <a:t>基  本  术  语</a:t>
            </a:r>
            <a:endParaRPr kumimoji="1" lang="zh-CN" altLang="en-US" sz="2400">
              <a:latin typeface="Times New Roman" charset="0"/>
            </a:endParaRPr>
          </a:p>
        </p:txBody>
      </p:sp>
      <p:graphicFrame>
        <p:nvGraphicFramePr>
          <p:cNvPr id="163843" name="Object 3"/>
          <p:cNvGraphicFramePr>
            <a:graphicFrameLocks noChangeAspect="1"/>
          </p:cNvGraphicFramePr>
          <p:nvPr/>
        </p:nvGraphicFramePr>
        <p:xfrm>
          <a:off x="0" y="0"/>
          <a:ext cx="2057400" cy="1752600"/>
        </p:xfrm>
        <a:graphic>
          <a:graphicData uri="http://schemas.openxmlformats.org/presentationml/2006/ole">
            <mc:AlternateContent xmlns:mc="http://schemas.openxmlformats.org/markup-compatibility/2006">
              <mc:Choice xmlns:v="urn:schemas-microsoft-com:vml" Requires="v">
                <p:oleObj spid="_x0000_s791554" name="剪辑" r:id="rId3" imgW="630000" imgH="643680" progId="MS_ClipArt_Gallery.2">
                  <p:embed/>
                </p:oleObj>
              </mc:Choice>
              <mc:Fallback>
                <p:oleObj name="剪辑" r:id="rId3" imgW="630000" imgH="64368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0574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27861005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288925" y="1279525"/>
            <a:ext cx="1458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楷体_GB2312" charset="0"/>
                <a:ea typeface="楷体_GB2312" charset="0"/>
              </a:rPr>
              <a:t>结点</a:t>
            </a:r>
            <a:r>
              <a:rPr kumimoji="1" lang="en-US" altLang="zh-CN" sz="4000" b="1">
                <a:solidFill>
                  <a:srgbClr val="FF0000"/>
                </a:solidFill>
                <a:latin typeface="楷体_GB2312" charset="0"/>
                <a:ea typeface="楷体_GB2312" charset="0"/>
              </a:rPr>
              <a:t>:</a:t>
            </a:r>
            <a:endParaRPr kumimoji="1" lang="en-US" altLang="zh-CN" sz="4000">
              <a:latin typeface="Times New Roman" charset="0"/>
            </a:endParaRPr>
          </a:p>
        </p:txBody>
      </p:sp>
      <p:sp>
        <p:nvSpPr>
          <p:cNvPr id="164867" name="Text Box 3"/>
          <p:cNvSpPr txBox="1">
            <a:spLocks noChangeArrowheads="1"/>
          </p:cNvSpPr>
          <p:nvPr/>
        </p:nvSpPr>
        <p:spPr bwMode="auto">
          <a:xfrm>
            <a:off x="228600" y="1965325"/>
            <a:ext cx="24780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楷体_GB2312" charset="0"/>
                <a:ea typeface="楷体_GB2312" charset="0"/>
              </a:rPr>
              <a:t>结点的度</a:t>
            </a:r>
            <a:r>
              <a:rPr kumimoji="1" lang="en-US" altLang="zh-CN" sz="4000" b="1">
                <a:solidFill>
                  <a:srgbClr val="FF0000"/>
                </a:solidFill>
                <a:latin typeface="楷体_GB2312" charset="0"/>
                <a:ea typeface="楷体_GB2312" charset="0"/>
              </a:rPr>
              <a:t>:</a:t>
            </a:r>
            <a:endParaRPr kumimoji="1" lang="en-US" altLang="zh-CN" sz="2400">
              <a:latin typeface="Times New Roman" charset="0"/>
            </a:endParaRPr>
          </a:p>
        </p:txBody>
      </p:sp>
      <p:sp>
        <p:nvSpPr>
          <p:cNvPr id="164868" name="Text Box 4"/>
          <p:cNvSpPr txBox="1">
            <a:spLocks noChangeArrowheads="1"/>
          </p:cNvSpPr>
          <p:nvPr/>
        </p:nvSpPr>
        <p:spPr bwMode="auto">
          <a:xfrm>
            <a:off x="228600" y="2879725"/>
            <a:ext cx="1968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楷体_GB2312" charset="0"/>
                <a:ea typeface="楷体_GB2312" charset="0"/>
              </a:rPr>
              <a:t>树的度</a:t>
            </a:r>
            <a:r>
              <a:rPr kumimoji="1" lang="en-US" altLang="zh-CN" sz="4000" b="1">
                <a:solidFill>
                  <a:srgbClr val="FF0000"/>
                </a:solidFill>
                <a:latin typeface="楷体_GB2312" charset="0"/>
                <a:ea typeface="楷体_GB2312" charset="0"/>
              </a:rPr>
              <a:t>:</a:t>
            </a:r>
            <a:endParaRPr kumimoji="1" lang="en-US" altLang="zh-CN" sz="2400">
              <a:latin typeface="Times New Roman" charset="0"/>
            </a:endParaRPr>
          </a:p>
        </p:txBody>
      </p:sp>
      <p:sp>
        <p:nvSpPr>
          <p:cNvPr id="164869" name="Text Box 5"/>
          <p:cNvSpPr txBox="1">
            <a:spLocks noChangeArrowheads="1"/>
          </p:cNvSpPr>
          <p:nvPr/>
        </p:nvSpPr>
        <p:spPr bwMode="auto">
          <a:xfrm>
            <a:off x="228600" y="3825875"/>
            <a:ext cx="2489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楷体_GB2312" charset="0"/>
                <a:ea typeface="楷体_GB2312" charset="0"/>
              </a:rPr>
              <a:t>叶子结点</a:t>
            </a:r>
            <a:r>
              <a:rPr kumimoji="1" lang="en-US" altLang="zh-CN" sz="4000" b="1">
                <a:solidFill>
                  <a:srgbClr val="FF0000"/>
                </a:solidFill>
                <a:latin typeface="楷体_GB2312" charset="0"/>
                <a:ea typeface="楷体_GB2312" charset="0"/>
              </a:rPr>
              <a:t>:</a:t>
            </a:r>
            <a:endParaRPr kumimoji="1" lang="en-US" altLang="zh-CN" sz="2400">
              <a:latin typeface="Times New Roman" charset="0"/>
            </a:endParaRPr>
          </a:p>
        </p:txBody>
      </p:sp>
      <p:sp>
        <p:nvSpPr>
          <p:cNvPr id="164870" name="Text Box 6"/>
          <p:cNvSpPr txBox="1">
            <a:spLocks noChangeArrowheads="1"/>
          </p:cNvSpPr>
          <p:nvPr/>
        </p:nvSpPr>
        <p:spPr bwMode="auto">
          <a:xfrm>
            <a:off x="228600" y="5607050"/>
            <a:ext cx="2489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楷体_GB2312" charset="0"/>
                <a:ea typeface="楷体_GB2312" charset="0"/>
              </a:rPr>
              <a:t>分支结点</a:t>
            </a:r>
            <a:r>
              <a:rPr kumimoji="1" lang="en-US" altLang="zh-CN" sz="4000" b="1">
                <a:solidFill>
                  <a:srgbClr val="FF0000"/>
                </a:solidFill>
                <a:latin typeface="楷体_GB2312" charset="0"/>
                <a:ea typeface="楷体_GB2312" charset="0"/>
              </a:rPr>
              <a:t>:</a:t>
            </a:r>
            <a:endParaRPr kumimoji="1" lang="en-US" altLang="zh-CN" sz="2400">
              <a:latin typeface="Times New Roman" charset="0"/>
            </a:endParaRPr>
          </a:p>
        </p:txBody>
      </p:sp>
      <p:sp>
        <p:nvSpPr>
          <p:cNvPr id="164871" name="Text Box 7"/>
          <p:cNvSpPr txBox="1">
            <a:spLocks noChangeArrowheads="1"/>
          </p:cNvSpPr>
          <p:nvPr/>
        </p:nvSpPr>
        <p:spPr bwMode="auto">
          <a:xfrm>
            <a:off x="1828800" y="1279525"/>
            <a:ext cx="704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6600CC"/>
                </a:solidFill>
                <a:latin typeface="楷体_GB2312" charset="0"/>
                <a:ea typeface="楷体_GB2312" charset="0"/>
              </a:rPr>
              <a:t>数据元素</a:t>
            </a:r>
            <a:r>
              <a:rPr kumimoji="1" lang="en-US" altLang="zh-CN" sz="4000" b="1">
                <a:solidFill>
                  <a:srgbClr val="FF00FF"/>
                </a:solidFill>
                <a:latin typeface="楷体_GB2312" charset="0"/>
                <a:ea typeface="楷体_GB2312" charset="0"/>
              </a:rPr>
              <a:t>+</a:t>
            </a:r>
            <a:r>
              <a:rPr kumimoji="1" lang="zh-CN" altLang="en-US" sz="4000">
                <a:solidFill>
                  <a:srgbClr val="6600CC"/>
                </a:solidFill>
                <a:latin typeface="楷体_GB2312" charset="0"/>
                <a:ea typeface="楷体_GB2312" charset="0"/>
              </a:rPr>
              <a:t>若干指向子树的分支</a:t>
            </a:r>
            <a:endParaRPr kumimoji="1" lang="zh-CN" altLang="en-US" sz="4000">
              <a:latin typeface="楷体_GB2312" charset="0"/>
              <a:ea typeface="楷体_GB2312" charset="0"/>
            </a:endParaRPr>
          </a:p>
        </p:txBody>
      </p:sp>
      <p:sp>
        <p:nvSpPr>
          <p:cNvPr id="164872" name="Text Box 8"/>
          <p:cNvSpPr txBox="1">
            <a:spLocks noChangeArrowheads="1"/>
          </p:cNvSpPr>
          <p:nvPr/>
        </p:nvSpPr>
        <p:spPr bwMode="auto">
          <a:xfrm>
            <a:off x="2819400" y="1949450"/>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6600CC"/>
                </a:solidFill>
                <a:latin typeface="楷体_GB2312" charset="0"/>
                <a:ea typeface="楷体_GB2312" charset="0"/>
              </a:rPr>
              <a:t>分支的个数</a:t>
            </a:r>
            <a:endParaRPr kumimoji="1" lang="zh-CN" altLang="en-US" sz="2400">
              <a:latin typeface="Times New Roman" charset="0"/>
            </a:endParaRPr>
          </a:p>
        </p:txBody>
      </p:sp>
      <p:sp>
        <p:nvSpPr>
          <p:cNvPr id="164873" name="Text Box 9"/>
          <p:cNvSpPr txBox="1">
            <a:spLocks noChangeArrowheads="1"/>
          </p:cNvSpPr>
          <p:nvPr/>
        </p:nvSpPr>
        <p:spPr bwMode="auto">
          <a:xfrm>
            <a:off x="2254250" y="2863850"/>
            <a:ext cx="628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6600CC"/>
                </a:solidFill>
                <a:latin typeface="楷体_GB2312" charset="0"/>
                <a:ea typeface="楷体_GB2312" charset="0"/>
              </a:rPr>
              <a:t>树中所有结点的度的最大值</a:t>
            </a:r>
            <a:endParaRPr kumimoji="1" lang="zh-CN" altLang="en-US" sz="4000">
              <a:latin typeface="楷体_GB2312" charset="0"/>
              <a:ea typeface="楷体_GB2312" charset="0"/>
            </a:endParaRPr>
          </a:p>
        </p:txBody>
      </p:sp>
      <p:sp>
        <p:nvSpPr>
          <p:cNvPr id="164874" name="Text Box 10"/>
          <p:cNvSpPr txBox="1">
            <a:spLocks noChangeArrowheads="1"/>
          </p:cNvSpPr>
          <p:nvPr/>
        </p:nvSpPr>
        <p:spPr bwMode="auto">
          <a:xfrm>
            <a:off x="2819400" y="3810000"/>
            <a:ext cx="323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6600CC"/>
                </a:solidFill>
                <a:latin typeface="楷体_GB2312" charset="0"/>
                <a:ea typeface="楷体_GB2312" charset="0"/>
              </a:rPr>
              <a:t>度为零的结点</a:t>
            </a:r>
            <a:endParaRPr kumimoji="1" lang="zh-CN" altLang="en-US" sz="4000">
              <a:latin typeface="楷体_GB2312" charset="0"/>
              <a:ea typeface="楷体_GB2312" charset="0"/>
            </a:endParaRPr>
          </a:p>
        </p:txBody>
      </p:sp>
      <p:sp>
        <p:nvSpPr>
          <p:cNvPr id="164875" name="Text Box 11"/>
          <p:cNvSpPr txBox="1">
            <a:spLocks noChangeArrowheads="1"/>
          </p:cNvSpPr>
          <p:nvPr/>
        </p:nvSpPr>
        <p:spPr bwMode="auto">
          <a:xfrm>
            <a:off x="2819400" y="5622925"/>
            <a:ext cx="374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6600CC"/>
                </a:solidFill>
                <a:latin typeface="楷体_GB2312" charset="0"/>
                <a:ea typeface="楷体_GB2312" charset="0"/>
              </a:rPr>
              <a:t>度大于零的结点</a:t>
            </a:r>
            <a:endParaRPr kumimoji="1" lang="zh-CN" altLang="en-US" sz="4000">
              <a:latin typeface="楷体_GB2312" charset="0"/>
              <a:ea typeface="楷体_GB2312" charset="0"/>
            </a:endParaRPr>
          </a:p>
        </p:txBody>
      </p:sp>
      <p:sp>
        <p:nvSpPr>
          <p:cNvPr id="164876" name="Oval 12"/>
          <p:cNvSpPr>
            <a:spLocks noChangeArrowheads="1"/>
          </p:cNvSpPr>
          <p:nvPr/>
        </p:nvSpPr>
        <p:spPr bwMode="auto">
          <a:xfrm>
            <a:off x="7086600" y="3657600"/>
            <a:ext cx="609600" cy="6096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D</a:t>
            </a:r>
            <a:endParaRPr kumimoji="1" lang="en-US" altLang="zh-CN" sz="2400">
              <a:latin typeface="Times New Roman" charset="0"/>
            </a:endParaRPr>
          </a:p>
        </p:txBody>
      </p:sp>
      <p:sp>
        <p:nvSpPr>
          <p:cNvPr id="164877" name="Oval 13"/>
          <p:cNvSpPr>
            <a:spLocks noChangeArrowheads="1"/>
          </p:cNvSpPr>
          <p:nvPr/>
        </p:nvSpPr>
        <p:spPr bwMode="auto">
          <a:xfrm>
            <a:off x="5867400" y="4800600"/>
            <a:ext cx="609600" cy="6096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H</a:t>
            </a:r>
            <a:endParaRPr kumimoji="1" lang="en-US" altLang="zh-CN" sz="2400">
              <a:latin typeface="Times New Roman" charset="0"/>
            </a:endParaRPr>
          </a:p>
        </p:txBody>
      </p:sp>
      <p:sp>
        <p:nvSpPr>
          <p:cNvPr id="164878" name="Oval 14"/>
          <p:cNvSpPr>
            <a:spLocks noChangeArrowheads="1"/>
          </p:cNvSpPr>
          <p:nvPr/>
        </p:nvSpPr>
        <p:spPr bwMode="auto">
          <a:xfrm>
            <a:off x="7086600" y="4800600"/>
            <a:ext cx="609600" cy="6096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I</a:t>
            </a:r>
            <a:endParaRPr kumimoji="1" lang="en-US" altLang="zh-CN" sz="2400">
              <a:latin typeface="Times New Roman" charset="0"/>
            </a:endParaRPr>
          </a:p>
        </p:txBody>
      </p:sp>
      <p:sp>
        <p:nvSpPr>
          <p:cNvPr id="164879" name="Oval 15"/>
          <p:cNvSpPr>
            <a:spLocks noChangeArrowheads="1"/>
          </p:cNvSpPr>
          <p:nvPr/>
        </p:nvSpPr>
        <p:spPr bwMode="auto">
          <a:xfrm>
            <a:off x="8305800" y="4800600"/>
            <a:ext cx="609600" cy="6096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J</a:t>
            </a:r>
            <a:endParaRPr kumimoji="1" lang="en-US" altLang="zh-CN" sz="2400">
              <a:latin typeface="Times New Roman" charset="0"/>
            </a:endParaRPr>
          </a:p>
        </p:txBody>
      </p:sp>
      <p:sp>
        <p:nvSpPr>
          <p:cNvPr id="164880" name="Oval 16"/>
          <p:cNvSpPr>
            <a:spLocks noChangeArrowheads="1"/>
          </p:cNvSpPr>
          <p:nvPr/>
        </p:nvSpPr>
        <p:spPr bwMode="auto">
          <a:xfrm>
            <a:off x="8305800" y="5943600"/>
            <a:ext cx="609600" cy="6096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M</a:t>
            </a:r>
            <a:endParaRPr kumimoji="1" lang="en-US" altLang="zh-CN" sz="2400">
              <a:latin typeface="Times New Roman" charset="0"/>
            </a:endParaRPr>
          </a:p>
        </p:txBody>
      </p:sp>
      <p:sp>
        <p:nvSpPr>
          <p:cNvPr id="164881" name="Line 17"/>
          <p:cNvSpPr>
            <a:spLocks noChangeShapeType="1"/>
          </p:cNvSpPr>
          <p:nvPr/>
        </p:nvSpPr>
        <p:spPr bwMode="auto">
          <a:xfrm>
            <a:off x="7391400" y="4267200"/>
            <a:ext cx="0" cy="533400"/>
          </a:xfrm>
          <a:prstGeom prst="line">
            <a:avLst/>
          </a:prstGeom>
          <a:noFill/>
          <a:ln w="38100" cap="sq">
            <a:solidFill>
              <a:srgbClr val="58001D"/>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4882" name="Line 18"/>
          <p:cNvSpPr>
            <a:spLocks noChangeShapeType="1"/>
          </p:cNvSpPr>
          <p:nvPr/>
        </p:nvSpPr>
        <p:spPr bwMode="auto">
          <a:xfrm>
            <a:off x="8610600" y="5410200"/>
            <a:ext cx="0" cy="533400"/>
          </a:xfrm>
          <a:prstGeom prst="line">
            <a:avLst/>
          </a:prstGeom>
          <a:noFill/>
          <a:ln w="38100" cap="sq">
            <a:solidFill>
              <a:srgbClr val="58001D"/>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4883" name="Line 19"/>
          <p:cNvSpPr>
            <a:spLocks noChangeShapeType="1"/>
          </p:cNvSpPr>
          <p:nvPr/>
        </p:nvSpPr>
        <p:spPr bwMode="auto">
          <a:xfrm flipH="1">
            <a:off x="6172200" y="3962400"/>
            <a:ext cx="914400" cy="838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4884" name="Line 20"/>
          <p:cNvSpPr>
            <a:spLocks noChangeShapeType="1"/>
          </p:cNvSpPr>
          <p:nvPr/>
        </p:nvSpPr>
        <p:spPr bwMode="auto">
          <a:xfrm>
            <a:off x="7696200" y="3962400"/>
            <a:ext cx="914400" cy="838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968606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4871"/>
                                        </p:tgtEl>
                                        <p:attrNameLst>
                                          <p:attrName>style.visibility</p:attrName>
                                        </p:attrNameLst>
                                      </p:cBhvr>
                                      <p:to>
                                        <p:strVal val="visible"/>
                                      </p:to>
                                    </p:set>
                                    <p:anim calcmode="lin" valueType="num">
                                      <p:cBhvr additive="base">
                                        <p:cTn id="7" dur="500" fill="hold"/>
                                        <p:tgtEl>
                                          <p:spTgt spid="164871"/>
                                        </p:tgtEl>
                                        <p:attrNameLst>
                                          <p:attrName>ppt_x</p:attrName>
                                        </p:attrNameLst>
                                      </p:cBhvr>
                                      <p:tavLst>
                                        <p:tav tm="0">
                                          <p:val>
                                            <p:strVal val="1+#ppt_w/2"/>
                                          </p:val>
                                        </p:tav>
                                        <p:tav tm="100000">
                                          <p:val>
                                            <p:strVal val="#ppt_x"/>
                                          </p:val>
                                        </p:tav>
                                      </p:tavLst>
                                    </p:anim>
                                    <p:anim calcmode="lin" valueType="num">
                                      <p:cBhvr additive="base">
                                        <p:cTn id="8" dur="500" fill="hold"/>
                                        <p:tgtEl>
                                          <p:spTgt spid="1648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4872"/>
                                        </p:tgtEl>
                                        <p:attrNameLst>
                                          <p:attrName>style.visibility</p:attrName>
                                        </p:attrNameLst>
                                      </p:cBhvr>
                                      <p:to>
                                        <p:strVal val="visible"/>
                                      </p:to>
                                    </p:set>
                                    <p:anim calcmode="lin" valueType="num">
                                      <p:cBhvr additive="base">
                                        <p:cTn id="13" dur="500" fill="hold"/>
                                        <p:tgtEl>
                                          <p:spTgt spid="164872"/>
                                        </p:tgtEl>
                                        <p:attrNameLst>
                                          <p:attrName>ppt_x</p:attrName>
                                        </p:attrNameLst>
                                      </p:cBhvr>
                                      <p:tavLst>
                                        <p:tav tm="0">
                                          <p:val>
                                            <p:strVal val="1+#ppt_w/2"/>
                                          </p:val>
                                        </p:tav>
                                        <p:tav tm="100000">
                                          <p:val>
                                            <p:strVal val="#ppt_x"/>
                                          </p:val>
                                        </p:tav>
                                      </p:tavLst>
                                    </p:anim>
                                    <p:anim calcmode="lin" valueType="num">
                                      <p:cBhvr additive="base">
                                        <p:cTn id="14" dur="500" fill="hold"/>
                                        <p:tgtEl>
                                          <p:spTgt spid="1648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4873"/>
                                        </p:tgtEl>
                                        <p:attrNameLst>
                                          <p:attrName>style.visibility</p:attrName>
                                        </p:attrNameLst>
                                      </p:cBhvr>
                                      <p:to>
                                        <p:strVal val="visible"/>
                                      </p:to>
                                    </p:set>
                                    <p:anim calcmode="lin" valueType="num">
                                      <p:cBhvr additive="base">
                                        <p:cTn id="19" dur="500" fill="hold"/>
                                        <p:tgtEl>
                                          <p:spTgt spid="164873"/>
                                        </p:tgtEl>
                                        <p:attrNameLst>
                                          <p:attrName>ppt_x</p:attrName>
                                        </p:attrNameLst>
                                      </p:cBhvr>
                                      <p:tavLst>
                                        <p:tav tm="0">
                                          <p:val>
                                            <p:strVal val="1+#ppt_w/2"/>
                                          </p:val>
                                        </p:tav>
                                        <p:tav tm="100000">
                                          <p:val>
                                            <p:strVal val="#ppt_x"/>
                                          </p:val>
                                        </p:tav>
                                      </p:tavLst>
                                    </p:anim>
                                    <p:anim calcmode="lin" valueType="num">
                                      <p:cBhvr additive="base">
                                        <p:cTn id="20" dur="500" fill="hold"/>
                                        <p:tgtEl>
                                          <p:spTgt spid="16487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4874"/>
                                        </p:tgtEl>
                                        <p:attrNameLst>
                                          <p:attrName>style.visibility</p:attrName>
                                        </p:attrNameLst>
                                      </p:cBhvr>
                                      <p:to>
                                        <p:strVal val="visible"/>
                                      </p:to>
                                    </p:set>
                                    <p:anim calcmode="lin" valueType="num">
                                      <p:cBhvr additive="base">
                                        <p:cTn id="25" dur="500" fill="hold"/>
                                        <p:tgtEl>
                                          <p:spTgt spid="164874"/>
                                        </p:tgtEl>
                                        <p:attrNameLst>
                                          <p:attrName>ppt_x</p:attrName>
                                        </p:attrNameLst>
                                      </p:cBhvr>
                                      <p:tavLst>
                                        <p:tav tm="0">
                                          <p:val>
                                            <p:strVal val="1+#ppt_w/2"/>
                                          </p:val>
                                        </p:tav>
                                        <p:tav tm="100000">
                                          <p:val>
                                            <p:strVal val="#ppt_x"/>
                                          </p:val>
                                        </p:tav>
                                      </p:tavLst>
                                    </p:anim>
                                    <p:anim calcmode="lin" valueType="num">
                                      <p:cBhvr additive="base">
                                        <p:cTn id="26" dur="500" fill="hold"/>
                                        <p:tgtEl>
                                          <p:spTgt spid="16487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64875"/>
                                        </p:tgtEl>
                                        <p:attrNameLst>
                                          <p:attrName>style.visibility</p:attrName>
                                        </p:attrNameLst>
                                      </p:cBhvr>
                                      <p:to>
                                        <p:strVal val="visible"/>
                                      </p:to>
                                    </p:set>
                                    <p:anim calcmode="lin" valueType="num">
                                      <p:cBhvr additive="base">
                                        <p:cTn id="31" dur="500" fill="hold"/>
                                        <p:tgtEl>
                                          <p:spTgt spid="164875"/>
                                        </p:tgtEl>
                                        <p:attrNameLst>
                                          <p:attrName>ppt_x</p:attrName>
                                        </p:attrNameLst>
                                      </p:cBhvr>
                                      <p:tavLst>
                                        <p:tav tm="0">
                                          <p:val>
                                            <p:strVal val="1+#ppt_w/2"/>
                                          </p:val>
                                        </p:tav>
                                        <p:tav tm="100000">
                                          <p:val>
                                            <p:strVal val="#ppt_x"/>
                                          </p:val>
                                        </p:tav>
                                      </p:tavLst>
                                    </p:anim>
                                    <p:anim calcmode="lin" valueType="num">
                                      <p:cBhvr additive="base">
                                        <p:cTn id="32" dur="500" fill="hold"/>
                                        <p:tgtEl>
                                          <p:spTgt spid="1648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1" grpId="0" autoUpdateAnimBg="0"/>
      <p:bldP spid="164872" grpId="0" autoUpdateAnimBg="0"/>
      <p:bldP spid="164873" grpId="0" autoUpdateAnimBg="0"/>
      <p:bldP spid="164874" grpId="0" autoUpdateAnimBg="0"/>
      <p:bldP spid="16487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p:cNvSpPr txBox="1">
            <a:spLocks noChangeArrowheads="1"/>
          </p:cNvSpPr>
          <p:nvPr/>
        </p:nvSpPr>
        <p:spPr bwMode="auto">
          <a:xfrm>
            <a:off x="0" y="1281113"/>
            <a:ext cx="5867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200">
                <a:solidFill>
                  <a:srgbClr val="990000"/>
                </a:solidFill>
                <a:latin typeface="楷体_GB2312" charset="0"/>
                <a:ea typeface="楷体_GB2312" charset="0"/>
              </a:rPr>
              <a:t>(</a:t>
            </a:r>
            <a:r>
              <a:rPr kumimoji="1" lang="zh-CN" altLang="en-US" sz="3200">
                <a:solidFill>
                  <a:srgbClr val="990000"/>
                </a:solidFill>
                <a:latin typeface="楷体_GB2312" charset="0"/>
                <a:ea typeface="楷体_GB2312" charset="0"/>
              </a:rPr>
              <a:t>从根到结点的</a:t>
            </a:r>
            <a:r>
              <a:rPr kumimoji="1" lang="en-US" altLang="zh-CN" sz="3200">
                <a:solidFill>
                  <a:srgbClr val="990000"/>
                </a:solidFill>
                <a:latin typeface="楷体_GB2312" charset="0"/>
                <a:ea typeface="楷体_GB2312" charset="0"/>
              </a:rPr>
              <a:t>)</a:t>
            </a:r>
            <a:r>
              <a:rPr kumimoji="1" lang="zh-CN" altLang="en-US" sz="3600" b="1">
                <a:solidFill>
                  <a:srgbClr val="FF0000"/>
                </a:solidFill>
                <a:latin typeface="楷体_GB2312" charset="0"/>
                <a:ea typeface="楷体_GB2312" charset="0"/>
              </a:rPr>
              <a:t>路径</a:t>
            </a:r>
            <a:r>
              <a:rPr kumimoji="1" lang="zh-CN" altLang="en-US" sz="4400" b="1">
                <a:solidFill>
                  <a:srgbClr val="FF0000"/>
                </a:solidFill>
                <a:latin typeface="楷体_GB2312" charset="0"/>
                <a:ea typeface="楷体_GB2312" charset="0"/>
              </a:rPr>
              <a:t>：</a:t>
            </a:r>
            <a:endParaRPr kumimoji="1" lang="zh-CN" altLang="en-US" sz="4800">
              <a:latin typeface="Times New Roman" charset="0"/>
            </a:endParaRPr>
          </a:p>
        </p:txBody>
      </p:sp>
      <p:sp>
        <p:nvSpPr>
          <p:cNvPr id="165891" name="Text Box 3"/>
          <p:cNvSpPr txBox="1">
            <a:spLocks noChangeArrowheads="1"/>
          </p:cNvSpPr>
          <p:nvPr/>
        </p:nvSpPr>
        <p:spPr bwMode="auto">
          <a:xfrm>
            <a:off x="152400" y="3170238"/>
            <a:ext cx="502920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200" b="1">
                <a:solidFill>
                  <a:srgbClr val="FF0000"/>
                </a:solidFill>
                <a:latin typeface="楷体_GB2312" charset="0"/>
                <a:ea typeface="楷体_GB2312" charset="0"/>
              </a:rPr>
              <a:t>孩子</a:t>
            </a:r>
            <a:r>
              <a:rPr kumimoji="1" lang="zh-CN" altLang="en-US" sz="3200">
                <a:solidFill>
                  <a:srgbClr val="990000"/>
                </a:solidFill>
                <a:latin typeface="楷体_GB2312" charset="0"/>
                <a:ea typeface="楷体_GB2312" charset="0"/>
              </a:rPr>
              <a:t>结点</a:t>
            </a:r>
            <a:r>
              <a:rPr kumimoji="1" lang="zh-CN" altLang="en-US" sz="3200">
                <a:latin typeface="楷体_GB2312" charset="0"/>
                <a:ea typeface="楷体_GB2312" charset="0"/>
              </a:rPr>
              <a:t>、</a:t>
            </a:r>
            <a:r>
              <a:rPr kumimoji="1" lang="zh-CN" altLang="en-US" sz="3200" b="1">
                <a:solidFill>
                  <a:srgbClr val="FF0000"/>
                </a:solidFill>
                <a:latin typeface="楷体_GB2312" charset="0"/>
                <a:ea typeface="楷体_GB2312" charset="0"/>
              </a:rPr>
              <a:t>双亲</a:t>
            </a:r>
            <a:r>
              <a:rPr kumimoji="1" lang="zh-CN" altLang="en-US" sz="3200">
                <a:solidFill>
                  <a:srgbClr val="990000"/>
                </a:solidFill>
                <a:latin typeface="楷体_GB2312" charset="0"/>
                <a:ea typeface="楷体_GB2312" charset="0"/>
              </a:rPr>
              <a:t>结点</a:t>
            </a:r>
            <a:endParaRPr kumimoji="1" lang="zh-CN" altLang="en-US" sz="3200">
              <a:latin typeface="楷体_GB2312" charset="0"/>
              <a:ea typeface="楷体_GB2312" charset="0"/>
            </a:endParaRPr>
          </a:p>
          <a:p>
            <a:r>
              <a:rPr kumimoji="1" lang="zh-CN" altLang="en-US" sz="3200" b="1">
                <a:solidFill>
                  <a:srgbClr val="FF0000"/>
                </a:solidFill>
                <a:latin typeface="楷体_GB2312" charset="0"/>
                <a:ea typeface="楷体_GB2312" charset="0"/>
              </a:rPr>
              <a:t>兄弟</a:t>
            </a:r>
            <a:r>
              <a:rPr kumimoji="1" lang="zh-CN" altLang="en-US" sz="3200">
                <a:solidFill>
                  <a:srgbClr val="990000"/>
                </a:solidFill>
                <a:latin typeface="楷体_GB2312" charset="0"/>
                <a:ea typeface="楷体_GB2312" charset="0"/>
              </a:rPr>
              <a:t>结点</a:t>
            </a:r>
            <a:r>
              <a:rPr kumimoji="1" lang="zh-CN" altLang="en-US" sz="3200">
                <a:latin typeface="楷体_GB2312" charset="0"/>
                <a:ea typeface="楷体_GB2312" charset="0"/>
              </a:rPr>
              <a:t>、</a:t>
            </a:r>
            <a:r>
              <a:rPr kumimoji="1" lang="zh-CN" altLang="en-US" sz="3200" b="1">
                <a:solidFill>
                  <a:srgbClr val="FF0000"/>
                </a:solidFill>
                <a:latin typeface="楷体_GB2312" charset="0"/>
                <a:ea typeface="楷体_GB2312" charset="0"/>
              </a:rPr>
              <a:t>堂兄弟</a:t>
            </a:r>
            <a:r>
              <a:rPr kumimoji="1" lang="zh-CN" altLang="en-US" sz="3200">
                <a:solidFill>
                  <a:srgbClr val="990000"/>
                </a:solidFill>
                <a:latin typeface="楷体_GB2312" charset="0"/>
                <a:ea typeface="楷体_GB2312" charset="0"/>
              </a:rPr>
              <a:t>结点</a:t>
            </a:r>
          </a:p>
          <a:p>
            <a:r>
              <a:rPr kumimoji="1" lang="zh-CN" altLang="en-US" sz="3200" b="1">
                <a:solidFill>
                  <a:srgbClr val="FF0000"/>
                </a:solidFill>
                <a:latin typeface="楷体_GB2312" charset="0"/>
                <a:ea typeface="楷体_GB2312" charset="0"/>
              </a:rPr>
              <a:t>祖先</a:t>
            </a:r>
            <a:r>
              <a:rPr kumimoji="1" lang="zh-CN" altLang="en-US" sz="3200">
                <a:solidFill>
                  <a:srgbClr val="990000"/>
                </a:solidFill>
                <a:latin typeface="楷体_GB2312" charset="0"/>
                <a:ea typeface="楷体_GB2312" charset="0"/>
              </a:rPr>
              <a:t>结点</a:t>
            </a:r>
            <a:r>
              <a:rPr kumimoji="1" lang="zh-CN" altLang="en-US" sz="3200">
                <a:latin typeface="楷体_GB2312" charset="0"/>
                <a:ea typeface="楷体_GB2312" charset="0"/>
              </a:rPr>
              <a:t>、</a:t>
            </a:r>
            <a:r>
              <a:rPr kumimoji="1" lang="zh-CN" altLang="en-US" sz="3200" b="1">
                <a:solidFill>
                  <a:srgbClr val="FF0000"/>
                </a:solidFill>
                <a:latin typeface="楷体_GB2312" charset="0"/>
                <a:ea typeface="楷体_GB2312" charset="0"/>
              </a:rPr>
              <a:t>子孙</a:t>
            </a:r>
            <a:r>
              <a:rPr kumimoji="1" lang="zh-CN" altLang="en-US" sz="3200">
                <a:solidFill>
                  <a:srgbClr val="990000"/>
                </a:solidFill>
                <a:latin typeface="楷体_GB2312" charset="0"/>
                <a:ea typeface="楷体_GB2312" charset="0"/>
              </a:rPr>
              <a:t>结点</a:t>
            </a:r>
            <a:endParaRPr kumimoji="1" lang="zh-CN" altLang="en-US" sz="3200">
              <a:latin typeface="楷体_GB2312" charset="0"/>
              <a:ea typeface="楷体_GB2312" charset="0"/>
            </a:endParaRPr>
          </a:p>
        </p:txBody>
      </p:sp>
      <p:sp>
        <p:nvSpPr>
          <p:cNvPr id="165892" name="Text Box 4"/>
          <p:cNvSpPr txBox="1">
            <a:spLocks noChangeArrowheads="1"/>
          </p:cNvSpPr>
          <p:nvPr/>
        </p:nvSpPr>
        <p:spPr bwMode="auto">
          <a:xfrm>
            <a:off x="152400" y="4840288"/>
            <a:ext cx="270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FF0000"/>
                </a:solidFill>
                <a:latin typeface="楷体_GB2312" charset="0"/>
                <a:ea typeface="楷体_GB2312" charset="0"/>
              </a:rPr>
              <a:t>结点的层次</a:t>
            </a:r>
            <a:r>
              <a:rPr kumimoji="1" lang="en-US" altLang="zh-CN" sz="3600" b="1">
                <a:solidFill>
                  <a:srgbClr val="FF0000"/>
                </a:solidFill>
                <a:latin typeface="楷体_GB2312" charset="0"/>
                <a:ea typeface="楷体_GB2312" charset="0"/>
              </a:rPr>
              <a:t>:</a:t>
            </a:r>
            <a:endParaRPr kumimoji="1" lang="en-US" altLang="zh-CN" sz="3200">
              <a:latin typeface="Times New Roman" charset="0"/>
            </a:endParaRPr>
          </a:p>
        </p:txBody>
      </p:sp>
      <p:sp>
        <p:nvSpPr>
          <p:cNvPr id="165893" name="Text Box 5"/>
          <p:cNvSpPr txBox="1">
            <a:spLocks noChangeArrowheads="1"/>
          </p:cNvSpPr>
          <p:nvPr/>
        </p:nvSpPr>
        <p:spPr bwMode="auto">
          <a:xfrm>
            <a:off x="185738" y="6080125"/>
            <a:ext cx="30591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600" b="1">
                <a:solidFill>
                  <a:srgbClr val="FF0000"/>
                </a:solidFill>
                <a:latin typeface="Times New Roman" charset="0"/>
                <a:ea typeface="楷体_GB2312" charset="0"/>
              </a:rPr>
              <a:t>树的深度：</a:t>
            </a:r>
            <a:endParaRPr kumimoji="1" lang="zh-CN" altLang="en-US" sz="3600">
              <a:latin typeface="Times New Roman" charset="0"/>
            </a:endParaRPr>
          </a:p>
        </p:txBody>
      </p:sp>
      <p:sp>
        <p:nvSpPr>
          <p:cNvPr id="165894" name="Text Box 6"/>
          <p:cNvSpPr txBox="1">
            <a:spLocks noChangeArrowheads="1"/>
          </p:cNvSpPr>
          <p:nvPr/>
        </p:nvSpPr>
        <p:spPr bwMode="auto">
          <a:xfrm>
            <a:off x="228600" y="1966913"/>
            <a:ext cx="4343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200">
                <a:solidFill>
                  <a:srgbClr val="990000"/>
                </a:solidFill>
                <a:latin typeface="楷体_GB2312" charset="0"/>
                <a:ea typeface="楷体_GB2312" charset="0"/>
              </a:rPr>
              <a:t>由从</a:t>
            </a:r>
            <a:r>
              <a:rPr kumimoji="1" lang="zh-CN" altLang="en-US" sz="3200" b="1">
                <a:solidFill>
                  <a:srgbClr val="990000"/>
                </a:solidFill>
                <a:latin typeface="楷体_GB2312" charset="0"/>
                <a:ea typeface="楷体_GB2312" charset="0"/>
              </a:rPr>
              <a:t>根</a:t>
            </a:r>
            <a:r>
              <a:rPr kumimoji="1" lang="zh-CN" altLang="en-US" sz="3200">
                <a:solidFill>
                  <a:srgbClr val="990000"/>
                </a:solidFill>
                <a:latin typeface="楷体_GB2312" charset="0"/>
                <a:ea typeface="楷体_GB2312" charset="0"/>
              </a:rPr>
              <a:t>到该结点所经分支和结点构成</a:t>
            </a:r>
            <a:endParaRPr kumimoji="1" lang="zh-CN" altLang="en-US" sz="2000">
              <a:solidFill>
                <a:srgbClr val="990000"/>
              </a:solidFill>
              <a:latin typeface="Times New Roman" charset="0"/>
            </a:endParaRPr>
          </a:p>
        </p:txBody>
      </p:sp>
      <p:sp>
        <p:nvSpPr>
          <p:cNvPr id="165895" name="Oval 7"/>
          <p:cNvSpPr>
            <a:spLocks noChangeArrowheads="1"/>
          </p:cNvSpPr>
          <p:nvPr/>
        </p:nvSpPr>
        <p:spPr bwMode="auto">
          <a:xfrm>
            <a:off x="6553200" y="12192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FF0000"/>
                </a:solidFill>
                <a:latin typeface="Times New Roman" charset="0"/>
              </a:rPr>
              <a:t>A</a:t>
            </a:r>
            <a:endParaRPr kumimoji="1" lang="en-US" altLang="zh-CN" sz="2400">
              <a:latin typeface="Times New Roman" charset="0"/>
            </a:endParaRPr>
          </a:p>
        </p:txBody>
      </p:sp>
      <p:sp>
        <p:nvSpPr>
          <p:cNvPr id="165896" name="Oval 8"/>
          <p:cNvSpPr>
            <a:spLocks noChangeArrowheads="1"/>
          </p:cNvSpPr>
          <p:nvPr/>
        </p:nvSpPr>
        <p:spPr bwMode="auto">
          <a:xfrm>
            <a:off x="5334000" y="1905000"/>
            <a:ext cx="4572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B</a:t>
            </a:r>
            <a:endParaRPr kumimoji="1" lang="en-US" altLang="zh-CN" sz="2400">
              <a:latin typeface="Times New Roman" charset="0"/>
            </a:endParaRPr>
          </a:p>
        </p:txBody>
      </p:sp>
      <p:sp>
        <p:nvSpPr>
          <p:cNvPr id="165897" name="Oval 9"/>
          <p:cNvSpPr>
            <a:spLocks noChangeArrowheads="1"/>
          </p:cNvSpPr>
          <p:nvPr/>
        </p:nvSpPr>
        <p:spPr bwMode="auto">
          <a:xfrm>
            <a:off x="6553200" y="19050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6600CC"/>
                </a:solidFill>
                <a:latin typeface="Times New Roman" charset="0"/>
              </a:rPr>
              <a:t>C</a:t>
            </a:r>
            <a:endParaRPr kumimoji="1" lang="en-US" altLang="zh-CN" sz="2400">
              <a:latin typeface="Times New Roman" charset="0"/>
            </a:endParaRPr>
          </a:p>
        </p:txBody>
      </p:sp>
      <p:sp>
        <p:nvSpPr>
          <p:cNvPr id="165898" name="Oval 10"/>
          <p:cNvSpPr>
            <a:spLocks noChangeArrowheads="1"/>
          </p:cNvSpPr>
          <p:nvPr/>
        </p:nvSpPr>
        <p:spPr bwMode="auto">
          <a:xfrm>
            <a:off x="7924800" y="19050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D</a:t>
            </a:r>
            <a:endParaRPr kumimoji="1" lang="en-US" altLang="zh-CN" sz="2400">
              <a:latin typeface="Times New Roman" charset="0"/>
            </a:endParaRPr>
          </a:p>
        </p:txBody>
      </p:sp>
      <p:sp>
        <p:nvSpPr>
          <p:cNvPr id="165899" name="Oval 11"/>
          <p:cNvSpPr>
            <a:spLocks noChangeArrowheads="1"/>
          </p:cNvSpPr>
          <p:nvPr/>
        </p:nvSpPr>
        <p:spPr bwMode="auto">
          <a:xfrm>
            <a:off x="4724400" y="2590800"/>
            <a:ext cx="4572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E</a:t>
            </a:r>
            <a:endParaRPr kumimoji="1" lang="en-US" altLang="zh-CN" sz="2400">
              <a:latin typeface="Times New Roman" charset="0"/>
            </a:endParaRPr>
          </a:p>
        </p:txBody>
      </p:sp>
      <p:sp>
        <p:nvSpPr>
          <p:cNvPr id="165900" name="Oval 12"/>
          <p:cNvSpPr>
            <a:spLocks noChangeArrowheads="1"/>
          </p:cNvSpPr>
          <p:nvPr/>
        </p:nvSpPr>
        <p:spPr bwMode="auto">
          <a:xfrm>
            <a:off x="5791200" y="25908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F</a:t>
            </a:r>
            <a:endParaRPr kumimoji="1" lang="en-US" altLang="zh-CN" sz="2400">
              <a:latin typeface="Times New Roman" charset="0"/>
            </a:endParaRPr>
          </a:p>
        </p:txBody>
      </p:sp>
      <p:sp>
        <p:nvSpPr>
          <p:cNvPr id="165901" name="Oval 13"/>
          <p:cNvSpPr>
            <a:spLocks noChangeArrowheads="1"/>
          </p:cNvSpPr>
          <p:nvPr/>
        </p:nvSpPr>
        <p:spPr bwMode="auto">
          <a:xfrm>
            <a:off x="6553200" y="25908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6600CC"/>
                </a:solidFill>
                <a:latin typeface="Times New Roman" charset="0"/>
              </a:rPr>
              <a:t>G</a:t>
            </a:r>
            <a:endParaRPr kumimoji="1" lang="en-US" altLang="zh-CN" sz="2400">
              <a:latin typeface="Times New Roman" charset="0"/>
            </a:endParaRPr>
          </a:p>
        </p:txBody>
      </p:sp>
      <p:sp>
        <p:nvSpPr>
          <p:cNvPr id="165902" name="Oval 14"/>
          <p:cNvSpPr>
            <a:spLocks noChangeArrowheads="1"/>
          </p:cNvSpPr>
          <p:nvPr/>
        </p:nvSpPr>
        <p:spPr bwMode="auto">
          <a:xfrm>
            <a:off x="7239000" y="25908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H</a:t>
            </a:r>
            <a:endParaRPr kumimoji="1" lang="en-US" altLang="zh-CN" sz="2400">
              <a:latin typeface="Times New Roman" charset="0"/>
            </a:endParaRPr>
          </a:p>
        </p:txBody>
      </p:sp>
      <p:sp>
        <p:nvSpPr>
          <p:cNvPr id="165903" name="Oval 15"/>
          <p:cNvSpPr>
            <a:spLocks noChangeArrowheads="1"/>
          </p:cNvSpPr>
          <p:nvPr/>
        </p:nvSpPr>
        <p:spPr bwMode="auto">
          <a:xfrm>
            <a:off x="7924800" y="25908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I</a:t>
            </a:r>
            <a:endParaRPr kumimoji="1" lang="en-US" altLang="zh-CN" sz="2400">
              <a:latin typeface="Times New Roman" charset="0"/>
            </a:endParaRPr>
          </a:p>
        </p:txBody>
      </p:sp>
      <p:sp>
        <p:nvSpPr>
          <p:cNvPr id="165904" name="Oval 16"/>
          <p:cNvSpPr>
            <a:spLocks noChangeArrowheads="1"/>
          </p:cNvSpPr>
          <p:nvPr/>
        </p:nvSpPr>
        <p:spPr bwMode="auto">
          <a:xfrm>
            <a:off x="8610600" y="2590800"/>
            <a:ext cx="4572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J</a:t>
            </a:r>
            <a:endParaRPr kumimoji="1" lang="en-US" altLang="zh-CN" sz="2400">
              <a:latin typeface="Times New Roman" charset="0"/>
            </a:endParaRPr>
          </a:p>
        </p:txBody>
      </p:sp>
      <p:sp>
        <p:nvSpPr>
          <p:cNvPr id="165905" name="Oval 17"/>
          <p:cNvSpPr>
            <a:spLocks noChangeArrowheads="1"/>
          </p:cNvSpPr>
          <p:nvPr/>
        </p:nvSpPr>
        <p:spPr bwMode="auto">
          <a:xfrm>
            <a:off x="8610600" y="32766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M</a:t>
            </a:r>
            <a:endParaRPr kumimoji="1" lang="en-US" altLang="zh-CN" sz="2400">
              <a:latin typeface="Times New Roman" charset="0"/>
            </a:endParaRPr>
          </a:p>
        </p:txBody>
      </p:sp>
      <p:sp>
        <p:nvSpPr>
          <p:cNvPr id="165906" name="Oval 18"/>
          <p:cNvSpPr>
            <a:spLocks noChangeArrowheads="1"/>
          </p:cNvSpPr>
          <p:nvPr/>
        </p:nvSpPr>
        <p:spPr bwMode="auto">
          <a:xfrm>
            <a:off x="5257800" y="32766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K</a:t>
            </a:r>
            <a:endParaRPr kumimoji="1" lang="en-US" altLang="zh-CN" sz="2400">
              <a:latin typeface="Times New Roman" charset="0"/>
            </a:endParaRPr>
          </a:p>
        </p:txBody>
      </p:sp>
      <p:sp>
        <p:nvSpPr>
          <p:cNvPr id="165907" name="Oval 19"/>
          <p:cNvSpPr>
            <a:spLocks noChangeArrowheads="1"/>
          </p:cNvSpPr>
          <p:nvPr/>
        </p:nvSpPr>
        <p:spPr bwMode="auto">
          <a:xfrm>
            <a:off x="6248400" y="32766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L</a:t>
            </a:r>
            <a:endParaRPr kumimoji="1" lang="en-US" altLang="zh-CN" sz="2400">
              <a:latin typeface="Times New Roman" charset="0"/>
            </a:endParaRPr>
          </a:p>
        </p:txBody>
      </p:sp>
      <p:sp>
        <p:nvSpPr>
          <p:cNvPr id="165908" name="Line 20"/>
          <p:cNvSpPr>
            <a:spLocks noChangeShapeType="1"/>
          </p:cNvSpPr>
          <p:nvPr/>
        </p:nvSpPr>
        <p:spPr bwMode="auto">
          <a:xfrm flipH="1">
            <a:off x="5562600" y="1371600"/>
            <a:ext cx="9906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09" name="Line 21"/>
          <p:cNvSpPr>
            <a:spLocks noChangeShapeType="1"/>
          </p:cNvSpPr>
          <p:nvPr/>
        </p:nvSpPr>
        <p:spPr bwMode="auto">
          <a:xfrm>
            <a:off x="6781800" y="15240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0" name="Line 22"/>
          <p:cNvSpPr>
            <a:spLocks noChangeShapeType="1"/>
          </p:cNvSpPr>
          <p:nvPr/>
        </p:nvSpPr>
        <p:spPr bwMode="auto">
          <a:xfrm>
            <a:off x="7086600" y="1371600"/>
            <a:ext cx="10668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1" name="Line 23"/>
          <p:cNvSpPr>
            <a:spLocks noChangeShapeType="1"/>
          </p:cNvSpPr>
          <p:nvPr/>
        </p:nvSpPr>
        <p:spPr bwMode="auto">
          <a:xfrm flipH="1">
            <a:off x="4953000" y="2057400"/>
            <a:ext cx="3810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2" name="Line 24"/>
          <p:cNvSpPr>
            <a:spLocks noChangeShapeType="1"/>
          </p:cNvSpPr>
          <p:nvPr/>
        </p:nvSpPr>
        <p:spPr bwMode="auto">
          <a:xfrm>
            <a:off x="5791200" y="2057400"/>
            <a:ext cx="2286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3" name="Line 25"/>
          <p:cNvSpPr>
            <a:spLocks noChangeShapeType="1"/>
          </p:cNvSpPr>
          <p:nvPr/>
        </p:nvSpPr>
        <p:spPr bwMode="auto">
          <a:xfrm flipH="1">
            <a:off x="5486400" y="2743200"/>
            <a:ext cx="3048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4" name="Line 26"/>
          <p:cNvSpPr>
            <a:spLocks noChangeShapeType="1"/>
          </p:cNvSpPr>
          <p:nvPr/>
        </p:nvSpPr>
        <p:spPr bwMode="auto">
          <a:xfrm>
            <a:off x="6324600" y="2743200"/>
            <a:ext cx="1524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5" name="Line 27"/>
          <p:cNvSpPr>
            <a:spLocks noChangeShapeType="1"/>
          </p:cNvSpPr>
          <p:nvPr/>
        </p:nvSpPr>
        <p:spPr bwMode="auto">
          <a:xfrm>
            <a:off x="6781800" y="22098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6" name="Line 28"/>
          <p:cNvSpPr>
            <a:spLocks noChangeShapeType="1"/>
          </p:cNvSpPr>
          <p:nvPr/>
        </p:nvSpPr>
        <p:spPr bwMode="auto">
          <a:xfrm flipH="1">
            <a:off x="7467600" y="1981200"/>
            <a:ext cx="457200" cy="6096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7" name="Line 29"/>
          <p:cNvSpPr>
            <a:spLocks noChangeShapeType="1"/>
          </p:cNvSpPr>
          <p:nvPr/>
        </p:nvSpPr>
        <p:spPr bwMode="auto">
          <a:xfrm flipH="1">
            <a:off x="8229600" y="22098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8" name="Line 30"/>
          <p:cNvSpPr>
            <a:spLocks noChangeShapeType="1"/>
          </p:cNvSpPr>
          <p:nvPr/>
        </p:nvSpPr>
        <p:spPr bwMode="auto">
          <a:xfrm>
            <a:off x="8458200" y="2057400"/>
            <a:ext cx="3810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19" name="Line 31"/>
          <p:cNvSpPr>
            <a:spLocks noChangeShapeType="1"/>
          </p:cNvSpPr>
          <p:nvPr/>
        </p:nvSpPr>
        <p:spPr bwMode="auto">
          <a:xfrm>
            <a:off x="8839200" y="28956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5920" name="Text Box 32"/>
          <p:cNvSpPr txBox="1">
            <a:spLocks noChangeArrowheads="1"/>
          </p:cNvSpPr>
          <p:nvPr/>
        </p:nvSpPr>
        <p:spPr bwMode="auto">
          <a:xfrm>
            <a:off x="3124200" y="4876800"/>
            <a:ext cx="6019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200">
                <a:solidFill>
                  <a:srgbClr val="990000"/>
                </a:solidFill>
                <a:latin typeface="楷体_GB2312" charset="0"/>
                <a:ea typeface="楷体_GB2312" charset="0"/>
              </a:rPr>
              <a:t>假设根结点的层次为</a:t>
            </a:r>
            <a:r>
              <a:rPr kumimoji="1" lang="en-US" altLang="zh-CN" sz="3200">
                <a:solidFill>
                  <a:srgbClr val="990000"/>
                </a:solidFill>
                <a:latin typeface="楷体_GB2312" charset="0"/>
                <a:ea typeface="楷体_GB2312" charset="0"/>
              </a:rPr>
              <a:t>1</a:t>
            </a:r>
            <a:r>
              <a:rPr kumimoji="1" lang="zh-CN" altLang="en-US" sz="3200">
                <a:solidFill>
                  <a:srgbClr val="990000"/>
                </a:solidFill>
                <a:latin typeface="楷体_GB2312" charset="0"/>
                <a:ea typeface="楷体_GB2312" charset="0"/>
              </a:rPr>
              <a:t>，第</a:t>
            </a:r>
            <a:r>
              <a:rPr kumimoji="1" lang="en-US" altLang="zh-CN" sz="3200" i="1">
                <a:solidFill>
                  <a:srgbClr val="990000"/>
                </a:solidFill>
                <a:latin typeface="Times New Roman" charset="0"/>
                <a:ea typeface="楷体_GB2312" charset="0"/>
              </a:rPr>
              <a:t>l </a:t>
            </a:r>
            <a:r>
              <a:rPr kumimoji="1" lang="zh-CN" altLang="en-US" sz="3200">
                <a:solidFill>
                  <a:srgbClr val="990000"/>
                </a:solidFill>
                <a:latin typeface="Times New Roman" charset="0"/>
                <a:ea typeface="楷体_GB2312" charset="0"/>
              </a:rPr>
              <a:t>层的结点的子树根结点的层次为</a:t>
            </a:r>
            <a:r>
              <a:rPr kumimoji="1" lang="en-US" altLang="zh-CN" sz="3200" i="1">
                <a:solidFill>
                  <a:srgbClr val="990000"/>
                </a:solidFill>
                <a:latin typeface="Times New Roman" charset="0"/>
                <a:ea typeface="楷体_GB2312" charset="0"/>
              </a:rPr>
              <a:t>l+1</a:t>
            </a:r>
            <a:endParaRPr kumimoji="1" lang="en-US" altLang="zh-CN" sz="2000">
              <a:solidFill>
                <a:srgbClr val="990000"/>
              </a:solidFill>
              <a:latin typeface="Times New Roman" charset="0"/>
            </a:endParaRPr>
          </a:p>
        </p:txBody>
      </p:sp>
      <p:sp>
        <p:nvSpPr>
          <p:cNvPr id="165921" name="Text Box 33"/>
          <p:cNvSpPr txBox="1">
            <a:spLocks noChangeArrowheads="1"/>
          </p:cNvSpPr>
          <p:nvPr/>
        </p:nvSpPr>
        <p:spPr bwMode="auto">
          <a:xfrm>
            <a:off x="2667000" y="6180138"/>
            <a:ext cx="546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a:solidFill>
                  <a:srgbClr val="990000"/>
                </a:solidFill>
                <a:latin typeface="Times New Roman" charset="0"/>
                <a:ea typeface="楷体_GB2312" charset="0"/>
              </a:rPr>
              <a:t>树中叶子结点所在的最大层次</a:t>
            </a:r>
            <a:endParaRPr kumimoji="1" lang="zh-CN" altLang="en-US" sz="2000">
              <a:latin typeface="Times New Roman" charset="0"/>
            </a:endParaRPr>
          </a:p>
        </p:txBody>
      </p:sp>
    </p:spTree>
    <p:extLst>
      <p:ext uri="{BB962C8B-B14F-4D97-AF65-F5344CB8AC3E}">
        <p14:creationId xmlns:p14="http://schemas.microsoft.com/office/powerpoint/2010/main" val="13420040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5894"/>
                                        </p:tgtEl>
                                        <p:attrNameLst>
                                          <p:attrName>style.visibility</p:attrName>
                                        </p:attrNameLst>
                                      </p:cBhvr>
                                      <p:to>
                                        <p:strVal val="visible"/>
                                      </p:to>
                                    </p:set>
                                    <p:anim calcmode="lin" valueType="num">
                                      <p:cBhvr additive="base">
                                        <p:cTn id="7" dur="500" fill="hold"/>
                                        <p:tgtEl>
                                          <p:spTgt spid="165894"/>
                                        </p:tgtEl>
                                        <p:attrNameLst>
                                          <p:attrName>ppt_x</p:attrName>
                                        </p:attrNameLst>
                                      </p:cBhvr>
                                      <p:tavLst>
                                        <p:tav tm="0">
                                          <p:val>
                                            <p:strVal val="0-#ppt_w/2"/>
                                          </p:val>
                                        </p:tav>
                                        <p:tav tm="100000">
                                          <p:val>
                                            <p:strVal val="#ppt_x"/>
                                          </p:val>
                                        </p:tav>
                                      </p:tavLst>
                                    </p:anim>
                                    <p:anim calcmode="lin" valueType="num">
                                      <p:cBhvr additive="base">
                                        <p:cTn id="8" dur="500" fill="hold"/>
                                        <p:tgtEl>
                                          <p:spTgt spid="1658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5891"/>
                                        </p:tgtEl>
                                        <p:attrNameLst>
                                          <p:attrName>style.visibility</p:attrName>
                                        </p:attrNameLst>
                                      </p:cBhvr>
                                      <p:to>
                                        <p:strVal val="visible"/>
                                      </p:to>
                                    </p:set>
                                    <p:animEffect transition="in" filter="wipe(left)">
                                      <p:cBhvr>
                                        <p:cTn id="13" dur="500"/>
                                        <p:tgtEl>
                                          <p:spTgt spid="16589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65892"/>
                                        </p:tgtEl>
                                        <p:attrNameLst>
                                          <p:attrName>style.visibility</p:attrName>
                                        </p:attrNameLst>
                                      </p:cBhvr>
                                      <p:to>
                                        <p:strVal val="visible"/>
                                      </p:to>
                                    </p:set>
                                    <p:animEffect transition="in" filter="wipe(left)">
                                      <p:cBhvr>
                                        <p:cTn id="18" dur="300"/>
                                        <p:tgtEl>
                                          <p:spTgt spid="16589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5920"/>
                                        </p:tgtEl>
                                        <p:attrNameLst>
                                          <p:attrName>style.visibility</p:attrName>
                                        </p:attrNameLst>
                                      </p:cBhvr>
                                      <p:to>
                                        <p:strVal val="visible"/>
                                      </p:to>
                                    </p:set>
                                    <p:anim calcmode="lin" valueType="num">
                                      <p:cBhvr additive="base">
                                        <p:cTn id="23" dur="500" fill="hold"/>
                                        <p:tgtEl>
                                          <p:spTgt spid="165920"/>
                                        </p:tgtEl>
                                        <p:attrNameLst>
                                          <p:attrName>ppt_x</p:attrName>
                                        </p:attrNameLst>
                                      </p:cBhvr>
                                      <p:tavLst>
                                        <p:tav tm="0">
                                          <p:val>
                                            <p:strVal val="1+#ppt_w/2"/>
                                          </p:val>
                                        </p:tav>
                                        <p:tav tm="100000">
                                          <p:val>
                                            <p:strVal val="#ppt_x"/>
                                          </p:val>
                                        </p:tav>
                                      </p:tavLst>
                                    </p:anim>
                                    <p:anim calcmode="lin" valueType="num">
                                      <p:cBhvr additive="base">
                                        <p:cTn id="24" dur="500" fill="hold"/>
                                        <p:tgtEl>
                                          <p:spTgt spid="16592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iterate type="wd">
                                    <p:tmPct val="100000"/>
                                  </p:iterate>
                                  <p:childTnLst>
                                    <p:set>
                                      <p:cBhvr>
                                        <p:cTn id="28" dur="1" fill="hold">
                                          <p:stCondLst>
                                            <p:cond delay="0"/>
                                          </p:stCondLst>
                                        </p:cTn>
                                        <p:tgtEl>
                                          <p:spTgt spid="165893"/>
                                        </p:tgtEl>
                                        <p:attrNameLst>
                                          <p:attrName>style.visibility</p:attrName>
                                        </p:attrNameLst>
                                      </p:cBhvr>
                                      <p:to>
                                        <p:strVal val="visible"/>
                                      </p:to>
                                    </p:set>
                                    <p:animEffect transition="in" filter="wipe(left)">
                                      <p:cBhvr>
                                        <p:cTn id="29" dur="300"/>
                                        <p:tgtEl>
                                          <p:spTgt spid="16589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65921"/>
                                        </p:tgtEl>
                                        <p:attrNameLst>
                                          <p:attrName>style.visibility</p:attrName>
                                        </p:attrNameLst>
                                      </p:cBhvr>
                                      <p:to>
                                        <p:strVal val="visible"/>
                                      </p:to>
                                    </p:set>
                                    <p:anim calcmode="lin" valueType="num">
                                      <p:cBhvr additive="base">
                                        <p:cTn id="34" dur="500" fill="hold"/>
                                        <p:tgtEl>
                                          <p:spTgt spid="165921"/>
                                        </p:tgtEl>
                                        <p:attrNameLst>
                                          <p:attrName>ppt_x</p:attrName>
                                        </p:attrNameLst>
                                      </p:cBhvr>
                                      <p:tavLst>
                                        <p:tav tm="0">
                                          <p:val>
                                            <p:strVal val="#ppt_x"/>
                                          </p:val>
                                        </p:tav>
                                        <p:tav tm="100000">
                                          <p:val>
                                            <p:strVal val="#ppt_x"/>
                                          </p:val>
                                        </p:tav>
                                      </p:tavLst>
                                    </p:anim>
                                    <p:anim calcmode="lin" valueType="num">
                                      <p:cBhvr additive="base">
                                        <p:cTn id="35" dur="500" fill="hold"/>
                                        <p:tgtEl>
                                          <p:spTgt spid="1659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autoUpdateAnimBg="0"/>
      <p:bldP spid="165892" grpId="0" autoUpdateAnimBg="0"/>
      <p:bldP spid="165893" grpId="0" autoUpdateAnimBg="0"/>
      <p:bldP spid="165894" grpId="0" autoUpdateAnimBg="0"/>
      <p:bldP spid="165920" grpId="0" autoUpdateAnimBg="0"/>
      <p:bldP spid="16592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304800" y="3457575"/>
            <a:ext cx="678815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4000">
                <a:solidFill>
                  <a:srgbClr val="990000"/>
                </a:solidFill>
                <a:latin typeface="Times New Roman" charset="0"/>
                <a:ea typeface="楷体_GB2312" charset="0"/>
              </a:rPr>
              <a:t>任何一棵非空树是一个二元组</a:t>
            </a:r>
            <a:endParaRPr kumimoji="1" lang="zh-CN" altLang="en-US" sz="4000">
              <a:latin typeface="Times New Roman" charset="0"/>
              <a:ea typeface="楷体_GB2312" charset="0"/>
            </a:endParaRPr>
          </a:p>
          <a:p>
            <a:pPr>
              <a:lnSpc>
                <a:spcPct val="120000"/>
              </a:lnSpc>
            </a:pPr>
            <a:r>
              <a:rPr kumimoji="1" lang="zh-CN" altLang="en-US" sz="4000" b="1">
                <a:solidFill>
                  <a:srgbClr val="FF0000"/>
                </a:solidFill>
                <a:latin typeface="Times New Roman" charset="0"/>
                <a:ea typeface="楷体_GB2312" charset="0"/>
              </a:rPr>
              <a:t>       </a:t>
            </a:r>
            <a:r>
              <a:rPr kumimoji="1" lang="en-US" altLang="zh-CN" sz="4000" b="1">
                <a:solidFill>
                  <a:srgbClr val="FF0000"/>
                </a:solidFill>
                <a:latin typeface="Times New Roman" charset="0"/>
                <a:ea typeface="楷体_GB2312" charset="0"/>
              </a:rPr>
              <a:t>Tree = </a:t>
            </a:r>
            <a:r>
              <a:rPr kumimoji="1" lang="zh-CN" altLang="en-US" sz="4000" b="1">
                <a:solidFill>
                  <a:srgbClr val="FF0000"/>
                </a:solidFill>
                <a:latin typeface="Times New Roman" charset="0"/>
                <a:ea typeface="楷体_GB2312" charset="0"/>
              </a:rPr>
              <a:t>（</a:t>
            </a:r>
            <a:r>
              <a:rPr kumimoji="1" lang="en-US" altLang="zh-CN" sz="4000" b="1">
                <a:solidFill>
                  <a:srgbClr val="FF0000"/>
                </a:solidFill>
                <a:latin typeface="Times New Roman" charset="0"/>
                <a:ea typeface="楷体_GB2312" charset="0"/>
              </a:rPr>
              <a:t>root</a:t>
            </a:r>
            <a:r>
              <a:rPr kumimoji="1" lang="zh-CN" altLang="en-US" sz="4000" b="1">
                <a:solidFill>
                  <a:srgbClr val="FF0000"/>
                </a:solidFill>
                <a:latin typeface="Times New Roman" charset="0"/>
                <a:ea typeface="楷体_GB2312" charset="0"/>
              </a:rPr>
              <a:t>，</a:t>
            </a:r>
            <a:r>
              <a:rPr kumimoji="1" lang="en-US" altLang="zh-CN" sz="4000" b="1">
                <a:solidFill>
                  <a:srgbClr val="FF0000"/>
                </a:solidFill>
                <a:latin typeface="Times New Roman" charset="0"/>
                <a:ea typeface="楷体_GB2312" charset="0"/>
              </a:rPr>
              <a:t>F</a:t>
            </a:r>
            <a:r>
              <a:rPr kumimoji="1" lang="zh-CN" altLang="en-US" sz="4000" b="1">
                <a:solidFill>
                  <a:srgbClr val="FF0000"/>
                </a:solidFill>
                <a:latin typeface="Times New Roman" charset="0"/>
                <a:ea typeface="楷体_GB2312" charset="0"/>
              </a:rPr>
              <a:t>）</a:t>
            </a:r>
            <a:endParaRPr kumimoji="1" lang="zh-CN" altLang="en-US" sz="4000">
              <a:solidFill>
                <a:srgbClr val="FF0000"/>
              </a:solidFill>
              <a:latin typeface="Times New Roman" charset="0"/>
              <a:ea typeface="楷体_GB2312" charset="0"/>
            </a:endParaRPr>
          </a:p>
          <a:p>
            <a:pPr>
              <a:lnSpc>
                <a:spcPct val="120000"/>
              </a:lnSpc>
            </a:pPr>
            <a:r>
              <a:rPr kumimoji="1" lang="zh-CN" altLang="en-US" sz="4000">
                <a:solidFill>
                  <a:srgbClr val="990000"/>
                </a:solidFill>
                <a:latin typeface="Times New Roman" charset="0"/>
                <a:ea typeface="楷体_GB2312" charset="0"/>
              </a:rPr>
              <a:t>其中：</a:t>
            </a:r>
            <a:r>
              <a:rPr kumimoji="1" lang="en-US" altLang="zh-CN" sz="4000">
                <a:solidFill>
                  <a:srgbClr val="990000"/>
                </a:solidFill>
                <a:latin typeface="Times New Roman" charset="0"/>
                <a:ea typeface="楷体_GB2312" charset="0"/>
              </a:rPr>
              <a:t>root </a:t>
            </a:r>
            <a:r>
              <a:rPr kumimoji="1" lang="zh-CN" altLang="en-US" sz="4000">
                <a:solidFill>
                  <a:srgbClr val="990000"/>
                </a:solidFill>
                <a:latin typeface="Times New Roman" charset="0"/>
                <a:ea typeface="楷体_GB2312" charset="0"/>
              </a:rPr>
              <a:t>被称为根结点</a:t>
            </a:r>
          </a:p>
          <a:p>
            <a:pPr>
              <a:lnSpc>
                <a:spcPct val="120000"/>
              </a:lnSpc>
            </a:pPr>
            <a:r>
              <a:rPr kumimoji="1" lang="zh-CN" altLang="en-US" sz="4000">
                <a:solidFill>
                  <a:srgbClr val="990000"/>
                </a:solidFill>
                <a:latin typeface="Times New Roman" charset="0"/>
                <a:ea typeface="楷体_GB2312" charset="0"/>
              </a:rPr>
              <a:t>            </a:t>
            </a:r>
            <a:r>
              <a:rPr kumimoji="1" lang="en-US" altLang="zh-CN" sz="4000">
                <a:solidFill>
                  <a:srgbClr val="990000"/>
                </a:solidFill>
                <a:latin typeface="Times New Roman" charset="0"/>
                <a:ea typeface="楷体_GB2312" charset="0"/>
              </a:rPr>
              <a:t>F </a:t>
            </a:r>
            <a:r>
              <a:rPr kumimoji="1" lang="zh-CN" altLang="en-US" sz="4000">
                <a:solidFill>
                  <a:srgbClr val="990000"/>
                </a:solidFill>
                <a:latin typeface="Times New Roman" charset="0"/>
                <a:ea typeface="楷体_GB2312" charset="0"/>
              </a:rPr>
              <a:t>被称为子树森林</a:t>
            </a:r>
            <a:endParaRPr kumimoji="1" lang="zh-CN" altLang="en-US" sz="4000">
              <a:solidFill>
                <a:srgbClr val="990000"/>
              </a:solidFill>
              <a:latin typeface="Times New Roman" charset="0"/>
            </a:endParaRPr>
          </a:p>
        </p:txBody>
      </p:sp>
      <p:sp>
        <p:nvSpPr>
          <p:cNvPr id="166915" name="Text Box 3"/>
          <p:cNvSpPr txBox="1">
            <a:spLocks noChangeArrowheads="1"/>
          </p:cNvSpPr>
          <p:nvPr/>
        </p:nvSpPr>
        <p:spPr bwMode="auto">
          <a:xfrm>
            <a:off x="152400" y="1390650"/>
            <a:ext cx="1865313"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4400" b="1">
                <a:solidFill>
                  <a:srgbClr val="FF0000"/>
                </a:solidFill>
                <a:latin typeface="Times New Roman" charset="0"/>
                <a:ea typeface="楷体_GB2312" charset="0"/>
              </a:rPr>
              <a:t>森林：</a:t>
            </a:r>
            <a:endParaRPr kumimoji="1" lang="zh-CN" altLang="en-US" sz="4000">
              <a:latin typeface="Times New Roman" charset="0"/>
              <a:ea typeface="楷体_GB2312" charset="0"/>
            </a:endParaRPr>
          </a:p>
        </p:txBody>
      </p:sp>
      <p:sp>
        <p:nvSpPr>
          <p:cNvPr id="166916" name="Text Box 4"/>
          <p:cNvSpPr txBox="1">
            <a:spLocks noChangeArrowheads="1"/>
          </p:cNvSpPr>
          <p:nvPr/>
        </p:nvSpPr>
        <p:spPr bwMode="auto">
          <a:xfrm>
            <a:off x="152400" y="2171700"/>
            <a:ext cx="43434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a:solidFill>
                  <a:srgbClr val="990000"/>
                </a:solidFill>
                <a:latin typeface="Times New Roman" charset="0"/>
                <a:ea typeface="楷体_GB2312" charset="0"/>
              </a:rPr>
              <a:t>是</a:t>
            </a:r>
            <a:r>
              <a:rPr kumimoji="1" lang="en-US" altLang="zh-CN" sz="3600">
                <a:solidFill>
                  <a:srgbClr val="990000"/>
                </a:solidFill>
                <a:latin typeface="Times New Roman" charset="0"/>
                <a:ea typeface="楷体_GB2312" charset="0"/>
              </a:rPr>
              <a:t>m</a:t>
            </a:r>
            <a:r>
              <a:rPr kumimoji="1" lang="zh-CN" altLang="en-US" sz="3600">
                <a:solidFill>
                  <a:srgbClr val="990000"/>
                </a:solidFill>
                <a:latin typeface="Times New Roman" charset="0"/>
                <a:ea typeface="楷体_GB2312" charset="0"/>
              </a:rPr>
              <a:t>（</a:t>
            </a:r>
            <a:r>
              <a:rPr kumimoji="1" lang="en-US" altLang="zh-CN" sz="3600">
                <a:solidFill>
                  <a:srgbClr val="990000"/>
                </a:solidFill>
                <a:latin typeface="Times New Roman" charset="0"/>
                <a:ea typeface="楷体_GB2312" charset="0"/>
              </a:rPr>
              <a:t>m</a:t>
            </a:r>
            <a:r>
              <a:rPr kumimoji="1" lang="en-US" altLang="zh-CN" sz="3600">
                <a:solidFill>
                  <a:srgbClr val="990000"/>
                </a:solidFill>
                <a:latin typeface="楷体_GB2312" charset="0"/>
                <a:ea typeface="楷体_GB2312" charset="0"/>
              </a:rPr>
              <a:t>≥</a:t>
            </a:r>
            <a:r>
              <a:rPr kumimoji="1" lang="en-US" altLang="zh-CN" sz="3600">
                <a:solidFill>
                  <a:srgbClr val="990000"/>
                </a:solidFill>
                <a:latin typeface="Times New Roman" charset="0"/>
                <a:ea typeface="楷体_GB2312" charset="0"/>
              </a:rPr>
              <a:t>0</a:t>
            </a:r>
            <a:r>
              <a:rPr kumimoji="1" lang="zh-CN" altLang="en-US" sz="3600">
                <a:solidFill>
                  <a:srgbClr val="990000"/>
                </a:solidFill>
                <a:latin typeface="Times New Roman" charset="0"/>
                <a:ea typeface="楷体_GB2312" charset="0"/>
              </a:rPr>
              <a:t>）棵互</a:t>
            </a:r>
          </a:p>
          <a:p>
            <a:pPr>
              <a:lnSpc>
                <a:spcPct val="120000"/>
              </a:lnSpc>
            </a:pPr>
            <a:r>
              <a:rPr kumimoji="1" lang="zh-CN" altLang="en-US" sz="3600">
                <a:solidFill>
                  <a:srgbClr val="990000"/>
                </a:solidFill>
                <a:latin typeface="Times New Roman" charset="0"/>
                <a:ea typeface="楷体_GB2312" charset="0"/>
              </a:rPr>
              <a:t>不相交的树的集合</a:t>
            </a:r>
          </a:p>
        </p:txBody>
      </p:sp>
      <p:sp>
        <p:nvSpPr>
          <p:cNvPr id="166917" name="Oval 5"/>
          <p:cNvSpPr>
            <a:spLocks noChangeArrowheads="1"/>
          </p:cNvSpPr>
          <p:nvPr/>
        </p:nvSpPr>
        <p:spPr bwMode="auto">
          <a:xfrm>
            <a:off x="6400800" y="381000"/>
            <a:ext cx="5334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FF0000"/>
                </a:solidFill>
                <a:latin typeface="Times New Roman" charset="0"/>
              </a:rPr>
              <a:t>A</a:t>
            </a:r>
            <a:endParaRPr kumimoji="1" lang="en-US" altLang="zh-CN" sz="2400">
              <a:latin typeface="Times New Roman" charset="0"/>
            </a:endParaRPr>
          </a:p>
        </p:txBody>
      </p:sp>
      <p:sp>
        <p:nvSpPr>
          <p:cNvPr id="166918" name="AutoShape 6"/>
          <p:cNvSpPr>
            <a:spLocks noChangeArrowheads="1"/>
          </p:cNvSpPr>
          <p:nvPr/>
        </p:nvSpPr>
        <p:spPr bwMode="auto">
          <a:xfrm>
            <a:off x="7543800" y="0"/>
            <a:ext cx="609600" cy="381000"/>
          </a:xfrm>
          <a:prstGeom prst="wedgeRoundRectCallout">
            <a:avLst>
              <a:gd name="adj1" fmla="val -137759"/>
              <a:gd name="adj2" fmla="val 92500"/>
              <a:gd name="adj3" fmla="val 16667"/>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FF3300"/>
                </a:solidFill>
                <a:latin typeface="Times New Roman" charset="0"/>
              </a:rPr>
              <a:t>root</a:t>
            </a:r>
            <a:endParaRPr kumimoji="1" lang="en-US" altLang="zh-CN" sz="2400">
              <a:latin typeface="Times New Roman" charset="0"/>
            </a:endParaRPr>
          </a:p>
        </p:txBody>
      </p:sp>
      <p:sp>
        <p:nvSpPr>
          <p:cNvPr id="166919" name="Rectangle 7"/>
          <p:cNvSpPr>
            <a:spLocks noChangeArrowheads="1"/>
          </p:cNvSpPr>
          <p:nvPr/>
        </p:nvSpPr>
        <p:spPr bwMode="auto">
          <a:xfrm>
            <a:off x="4343400" y="914400"/>
            <a:ext cx="4800600" cy="2438400"/>
          </a:xfrm>
          <a:prstGeom prst="rect">
            <a:avLst/>
          </a:prstGeom>
          <a:solidFill>
            <a:srgbClr val="CAF2CE"/>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20" name="Oval 8"/>
          <p:cNvSpPr>
            <a:spLocks noChangeArrowheads="1"/>
          </p:cNvSpPr>
          <p:nvPr/>
        </p:nvSpPr>
        <p:spPr bwMode="auto">
          <a:xfrm>
            <a:off x="5181600" y="1295400"/>
            <a:ext cx="4572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B</a:t>
            </a:r>
            <a:endParaRPr kumimoji="1" lang="en-US" altLang="zh-CN" sz="2400">
              <a:latin typeface="Times New Roman" charset="0"/>
            </a:endParaRPr>
          </a:p>
        </p:txBody>
      </p:sp>
      <p:sp>
        <p:nvSpPr>
          <p:cNvPr id="166921" name="Oval 9"/>
          <p:cNvSpPr>
            <a:spLocks noChangeArrowheads="1"/>
          </p:cNvSpPr>
          <p:nvPr/>
        </p:nvSpPr>
        <p:spPr bwMode="auto">
          <a:xfrm>
            <a:off x="6400800" y="12954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6600CC"/>
                </a:solidFill>
                <a:latin typeface="Times New Roman" charset="0"/>
              </a:rPr>
              <a:t>C</a:t>
            </a:r>
            <a:endParaRPr kumimoji="1" lang="en-US" altLang="zh-CN" sz="2400">
              <a:latin typeface="Times New Roman" charset="0"/>
            </a:endParaRPr>
          </a:p>
        </p:txBody>
      </p:sp>
      <p:sp>
        <p:nvSpPr>
          <p:cNvPr id="166922" name="Oval 10"/>
          <p:cNvSpPr>
            <a:spLocks noChangeArrowheads="1"/>
          </p:cNvSpPr>
          <p:nvPr/>
        </p:nvSpPr>
        <p:spPr bwMode="auto">
          <a:xfrm>
            <a:off x="7772400" y="12954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D</a:t>
            </a:r>
            <a:endParaRPr kumimoji="1" lang="en-US" altLang="zh-CN" sz="2400">
              <a:latin typeface="Times New Roman" charset="0"/>
            </a:endParaRPr>
          </a:p>
        </p:txBody>
      </p:sp>
      <p:sp>
        <p:nvSpPr>
          <p:cNvPr id="166923" name="Oval 11"/>
          <p:cNvSpPr>
            <a:spLocks noChangeArrowheads="1"/>
          </p:cNvSpPr>
          <p:nvPr/>
        </p:nvSpPr>
        <p:spPr bwMode="auto">
          <a:xfrm>
            <a:off x="4572000" y="1981200"/>
            <a:ext cx="4572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E</a:t>
            </a:r>
            <a:endParaRPr kumimoji="1" lang="en-US" altLang="zh-CN" sz="2400">
              <a:latin typeface="Times New Roman" charset="0"/>
            </a:endParaRPr>
          </a:p>
        </p:txBody>
      </p:sp>
      <p:sp>
        <p:nvSpPr>
          <p:cNvPr id="166924" name="Oval 12"/>
          <p:cNvSpPr>
            <a:spLocks noChangeArrowheads="1"/>
          </p:cNvSpPr>
          <p:nvPr/>
        </p:nvSpPr>
        <p:spPr bwMode="auto">
          <a:xfrm>
            <a:off x="5638800" y="19812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F</a:t>
            </a:r>
            <a:endParaRPr kumimoji="1" lang="en-US" altLang="zh-CN" sz="2400">
              <a:latin typeface="Times New Roman" charset="0"/>
            </a:endParaRPr>
          </a:p>
        </p:txBody>
      </p:sp>
      <p:sp>
        <p:nvSpPr>
          <p:cNvPr id="166925" name="Oval 13"/>
          <p:cNvSpPr>
            <a:spLocks noChangeArrowheads="1"/>
          </p:cNvSpPr>
          <p:nvPr/>
        </p:nvSpPr>
        <p:spPr bwMode="auto">
          <a:xfrm>
            <a:off x="6400800" y="19812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6600CC"/>
                </a:solidFill>
                <a:latin typeface="Times New Roman" charset="0"/>
              </a:rPr>
              <a:t>G</a:t>
            </a:r>
            <a:endParaRPr kumimoji="1" lang="en-US" altLang="zh-CN" sz="2400">
              <a:latin typeface="Times New Roman" charset="0"/>
            </a:endParaRPr>
          </a:p>
        </p:txBody>
      </p:sp>
      <p:sp>
        <p:nvSpPr>
          <p:cNvPr id="166926" name="Oval 14"/>
          <p:cNvSpPr>
            <a:spLocks noChangeArrowheads="1"/>
          </p:cNvSpPr>
          <p:nvPr/>
        </p:nvSpPr>
        <p:spPr bwMode="auto">
          <a:xfrm>
            <a:off x="7086600" y="19812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H</a:t>
            </a:r>
            <a:endParaRPr kumimoji="1" lang="en-US" altLang="zh-CN" sz="2400">
              <a:latin typeface="Times New Roman" charset="0"/>
            </a:endParaRPr>
          </a:p>
        </p:txBody>
      </p:sp>
      <p:sp>
        <p:nvSpPr>
          <p:cNvPr id="166927" name="Oval 15"/>
          <p:cNvSpPr>
            <a:spLocks noChangeArrowheads="1"/>
          </p:cNvSpPr>
          <p:nvPr/>
        </p:nvSpPr>
        <p:spPr bwMode="auto">
          <a:xfrm>
            <a:off x="7772400" y="19812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I</a:t>
            </a:r>
            <a:endParaRPr kumimoji="1" lang="en-US" altLang="zh-CN" sz="2400">
              <a:latin typeface="Times New Roman" charset="0"/>
            </a:endParaRPr>
          </a:p>
        </p:txBody>
      </p:sp>
      <p:sp>
        <p:nvSpPr>
          <p:cNvPr id="166928" name="Oval 16"/>
          <p:cNvSpPr>
            <a:spLocks noChangeArrowheads="1"/>
          </p:cNvSpPr>
          <p:nvPr/>
        </p:nvSpPr>
        <p:spPr bwMode="auto">
          <a:xfrm>
            <a:off x="8458200" y="1981200"/>
            <a:ext cx="4572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J</a:t>
            </a:r>
            <a:endParaRPr kumimoji="1" lang="en-US" altLang="zh-CN" sz="2400">
              <a:latin typeface="Times New Roman" charset="0"/>
            </a:endParaRPr>
          </a:p>
        </p:txBody>
      </p:sp>
      <p:sp>
        <p:nvSpPr>
          <p:cNvPr id="166929" name="Oval 17"/>
          <p:cNvSpPr>
            <a:spLocks noChangeArrowheads="1"/>
          </p:cNvSpPr>
          <p:nvPr/>
        </p:nvSpPr>
        <p:spPr bwMode="auto">
          <a:xfrm>
            <a:off x="8458200" y="26670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chemeClr val="bg2"/>
                </a:solidFill>
                <a:latin typeface="Times New Roman" charset="0"/>
              </a:rPr>
              <a:t>M</a:t>
            </a:r>
            <a:endParaRPr kumimoji="1" lang="en-US" altLang="zh-CN" sz="2400">
              <a:latin typeface="Times New Roman" charset="0"/>
            </a:endParaRPr>
          </a:p>
        </p:txBody>
      </p:sp>
      <p:sp>
        <p:nvSpPr>
          <p:cNvPr id="166930" name="Oval 18"/>
          <p:cNvSpPr>
            <a:spLocks noChangeArrowheads="1"/>
          </p:cNvSpPr>
          <p:nvPr/>
        </p:nvSpPr>
        <p:spPr bwMode="auto">
          <a:xfrm>
            <a:off x="5105400" y="26670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K</a:t>
            </a:r>
            <a:endParaRPr kumimoji="1" lang="en-US" altLang="zh-CN" sz="2400">
              <a:latin typeface="Times New Roman" charset="0"/>
            </a:endParaRPr>
          </a:p>
        </p:txBody>
      </p:sp>
      <p:sp>
        <p:nvSpPr>
          <p:cNvPr id="166931" name="Oval 19"/>
          <p:cNvSpPr>
            <a:spLocks noChangeArrowheads="1"/>
          </p:cNvSpPr>
          <p:nvPr/>
        </p:nvSpPr>
        <p:spPr bwMode="auto">
          <a:xfrm>
            <a:off x="6096000" y="2667000"/>
            <a:ext cx="533400" cy="3048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9C4E00"/>
                </a:solidFill>
                <a:latin typeface="Times New Roman" charset="0"/>
              </a:rPr>
              <a:t>L</a:t>
            </a:r>
            <a:endParaRPr kumimoji="1" lang="en-US" altLang="zh-CN" sz="2400">
              <a:latin typeface="Times New Roman" charset="0"/>
            </a:endParaRPr>
          </a:p>
        </p:txBody>
      </p:sp>
      <p:sp>
        <p:nvSpPr>
          <p:cNvPr id="166932" name="Line 20"/>
          <p:cNvSpPr>
            <a:spLocks noChangeShapeType="1"/>
          </p:cNvSpPr>
          <p:nvPr/>
        </p:nvSpPr>
        <p:spPr bwMode="auto">
          <a:xfrm flipH="1">
            <a:off x="4800600" y="1447800"/>
            <a:ext cx="3810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3" name="Line 21"/>
          <p:cNvSpPr>
            <a:spLocks noChangeShapeType="1"/>
          </p:cNvSpPr>
          <p:nvPr/>
        </p:nvSpPr>
        <p:spPr bwMode="auto">
          <a:xfrm>
            <a:off x="5638800" y="1447800"/>
            <a:ext cx="2286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4" name="Line 22"/>
          <p:cNvSpPr>
            <a:spLocks noChangeShapeType="1"/>
          </p:cNvSpPr>
          <p:nvPr/>
        </p:nvSpPr>
        <p:spPr bwMode="auto">
          <a:xfrm flipH="1">
            <a:off x="5334000" y="2133600"/>
            <a:ext cx="3048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5" name="Line 23"/>
          <p:cNvSpPr>
            <a:spLocks noChangeShapeType="1"/>
          </p:cNvSpPr>
          <p:nvPr/>
        </p:nvSpPr>
        <p:spPr bwMode="auto">
          <a:xfrm>
            <a:off x="6172200" y="2133600"/>
            <a:ext cx="1524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6" name="Line 24"/>
          <p:cNvSpPr>
            <a:spLocks noChangeShapeType="1"/>
          </p:cNvSpPr>
          <p:nvPr/>
        </p:nvSpPr>
        <p:spPr bwMode="auto">
          <a:xfrm>
            <a:off x="6629400" y="16002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7" name="Line 25"/>
          <p:cNvSpPr>
            <a:spLocks noChangeShapeType="1"/>
          </p:cNvSpPr>
          <p:nvPr/>
        </p:nvSpPr>
        <p:spPr bwMode="auto">
          <a:xfrm flipH="1">
            <a:off x="7315200" y="1371600"/>
            <a:ext cx="457200" cy="6096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8" name="Line 26"/>
          <p:cNvSpPr>
            <a:spLocks noChangeShapeType="1"/>
          </p:cNvSpPr>
          <p:nvPr/>
        </p:nvSpPr>
        <p:spPr bwMode="auto">
          <a:xfrm flipH="1">
            <a:off x="8077200" y="16002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39" name="Line 27"/>
          <p:cNvSpPr>
            <a:spLocks noChangeShapeType="1"/>
          </p:cNvSpPr>
          <p:nvPr/>
        </p:nvSpPr>
        <p:spPr bwMode="auto">
          <a:xfrm>
            <a:off x="8305800" y="1447800"/>
            <a:ext cx="381000" cy="5334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40" name="Line 28"/>
          <p:cNvSpPr>
            <a:spLocks noChangeShapeType="1"/>
          </p:cNvSpPr>
          <p:nvPr/>
        </p:nvSpPr>
        <p:spPr bwMode="auto">
          <a:xfrm>
            <a:off x="8686800" y="2286000"/>
            <a:ext cx="0" cy="381000"/>
          </a:xfrm>
          <a:prstGeom prst="line">
            <a:avLst/>
          </a:prstGeom>
          <a:noFill/>
          <a:ln w="28575"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41" name="AutoShape 29"/>
          <p:cNvSpPr>
            <a:spLocks noChangeArrowheads="1"/>
          </p:cNvSpPr>
          <p:nvPr/>
        </p:nvSpPr>
        <p:spPr bwMode="auto">
          <a:xfrm>
            <a:off x="4648200" y="76200"/>
            <a:ext cx="533400" cy="381000"/>
          </a:xfrm>
          <a:prstGeom prst="wedgeRoundRectCallout">
            <a:avLst>
              <a:gd name="adj1" fmla="val 110713"/>
              <a:gd name="adj2" fmla="val 182500"/>
              <a:gd name="adj3" fmla="val 16667"/>
            </a:avLst>
          </a:prstGeom>
          <a:solidFill>
            <a:srgbClr val="CAF2CE"/>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800" b="1">
                <a:solidFill>
                  <a:srgbClr val="005400"/>
                </a:solidFill>
                <a:latin typeface="Times New Roman" charset="0"/>
              </a:rPr>
              <a:t>F</a:t>
            </a:r>
            <a:endParaRPr kumimoji="1" lang="en-US" altLang="zh-CN" sz="2400">
              <a:latin typeface="Times New Roman" charset="0"/>
            </a:endParaRPr>
          </a:p>
        </p:txBody>
      </p:sp>
      <p:sp>
        <p:nvSpPr>
          <p:cNvPr id="166942" name="Line 30"/>
          <p:cNvSpPr>
            <a:spLocks noChangeShapeType="1"/>
          </p:cNvSpPr>
          <p:nvPr/>
        </p:nvSpPr>
        <p:spPr bwMode="auto">
          <a:xfrm flipH="1">
            <a:off x="5410200" y="609600"/>
            <a:ext cx="990600" cy="6858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43" name="Line 31"/>
          <p:cNvSpPr>
            <a:spLocks noChangeShapeType="1"/>
          </p:cNvSpPr>
          <p:nvPr/>
        </p:nvSpPr>
        <p:spPr bwMode="auto">
          <a:xfrm>
            <a:off x="6629400" y="762000"/>
            <a:ext cx="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6944" name="Line 32"/>
          <p:cNvSpPr>
            <a:spLocks noChangeShapeType="1"/>
          </p:cNvSpPr>
          <p:nvPr/>
        </p:nvSpPr>
        <p:spPr bwMode="auto">
          <a:xfrm>
            <a:off x="6934200" y="685800"/>
            <a:ext cx="1143000" cy="6096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022857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 calcmode="lin" valueType="num">
                                      <p:cBhvr additive="base">
                                        <p:cTn id="7" dur="500" fill="hold"/>
                                        <p:tgtEl>
                                          <p:spTgt spid="166916"/>
                                        </p:tgtEl>
                                        <p:attrNameLst>
                                          <p:attrName>ppt_x</p:attrName>
                                        </p:attrNameLst>
                                      </p:cBhvr>
                                      <p:tavLst>
                                        <p:tav tm="0">
                                          <p:val>
                                            <p:strVal val="0-#ppt_w/2"/>
                                          </p:val>
                                        </p:tav>
                                        <p:tav tm="100000">
                                          <p:val>
                                            <p:strVal val="#ppt_x"/>
                                          </p:val>
                                        </p:tav>
                                      </p:tavLst>
                                    </p:anim>
                                    <p:anim calcmode="lin" valueType="num">
                                      <p:cBhvr additive="base">
                                        <p:cTn id="8" dur="500" fill="hold"/>
                                        <p:tgtEl>
                                          <p:spTgt spid="1669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6920"/>
                                        </p:tgtEl>
                                        <p:attrNameLst>
                                          <p:attrName>style.visibility</p:attrName>
                                        </p:attrNameLst>
                                      </p:cBhvr>
                                      <p:to>
                                        <p:strVal val="visible"/>
                                      </p:to>
                                    </p:set>
                                    <p:animEffect transition="in" filter="dissolve">
                                      <p:cBhvr>
                                        <p:cTn id="13" dur="500"/>
                                        <p:tgtEl>
                                          <p:spTgt spid="166920"/>
                                        </p:tgtEl>
                                      </p:cBhvr>
                                    </p:animEffect>
                                  </p:childTnLst>
                                </p:cTn>
                              </p:par>
                            </p:childTnLst>
                          </p:cTn>
                        </p:par>
                        <p:par>
                          <p:cTn id="14" fill="hold" nodeType="afterGroup">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166921"/>
                                        </p:tgtEl>
                                        <p:attrNameLst>
                                          <p:attrName>style.visibility</p:attrName>
                                        </p:attrNameLst>
                                      </p:cBhvr>
                                      <p:to>
                                        <p:strVal val="visible"/>
                                      </p:to>
                                    </p:set>
                                    <p:animEffect transition="in" filter="dissolve">
                                      <p:cBhvr>
                                        <p:cTn id="17" dur="500"/>
                                        <p:tgtEl>
                                          <p:spTgt spid="166921"/>
                                        </p:tgtEl>
                                      </p:cBhvr>
                                    </p:animEffect>
                                  </p:childTnLst>
                                </p:cTn>
                              </p:par>
                            </p:childTnLst>
                          </p:cTn>
                        </p:par>
                        <p:par>
                          <p:cTn id="18" fill="hold" nodeType="afterGroup">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166922"/>
                                        </p:tgtEl>
                                        <p:attrNameLst>
                                          <p:attrName>style.visibility</p:attrName>
                                        </p:attrNameLst>
                                      </p:cBhvr>
                                      <p:to>
                                        <p:strVal val="visible"/>
                                      </p:to>
                                    </p:set>
                                    <p:animEffect transition="in" filter="dissolve">
                                      <p:cBhvr>
                                        <p:cTn id="21" dur="500"/>
                                        <p:tgtEl>
                                          <p:spTgt spid="166922"/>
                                        </p:tgtEl>
                                      </p:cBhvr>
                                    </p:animEffect>
                                  </p:childTnLst>
                                </p:cTn>
                              </p:par>
                            </p:childTnLst>
                          </p:cTn>
                        </p:par>
                        <p:par>
                          <p:cTn id="22" fill="hold" nodeType="afterGroup">
                            <p:stCondLst>
                              <p:cond delay="1500"/>
                            </p:stCondLst>
                            <p:childTnLst>
                              <p:par>
                                <p:cTn id="23" presetID="9" presetClass="entr" presetSubtype="0" fill="hold" grpId="0" nodeType="afterEffect">
                                  <p:stCondLst>
                                    <p:cond delay="0"/>
                                  </p:stCondLst>
                                  <p:childTnLst>
                                    <p:set>
                                      <p:cBhvr>
                                        <p:cTn id="24" dur="1" fill="hold">
                                          <p:stCondLst>
                                            <p:cond delay="0"/>
                                          </p:stCondLst>
                                        </p:cTn>
                                        <p:tgtEl>
                                          <p:spTgt spid="166923"/>
                                        </p:tgtEl>
                                        <p:attrNameLst>
                                          <p:attrName>style.visibility</p:attrName>
                                        </p:attrNameLst>
                                      </p:cBhvr>
                                      <p:to>
                                        <p:strVal val="visible"/>
                                      </p:to>
                                    </p:set>
                                    <p:animEffect transition="in" filter="dissolve">
                                      <p:cBhvr>
                                        <p:cTn id="25" dur="500"/>
                                        <p:tgtEl>
                                          <p:spTgt spid="166923"/>
                                        </p:tgtEl>
                                      </p:cBhvr>
                                    </p:animEffect>
                                  </p:childTnLst>
                                </p:cTn>
                              </p:par>
                            </p:childTnLst>
                          </p:cTn>
                        </p:par>
                        <p:par>
                          <p:cTn id="26" fill="hold" nodeType="afterGroup">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166924"/>
                                        </p:tgtEl>
                                        <p:attrNameLst>
                                          <p:attrName>style.visibility</p:attrName>
                                        </p:attrNameLst>
                                      </p:cBhvr>
                                      <p:to>
                                        <p:strVal val="visible"/>
                                      </p:to>
                                    </p:set>
                                    <p:animEffect transition="in" filter="dissolve">
                                      <p:cBhvr>
                                        <p:cTn id="29" dur="500"/>
                                        <p:tgtEl>
                                          <p:spTgt spid="166924"/>
                                        </p:tgtEl>
                                      </p:cBhvr>
                                    </p:animEffect>
                                  </p:childTnLst>
                                </p:cTn>
                              </p:par>
                            </p:childTnLst>
                          </p:cTn>
                        </p:par>
                        <p:par>
                          <p:cTn id="30" fill="hold" nodeType="afterGroup">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166925"/>
                                        </p:tgtEl>
                                        <p:attrNameLst>
                                          <p:attrName>style.visibility</p:attrName>
                                        </p:attrNameLst>
                                      </p:cBhvr>
                                      <p:to>
                                        <p:strVal val="visible"/>
                                      </p:to>
                                    </p:set>
                                    <p:animEffect transition="in" filter="dissolve">
                                      <p:cBhvr>
                                        <p:cTn id="33" dur="500"/>
                                        <p:tgtEl>
                                          <p:spTgt spid="166925"/>
                                        </p:tgtEl>
                                      </p:cBhvr>
                                    </p:animEffect>
                                  </p:childTnLst>
                                </p:cTn>
                              </p:par>
                            </p:childTnLst>
                          </p:cTn>
                        </p:par>
                        <p:par>
                          <p:cTn id="34" fill="hold" nodeType="afterGroup">
                            <p:stCondLst>
                              <p:cond delay="3000"/>
                            </p:stCondLst>
                            <p:childTnLst>
                              <p:par>
                                <p:cTn id="35" presetID="9" presetClass="entr" presetSubtype="0" fill="hold" grpId="0" nodeType="afterEffect">
                                  <p:stCondLst>
                                    <p:cond delay="0"/>
                                  </p:stCondLst>
                                  <p:childTnLst>
                                    <p:set>
                                      <p:cBhvr>
                                        <p:cTn id="36" dur="1" fill="hold">
                                          <p:stCondLst>
                                            <p:cond delay="0"/>
                                          </p:stCondLst>
                                        </p:cTn>
                                        <p:tgtEl>
                                          <p:spTgt spid="166926"/>
                                        </p:tgtEl>
                                        <p:attrNameLst>
                                          <p:attrName>style.visibility</p:attrName>
                                        </p:attrNameLst>
                                      </p:cBhvr>
                                      <p:to>
                                        <p:strVal val="visible"/>
                                      </p:to>
                                    </p:set>
                                    <p:animEffect transition="in" filter="dissolve">
                                      <p:cBhvr>
                                        <p:cTn id="37" dur="500"/>
                                        <p:tgtEl>
                                          <p:spTgt spid="166926"/>
                                        </p:tgtEl>
                                      </p:cBhvr>
                                    </p:animEffect>
                                  </p:childTnLst>
                                </p:cTn>
                              </p:par>
                            </p:childTnLst>
                          </p:cTn>
                        </p:par>
                        <p:par>
                          <p:cTn id="38" fill="hold" nodeType="afterGroup">
                            <p:stCondLst>
                              <p:cond delay="3500"/>
                            </p:stCondLst>
                            <p:childTnLst>
                              <p:par>
                                <p:cTn id="39" presetID="9" presetClass="entr" presetSubtype="0" fill="hold" grpId="0" nodeType="afterEffect">
                                  <p:stCondLst>
                                    <p:cond delay="0"/>
                                  </p:stCondLst>
                                  <p:childTnLst>
                                    <p:set>
                                      <p:cBhvr>
                                        <p:cTn id="40" dur="1" fill="hold">
                                          <p:stCondLst>
                                            <p:cond delay="0"/>
                                          </p:stCondLst>
                                        </p:cTn>
                                        <p:tgtEl>
                                          <p:spTgt spid="166927"/>
                                        </p:tgtEl>
                                        <p:attrNameLst>
                                          <p:attrName>style.visibility</p:attrName>
                                        </p:attrNameLst>
                                      </p:cBhvr>
                                      <p:to>
                                        <p:strVal val="visible"/>
                                      </p:to>
                                    </p:set>
                                    <p:animEffect transition="in" filter="dissolve">
                                      <p:cBhvr>
                                        <p:cTn id="41" dur="500"/>
                                        <p:tgtEl>
                                          <p:spTgt spid="166927"/>
                                        </p:tgtEl>
                                      </p:cBhvr>
                                    </p:animEffect>
                                  </p:childTnLst>
                                </p:cTn>
                              </p:par>
                            </p:childTnLst>
                          </p:cTn>
                        </p:par>
                        <p:par>
                          <p:cTn id="42" fill="hold" nodeType="afterGroup">
                            <p:stCondLst>
                              <p:cond delay="4000"/>
                            </p:stCondLst>
                            <p:childTnLst>
                              <p:par>
                                <p:cTn id="43" presetID="9" presetClass="entr" presetSubtype="0" fill="hold" grpId="0" nodeType="afterEffect">
                                  <p:stCondLst>
                                    <p:cond delay="0"/>
                                  </p:stCondLst>
                                  <p:childTnLst>
                                    <p:set>
                                      <p:cBhvr>
                                        <p:cTn id="44" dur="1" fill="hold">
                                          <p:stCondLst>
                                            <p:cond delay="0"/>
                                          </p:stCondLst>
                                        </p:cTn>
                                        <p:tgtEl>
                                          <p:spTgt spid="166928"/>
                                        </p:tgtEl>
                                        <p:attrNameLst>
                                          <p:attrName>style.visibility</p:attrName>
                                        </p:attrNameLst>
                                      </p:cBhvr>
                                      <p:to>
                                        <p:strVal val="visible"/>
                                      </p:to>
                                    </p:set>
                                    <p:animEffect transition="in" filter="dissolve">
                                      <p:cBhvr>
                                        <p:cTn id="45" dur="500"/>
                                        <p:tgtEl>
                                          <p:spTgt spid="166928"/>
                                        </p:tgtEl>
                                      </p:cBhvr>
                                    </p:animEffect>
                                  </p:childTnLst>
                                </p:cTn>
                              </p:par>
                            </p:childTnLst>
                          </p:cTn>
                        </p:par>
                        <p:par>
                          <p:cTn id="46" fill="hold" nodeType="afterGroup">
                            <p:stCondLst>
                              <p:cond delay="4500"/>
                            </p:stCondLst>
                            <p:childTnLst>
                              <p:par>
                                <p:cTn id="47" presetID="9" presetClass="entr" presetSubtype="0" fill="hold" grpId="0" nodeType="afterEffect">
                                  <p:stCondLst>
                                    <p:cond delay="0"/>
                                  </p:stCondLst>
                                  <p:childTnLst>
                                    <p:set>
                                      <p:cBhvr>
                                        <p:cTn id="48" dur="1" fill="hold">
                                          <p:stCondLst>
                                            <p:cond delay="0"/>
                                          </p:stCondLst>
                                        </p:cTn>
                                        <p:tgtEl>
                                          <p:spTgt spid="166930"/>
                                        </p:tgtEl>
                                        <p:attrNameLst>
                                          <p:attrName>style.visibility</p:attrName>
                                        </p:attrNameLst>
                                      </p:cBhvr>
                                      <p:to>
                                        <p:strVal val="visible"/>
                                      </p:to>
                                    </p:set>
                                    <p:animEffect transition="in" filter="dissolve">
                                      <p:cBhvr>
                                        <p:cTn id="49" dur="500"/>
                                        <p:tgtEl>
                                          <p:spTgt spid="166930"/>
                                        </p:tgtEl>
                                      </p:cBhvr>
                                    </p:animEffect>
                                  </p:childTnLst>
                                </p:cTn>
                              </p:par>
                            </p:childTnLst>
                          </p:cTn>
                        </p:par>
                        <p:par>
                          <p:cTn id="50" fill="hold" nodeType="afterGroup">
                            <p:stCondLst>
                              <p:cond delay="5000"/>
                            </p:stCondLst>
                            <p:childTnLst>
                              <p:par>
                                <p:cTn id="51" presetID="9" presetClass="entr" presetSubtype="0" fill="hold" grpId="0" nodeType="afterEffect">
                                  <p:stCondLst>
                                    <p:cond delay="0"/>
                                  </p:stCondLst>
                                  <p:childTnLst>
                                    <p:set>
                                      <p:cBhvr>
                                        <p:cTn id="52" dur="1" fill="hold">
                                          <p:stCondLst>
                                            <p:cond delay="0"/>
                                          </p:stCondLst>
                                        </p:cTn>
                                        <p:tgtEl>
                                          <p:spTgt spid="166931"/>
                                        </p:tgtEl>
                                        <p:attrNameLst>
                                          <p:attrName>style.visibility</p:attrName>
                                        </p:attrNameLst>
                                      </p:cBhvr>
                                      <p:to>
                                        <p:strVal val="visible"/>
                                      </p:to>
                                    </p:set>
                                    <p:animEffect transition="in" filter="dissolve">
                                      <p:cBhvr>
                                        <p:cTn id="53" dur="500"/>
                                        <p:tgtEl>
                                          <p:spTgt spid="166931"/>
                                        </p:tgtEl>
                                      </p:cBhvr>
                                    </p:animEffect>
                                  </p:childTnLst>
                                </p:cTn>
                              </p:par>
                            </p:childTnLst>
                          </p:cTn>
                        </p:par>
                        <p:par>
                          <p:cTn id="54" fill="hold" nodeType="afterGroup">
                            <p:stCondLst>
                              <p:cond delay="5500"/>
                            </p:stCondLst>
                            <p:childTnLst>
                              <p:par>
                                <p:cTn id="55" presetID="9" presetClass="entr" presetSubtype="0" fill="hold" grpId="0" nodeType="afterEffect">
                                  <p:stCondLst>
                                    <p:cond delay="0"/>
                                  </p:stCondLst>
                                  <p:childTnLst>
                                    <p:set>
                                      <p:cBhvr>
                                        <p:cTn id="56" dur="1" fill="hold">
                                          <p:stCondLst>
                                            <p:cond delay="0"/>
                                          </p:stCondLst>
                                        </p:cTn>
                                        <p:tgtEl>
                                          <p:spTgt spid="166929"/>
                                        </p:tgtEl>
                                        <p:attrNameLst>
                                          <p:attrName>style.visibility</p:attrName>
                                        </p:attrNameLst>
                                      </p:cBhvr>
                                      <p:to>
                                        <p:strVal val="visible"/>
                                      </p:to>
                                    </p:set>
                                    <p:animEffect transition="in" filter="dissolve">
                                      <p:cBhvr>
                                        <p:cTn id="57" dur="500"/>
                                        <p:tgtEl>
                                          <p:spTgt spid="166929"/>
                                        </p:tgtEl>
                                      </p:cBhvr>
                                    </p:animEffect>
                                  </p:childTnLst>
                                </p:cTn>
                              </p:par>
                            </p:childTnLst>
                          </p:cTn>
                        </p:par>
                        <p:par>
                          <p:cTn id="58" fill="hold" nodeType="afterGroup">
                            <p:stCondLst>
                              <p:cond delay="6000"/>
                            </p:stCondLst>
                            <p:childTnLst>
                              <p:par>
                                <p:cTn id="59" presetID="17" presetClass="entr" presetSubtype="1" fill="hold" grpId="0" nodeType="afterEffect">
                                  <p:stCondLst>
                                    <p:cond delay="0"/>
                                  </p:stCondLst>
                                  <p:childTnLst>
                                    <p:set>
                                      <p:cBhvr>
                                        <p:cTn id="60" dur="1" fill="hold">
                                          <p:stCondLst>
                                            <p:cond delay="0"/>
                                          </p:stCondLst>
                                        </p:cTn>
                                        <p:tgtEl>
                                          <p:spTgt spid="166932"/>
                                        </p:tgtEl>
                                        <p:attrNameLst>
                                          <p:attrName>style.visibility</p:attrName>
                                        </p:attrNameLst>
                                      </p:cBhvr>
                                      <p:to>
                                        <p:strVal val="visible"/>
                                      </p:to>
                                    </p:set>
                                    <p:anim calcmode="lin" valueType="num">
                                      <p:cBhvr>
                                        <p:cTn id="61" dur="500" fill="hold"/>
                                        <p:tgtEl>
                                          <p:spTgt spid="166932"/>
                                        </p:tgtEl>
                                        <p:attrNameLst>
                                          <p:attrName>ppt_x</p:attrName>
                                        </p:attrNameLst>
                                      </p:cBhvr>
                                      <p:tavLst>
                                        <p:tav tm="0">
                                          <p:val>
                                            <p:strVal val="#ppt_x"/>
                                          </p:val>
                                        </p:tav>
                                        <p:tav tm="100000">
                                          <p:val>
                                            <p:strVal val="#ppt_x"/>
                                          </p:val>
                                        </p:tav>
                                      </p:tavLst>
                                    </p:anim>
                                    <p:anim calcmode="lin" valueType="num">
                                      <p:cBhvr>
                                        <p:cTn id="62" dur="500" fill="hold"/>
                                        <p:tgtEl>
                                          <p:spTgt spid="166932"/>
                                        </p:tgtEl>
                                        <p:attrNameLst>
                                          <p:attrName>ppt_y</p:attrName>
                                        </p:attrNameLst>
                                      </p:cBhvr>
                                      <p:tavLst>
                                        <p:tav tm="0">
                                          <p:val>
                                            <p:strVal val="#ppt_y-#ppt_h/2"/>
                                          </p:val>
                                        </p:tav>
                                        <p:tav tm="100000">
                                          <p:val>
                                            <p:strVal val="#ppt_y"/>
                                          </p:val>
                                        </p:tav>
                                      </p:tavLst>
                                    </p:anim>
                                    <p:anim calcmode="lin" valueType="num">
                                      <p:cBhvr>
                                        <p:cTn id="63" dur="500" fill="hold"/>
                                        <p:tgtEl>
                                          <p:spTgt spid="166932"/>
                                        </p:tgtEl>
                                        <p:attrNameLst>
                                          <p:attrName>ppt_w</p:attrName>
                                        </p:attrNameLst>
                                      </p:cBhvr>
                                      <p:tavLst>
                                        <p:tav tm="0">
                                          <p:val>
                                            <p:strVal val="#ppt_w"/>
                                          </p:val>
                                        </p:tav>
                                        <p:tav tm="100000">
                                          <p:val>
                                            <p:strVal val="#ppt_w"/>
                                          </p:val>
                                        </p:tav>
                                      </p:tavLst>
                                    </p:anim>
                                    <p:anim calcmode="lin" valueType="num">
                                      <p:cBhvr>
                                        <p:cTn id="64" dur="500" fill="hold"/>
                                        <p:tgtEl>
                                          <p:spTgt spid="166932"/>
                                        </p:tgtEl>
                                        <p:attrNameLst>
                                          <p:attrName>ppt_h</p:attrName>
                                        </p:attrNameLst>
                                      </p:cBhvr>
                                      <p:tavLst>
                                        <p:tav tm="0">
                                          <p:val>
                                            <p:fltVal val="0"/>
                                          </p:val>
                                        </p:tav>
                                        <p:tav tm="100000">
                                          <p:val>
                                            <p:strVal val="#ppt_h"/>
                                          </p:val>
                                        </p:tav>
                                      </p:tavLst>
                                    </p:anim>
                                  </p:childTnLst>
                                </p:cTn>
                              </p:par>
                            </p:childTnLst>
                          </p:cTn>
                        </p:par>
                        <p:par>
                          <p:cTn id="65" fill="hold" nodeType="afterGroup">
                            <p:stCondLst>
                              <p:cond delay="6500"/>
                            </p:stCondLst>
                            <p:childTnLst>
                              <p:par>
                                <p:cTn id="66" presetID="17" presetClass="entr" presetSubtype="1" fill="hold" grpId="0" nodeType="afterEffect">
                                  <p:stCondLst>
                                    <p:cond delay="0"/>
                                  </p:stCondLst>
                                  <p:childTnLst>
                                    <p:set>
                                      <p:cBhvr>
                                        <p:cTn id="67" dur="1" fill="hold">
                                          <p:stCondLst>
                                            <p:cond delay="0"/>
                                          </p:stCondLst>
                                        </p:cTn>
                                        <p:tgtEl>
                                          <p:spTgt spid="166933"/>
                                        </p:tgtEl>
                                        <p:attrNameLst>
                                          <p:attrName>style.visibility</p:attrName>
                                        </p:attrNameLst>
                                      </p:cBhvr>
                                      <p:to>
                                        <p:strVal val="visible"/>
                                      </p:to>
                                    </p:set>
                                    <p:anim calcmode="lin" valueType="num">
                                      <p:cBhvr>
                                        <p:cTn id="68" dur="500" fill="hold"/>
                                        <p:tgtEl>
                                          <p:spTgt spid="166933"/>
                                        </p:tgtEl>
                                        <p:attrNameLst>
                                          <p:attrName>ppt_x</p:attrName>
                                        </p:attrNameLst>
                                      </p:cBhvr>
                                      <p:tavLst>
                                        <p:tav tm="0">
                                          <p:val>
                                            <p:strVal val="#ppt_x"/>
                                          </p:val>
                                        </p:tav>
                                        <p:tav tm="100000">
                                          <p:val>
                                            <p:strVal val="#ppt_x"/>
                                          </p:val>
                                        </p:tav>
                                      </p:tavLst>
                                    </p:anim>
                                    <p:anim calcmode="lin" valueType="num">
                                      <p:cBhvr>
                                        <p:cTn id="69" dur="500" fill="hold"/>
                                        <p:tgtEl>
                                          <p:spTgt spid="166933"/>
                                        </p:tgtEl>
                                        <p:attrNameLst>
                                          <p:attrName>ppt_y</p:attrName>
                                        </p:attrNameLst>
                                      </p:cBhvr>
                                      <p:tavLst>
                                        <p:tav tm="0">
                                          <p:val>
                                            <p:strVal val="#ppt_y-#ppt_h/2"/>
                                          </p:val>
                                        </p:tav>
                                        <p:tav tm="100000">
                                          <p:val>
                                            <p:strVal val="#ppt_y"/>
                                          </p:val>
                                        </p:tav>
                                      </p:tavLst>
                                    </p:anim>
                                    <p:anim calcmode="lin" valueType="num">
                                      <p:cBhvr>
                                        <p:cTn id="70" dur="500" fill="hold"/>
                                        <p:tgtEl>
                                          <p:spTgt spid="166933"/>
                                        </p:tgtEl>
                                        <p:attrNameLst>
                                          <p:attrName>ppt_w</p:attrName>
                                        </p:attrNameLst>
                                      </p:cBhvr>
                                      <p:tavLst>
                                        <p:tav tm="0">
                                          <p:val>
                                            <p:strVal val="#ppt_w"/>
                                          </p:val>
                                        </p:tav>
                                        <p:tav tm="100000">
                                          <p:val>
                                            <p:strVal val="#ppt_w"/>
                                          </p:val>
                                        </p:tav>
                                      </p:tavLst>
                                    </p:anim>
                                    <p:anim calcmode="lin" valueType="num">
                                      <p:cBhvr>
                                        <p:cTn id="71" dur="500" fill="hold"/>
                                        <p:tgtEl>
                                          <p:spTgt spid="166933"/>
                                        </p:tgtEl>
                                        <p:attrNameLst>
                                          <p:attrName>ppt_h</p:attrName>
                                        </p:attrNameLst>
                                      </p:cBhvr>
                                      <p:tavLst>
                                        <p:tav tm="0">
                                          <p:val>
                                            <p:fltVal val="0"/>
                                          </p:val>
                                        </p:tav>
                                        <p:tav tm="100000">
                                          <p:val>
                                            <p:strVal val="#ppt_h"/>
                                          </p:val>
                                        </p:tav>
                                      </p:tavLst>
                                    </p:anim>
                                  </p:childTnLst>
                                </p:cTn>
                              </p:par>
                            </p:childTnLst>
                          </p:cTn>
                        </p:par>
                        <p:par>
                          <p:cTn id="72" fill="hold" nodeType="afterGroup">
                            <p:stCondLst>
                              <p:cond delay="7000"/>
                            </p:stCondLst>
                            <p:childTnLst>
                              <p:par>
                                <p:cTn id="73" presetID="17" presetClass="entr" presetSubtype="1" fill="hold" grpId="0" nodeType="afterEffect">
                                  <p:stCondLst>
                                    <p:cond delay="0"/>
                                  </p:stCondLst>
                                  <p:childTnLst>
                                    <p:set>
                                      <p:cBhvr>
                                        <p:cTn id="74" dur="1" fill="hold">
                                          <p:stCondLst>
                                            <p:cond delay="0"/>
                                          </p:stCondLst>
                                        </p:cTn>
                                        <p:tgtEl>
                                          <p:spTgt spid="166934"/>
                                        </p:tgtEl>
                                        <p:attrNameLst>
                                          <p:attrName>style.visibility</p:attrName>
                                        </p:attrNameLst>
                                      </p:cBhvr>
                                      <p:to>
                                        <p:strVal val="visible"/>
                                      </p:to>
                                    </p:set>
                                    <p:anim calcmode="lin" valueType="num">
                                      <p:cBhvr>
                                        <p:cTn id="75" dur="500" fill="hold"/>
                                        <p:tgtEl>
                                          <p:spTgt spid="166934"/>
                                        </p:tgtEl>
                                        <p:attrNameLst>
                                          <p:attrName>ppt_x</p:attrName>
                                        </p:attrNameLst>
                                      </p:cBhvr>
                                      <p:tavLst>
                                        <p:tav tm="0">
                                          <p:val>
                                            <p:strVal val="#ppt_x"/>
                                          </p:val>
                                        </p:tav>
                                        <p:tav tm="100000">
                                          <p:val>
                                            <p:strVal val="#ppt_x"/>
                                          </p:val>
                                        </p:tav>
                                      </p:tavLst>
                                    </p:anim>
                                    <p:anim calcmode="lin" valueType="num">
                                      <p:cBhvr>
                                        <p:cTn id="76" dur="500" fill="hold"/>
                                        <p:tgtEl>
                                          <p:spTgt spid="166934"/>
                                        </p:tgtEl>
                                        <p:attrNameLst>
                                          <p:attrName>ppt_y</p:attrName>
                                        </p:attrNameLst>
                                      </p:cBhvr>
                                      <p:tavLst>
                                        <p:tav tm="0">
                                          <p:val>
                                            <p:strVal val="#ppt_y-#ppt_h/2"/>
                                          </p:val>
                                        </p:tav>
                                        <p:tav tm="100000">
                                          <p:val>
                                            <p:strVal val="#ppt_y"/>
                                          </p:val>
                                        </p:tav>
                                      </p:tavLst>
                                    </p:anim>
                                    <p:anim calcmode="lin" valueType="num">
                                      <p:cBhvr>
                                        <p:cTn id="77" dur="500" fill="hold"/>
                                        <p:tgtEl>
                                          <p:spTgt spid="166934"/>
                                        </p:tgtEl>
                                        <p:attrNameLst>
                                          <p:attrName>ppt_w</p:attrName>
                                        </p:attrNameLst>
                                      </p:cBhvr>
                                      <p:tavLst>
                                        <p:tav tm="0">
                                          <p:val>
                                            <p:strVal val="#ppt_w"/>
                                          </p:val>
                                        </p:tav>
                                        <p:tav tm="100000">
                                          <p:val>
                                            <p:strVal val="#ppt_w"/>
                                          </p:val>
                                        </p:tav>
                                      </p:tavLst>
                                    </p:anim>
                                    <p:anim calcmode="lin" valueType="num">
                                      <p:cBhvr>
                                        <p:cTn id="78" dur="500" fill="hold"/>
                                        <p:tgtEl>
                                          <p:spTgt spid="166934"/>
                                        </p:tgtEl>
                                        <p:attrNameLst>
                                          <p:attrName>ppt_h</p:attrName>
                                        </p:attrNameLst>
                                      </p:cBhvr>
                                      <p:tavLst>
                                        <p:tav tm="0">
                                          <p:val>
                                            <p:fltVal val="0"/>
                                          </p:val>
                                        </p:tav>
                                        <p:tav tm="100000">
                                          <p:val>
                                            <p:strVal val="#ppt_h"/>
                                          </p:val>
                                        </p:tav>
                                      </p:tavLst>
                                    </p:anim>
                                  </p:childTnLst>
                                </p:cTn>
                              </p:par>
                            </p:childTnLst>
                          </p:cTn>
                        </p:par>
                        <p:par>
                          <p:cTn id="79" fill="hold" nodeType="afterGroup">
                            <p:stCondLst>
                              <p:cond delay="7500"/>
                            </p:stCondLst>
                            <p:childTnLst>
                              <p:par>
                                <p:cTn id="80" presetID="17" presetClass="entr" presetSubtype="1" fill="hold" grpId="0" nodeType="afterEffect">
                                  <p:stCondLst>
                                    <p:cond delay="0"/>
                                  </p:stCondLst>
                                  <p:childTnLst>
                                    <p:set>
                                      <p:cBhvr>
                                        <p:cTn id="81" dur="1" fill="hold">
                                          <p:stCondLst>
                                            <p:cond delay="0"/>
                                          </p:stCondLst>
                                        </p:cTn>
                                        <p:tgtEl>
                                          <p:spTgt spid="166935"/>
                                        </p:tgtEl>
                                        <p:attrNameLst>
                                          <p:attrName>style.visibility</p:attrName>
                                        </p:attrNameLst>
                                      </p:cBhvr>
                                      <p:to>
                                        <p:strVal val="visible"/>
                                      </p:to>
                                    </p:set>
                                    <p:anim calcmode="lin" valueType="num">
                                      <p:cBhvr>
                                        <p:cTn id="82" dur="500" fill="hold"/>
                                        <p:tgtEl>
                                          <p:spTgt spid="166935"/>
                                        </p:tgtEl>
                                        <p:attrNameLst>
                                          <p:attrName>ppt_x</p:attrName>
                                        </p:attrNameLst>
                                      </p:cBhvr>
                                      <p:tavLst>
                                        <p:tav tm="0">
                                          <p:val>
                                            <p:strVal val="#ppt_x"/>
                                          </p:val>
                                        </p:tav>
                                        <p:tav tm="100000">
                                          <p:val>
                                            <p:strVal val="#ppt_x"/>
                                          </p:val>
                                        </p:tav>
                                      </p:tavLst>
                                    </p:anim>
                                    <p:anim calcmode="lin" valueType="num">
                                      <p:cBhvr>
                                        <p:cTn id="83" dur="500" fill="hold"/>
                                        <p:tgtEl>
                                          <p:spTgt spid="166935"/>
                                        </p:tgtEl>
                                        <p:attrNameLst>
                                          <p:attrName>ppt_y</p:attrName>
                                        </p:attrNameLst>
                                      </p:cBhvr>
                                      <p:tavLst>
                                        <p:tav tm="0">
                                          <p:val>
                                            <p:strVal val="#ppt_y-#ppt_h/2"/>
                                          </p:val>
                                        </p:tav>
                                        <p:tav tm="100000">
                                          <p:val>
                                            <p:strVal val="#ppt_y"/>
                                          </p:val>
                                        </p:tav>
                                      </p:tavLst>
                                    </p:anim>
                                    <p:anim calcmode="lin" valueType="num">
                                      <p:cBhvr>
                                        <p:cTn id="84" dur="500" fill="hold"/>
                                        <p:tgtEl>
                                          <p:spTgt spid="166935"/>
                                        </p:tgtEl>
                                        <p:attrNameLst>
                                          <p:attrName>ppt_w</p:attrName>
                                        </p:attrNameLst>
                                      </p:cBhvr>
                                      <p:tavLst>
                                        <p:tav tm="0">
                                          <p:val>
                                            <p:strVal val="#ppt_w"/>
                                          </p:val>
                                        </p:tav>
                                        <p:tav tm="100000">
                                          <p:val>
                                            <p:strVal val="#ppt_w"/>
                                          </p:val>
                                        </p:tav>
                                      </p:tavLst>
                                    </p:anim>
                                    <p:anim calcmode="lin" valueType="num">
                                      <p:cBhvr>
                                        <p:cTn id="85" dur="500" fill="hold"/>
                                        <p:tgtEl>
                                          <p:spTgt spid="166935"/>
                                        </p:tgtEl>
                                        <p:attrNameLst>
                                          <p:attrName>ppt_h</p:attrName>
                                        </p:attrNameLst>
                                      </p:cBhvr>
                                      <p:tavLst>
                                        <p:tav tm="0">
                                          <p:val>
                                            <p:fltVal val="0"/>
                                          </p:val>
                                        </p:tav>
                                        <p:tav tm="100000">
                                          <p:val>
                                            <p:strVal val="#ppt_h"/>
                                          </p:val>
                                        </p:tav>
                                      </p:tavLst>
                                    </p:anim>
                                  </p:childTnLst>
                                </p:cTn>
                              </p:par>
                            </p:childTnLst>
                          </p:cTn>
                        </p:par>
                        <p:par>
                          <p:cTn id="86" fill="hold" nodeType="afterGroup">
                            <p:stCondLst>
                              <p:cond delay="8000"/>
                            </p:stCondLst>
                            <p:childTnLst>
                              <p:par>
                                <p:cTn id="87" presetID="17" presetClass="entr" presetSubtype="1" fill="hold" grpId="0" nodeType="afterEffect">
                                  <p:stCondLst>
                                    <p:cond delay="0"/>
                                  </p:stCondLst>
                                  <p:childTnLst>
                                    <p:set>
                                      <p:cBhvr>
                                        <p:cTn id="88" dur="1" fill="hold">
                                          <p:stCondLst>
                                            <p:cond delay="0"/>
                                          </p:stCondLst>
                                        </p:cTn>
                                        <p:tgtEl>
                                          <p:spTgt spid="166936"/>
                                        </p:tgtEl>
                                        <p:attrNameLst>
                                          <p:attrName>style.visibility</p:attrName>
                                        </p:attrNameLst>
                                      </p:cBhvr>
                                      <p:to>
                                        <p:strVal val="visible"/>
                                      </p:to>
                                    </p:set>
                                    <p:anim calcmode="lin" valueType="num">
                                      <p:cBhvr>
                                        <p:cTn id="89" dur="500" fill="hold"/>
                                        <p:tgtEl>
                                          <p:spTgt spid="166936"/>
                                        </p:tgtEl>
                                        <p:attrNameLst>
                                          <p:attrName>ppt_x</p:attrName>
                                        </p:attrNameLst>
                                      </p:cBhvr>
                                      <p:tavLst>
                                        <p:tav tm="0">
                                          <p:val>
                                            <p:strVal val="#ppt_x"/>
                                          </p:val>
                                        </p:tav>
                                        <p:tav tm="100000">
                                          <p:val>
                                            <p:strVal val="#ppt_x"/>
                                          </p:val>
                                        </p:tav>
                                      </p:tavLst>
                                    </p:anim>
                                    <p:anim calcmode="lin" valueType="num">
                                      <p:cBhvr>
                                        <p:cTn id="90" dur="500" fill="hold"/>
                                        <p:tgtEl>
                                          <p:spTgt spid="166936"/>
                                        </p:tgtEl>
                                        <p:attrNameLst>
                                          <p:attrName>ppt_y</p:attrName>
                                        </p:attrNameLst>
                                      </p:cBhvr>
                                      <p:tavLst>
                                        <p:tav tm="0">
                                          <p:val>
                                            <p:strVal val="#ppt_y-#ppt_h/2"/>
                                          </p:val>
                                        </p:tav>
                                        <p:tav tm="100000">
                                          <p:val>
                                            <p:strVal val="#ppt_y"/>
                                          </p:val>
                                        </p:tav>
                                      </p:tavLst>
                                    </p:anim>
                                    <p:anim calcmode="lin" valueType="num">
                                      <p:cBhvr>
                                        <p:cTn id="91" dur="500" fill="hold"/>
                                        <p:tgtEl>
                                          <p:spTgt spid="166936"/>
                                        </p:tgtEl>
                                        <p:attrNameLst>
                                          <p:attrName>ppt_w</p:attrName>
                                        </p:attrNameLst>
                                      </p:cBhvr>
                                      <p:tavLst>
                                        <p:tav tm="0">
                                          <p:val>
                                            <p:strVal val="#ppt_w"/>
                                          </p:val>
                                        </p:tav>
                                        <p:tav tm="100000">
                                          <p:val>
                                            <p:strVal val="#ppt_w"/>
                                          </p:val>
                                        </p:tav>
                                      </p:tavLst>
                                    </p:anim>
                                    <p:anim calcmode="lin" valueType="num">
                                      <p:cBhvr>
                                        <p:cTn id="92" dur="500" fill="hold"/>
                                        <p:tgtEl>
                                          <p:spTgt spid="166936"/>
                                        </p:tgtEl>
                                        <p:attrNameLst>
                                          <p:attrName>ppt_h</p:attrName>
                                        </p:attrNameLst>
                                      </p:cBhvr>
                                      <p:tavLst>
                                        <p:tav tm="0">
                                          <p:val>
                                            <p:fltVal val="0"/>
                                          </p:val>
                                        </p:tav>
                                        <p:tav tm="100000">
                                          <p:val>
                                            <p:strVal val="#ppt_h"/>
                                          </p:val>
                                        </p:tav>
                                      </p:tavLst>
                                    </p:anim>
                                  </p:childTnLst>
                                </p:cTn>
                              </p:par>
                            </p:childTnLst>
                          </p:cTn>
                        </p:par>
                        <p:par>
                          <p:cTn id="93" fill="hold" nodeType="afterGroup">
                            <p:stCondLst>
                              <p:cond delay="8500"/>
                            </p:stCondLst>
                            <p:childTnLst>
                              <p:par>
                                <p:cTn id="94" presetID="17" presetClass="entr" presetSubtype="1" fill="hold" grpId="0" nodeType="afterEffect">
                                  <p:stCondLst>
                                    <p:cond delay="0"/>
                                  </p:stCondLst>
                                  <p:childTnLst>
                                    <p:set>
                                      <p:cBhvr>
                                        <p:cTn id="95" dur="1" fill="hold">
                                          <p:stCondLst>
                                            <p:cond delay="0"/>
                                          </p:stCondLst>
                                        </p:cTn>
                                        <p:tgtEl>
                                          <p:spTgt spid="166937"/>
                                        </p:tgtEl>
                                        <p:attrNameLst>
                                          <p:attrName>style.visibility</p:attrName>
                                        </p:attrNameLst>
                                      </p:cBhvr>
                                      <p:to>
                                        <p:strVal val="visible"/>
                                      </p:to>
                                    </p:set>
                                    <p:anim calcmode="lin" valueType="num">
                                      <p:cBhvr>
                                        <p:cTn id="96" dur="500" fill="hold"/>
                                        <p:tgtEl>
                                          <p:spTgt spid="166937"/>
                                        </p:tgtEl>
                                        <p:attrNameLst>
                                          <p:attrName>ppt_x</p:attrName>
                                        </p:attrNameLst>
                                      </p:cBhvr>
                                      <p:tavLst>
                                        <p:tav tm="0">
                                          <p:val>
                                            <p:strVal val="#ppt_x"/>
                                          </p:val>
                                        </p:tav>
                                        <p:tav tm="100000">
                                          <p:val>
                                            <p:strVal val="#ppt_x"/>
                                          </p:val>
                                        </p:tav>
                                      </p:tavLst>
                                    </p:anim>
                                    <p:anim calcmode="lin" valueType="num">
                                      <p:cBhvr>
                                        <p:cTn id="97" dur="500" fill="hold"/>
                                        <p:tgtEl>
                                          <p:spTgt spid="166937"/>
                                        </p:tgtEl>
                                        <p:attrNameLst>
                                          <p:attrName>ppt_y</p:attrName>
                                        </p:attrNameLst>
                                      </p:cBhvr>
                                      <p:tavLst>
                                        <p:tav tm="0">
                                          <p:val>
                                            <p:strVal val="#ppt_y-#ppt_h/2"/>
                                          </p:val>
                                        </p:tav>
                                        <p:tav tm="100000">
                                          <p:val>
                                            <p:strVal val="#ppt_y"/>
                                          </p:val>
                                        </p:tav>
                                      </p:tavLst>
                                    </p:anim>
                                    <p:anim calcmode="lin" valueType="num">
                                      <p:cBhvr>
                                        <p:cTn id="98" dur="500" fill="hold"/>
                                        <p:tgtEl>
                                          <p:spTgt spid="166937"/>
                                        </p:tgtEl>
                                        <p:attrNameLst>
                                          <p:attrName>ppt_w</p:attrName>
                                        </p:attrNameLst>
                                      </p:cBhvr>
                                      <p:tavLst>
                                        <p:tav tm="0">
                                          <p:val>
                                            <p:strVal val="#ppt_w"/>
                                          </p:val>
                                        </p:tav>
                                        <p:tav tm="100000">
                                          <p:val>
                                            <p:strVal val="#ppt_w"/>
                                          </p:val>
                                        </p:tav>
                                      </p:tavLst>
                                    </p:anim>
                                    <p:anim calcmode="lin" valueType="num">
                                      <p:cBhvr>
                                        <p:cTn id="99" dur="500" fill="hold"/>
                                        <p:tgtEl>
                                          <p:spTgt spid="166937"/>
                                        </p:tgtEl>
                                        <p:attrNameLst>
                                          <p:attrName>ppt_h</p:attrName>
                                        </p:attrNameLst>
                                      </p:cBhvr>
                                      <p:tavLst>
                                        <p:tav tm="0">
                                          <p:val>
                                            <p:fltVal val="0"/>
                                          </p:val>
                                        </p:tav>
                                        <p:tav tm="100000">
                                          <p:val>
                                            <p:strVal val="#ppt_h"/>
                                          </p:val>
                                        </p:tav>
                                      </p:tavLst>
                                    </p:anim>
                                  </p:childTnLst>
                                </p:cTn>
                              </p:par>
                            </p:childTnLst>
                          </p:cTn>
                        </p:par>
                        <p:par>
                          <p:cTn id="100" fill="hold" nodeType="afterGroup">
                            <p:stCondLst>
                              <p:cond delay="9000"/>
                            </p:stCondLst>
                            <p:childTnLst>
                              <p:par>
                                <p:cTn id="101" presetID="17" presetClass="entr" presetSubtype="1" fill="hold" grpId="0" nodeType="afterEffect">
                                  <p:stCondLst>
                                    <p:cond delay="0"/>
                                  </p:stCondLst>
                                  <p:childTnLst>
                                    <p:set>
                                      <p:cBhvr>
                                        <p:cTn id="102" dur="1" fill="hold">
                                          <p:stCondLst>
                                            <p:cond delay="0"/>
                                          </p:stCondLst>
                                        </p:cTn>
                                        <p:tgtEl>
                                          <p:spTgt spid="166938"/>
                                        </p:tgtEl>
                                        <p:attrNameLst>
                                          <p:attrName>style.visibility</p:attrName>
                                        </p:attrNameLst>
                                      </p:cBhvr>
                                      <p:to>
                                        <p:strVal val="visible"/>
                                      </p:to>
                                    </p:set>
                                    <p:anim calcmode="lin" valueType="num">
                                      <p:cBhvr>
                                        <p:cTn id="103" dur="500" fill="hold"/>
                                        <p:tgtEl>
                                          <p:spTgt spid="166938"/>
                                        </p:tgtEl>
                                        <p:attrNameLst>
                                          <p:attrName>ppt_x</p:attrName>
                                        </p:attrNameLst>
                                      </p:cBhvr>
                                      <p:tavLst>
                                        <p:tav tm="0">
                                          <p:val>
                                            <p:strVal val="#ppt_x"/>
                                          </p:val>
                                        </p:tav>
                                        <p:tav tm="100000">
                                          <p:val>
                                            <p:strVal val="#ppt_x"/>
                                          </p:val>
                                        </p:tav>
                                      </p:tavLst>
                                    </p:anim>
                                    <p:anim calcmode="lin" valueType="num">
                                      <p:cBhvr>
                                        <p:cTn id="104" dur="500" fill="hold"/>
                                        <p:tgtEl>
                                          <p:spTgt spid="166938"/>
                                        </p:tgtEl>
                                        <p:attrNameLst>
                                          <p:attrName>ppt_y</p:attrName>
                                        </p:attrNameLst>
                                      </p:cBhvr>
                                      <p:tavLst>
                                        <p:tav tm="0">
                                          <p:val>
                                            <p:strVal val="#ppt_y-#ppt_h/2"/>
                                          </p:val>
                                        </p:tav>
                                        <p:tav tm="100000">
                                          <p:val>
                                            <p:strVal val="#ppt_y"/>
                                          </p:val>
                                        </p:tav>
                                      </p:tavLst>
                                    </p:anim>
                                    <p:anim calcmode="lin" valueType="num">
                                      <p:cBhvr>
                                        <p:cTn id="105" dur="500" fill="hold"/>
                                        <p:tgtEl>
                                          <p:spTgt spid="166938"/>
                                        </p:tgtEl>
                                        <p:attrNameLst>
                                          <p:attrName>ppt_w</p:attrName>
                                        </p:attrNameLst>
                                      </p:cBhvr>
                                      <p:tavLst>
                                        <p:tav tm="0">
                                          <p:val>
                                            <p:strVal val="#ppt_w"/>
                                          </p:val>
                                        </p:tav>
                                        <p:tav tm="100000">
                                          <p:val>
                                            <p:strVal val="#ppt_w"/>
                                          </p:val>
                                        </p:tav>
                                      </p:tavLst>
                                    </p:anim>
                                    <p:anim calcmode="lin" valueType="num">
                                      <p:cBhvr>
                                        <p:cTn id="106" dur="500" fill="hold"/>
                                        <p:tgtEl>
                                          <p:spTgt spid="166938"/>
                                        </p:tgtEl>
                                        <p:attrNameLst>
                                          <p:attrName>ppt_h</p:attrName>
                                        </p:attrNameLst>
                                      </p:cBhvr>
                                      <p:tavLst>
                                        <p:tav tm="0">
                                          <p:val>
                                            <p:fltVal val="0"/>
                                          </p:val>
                                        </p:tav>
                                        <p:tav tm="100000">
                                          <p:val>
                                            <p:strVal val="#ppt_h"/>
                                          </p:val>
                                        </p:tav>
                                      </p:tavLst>
                                    </p:anim>
                                  </p:childTnLst>
                                </p:cTn>
                              </p:par>
                            </p:childTnLst>
                          </p:cTn>
                        </p:par>
                        <p:par>
                          <p:cTn id="107" fill="hold" nodeType="afterGroup">
                            <p:stCondLst>
                              <p:cond delay="9500"/>
                            </p:stCondLst>
                            <p:childTnLst>
                              <p:par>
                                <p:cTn id="108" presetID="17" presetClass="entr" presetSubtype="1" fill="hold" grpId="0" nodeType="afterEffect">
                                  <p:stCondLst>
                                    <p:cond delay="0"/>
                                  </p:stCondLst>
                                  <p:childTnLst>
                                    <p:set>
                                      <p:cBhvr>
                                        <p:cTn id="109" dur="1" fill="hold">
                                          <p:stCondLst>
                                            <p:cond delay="0"/>
                                          </p:stCondLst>
                                        </p:cTn>
                                        <p:tgtEl>
                                          <p:spTgt spid="166939"/>
                                        </p:tgtEl>
                                        <p:attrNameLst>
                                          <p:attrName>style.visibility</p:attrName>
                                        </p:attrNameLst>
                                      </p:cBhvr>
                                      <p:to>
                                        <p:strVal val="visible"/>
                                      </p:to>
                                    </p:set>
                                    <p:anim calcmode="lin" valueType="num">
                                      <p:cBhvr>
                                        <p:cTn id="110" dur="500" fill="hold"/>
                                        <p:tgtEl>
                                          <p:spTgt spid="166939"/>
                                        </p:tgtEl>
                                        <p:attrNameLst>
                                          <p:attrName>ppt_x</p:attrName>
                                        </p:attrNameLst>
                                      </p:cBhvr>
                                      <p:tavLst>
                                        <p:tav tm="0">
                                          <p:val>
                                            <p:strVal val="#ppt_x"/>
                                          </p:val>
                                        </p:tav>
                                        <p:tav tm="100000">
                                          <p:val>
                                            <p:strVal val="#ppt_x"/>
                                          </p:val>
                                        </p:tav>
                                      </p:tavLst>
                                    </p:anim>
                                    <p:anim calcmode="lin" valueType="num">
                                      <p:cBhvr>
                                        <p:cTn id="111" dur="500" fill="hold"/>
                                        <p:tgtEl>
                                          <p:spTgt spid="166939"/>
                                        </p:tgtEl>
                                        <p:attrNameLst>
                                          <p:attrName>ppt_y</p:attrName>
                                        </p:attrNameLst>
                                      </p:cBhvr>
                                      <p:tavLst>
                                        <p:tav tm="0">
                                          <p:val>
                                            <p:strVal val="#ppt_y-#ppt_h/2"/>
                                          </p:val>
                                        </p:tav>
                                        <p:tav tm="100000">
                                          <p:val>
                                            <p:strVal val="#ppt_y"/>
                                          </p:val>
                                        </p:tav>
                                      </p:tavLst>
                                    </p:anim>
                                    <p:anim calcmode="lin" valueType="num">
                                      <p:cBhvr>
                                        <p:cTn id="112" dur="500" fill="hold"/>
                                        <p:tgtEl>
                                          <p:spTgt spid="166939"/>
                                        </p:tgtEl>
                                        <p:attrNameLst>
                                          <p:attrName>ppt_w</p:attrName>
                                        </p:attrNameLst>
                                      </p:cBhvr>
                                      <p:tavLst>
                                        <p:tav tm="0">
                                          <p:val>
                                            <p:strVal val="#ppt_w"/>
                                          </p:val>
                                        </p:tav>
                                        <p:tav tm="100000">
                                          <p:val>
                                            <p:strVal val="#ppt_w"/>
                                          </p:val>
                                        </p:tav>
                                      </p:tavLst>
                                    </p:anim>
                                    <p:anim calcmode="lin" valueType="num">
                                      <p:cBhvr>
                                        <p:cTn id="113" dur="500" fill="hold"/>
                                        <p:tgtEl>
                                          <p:spTgt spid="166939"/>
                                        </p:tgtEl>
                                        <p:attrNameLst>
                                          <p:attrName>ppt_h</p:attrName>
                                        </p:attrNameLst>
                                      </p:cBhvr>
                                      <p:tavLst>
                                        <p:tav tm="0">
                                          <p:val>
                                            <p:fltVal val="0"/>
                                          </p:val>
                                        </p:tav>
                                        <p:tav tm="100000">
                                          <p:val>
                                            <p:strVal val="#ppt_h"/>
                                          </p:val>
                                        </p:tav>
                                      </p:tavLst>
                                    </p:anim>
                                  </p:childTnLst>
                                </p:cTn>
                              </p:par>
                            </p:childTnLst>
                          </p:cTn>
                        </p:par>
                        <p:par>
                          <p:cTn id="114" fill="hold" nodeType="afterGroup">
                            <p:stCondLst>
                              <p:cond delay="10000"/>
                            </p:stCondLst>
                            <p:childTnLst>
                              <p:par>
                                <p:cTn id="115" presetID="17" presetClass="entr" presetSubtype="1" fill="hold" grpId="0" nodeType="afterEffect">
                                  <p:stCondLst>
                                    <p:cond delay="0"/>
                                  </p:stCondLst>
                                  <p:childTnLst>
                                    <p:set>
                                      <p:cBhvr>
                                        <p:cTn id="116" dur="1" fill="hold">
                                          <p:stCondLst>
                                            <p:cond delay="0"/>
                                          </p:stCondLst>
                                        </p:cTn>
                                        <p:tgtEl>
                                          <p:spTgt spid="166940"/>
                                        </p:tgtEl>
                                        <p:attrNameLst>
                                          <p:attrName>style.visibility</p:attrName>
                                        </p:attrNameLst>
                                      </p:cBhvr>
                                      <p:to>
                                        <p:strVal val="visible"/>
                                      </p:to>
                                    </p:set>
                                    <p:anim calcmode="lin" valueType="num">
                                      <p:cBhvr>
                                        <p:cTn id="117" dur="500" fill="hold"/>
                                        <p:tgtEl>
                                          <p:spTgt spid="166940"/>
                                        </p:tgtEl>
                                        <p:attrNameLst>
                                          <p:attrName>ppt_x</p:attrName>
                                        </p:attrNameLst>
                                      </p:cBhvr>
                                      <p:tavLst>
                                        <p:tav tm="0">
                                          <p:val>
                                            <p:strVal val="#ppt_x"/>
                                          </p:val>
                                        </p:tav>
                                        <p:tav tm="100000">
                                          <p:val>
                                            <p:strVal val="#ppt_x"/>
                                          </p:val>
                                        </p:tav>
                                      </p:tavLst>
                                    </p:anim>
                                    <p:anim calcmode="lin" valueType="num">
                                      <p:cBhvr>
                                        <p:cTn id="118" dur="500" fill="hold"/>
                                        <p:tgtEl>
                                          <p:spTgt spid="166940"/>
                                        </p:tgtEl>
                                        <p:attrNameLst>
                                          <p:attrName>ppt_y</p:attrName>
                                        </p:attrNameLst>
                                      </p:cBhvr>
                                      <p:tavLst>
                                        <p:tav tm="0">
                                          <p:val>
                                            <p:strVal val="#ppt_y-#ppt_h/2"/>
                                          </p:val>
                                        </p:tav>
                                        <p:tav tm="100000">
                                          <p:val>
                                            <p:strVal val="#ppt_y"/>
                                          </p:val>
                                        </p:tav>
                                      </p:tavLst>
                                    </p:anim>
                                    <p:anim calcmode="lin" valueType="num">
                                      <p:cBhvr>
                                        <p:cTn id="119" dur="500" fill="hold"/>
                                        <p:tgtEl>
                                          <p:spTgt spid="166940"/>
                                        </p:tgtEl>
                                        <p:attrNameLst>
                                          <p:attrName>ppt_w</p:attrName>
                                        </p:attrNameLst>
                                      </p:cBhvr>
                                      <p:tavLst>
                                        <p:tav tm="0">
                                          <p:val>
                                            <p:strVal val="#ppt_w"/>
                                          </p:val>
                                        </p:tav>
                                        <p:tav tm="100000">
                                          <p:val>
                                            <p:strVal val="#ppt_w"/>
                                          </p:val>
                                        </p:tav>
                                      </p:tavLst>
                                    </p:anim>
                                    <p:anim calcmode="lin" valueType="num">
                                      <p:cBhvr>
                                        <p:cTn id="120" dur="500" fill="hold"/>
                                        <p:tgtEl>
                                          <p:spTgt spid="166940"/>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7" presetClass="entr" presetSubtype="8" fill="hold" grpId="0" nodeType="clickEffect">
                                  <p:stCondLst>
                                    <p:cond delay="0"/>
                                  </p:stCondLst>
                                  <p:childTnLst>
                                    <p:set>
                                      <p:cBhvr>
                                        <p:cTn id="124" dur="1" fill="hold">
                                          <p:stCondLst>
                                            <p:cond delay="0"/>
                                          </p:stCondLst>
                                        </p:cTn>
                                        <p:tgtEl>
                                          <p:spTgt spid="166914"/>
                                        </p:tgtEl>
                                        <p:attrNameLst>
                                          <p:attrName>style.visibility</p:attrName>
                                        </p:attrNameLst>
                                      </p:cBhvr>
                                      <p:to>
                                        <p:strVal val="visible"/>
                                      </p:to>
                                    </p:set>
                                    <p:anim calcmode="lin" valueType="num">
                                      <p:cBhvr>
                                        <p:cTn id="125" dur="500" fill="hold"/>
                                        <p:tgtEl>
                                          <p:spTgt spid="166914"/>
                                        </p:tgtEl>
                                        <p:attrNameLst>
                                          <p:attrName>ppt_x</p:attrName>
                                        </p:attrNameLst>
                                      </p:cBhvr>
                                      <p:tavLst>
                                        <p:tav tm="0">
                                          <p:val>
                                            <p:strVal val="#ppt_x-#ppt_w/2"/>
                                          </p:val>
                                        </p:tav>
                                        <p:tav tm="100000">
                                          <p:val>
                                            <p:strVal val="#ppt_x"/>
                                          </p:val>
                                        </p:tav>
                                      </p:tavLst>
                                    </p:anim>
                                    <p:anim calcmode="lin" valueType="num">
                                      <p:cBhvr>
                                        <p:cTn id="126" dur="500" fill="hold"/>
                                        <p:tgtEl>
                                          <p:spTgt spid="166914"/>
                                        </p:tgtEl>
                                        <p:attrNameLst>
                                          <p:attrName>ppt_y</p:attrName>
                                        </p:attrNameLst>
                                      </p:cBhvr>
                                      <p:tavLst>
                                        <p:tav tm="0">
                                          <p:val>
                                            <p:strVal val="#ppt_y"/>
                                          </p:val>
                                        </p:tav>
                                        <p:tav tm="100000">
                                          <p:val>
                                            <p:strVal val="#ppt_y"/>
                                          </p:val>
                                        </p:tav>
                                      </p:tavLst>
                                    </p:anim>
                                    <p:anim calcmode="lin" valueType="num">
                                      <p:cBhvr>
                                        <p:cTn id="127" dur="500" fill="hold"/>
                                        <p:tgtEl>
                                          <p:spTgt spid="166914"/>
                                        </p:tgtEl>
                                        <p:attrNameLst>
                                          <p:attrName>ppt_w</p:attrName>
                                        </p:attrNameLst>
                                      </p:cBhvr>
                                      <p:tavLst>
                                        <p:tav tm="0">
                                          <p:val>
                                            <p:fltVal val="0"/>
                                          </p:val>
                                        </p:tav>
                                        <p:tav tm="100000">
                                          <p:val>
                                            <p:strVal val="#ppt_w"/>
                                          </p:val>
                                        </p:tav>
                                      </p:tavLst>
                                    </p:anim>
                                    <p:anim calcmode="lin" valueType="num">
                                      <p:cBhvr>
                                        <p:cTn id="128" dur="500" fill="hold"/>
                                        <p:tgtEl>
                                          <p:spTgt spid="166914"/>
                                        </p:tgtEl>
                                        <p:attrNameLst>
                                          <p:attrName>ppt_h</p:attrName>
                                        </p:attrNameLst>
                                      </p:cBhvr>
                                      <p:tavLst>
                                        <p:tav tm="0">
                                          <p:val>
                                            <p:strVal val="#ppt_h"/>
                                          </p:val>
                                        </p:tav>
                                        <p:tav tm="100000">
                                          <p:val>
                                            <p:strVal val="#ppt_h"/>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8" fill="hold" grpId="0" nodeType="clickEffect">
                                  <p:stCondLst>
                                    <p:cond delay="0"/>
                                  </p:stCondLst>
                                  <p:childTnLst>
                                    <p:set>
                                      <p:cBhvr>
                                        <p:cTn id="132" dur="1" fill="hold">
                                          <p:stCondLst>
                                            <p:cond delay="0"/>
                                          </p:stCondLst>
                                        </p:cTn>
                                        <p:tgtEl>
                                          <p:spTgt spid="166919"/>
                                        </p:tgtEl>
                                        <p:attrNameLst>
                                          <p:attrName>style.visibility</p:attrName>
                                        </p:attrNameLst>
                                      </p:cBhvr>
                                      <p:to>
                                        <p:strVal val="visible"/>
                                      </p:to>
                                    </p:set>
                                    <p:anim calcmode="lin" valueType="num">
                                      <p:cBhvr>
                                        <p:cTn id="133" dur="500" fill="hold"/>
                                        <p:tgtEl>
                                          <p:spTgt spid="166919"/>
                                        </p:tgtEl>
                                        <p:attrNameLst>
                                          <p:attrName>ppt_x</p:attrName>
                                        </p:attrNameLst>
                                      </p:cBhvr>
                                      <p:tavLst>
                                        <p:tav tm="0">
                                          <p:val>
                                            <p:strVal val="#ppt_x-#ppt_w/2"/>
                                          </p:val>
                                        </p:tav>
                                        <p:tav tm="100000">
                                          <p:val>
                                            <p:strVal val="#ppt_x"/>
                                          </p:val>
                                        </p:tav>
                                      </p:tavLst>
                                    </p:anim>
                                    <p:anim calcmode="lin" valueType="num">
                                      <p:cBhvr>
                                        <p:cTn id="134" dur="500" fill="hold"/>
                                        <p:tgtEl>
                                          <p:spTgt spid="166919"/>
                                        </p:tgtEl>
                                        <p:attrNameLst>
                                          <p:attrName>ppt_y</p:attrName>
                                        </p:attrNameLst>
                                      </p:cBhvr>
                                      <p:tavLst>
                                        <p:tav tm="0">
                                          <p:val>
                                            <p:strVal val="#ppt_y"/>
                                          </p:val>
                                        </p:tav>
                                        <p:tav tm="100000">
                                          <p:val>
                                            <p:strVal val="#ppt_y"/>
                                          </p:val>
                                        </p:tav>
                                      </p:tavLst>
                                    </p:anim>
                                    <p:anim calcmode="lin" valueType="num">
                                      <p:cBhvr>
                                        <p:cTn id="135" dur="500" fill="hold"/>
                                        <p:tgtEl>
                                          <p:spTgt spid="166919"/>
                                        </p:tgtEl>
                                        <p:attrNameLst>
                                          <p:attrName>ppt_w</p:attrName>
                                        </p:attrNameLst>
                                      </p:cBhvr>
                                      <p:tavLst>
                                        <p:tav tm="0">
                                          <p:val>
                                            <p:fltVal val="0"/>
                                          </p:val>
                                        </p:tav>
                                        <p:tav tm="100000">
                                          <p:val>
                                            <p:strVal val="#ppt_w"/>
                                          </p:val>
                                        </p:tav>
                                      </p:tavLst>
                                    </p:anim>
                                    <p:anim calcmode="lin" valueType="num">
                                      <p:cBhvr>
                                        <p:cTn id="136" dur="500" fill="hold"/>
                                        <p:tgtEl>
                                          <p:spTgt spid="166919"/>
                                        </p:tgtEl>
                                        <p:attrNameLst>
                                          <p:attrName>ppt_h</p:attrName>
                                        </p:attrNameLst>
                                      </p:cBhvr>
                                      <p:tavLst>
                                        <p:tav tm="0">
                                          <p:val>
                                            <p:strVal val="#ppt_h"/>
                                          </p:val>
                                        </p:tav>
                                        <p:tav tm="100000">
                                          <p:val>
                                            <p:strVal val="#ppt_h"/>
                                          </p:val>
                                        </p:tav>
                                      </p:tavLst>
                                    </p:anim>
                                  </p:childTnLst>
                                </p:cTn>
                              </p:par>
                            </p:childTnLst>
                          </p:cTn>
                        </p:par>
                        <p:par>
                          <p:cTn id="137" fill="hold" nodeType="afterGroup">
                            <p:stCondLst>
                              <p:cond delay="500"/>
                            </p:stCondLst>
                            <p:childTnLst>
                              <p:par>
                                <p:cTn id="138" presetID="2" presetClass="entr" presetSubtype="1" fill="hold" grpId="0" nodeType="afterEffect">
                                  <p:stCondLst>
                                    <p:cond delay="0"/>
                                  </p:stCondLst>
                                  <p:childTnLst>
                                    <p:set>
                                      <p:cBhvr>
                                        <p:cTn id="139" dur="1" fill="hold">
                                          <p:stCondLst>
                                            <p:cond delay="0"/>
                                          </p:stCondLst>
                                        </p:cTn>
                                        <p:tgtEl>
                                          <p:spTgt spid="166941"/>
                                        </p:tgtEl>
                                        <p:attrNameLst>
                                          <p:attrName>style.visibility</p:attrName>
                                        </p:attrNameLst>
                                      </p:cBhvr>
                                      <p:to>
                                        <p:strVal val="visible"/>
                                      </p:to>
                                    </p:set>
                                    <p:anim calcmode="lin" valueType="num">
                                      <p:cBhvr additive="base">
                                        <p:cTn id="140" dur="500" fill="hold"/>
                                        <p:tgtEl>
                                          <p:spTgt spid="166941"/>
                                        </p:tgtEl>
                                        <p:attrNameLst>
                                          <p:attrName>ppt_x</p:attrName>
                                        </p:attrNameLst>
                                      </p:cBhvr>
                                      <p:tavLst>
                                        <p:tav tm="0">
                                          <p:val>
                                            <p:strVal val="#ppt_x"/>
                                          </p:val>
                                        </p:tav>
                                        <p:tav tm="100000">
                                          <p:val>
                                            <p:strVal val="#ppt_x"/>
                                          </p:val>
                                        </p:tav>
                                      </p:tavLst>
                                    </p:anim>
                                    <p:anim calcmode="lin" valueType="num">
                                      <p:cBhvr additive="base">
                                        <p:cTn id="141" dur="500" fill="hold"/>
                                        <p:tgtEl>
                                          <p:spTgt spid="166941"/>
                                        </p:tgtEl>
                                        <p:attrNameLst>
                                          <p:attrName>ppt_y</p:attrName>
                                        </p:attrNameLst>
                                      </p:cBhvr>
                                      <p:tavLst>
                                        <p:tav tm="0">
                                          <p:val>
                                            <p:strVal val="0-#ppt_h/2"/>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1" fill="hold" grpId="0" nodeType="clickEffect">
                                  <p:stCondLst>
                                    <p:cond delay="0"/>
                                  </p:stCondLst>
                                  <p:childTnLst>
                                    <p:set>
                                      <p:cBhvr>
                                        <p:cTn id="145" dur="1" fill="hold">
                                          <p:stCondLst>
                                            <p:cond delay="0"/>
                                          </p:stCondLst>
                                        </p:cTn>
                                        <p:tgtEl>
                                          <p:spTgt spid="166917"/>
                                        </p:tgtEl>
                                        <p:attrNameLst>
                                          <p:attrName>style.visibility</p:attrName>
                                        </p:attrNameLst>
                                      </p:cBhvr>
                                      <p:to>
                                        <p:strVal val="visible"/>
                                      </p:to>
                                    </p:set>
                                    <p:anim calcmode="lin" valueType="num">
                                      <p:cBhvr additive="base">
                                        <p:cTn id="146" dur="500" fill="hold"/>
                                        <p:tgtEl>
                                          <p:spTgt spid="166917"/>
                                        </p:tgtEl>
                                        <p:attrNameLst>
                                          <p:attrName>ppt_x</p:attrName>
                                        </p:attrNameLst>
                                      </p:cBhvr>
                                      <p:tavLst>
                                        <p:tav tm="0">
                                          <p:val>
                                            <p:strVal val="#ppt_x"/>
                                          </p:val>
                                        </p:tav>
                                        <p:tav tm="100000">
                                          <p:val>
                                            <p:strVal val="#ppt_x"/>
                                          </p:val>
                                        </p:tav>
                                      </p:tavLst>
                                    </p:anim>
                                    <p:anim calcmode="lin" valueType="num">
                                      <p:cBhvr additive="base">
                                        <p:cTn id="147" dur="500" fill="hold"/>
                                        <p:tgtEl>
                                          <p:spTgt spid="166917"/>
                                        </p:tgtEl>
                                        <p:attrNameLst>
                                          <p:attrName>ppt_y</p:attrName>
                                        </p:attrNameLst>
                                      </p:cBhvr>
                                      <p:tavLst>
                                        <p:tav tm="0">
                                          <p:val>
                                            <p:strVal val="0-#ppt_h/2"/>
                                          </p:val>
                                        </p:tav>
                                        <p:tav tm="100000">
                                          <p:val>
                                            <p:strVal val="#ppt_y"/>
                                          </p:val>
                                        </p:tav>
                                      </p:tavLst>
                                    </p:anim>
                                  </p:childTnLst>
                                </p:cTn>
                              </p:par>
                            </p:childTnLst>
                          </p:cTn>
                        </p:par>
                        <p:par>
                          <p:cTn id="148" fill="hold" nodeType="afterGroup">
                            <p:stCondLst>
                              <p:cond delay="500"/>
                            </p:stCondLst>
                            <p:childTnLst>
                              <p:par>
                                <p:cTn id="149" presetID="17" presetClass="entr" presetSubtype="1" fill="hold" grpId="0" nodeType="afterEffect">
                                  <p:stCondLst>
                                    <p:cond delay="0"/>
                                  </p:stCondLst>
                                  <p:childTnLst>
                                    <p:set>
                                      <p:cBhvr>
                                        <p:cTn id="150" dur="1" fill="hold">
                                          <p:stCondLst>
                                            <p:cond delay="0"/>
                                          </p:stCondLst>
                                        </p:cTn>
                                        <p:tgtEl>
                                          <p:spTgt spid="166942"/>
                                        </p:tgtEl>
                                        <p:attrNameLst>
                                          <p:attrName>style.visibility</p:attrName>
                                        </p:attrNameLst>
                                      </p:cBhvr>
                                      <p:to>
                                        <p:strVal val="visible"/>
                                      </p:to>
                                    </p:set>
                                    <p:anim calcmode="lin" valueType="num">
                                      <p:cBhvr>
                                        <p:cTn id="151" dur="500" fill="hold"/>
                                        <p:tgtEl>
                                          <p:spTgt spid="166942"/>
                                        </p:tgtEl>
                                        <p:attrNameLst>
                                          <p:attrName>ppt_x</p:attrName>
                                        </p:attrNameLst>
                                      </p:cBhvr>
                                      <p:tavLst>
                                        <p:tav tm="0">
                                          <p:val>
                                            <p:strVal val="#ppt_x"/>
                                          </p:val>
                                        </p:tav>
                                        <p:tav tm="100000">
                                          <p:val>
                                            <p:strVal val="#ppt_x"/>
                                          </p:val>
                                        </p:tav>
                                      </p:tavLst>
                                    </p:anim>
                                    <p:anim calcmode="lin" valueType="num">
                                      <p:cBhvr>
                                        <p:cTn id="152" dur="500" fill="hold"/>
                                        <p:tgtEl>
                                          <p:spTgt spid="166942"/>
                                        </p:tgtEl>
                                        <p:attrNameLst>
                                          <p:attrName>ppt_y</p:attrName>
                                        </p:attrNameLst>
                                      </p:cBhvr>
                                      <p:tavLst>
                                        <p:tav tm="0">
                                          <p:val>
                                            <p:strVal val="#ppt_y-#ppt_h/2"/>
                                          </p:val>
                                        </p:tav>
                                        <p:tav tm="100000">
                                          <p:val>
                                            <p:strVal val="#ppt_y"/>
                                          </p:val>
                                        </p:tav>
                                      </p:tavLst>
                                    </p:anim>
                                    <p:anim calcmode="lin" valueType="num">
                                      <p:cBhvr>
                                        <p:cTn id="153" dur="500" fill="hold"/>
                                        <p:tgtEl>
                                          <p:spTgt spid="166942"/>
                                        </p:tgtEl>
                                        <p:attrNameLst>
                                          <p:attrName>ppt_w</p:attrName>
                                        </p:attrNameLst>
                                      </p:cBhvr>
                                      <p:tavLst>
                                        <p:tav tm="0">
                                          <p:val>
                                            <p:strVal val="#ppt_w"/>
                                          </p:val>
                                        </p:tav>
                                        <p:tav tm="100000">
                                          <p:val>
                                            <p:strVal val="#ppt_w"/>
                                          </p:val>
                                        </p:tav>
                                      </p:tavLst>
                                    </p:anim>
                                    <p:anim calcmode="lin" valueType="num">
                                      <p:cBhvr>
                                        <p:cTn id="154" dur="500" fill="hold"/>
                                        <p:tgtEl>
                                          <p:spTgt spid="166942"/>
                                        </p:tgtEl>
                                        <p:attrNameLst>
                                          <p:attrName>ppt_h</p:attrName>
                                        </p:attrNameLst>
                                      </p:cBhvr>
                                      <p:tavLst>
                                        <p:tav tm="0">
                                          <p:val>
                                            <p:fltVal val="0"/>
                                          </p:val>
                                        </p:tav>
                                        <p:tav tm="100000">
                                          <p:val>
                                            <p:strVal val="#ppt_h"/>
                                          </p:val>
                                        </p:tav>
                                      </p:tavLst>
                                    </p:anim>
                                  </p:childTnLst>
                                </p:cTn>
                              </p:par>
                            </p:childTnLst>
                          </p:cTn>
                        </p:par>
                        <p:par>
                          <p:cTn id="155" fill="hold" nodeType="afterGroup">
                            <p:stCondLst>
                              <p:cond delay="1000"/>
                            </p:stCondLst>
                            <p:childTnLst>
                              <p:par>
                                <p:cTn id="156" presetID="17" presetClass="entr" presetSubtype="1" fill="hold" grpId="0" nodeType="afterEffect">
                                  <p:stCondLst>
                                    <p:cond delay="0"/>
                                  </p:stCondLst>
                                  <p:childTnLst>
                                    <p:set>
                                      <p:cBhvr>
                                        <p:cTn id="157" dur="1" fill="hold">
                                          <p:stCondLst>
                                            <p:cond delay="0"/>
                                          </p:stCondLst>
                                        </p:cTn>
                                        <p:tgtEl>
                                          <p:spTgt spid="166943"/>
                                        </p:tgtEl>
                                        <p:attrNameLst>
                                          <p:attrName>style.visibility</p:attrName>
                                        </p:attrNameLst>
                                      </p:cBhvr>
                                      <p:to>
                                        <p:strVal val="visible"/>
                                      </p:to>
                                    </p:set>
                                    <p:anim calcmode="lin" valueType="num">
                                      <p:cBhvr>
                                        <p:cTn id="158" dur="500" fill="hold"/>
                                        <p:tgtEl>
                                          <p:spTgt spid="166943"/>
                                        </p:tgtEl>
                                        <p:attrNameLst>
                                          <p:attrName>ppt_x</p:attrName>
                                        </p:attrNameLst>
                                      </p:cBhvr>
                                      <p:tavLst>
                                        <p:tav tm="0">
                                          <p:val>
                                            <p:strVal val="#ppt_x"/>
                                          </p:val>
                                        </p:tav>
                                        <p:tav tm="100000">
                                          <p:val>
                                            <p:strVal val="#ppt_x"/>
                                          </p:val>
                                        </p:tav>
                                      </p:tavLst>
                                    </p:anim>
                                    <p:anim calcmode="lin" valueType="num">
                                      <p:cBhvr>
                                        <p:cTn id="159" dur="500" fill="hold"/>
                                        <p:tgtEl>
                                          <p:spTgt spid="166943"/>
                                        </p:tgtEl>
                                        <p:attrNameLst>
                                          <p:attrName>ppt_y</p:attrName>
                                        </p:attrNameLst>
                                      </p:cBhvr>
                                      <p:tavLst>
                                        <p:tav tm="0">
                                          <p:val>
                                            <p:strVal val="#ppt_y-#ppt_h/2"/>
                                          </p:val>
                                        </p:tav>
                                        <p:tav tm="100000">
                                          <p:val>
                                            <p:strVal val="#ppt_y"/>
                                          </p:val>
                                        </p:tav>
                                      </p:tavLst>
                                    </p:anim>
                                    <p:anim calcmode="lin" valueType="num">
                                      <p:cBhvr>
                                        <p:cTn id="160" dur="500" fill="hold"/>
                                        <p:tgtEl>
                                          <p:spTgt spid="166943"/>
                                        </p:tgtEl>
                                        <p:attrNameLst>
                                          <p:attrName>ppt_w</p:attrName>
                                        </p:attrNameLst>
                                      </p:cBhvr>
                                      <p:tavLst>
                                        <p:tav tm="0">
                                          <p:val>
                                            <p:strVal val="#ppt_w"/>
                                          </p:val>
                                        </p:tav>
                                        <p:tav tm="100000">
                                          <p:val>
                                            <p:strVal val="#ppt_w"/>
                                          </p:val>
                                        </p:tav>
                                      </p:tavLst>
                                    </p:anim>
                                    <p:anim calcmode="lin" valueType="num">
                                      <p:cBhvr>
                                        <p:cTn id="161" dur="500" fill="hold"/>
                                        <p:tgtEl>
                                          <p:spTgt spid="166943"/>
                                        </p:tgtEl>
                                        <p:attrNameLst>
                                          <p:attrName>ppt_h</p:attrName>
                                        </p:attrNameLst>
                                      </p:cBhvr>
                                      <p:tavLst>
                                        <p:tav tm="0">
                                          <p:val>
                                            <p:fltVal val="0"/>
                                          </p:val>
                                        </p:tav>
                                        <p:tav tm="100000">
                                          <p:val>
                                            <p:strVal val="#ppt_h"/>
                                          </p:val>
                                        </p:tav>
                                      </p:tavLst>
                                    </p:anim>
                                  </p:childTnLst>
                                </p:cTn>
                              </p:par>
                            </p:childTnLst>
                          </p:cTn>
                        </p:par>
                        <p:par>
                          <p:cTn id="162" fill="hold" nodeType="afterGroup">
                            <p:stCondLst>
                              <p:cond delay="1500"/>
                            </p:stCondLst>
                            <p:childTnLst>
                              <p:par>
                                <p:cTn id="163" presetID="17" presetClass="entr" presetSubtype="1" fill="hold" grpId="0" nodeType="afterEffect">
                                  <p:stCondLst>
                                    <p:cond delay="0"/>
                                  </p:stCondLst>
                                  <p:childTnLst>
                                    <p:set>
                                      <p:cBhvr>
                                        <p:cTn id="164" dur="1" fill="hold">
                                          <p:stCondLst>
                                            <p:cond delay="0"/>
                                          </p:stCondLst>
                                        </p:cTn>
                                        <p:tgtEl>
                                          <p:spTgt spid="166944"/>
                                        </p:tgtEl>
                                        <p:attrNameLst>
                                          <p:attrName>style.visibility</p:attrName>
                                        </p:attrNameLst>
                                      </p:cBhvr>
                                      <p:to>
                                        <p:strVal val="visible"/>
                                      </p:to>
                                    </p:set>
                                    <p:anim calcmode="lin" valueType="num">
                                      <p:cBhvr>
                                        <p:cTn id="165" dur="500" fill="hold"/>
                                        <p:tgtEl>
                                          <p:spTgt spid="166944"/>
                                        </p:tgtEl>
                                        <p:attrNameLst>
                                          <p:attrName>ppt_x</p:attrName>
                                        </p:attrNameLst>
                                      </p:cBhvr>
                                      <p:tavLst>
                                        <p:tav tm="0">
                                          <p:val>
                                            <p:strVal val="#ppt_x"/>
                                          </p:val>
                                        </p:tav>
                                        <p:tav tm="100000">
                                          <p:val>
                                            <p:strVal val="#ppt_x"/>
                                          </p:val>
                                        </p:tav>
                                      </p:tavLst>
                                    </p:anim>
                                    <p:anim calcmode="lin" valueType="num">
                                      <p:cBhvr>
                                        <p:cTn id="166" dur="500" fill="hold"/>
                                        <p:tgtEl>
                                          <p:spTgt spid="166944"/>
                                        </p:tgtEl>
                                        <p:attrNameLst>
                                          <p:attrName>ppt_y</p:attrName>
                                        </p:attrNameLst>
                                      </p:cBhvr>
                                      <p:tavLst>
                                        <p:tav tm="0">
                                          <p:val>
                                            <p:strVal val="#ppt_y-#ppt_h/2"/>
                                          </p:val>
                                        </p:tav>
                                        <p:tav tm="100000">
                                          <p:val>
                                            <p:strVal val="#ppt_y"/>
                                          </p:val>
                                        </p:tav>
                                      </p:tavLst>
                                    </p:anim>
                                    <p:anim calcmode="lin" valueType="num">
                                      <p:cBhvr>
                                        <p:cTn id="167" dur="500" fill="hold"/>
                                        <p:tgtEl>
                                          <p:spTgt spid="166944"/>
                                        </p:tgtEl>
                                        <p:attrNameLst>
                                          <p:attrName>ppt_w</p:attrName>
                                        </p:attrNameLst>
                                      </p:cBhvr>
                                      <p:tavLst>
                                        <p:tav tm="0">
                                          <p:val>
                                            <p:strVal val="#ppt_w"/>
                                          </p:val>
                                        </p:tav>
                                        <p:tav tm="100000">
                                          <p:val>
                                            <p:strVal val="#ppt_w"/>
                                          </p:val>
                                        </p:tav>
                                      </p:tavLst>
                                    </p:anim>
                                    <p:anim calcmode="lin" valueType="num">
                                      <p:cBhvr>
                                        <p:cTn id="168" dur="500" fill="hold"/>
                                        <p:tgtEl>
                                          <p:spTgt spid="166944"/>
                                        </p:tgtEl>
                                        <p:attrNameLst>
                                          <p:attrName>ppt_h</p:attrName>
                                        </p:attrNameLst>
                                      </p:cBhvr>
                                      <p:tavLst>
                                        <p:tav tm="0">
                                          <p:val>
                                            <p:fltVal val="0"/>
                                          </p:val>
                                        </p:tav>
                                        <p:tav tm="100000">
                                          <p:val>
                                            <p:strVal val="#ppt_h"/>
                                          </p:val>
                                        </p:tav>
                                      </p:tavLst>
                                    </p:anim>
                                  </p:childTnLst>
                                </p:cTn>
                              </p:par>
                            </p:childTnLst>
                          </p:cTn>
                        </p:par>
                        <p:par>
                          <p:cTn id="169" fill="hold" nodeType="afterGroup">
                            <p:stCondLst>
                              <p:cond delay="2000"/>
                            </p:stCondLst>
                            <p:childTnLst>
                              <p:par>
                                <p:cTn id="170" presetID="2" presetClass="entr" presetSubtype="3" fill="hold" grpId="0" nodeType="afterEffect">
                                  <p:stCondLst>
                                    <p:cond delay="0"/>
                                  </p:stCondLst>
                                  <p:childTnLst>
                                    <p:set>
                                      <p:cBhvr>
                                        <p:cTn id="171" dur="1" fill="hold">
                                          <p:stCondLst>
                                            <p:cond delay="0"/>
                                          </p:stCondLst>
                                        </p:cTn>
                                        <p:tgtEl>
                                          <p:spTgt spid="166918"/>
                                        </p:tgtEl>
                                        <p:attrNameLst>
                                          <p:attrName>style.visibility</p:attrName>
                                        </p:attrNameLst>
                                      </p:cBhvr>
                                      <p:to>
                                        <p:strVal val="visible"/>
                                      </p:to>
                                    </p:set>
                                    <p:anim calcmode="lin" valueType="num">
                                      <p:cBhvr additive="base">
                                        <p:cTn id="172" dur="500" fill="hold"/>
                                        <p:tgtEl>
                                          <p:spTgt spid="166918"/>
                                        </p:tgtEl>
                                        <p:attrNameLst>
                                          <p:attrName>ppt_x</p:attrName>
                                        </p:attrNameLst>
                                      </p:cBhvr>
                                      <p:tavLst>
                                        <p:tav tm="0">
                                          <p:val>
                                            <p:strVal val="1+#ppt_w/2"/>
                                          </p:val>
                                        </p:tav>
                                        <p:tav tm="100000">
                                          <p:val>
                                            <p:strVal val="#ppt_x"/>
                                          </p:val>
                                        </p:tav>
                                      </p:tavLst>
                                    </p:anim>
                                    <p:anim calcmode="lin" valueType="num">
                                      <p:cBhvr additive="base">
                                        <p:cTn id="173" dur="500" fill="hold"/>
                                        <p:tgtEl>
                                          <p:spTgt spid="1669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utoUpdateAnimBg="0"/>
      <p:bldP spid="166916" grpId="0" autoUpdateAnimBg="0"/>
      <p:bldP spid="166917" grpId="0" animBg="1" autoUpdateAnimBg="0"/>
      <p:bldP spid="166918" grpId="0" animBg="1" autoUpdateAnimBg="0"/>
      <p:bldP spid="166919" grpId="0" animBg="1"/>
      <p:bldP spid="166920" grpId="0" animBg="1" autoUpdateAnimBg="0"/>
      <p:bldP spid="166921" grpId="0" animBg="1" autoUpdateAnimBg="0"/>
      <p:bldP spid="166922" grpId="0" animBg="1" autoUpdateAnimBg="0"/>
      <p:bldP spid="166923" grpId="0" animBg="1" autoUpdateAnimBg="0"/>
      <p:bldP spid="166924" grpId="0" animBg="1" autoUpdateAnimBg="0"/>
      <p:bldP spid="166925" grpId="0" animBg="1" autoUpdateAnimBg="0"/>
      <p:bldP spid="166926" grpId="0" animBg="1" autoUpdateAnimBg="0"/>
      <p:bldP spid="166927" grpId="0" animBg="1" autoUpdateAnimBg="0"/>
      <p:bldP spid="166928" grpId="0" animBg="1" autoUpdateAnimBg="0"/>
      <p:bldP spid="166929" grpId="0" animBg="1" autoUpdateAnimBg="0"/>
      <p:bldP spid="166930" grpId="0" animBg="1" autoUpdateAnimBg="0"/>
      <p:bldP spid="166931" grpId="0" animBg="1" autoUpdateAnimBg="0"/>
      <p:bldP spid="166932" grpId="0" animBg="1"/>
      <p:bldP spid="166933" grpId="0" animBg="1"/>
      <p:bldP spid="166934" grpId="0" animBg="1"/>
      <p:bldP spid="166935" grpId="0" animBg="1"/>
      <p:bldP spid="166936" grpId="0" animBg="1"/>
      <p:bldP spid="166937" grpId="0" animBg="1"/>
      <p:bldP spid="166938" grpId="0" animBg="1"/>
      <p:bldP spid="166939" grpId="0" animBg="1"/>
      <p:bldP spid="166940" grpId="0" animBg="1"/>
      <p:bldP spid="166941" grpId="0" animBg="1" autoUpdateAnimBg="0"/>
      <p:bldP spid="166942" grpId="0" animBg="1"/>
      <p:bldP spid="166943" grpId="0" animBg="1"/>
      <p:bldP spid="1669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p:cNvSpPr txBox="1">
            <a:spLocks noChangeArrowheads="1"/>
          </p:cNvSpPr>
          <p:nvPr/>
        </p:nvSpPr>
        <p:spPr bwMode="auto">
          <a:xfrm>
            <a:off x="762000" y="2159000"/>
            <a:ext cx="74612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a:solidFill>
                  <a:srgbClr val="AE68AE"/>
                </a:solidFill>
                <a:latin typeface="Times New Roman" charset="0"/>
                <a:ea typeface="楷体_GB2312" charset="0"/>
              </a:rPr>
              <a:t>(</a:t>
            </a:r>
            <a:r>
              <a:rPr kumimoji="1" lang="zh-CN" altLang="en-US" sz="3600">
                <a:solidFill>
                  <a:srgbClr val="AE68AE"/>
                </a:solidFill>
                <a:latin typeface="Times New Roman" charset="0"/>
                <a:ea typeface="楷体_GB2312" charset="0"/>
              </a:rPr>
              <a:t>１</a:t>
            </a:r>
            <a:r>
              <a:rPr kumimoji="1" lang="en-US" altLang="zh-CN" sz="3600">
                <a:solidFill>
                  <a:srgbClr val="AE68AE"/>
                </a:solidFill>
                <a:latin typeface="Times New Roman" charset="0"/>
                <a:ea typeface="楷体_GB2312" charset="0"/>
              </a:rPr>
              <a:t>) </a:t>
            </a:r>
            <a:r>
              <a:rPr kumimoji="1" lang="zh-CN" altLang="en-US" sz="3600">
                <a:solidFill>
                  <a:srgbClr val="AE68AE"/>
                </a:solidFill>
                <a:latin typeface="Times New Roman" charset="0"/>
                <a:ea typeface="楷体_GB2312" charset="0"/>
              </a:rPr>
              <a:t>有确定的根；</a:t>
            </a:r>
          </a:p>
          <a:p>
            <a:pPr>
              <a:lnSpc>
                <a:spcPct val="120000"/>
              </a:lnSpc>
            </a:pPr>
            <a:r>
              <a:rPr kumimoji="1" lang="en-US" altLang="zh-CN" sz="3600">
                <a:solidFill>
                  <a:srgbClr val="AE68AE"/>
                </a:solidFill>
                <a:latin typeface="Times New Roman" charset="0"/>
                <a:ea typeface="楷体_GB2312" charset="0"/>
              </a:rPr>
              <a:t>(</a:t>
            </a:r>
            <a:r>
              <a:rPr kumimoji="1" lang="zh-CN" altLang="en-US" sz="3600">
                <a:solidFill>
                  <a:srgbClr val="AE68AE"/>
                </a:solidFill>
                <a:latin typeface="Times New Roman" charset="0"/>
                <a:ea typeface="楷体_GB2312" charset="0"/>
              </a:rPr>
              <a:t>２</a:t>
            </a:r>
            <a:r>
              <a:rPr kumimoji="1" lang="en-US" altLang="zh-CN" sz="3600">
                <a:solidFill>
                  <a:srgbClr val="AE68AE"/>
                </a:solidFill>
                <a:latin typeface="Times New Roman" charset="0"/>
                <a:ea typeface="楷体_GB2312" charset="0"/>
              </a:rPr>
              <a:t>) </a:t>
            </a:r>
            <a:r>
              <a:rPr kumimoji="1" lang="zh-CN" altLang="en-US" sz="3600">
                <a:solidFill>
                  <a:srgbClr val="AE68AE"/>
                </a:solidFill>
                <a:latin typeface="Times New Roman" charset="0"/>
                <a:ea typeface="楷体_GB2312" charset="0"/>
              </a:rPr>
              <a:t>树根和子树根之间为有向关系。</a:t>
            </a:r>
            <a:endParaRPr kumimoji="1" lang="zh-CN" altLang="en-US" sz="2000">
              <a:latin typeface="Times New Roman" charset="0"/>
            </a:endParaRPr>
          </a:p>
        </p:txBody>
      </p:sp>
      <p:sp>
        <p:nvSpPr>
          <p:cNvPr id="167939" name="Text Box 3"/>
          <p:cNvSpPr txBox="1">
            <a:spLocks noChangeArrowheads="1"/>
          </p:cNvSpPr>
          <p:nvPr/>
        </p:nvSpPr>
        <p:spPr bwMode="auto">
          <a:xfrm>
            <a:off x="228600" y="1438275"/>
            <a:ext cx="27209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4000" b="1">
                <a:solidFill>
                  <a:srgbClr val="FF0000"/>
                </a:solidFill>
                <a:latin typeface="Times New Roman" charset="0"/>
                <a:ea typeface="楷体_GB2312" charset="0"/>
              </a:rPr>
              <a:t>有向树：</a:t>
            </a:r>
          </a:p>
        </p:txBody>
      </p:sp>
      <p:sp>
        <p:nvSpPr>
          <p:cNvPr id="167940" name="Text Box 4"/>
          <p:cNvSpPr txBox="1">
            <a:spLocks noChangeArrowheads="1"/>
          </p:cNvSpPr>
          <p:nvPr/>
        </p:nvSpPr>
        <p:spPr bwMode="auto">
          <a:xfrm>
            <a:off x="228600" y="3640138"/>
            <a:ext cx="2222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Times New Roman" charset="0"/>
                <a:ea typeface="楷体_GB2312" charset="0"/>
              </a:rPr>
              <a:t>有序树：</a:t>
            </a:r>
          </a:p>
        </p:txBody>
      </p:sp>
      <p:sp>
        <p:nvSpPr>
          <p:cNvPr id="167941" name="Text Box 5"/>
          <p:cNvSpPr txBox="1">
            <a:spLocks noChangeArrowheads="1"/>
          </p:cNvSpPr>
          <p:nvPr/>
        </p:nvSpPr>
        <p:spPr bwMode="auto">
          <a:xfrm>
            <a:off x="958850" y="438785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AE68AE"/>
                </a:solidFill>
                <a:latin typeface="Times New Roman" charset="0"/>
                <a:ea typeface="楷体_GB2312" charset="0"/>
              </a:rPr>
              <a:t>子树之间存在确定的次序关系。</a:t>
            </a:r>
            <a:endParaRPr kumimoji="1" lang="zh-CN" altLang="en-US" sz="2000">
              <a:latin typeface="Times New Roman" charset="0"/>
            </a:endParaRPr>
          </a:p>
        </p:txBody>
      </p:sp>
      <p:sp>
        <p:nvSpPr>
          <p:cNvPr id="167942" name="Text Box 6"/>
          <p:cNvSpPr txBox="1">
            <a:spLocks noChangeArrowheads="1"/>
          </p:cNvSpPr>
          <p:nvPr/>
        </p:nvSpPr>
        <p:spPr bwMode="auto">
          <a:xfrm>
            <a:off x="228600" y="5105400"/>
            <a:ext cx="2222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Times New Roman" charset="0"/>
                <a:ea typeface="楷体_GB2312" charset="0"/>
              </a:rPr>
              <a:t>无序树：</a:t>
            </a:r>
          </a:p>
        </p:txBody>
      </p:sp>
      <p:sp>
        <p:nvSpPr>
          <p:cNvPr id="167943" name="Text Box 7"/>
          <p:cNvSpPr txBox="1">
            <a:spLocks noChangeArrowheads="1"/>
          </p:cNvSpPr>
          <p:nvPr/>
        </p:nvSpPr>
        <p:spPr bwMode="auto">
          <a:xfrm>
            <a:off x="914400" y="5853113"/>
            <a:ext cx="704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AE68AE"/>
                </a:solidFill>
                <a:latin typeface="Times New Roman" charset="0"/>
                <a:ea typeface="楷体_GB2312" charset="0"/>
              </a:rPr>
              <a:t>子树之间不存在确定的次序关系。</a:t>
            </a:r>
            <a:endParaRPr kumimoji="1" lang="zh-CN" altLang="en-US" sz="2000">
              <a:latin typeface="Times New Roman" charset="0"/>
            </a:endParaRPr>
          </a:p>
        </p:txBody>
      </p:sp>
    </p:spTree>
    <p:extLst>
      <p:ext uri="{BB962C8B-B14F-4D97-AF65-F5344CB8AC3E}">
        <p14:creationId xmlns:p14="http://schemas.microsoft.com/office/powerpoint/2010/main" val="6000908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blinds(horizontal)">
                                      <p:cBhvr>
                                        <p:cTn id="7" dur="500"/>
                                        <p:tgtEl>
                                          <p:spTgt spid="167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67941"/>
                                        </p:tgtEl>
                                        <p:attrNameLst>
                                          <p:attrName>style.visibility</p:attrName>
                                        </p:attrNameLst>
                                      </p:cBhvr>
                                      <p:to>
                                        <p:strVal val="visible"/>
                                      </p:to>
                                    </p:set>
                                    <p:animEffect transition="in" filter="wipe(left)">
                                      <p:cBhvr>
                                        <p:cTn id="12" dur="300"/>
                                        <p:tgtEl>
                                          <p:spTgt spid="1679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7940"/>
                                        </p:tgtEl>
                                        <p:attrNameLst>
                                          <p:attrName>style.visibility</p:attrName>
                                        </p:attrNameLst>
                                      </p:cBhvr>
                                      <p:to>
                                        <p:strVal val="visible"/>
                                      </p:to>
                                    </p:set>
                                    <p:anim calcmode="lin" valueType="num">
                                      <p:cBhvr additive="base">
                                        <p:cTn id="17" dur="500" fill="hold"/>
                                        <p:tgtEl>
                                          <p:spTgt spid="167940"/>
                                        </p:tgtEl>
                                        <p:attrNameLst>
                                          <p:attrName>ppt_x</p:attrName>
                                        </p:attrNameLst>
                                      </p:cBhvr>
                                      <p:tavLst>
                                        <p:tav tm="0">
                                          <p:val>
                                            <p:strVal val="0-#ppt_w/2"/>
                                          </p:val>
                                        </p:tav>
                                        <p:tav tm="100000">
                                          <p:val>
                                            <p:strVal val="#ppt_x"/>
                                          </p:val>
                                        </p:tav>
                                      </p:tavLst>
                                    </p:anim>
                                    <p:anim calcmode="lin" valueType="num">
                                      <p:cBhvr additive="base">
                                        <p:cTn id="18" dur="500" fill="hold"/>
                                        <p:tgtEl>
                                          <p:spTgt spid="16794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67943"/>
                                        </p:tgtEl>
                                        <p:attrNameLst>
                                          <p:attrName>style.visibility</p:attrName>
                                        </p:attrNameLst>
                                      </p:cBhvr>
                                      <p:to>
                                        <p:strVal val="visible"/>
                                      </p:to>
                                    </p:set>
                                    <p:animEffect transition="in" filter="wipe(left)">
                                      <p:cBhvr>
                                        <p:cTn id="23" dur="300"/>
                                        <p:tgtEl>
                                          <p:spTgt spid="16794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67942"/>
                                        </p:tgtEl>
                                        <p:attrNameLst>
                                          <p:attrName>style.visibility</p:attrName>
                                        </p:attrNameLst>
                                      </p:cBhvr>
                                      <p:to>
                                        <p:strVal val="visible"/>
                                      </p:to>
                                    </p:set>
                                    <p:anim calcmode="lin" valueType="num">
                                      <p:cBhvr additive="base">
                                        <p:cTn id="28" dur="500" fill="hold"/>
                                        <p:tgtEl>
                                          <p:spTgt spid="167942"/>
                                        </p:tgtEl>
                                        <p:attrNameLst>
                                          <p:attrName>ppt_x</p:attrName>
                                        </p:attrNameLst>
                                      </p:cBhvr>
                                      <p:tavLst>
                                        <p:tav tm="0">
                                          <p:val>
                                            <p:strVal val="0-#ppt_w/2"/>
                                          </p:val>
                                        </p:tav>
                                        <p:tav tm="100000">
                                          <p:val>
                                            <p:strVal val="#ppt_x"/>
                                          </p:val>
                                        </p:tav>
                                      </p:tavLst>
                                    </p:anim>
                                    <p:anim calcmode="lin" valueType="num">
                                      <p:cBhvr additive="base">
                                        <p:cTn id="29" dur="500" fill="hold"/>
                                        <p:tgtEl>
                                          <p:spTgt spid="1679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autoUpdateAnimBg="0"/>
      <p:bldP spid="167940" grpId="0" autoUpdateAnimBg="0"/>
      <p:bldP spid="167941" grpId="0" autoUpdateAnimBg="0"/>
      <p:bldP spid="167942" grpId="0" autoUpdateAnimBg="0"/>
      <p:bldP spid="16794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p:cNvSpPr txBox="1">
            <a:spLocks noChangeArrowheads="1"/>
          </p:cNvSpPr>
          <p:nvPr/>
        </p:nvSpPr>
        <p:spPr bwMode="auto">
          <a:xfrm>
            <a:off x="609600" y="1524000"/>
            <a:ext cx="37052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a:latin typeface="Times New Roman" charset="0"/>
                <a:ea typeface="楷体_GB2312" charset="0"/>
              </a:rPr>
              <a:t> </a:t>
            </a:r>
            <a:r>
              <a:rPr kumimoji="1" lang="zh-CN" altLang="en-US" sz="5400" b="1">
                <a:solidFill>
                  <a:srgbClr val="FF0000"/>
                </a:solidFill>
                <a:latin typeface="Times New Roman" charset="0"/>
                <a:ea typeface="楷体_GB2312" charset="0"/>
              </a:rPr>
              <a:t>基本操作：</a:t>
            </a:r>
            <a:endParaRPr kumimoji="1" lang="zh-CN" altLang="en-US" sz="2400">
              <a:latin typeface="Times New Roman" charset="0"/>
            </a:endParaRPr>
          </a:p>
        </p:txBody>
      </p:sp>
      <p:sp>
        <p:nvSpPr>
          <p:cNvPr id="168963" name="Text Box 3">
            <a:hlinkClick r:id="" action="ppaction://hlinkshowjump?jump=nextslide"/>
          </p:cNvPr>
          <p:cNvSpPr txBox="1">
            <a:spLocks noChangeArrowheads="1"/>
          </p:cNvSpPr>
          <p:nvPr/>
        </p:nvSpPr>
        <p:spPr bwMode="auto">
          <a:xfrm>
            <a:off x="3200400" y="2819400"/>
            <a:ext cx="3429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5400" b="1">
                <a:solidFill>
                  <a:srgbClr val="CC6600"/>
                </a:solidFill>
                <a:latin typeface="Times New Roman" charset="0"/>
                <a:ea typeface="楷体_GB2312" charset="0"/>
              </a:rPr>
              <a:t>查  找  类</a:t>
            </a:r>
            <a:endParaRPr kumimoji="1" lang="zh-CN" altLang="en-US" sz="5400" b="1">
              <a:solidFill>
                <a:schemeClr val="bg2"/>
              </a:solidFill>
              <a:latin typeface="Times New Roman" charset="0"/>
              <a:ea typeface="楷体_GB2312" charset="0"/>
            </a:endParaRPr>
          </a:p>
        </p:txBody>
      </p:sp>
      <p:sp>
        <p:nvSpPr>
          <p:cNvPr id="168964" name="Text Box 4">
            <a:hlinkClick r:id="rId2" action="ppaction://hlinksldjump"/>
          </p:cNvPr>
          <p:cNvSpPr txBox="1">
            <a:spLocks noChangeArrowheads="1"/>
          </p:cNvSpPr>
          <p:nvPr/>
        </p:nvSpPr>
        <p:spPr bwMode="auto">
          <a:xfrm>
            <a:off x="2895600" y="4038600"/>
            <a:ext cx="32797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5400" b="1">
                <a:solidFill>
                  <a:schemeClr val="bg2"/>
                </a:solidFill>
                <a:latin typeface="Times New Roman" charset="0"/>
                <a:ea typeface="楷体_GB2312" charset="0"/>
              </a:rPr>
              <a:t>  </a:t>
            </a:r>
            <a:r>
              <a:rPr kumimoji="1" lang="zh-CN" altLang="en-US" sz="5400" b="1">
                <a:solidFill>
                  <a:srgbClr val="CC6600"/>
                </a:solidFill>
                <a:latin typeface="Times New Roman" charset="0"/>
                <a:ea typeface="楷体_GB2312" charset="0"/>
              </a:rPr>
              <a:t>插  入  类</a:t>
            </a:r>
            <a:endParaRPr kumimoji="1" lang="zh-CN" altLang="en-US" sz="2400">
              <a:latin typeface="Times New Roman" charset="0"/>
            </a:endParaRPr>
          </a:p>
        </p:txBody>
      </p:sp>
      <p:sp>
        <p:nvSpPr>
          <p:cNvPr id="168965" name="Text Box 5">
            <a:hlinkClick r:id="rId3" action="ppaction://hlinksldjump"/>
          </p:cNvPr>
          <p:cNvSpPr txBox="1">
            <a:spLocks noChangeArrowheads="1"/>
          </p:cNvSpPr>
          <p:nvPr/>
        </p:nvSpPr>
        <p:spPr bwMode="auto">
          <a:xfrm>
            <a:off x="3235325" y="5410200"/>
            <a:ext cx="29368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5400" b="1">
                <a:solidFill>
                  <a:srgbClr val="CC6600"/>
                </a:solidFill>
                <a:latin typeface="Times New Roman" charset="0"/>
                <a:ea typeface="楷体_GB2312" charset="0"/>
              </a:rPr>
              <a:t>删  除  类</a:t>
            </a:r>
            <a:endParaRPr kumimoji="1" lang="zh-CN" altLang="en-US" sz="2400">
              <a:latin typeface="Times New Roman" charset="0"/>
            </a:endParaRPr>
          </a:p>
        </p:txBody>
      </p:sp>
      <p:sp>
        <p:nvSpPr>
          <p:cNvPr id="168966" name="AutoShape 6">
            <a:hlinkClick r:id="" action="ppaction://hlinkshowjump?jump=nextslide"/>
          </p:cNvPr>
          <p:cNvSpPr>
            <a:spLocks noChangeArrowheads="1"/>
          </p:cNvSpPr>
          <p:nvPr/>
        </p:nvSpPr>
        <p:spPr bwMode="auto">
          <a:xfrm>
            <a:off x="2667000" y="2971800"/>
            <a:ext cx="381000" cy="381000"/>
          </a:xfrm>
          <a:prstGeom prst="star4">
            <a:avLst>
              <a:gd name="adj" fmla="val 12500"/>
            </a:avLst>
          </a:prstGeom>
          <a:solidFill>
            <a:srgbClr val="990033">
              <a:alpha val="50000"/>
            </a:srgbClr>
          </a:solidFill>
          <a:ln w="12700" cap="sq">
            <a:solidFill>
              <a:srgbClr val="FFFFFF"/>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8967" name="AutoShape 7">
            <a:hlinkClick r:id="rId2" action="ppaction://hlinksldjump"/>
          </p:cNvPr>
          <p:cNvSpPr>
            <a:spLocks noChangeArrowheads="1"/>
          </p:cNvSpPr>
          <p:nvPr/>
        </p:nvSpPr>
        <p:spPr bwMode="auto">
          <a:xfrm>
            <a:off x="2667000" y="4191000"/>
            <a:ext cx="381000" cy="381000"/>
          </a:xfrm>
          <a:prstGeom prst="star4">
            <a:avLst>
              <a:gd name="adj" fmla="val 12500"/>
            </a:avLst>
          </a:prstGeom>
          <a:solidFill>
            <a:srgbClr val="990033">
              <a:alpha val="50000"/>
            </a:srgbClr>
          </a:solidFill>
          <a:ln w="12700" cap="sq">
            <a:solidFill>
              <a:srgbClr val="FFFFFF"/>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68968" name="AutoShape 8">
            <a:hlinkClick r:id="rId3" action="ppaction://hlinksldjump"/>
          </p:cNvPr>
          <p:cNvSpPr>
            <a:spLocks noChangeArrowheads="1"/>
          </p:cNvSpPr>
          <p:nvPr/>
        </p:nvSpPr>
        <p:spPr bwMode="auto">
          <a:xfrm>
            <a:off x="2667000" y="5486400"/>
            <a:ext cx="381000" cy="381000"/>
          </a:xfrm>
          <a:prstGeom prst="star4">
            <a:avLst>
              <a:gd name="adj" fmla="val 12500"/>
            </a:avLst>
          </a:prstGeom>
          <a:solidFill>
            <a:srgbClr val="990033">
              <a:alpha val="50000"/>
            </a:srgbClr>
          </a:solidFill>
          <a:ln w="12700" cap="sq">
            <a:solidFill>
              <a:srgbClr val="FFFFFF"/>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976049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anim calcmode="lin" valueType="num">
                                      <p:cBhvr additive="base">
                                        <p:cTn id="7" dur="500" fill="hold"/>
                                        <p:tgtEl>
                                          <p:spTgt spid="168963"/>
                                        </p:tgtEl>
                                        <p:attrNameLst>
                                          <p:attrName>ppt_x</p:attrName>
                                        </p:attrNameLst>
                                      </p:cBhvr>
                                      <p:tavLst>
                                        <p:tav tm="0">
                                          <p:val>
                                            <p:strVal val="0-#ppt_w/2"/>
                                          </p:val>
                                        </p:tav>
                                        <p:tav tm="100000">
                                          <p:val>
                                            <p:strVal val="#ppt_x"/>
                                          </p:val>
                                        </p:tav>
                                      </p:tavLst>
                                    </p:anim>
                                    <p:anim calcmode="lin" valueType="num">
                                      <p:cBhvr additive="base">
                                        <p:cTn id="8" dur="500" fill="hold"/>
                                        <p:tgtEl>
                                          <p:spTgt spid="16896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68966"/>
                                        </p:tgtEl>
                                        <p:attrNameLst>
                                          <p:attrName>style.visibility</p:attrName>
                                        </p:attrNameLst>
                                      </p:cBhvr>
                                      <p:to>
                                        <p:strVal val="visible"/>
                                      </p:to>
                                    </p:set>
                                  </p:childTnLst>
                                </p:cTn>
                              </p:par>
                            </p:childTnLst>
                          </p:cTn>
                        </p:par>
                        <p:par>
                          <p:cTn id="12" fill="hold" nodeType="afterGroup">
                            <p:stCondLst>
                              <p:cond delay="1000"/>
                            </p:stCondLst>
                            <p:childTnLst>
                              <p:par>
                                <p:cTn id="13" presetID="2" presetClass="entr" presetSubtype="12" fill="hold" grpId="0" nodeType="afterEffect">
                                  <p:stCondLst>
                                    <p:cond delay="0"/>
                                  </p:stCondLst>
                                  <p:childTnLst>
                                    <p:set>
                                      <p:cBhvr>
                                        <p:cTn id="14" dur="1" fill="hold">
                                          <p:stCondLst>
                                            <p:cond delay="0"/>
                                          </p:stCondLst>
                                        </p:cTn>
                                        <p:tgtEl>
                                          <p:spTgt spid="168964"/>
                                        </p:tgtEl>
                                        <p:attrNameLst>
                                          <p:attrName>style.visibility</p:attrName>
                                        </p:attrNameLst>
                                      </p:cBhvr>
                                      <p:to>
                                        <p:strVal val="visible"/>
                                      </p:to>
                                    </p:set>
                                    <p:anim calcmode="lin" valueType="num">
                                      <p:cBhvr additive="base">
                                        <p:cTn id="15" dur="500" fill="hold"/>
                                        <p:tgtEl>
                                          <p:spTgt spid="168964"/>
                                        </p:tgtEl>
                                        <p:attrNameLst>
                                          <p:attrName>ppt_x</p:attrName>
                                        </p:attrNameLst>
                                      </p:cBhvr>
                                      <p:tavLst>
                                        <p:tav tm="0">
                                          <p:val>
                                            <p:strVal val="0-#ppt_w/2"/>
                                          </p:val>
                                        </p:tav>
                                        <p:tav tm="100000">
                                          <p:val>
                                            <p:strVal val="#ppt_x"/>
                                          </p:val>
                                        </p:tav>
                                      </p:tavLst>
                                    </p:anim>
                                    <p:anim calcmode="lin" valueType="num">
                                      <p:cBhvr additive="base">
                                        <p:cTn id="16" dur="500" fill="hold"/>
                                        <p:tgtEl>
                                          <p:spTgt spid="168964"/>
                                        </p:tgtEl>
                                        <p:attrNameLst>
                                          <p:attrName>ppt_y</p:attrName>
                                        </p:attrNameLst>
                                      </p:cBhvr>
                                      <p:tavLst>
                                        <p:tav tm="0">
                                          <p:val>
                                            <p:strVal val="1+#ppt_h/2"/>
                                          </p:val>
                                        </p:tav>
                                        <p:tav tm="100000">
                                          <p:val>
                                            <p:strVal val="#ppt_y"/>
                                          </p:val>
                                        </p:tav>
                                      </p:tavLst>
                                    </p:anim>
                                  </p:childTnLst>
                                </p:cTn>
                              </p:par>
                            </p:childTnLst>
                          </p:cTn>
                        </p:par>
                        <p:par>
                          <p:cTn id="17" fill="hold" nodeType="afterGroup">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168967"/>
                                        </p:tgtEl>
                                        <p:attrNameLst>
                                          <p:attrName>style.visibility</p:attrName>
                                        </p:attrNameLst>
                                      </p:cBhvr>
                                      <p:to>
                                        <p:strVal val="visible"/>
                                      </p:to>
                                    </p:set>
                                  </p:childTnLst>
                                </p:cTn>
                              </p:par>
                            </p:childTnLst>
                          </p:cTn>
                        </p:par>
                        <p:par>
                          <p:cTn id="20" fill="hold" nodeType="afterGroup">
                            <p:stCondLst>
                              <p:cond delay="2000"/>
                            </p:stCondLst>
                            <p:childTnLst>
                              <p:par>
                                <p:cTn id="21" presetID="2" presetClass="entr" presetSubtype="12" fill="hold" grpId="0" nodeType="afterEffect">
                                  <p:stCondLst>
                                    <p:cond delay="0"/>
                                  </p:stCondLst>
                                  <p:childTnLst>
                                    <p:set>
                                      <p:cBhvr>
                                        <p:cTn id="22" dur="1" fill="hold">
                                          <p:stCondLst>
                                            <p:cond delay="0"/>
                                          </p:stCondLst>
                                        </p:cTn>
                                        <p:tgtEl>
                                          <p:spTgt spid="168965"/>
                                        </p:tgtEl>
                                        <p:attrNameLst>
                                          <p:attrName>style.visibility</p:attrName>
                                        </p:attrNameLst>
                                      </p:cBhvr>
                                      <p:to>
                                        <p:strVal val="visible"/>
                                      </p:to>
                                    </p:set>
                                    <p:anim calcmode="lin" valueType="num">
                                      <p:cBhvr additive="base">
                                        <p:cTn id="23" dur="500" fill="hold"/>
                                        <p:tgtEl>
                                          <p:spTgt spid="168965"/>
                                        </p:tgtEl>
                                        <p:attrNameLst>
                                          <p:attrName>ppt_x</p:attrName>
                                        </p:attrNameLst>
                                      </p:cBhvr>
                                      <p:tavLst>
                                        <p:tav tm="0">
                                          <p:val>
                                            <p:strVal val="0-#ppt_w/2"/>
                                          </p:val>
                                        </p:tav>
                                        <p:tav tm="100000">
                                          <p:val>
                                            <p:strVal val="#ppt_x"/>
                                          </p:val>
                                        </p:tav>
                                      </p:tavLst>
                                    </p:anim>
                                    <p:anim calcmode="lin" valueType="num">
                                      <p:cBhvr additive="base">
                                        <p:cTn id="24" dur="500" fill="hold"/>
                                        <p:tgtEl>
                                          <p:spTgt spid="168965"/>
                                        </p:tgtEl>
                                        <p:attrNameLst>
                                          <p:attrName>ppt_y</p:attrName>
                                        </p:attrNameLst>
                                      </p:cBhvr>
                                      <p:tavLst>
                                        <p:tav tm="0">
                                          <p:val>
                                            <p:strVal val="1+#ppt_h/2"/>
                                          </p:val>
                                        </p:tav>
                                        <p:tav tm="100000">
                                          <p:val>
                                            <p:strVal val="#ppt_y"/>
                                          </p:val>
                                        </p:tav>
                                      </p:tavLst>
                                    </p:anim>
                                  </p:childTnLst>
                                </p:cTn>
                              </p:par>
                            </p:childTnLst>
                          </p:cTn>
                        </p:par>
                        <p:par>
                          <p:cTn id="25" fill="hold" nodeType="afterGroup">
                            <p:stCondLst>
                              <p:cond delay="2500"/>
                            </p:stCondLst>
                            <p:childTnLst>
                              <p:par>
                                <p:cTn id="26" presetID="1" presetClass="entr" presetSubtype="0" fill="hold" grpId="0" nodeType="afterEffect">
                                  <p:stCondLst>
                                    <p:cond delay="0"/>
                                  </p:stCondLst>
                                  <p:childTnLst>
                                    <p:set>
                                      <p:cBhvr>
                                        <p:cTn id="27" dur="1" fill="hold">
                                          <p:stCondLst>
                                            <p:cond delay="499"/>
                                          </p:stCondLst>
                                        </p:cTn>
                                        <p:tgtEl>
                                          <p:spTgt spid="168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autoUpdateAnimBg="0"/>
      <p:bldP spid="168964" grpId="0" autoUpdateAnimBg="0"/>
      <p:bldP spid="168965" grpId="0" autoUpdateAnimBg="0"/>
      <p:bldP spid="168966" grpId="0" animBg="1"/>
      <p:bldP spid="168967" grpId="0" animBg="1"/>
      <p:bldP spid="16896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76200" y="1081088"/>
            <a:ext cx="522287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2400">
                <a:latin typeface="Times New Roman" charset="0"/>
                <a:ea typeface="楷体_GB2312" charset="0"/>
              </a:rPr>
              <a:t>    </a:t>
            </a:r>
            <a:r>
              <a:rPr kumimoji="1" lang="en-US" altLang="zh-CN" sz="3600" b="1">
                <a:solidFill>
                  <a:srgbClr val="804000"/>
                </a:solidFill>
                <a:latin typeface="Times New Roman" charset="0"/>
                <a:ea typeface="楷体_GB2312" charset="0"/>
              </a:rPr>
              <a:t>Root(T) // </a:t>
            </a:r>
            <a:r>
              <a:rPr kumimoji="1" lang="zh-CN" altLang="en-US" sz="3200" b="1">
                <a:solidFill>
                  <a:srgbClr val="804000"/>
                </a:solidFill>
                <a:latin typeface="Times New Roman" charset="0"/>
                <a:ea typeface="楷体_GB2312" charset="0"/>
              </a:rPr>
              <a:t>求树的根结点</a:t>
            </a:r>
            <a:r>
              <a:rPr kumimoji="1" lang="zh-CN" altLang="en-US" sz="4000" b="1">
                <a:solidFill>
                  <a:srgbClr val="804000"/>
                </a:solidFill>
                <a:latin typeface="Times New Roman" charset="0"/>
                <a:ea typeface="楷体_GB2312" charset="0"/>
              </a:rPr>
              <a:t>  </a:t>
            </a:r>
            <a:endParaRPr kumimoji="1" lang="zh-CN" altLang="en-US" sz="4000" b="1">
              <a:solidFill>
                <a:srgbClr val="804000"/>
              </a:solidFill>
              <a:latin typeface="Times New Roman" charset="0"/>
            </a:endParaRPr>
          </a:p>
        </p:txBody>
      </p:sp>
      <p:sp>
        <p:nvSpPr>
          <p:cNvPr id="169987" name="Text Box 3"/>
          <p:cNvSpPr txBox="1">
            <a:spLocks noChangeArrowheads="1"/>
          </p:cNvSpPr>
          <p:nvPr/>
        </p:nvSpPr>
        <p:spPr bwMode="auto">
          <a:xfrm>
            <a:off x="1447800" y="0"/>
            <a:ext cx="24257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FF0000"/>
                </a:solidFill>
                <a:latin typeface="Times New Roman" charset="0"/>
                <a:ea typeface="楷体_GB2312" charset="0"/>
              </a:rPr>
              <a:t>查找类：</a:t>
            </a:r>
            <a:endParaRPr kumimoji="1" lang="zh-CN" altLang="en-US" sz="5400" b="1">
              <a:solidFill>
                <a:srgbClr val="FF0000"/>
              </a:solidFill>
              <a:latin typeface="Times New Roman" charset="0"/>
              <a:ea typeface="楷体_GB2312" charset="0"/>
            </a:endParaRPr>
          </a:p>
        </p:txBody>
      </p:sp>
      <p:sp>
        <p:nvSpPr>
          <p:cNvPr id="169988" name="Text Box 4"/>
          <p:cNvSpPr txBox="1">
            <a:spLocks noChangeArrowheads="1"/>
          </p:cNvSpPr>
          <p:nvPr/>
        </p:nvSpPr>
        <p:spPr bwMode="auto">
          <a:xfrm>
            <a:off x="228600" y="1763713"/>
            <a:ext cx="7526338"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4000"/>
                </a:solidFill>
                <a:latin typeface="Times New Roman" charset="0"/>
                <a:ea typeface="楷体_GB2312" charset="0"/>
              </a:rPr>
              <a:t>Value(T, cur_e) // </a:t>
            </a:r>
            <a:r>
              <a:rPr kumimoji="1" lang="zh-CN" altLang="en-US" sz="3200" b="1">
                <a:solidFill>
                  <a:srgbClr val="804000"/>
                </a:solidFill>
                <a:latin typeface="Times New Roman" charset="0"/>
                <a:ea typeface="楷体_GB2312" charset="0"/>
              </a:rPr>
              <a:t>求当前结点的元素值</a:t>
            </a:r>
            <a:r>
              <a:rPr kumimoji="1" lang="zh-CN" altLang="en-US" sz="3600" b="1">
                <a:solidFill>
                  <a:srgbClr val="804000"/>
                </a:solidFill>
                <a:latin typeface="Times New Roman" charset="0"/>
                <a:ea typeface="楷体_GB2312" charset="0"/>
              </a:rPr>
              <a:t> </a:t>
            </a:r>
            <a:endParaRPr kumimoji="1" lang="zh-CN" altLang="en-US" sz="4000" b="1">
              <a:solidFill>
                <a:srgbClr val="804000"/>
              </a:solidFill>
              <a:latin typeface="Times New Roman" charset="0"/>
              <a:ea typeface="楷体_GB2312" charset="0"/>
            </a:endParaRPr>
          </a:p>
        </p:txBody>
      </p:sp>
      <p:sp>
        <p:nvSpPr>
          <p:cNvPr id="169989" name="Text Box 5"/>
          <p:cNvSpPr txBox="1">
            <a:spLocks noChangeArrowheads="1"/>
          </p:cNvSpPr>
          <p:nvPr/>
        </p:nvSpPr>
        <p:spPr bwMode="auto">
          <a:xfrm>
            <a:off x="304800" y="2286000"/>
            <a:ext cx="7997825"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4000"/>
                </a:solidFill>
                <a:latin typeface="Times New Roman" charset="0"/>
                <a:ea typeface="楷体_GB2312" charset="0"/>
              </a:rPr>
              <a:t>Parent(T, cur_e) // </a:t>
            </a:r>
            <a:r>
              <a:rPr kumimoji="1" lang="zh-CN" altLang="en-US" sz="3200" b="1">
                <a:solidFill>
                  <a:srgbClr val="804000"/>
                </a:solidFill>
                <a:latin typeface="Times New Roman" charset="0"/>
                <a:ea typeface="楷体_GB2312" charset="0"/>
              </a:rPr>
              <a:t>求当前结点的双亲结点</a:t>
            </a:r>
            <a:endParaRPr kumimoji="1" lang="zh-CN" altLang="en-US" sz="3600" b="1">
              <a:solidFill>
                <a:srgbClr val="804000"/>
              </a:solidFill>
              <a:latin typeface="Times New Roman" charset="0"/>
              <a:ea typeface="楷体_GB2312" charset="0"/>
            </a:endParaRPr>
          </a:p>
        </p:txBody>
      </p:sp>
      <p:sp>
        <p:nvSpPr>
          <p:cNvPr id="169990" name="Text Box 6"/>
          <p:cNvSpPr txBox="1">
            <a:spLocks noChangeArrowheads="1"/>
          </p:cNvSpPr>
          <p:nvPr/>
        </p:nvSpPr>
        <p:spPr bwMode="auto">
          <a:xfrm>
            <a:off x="292100" y="2971800"/>
            <a:ext cx="8683625"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4000"/>
                </a:solidFill>
                <a:latin typeface="Times New Roman" charset="0"/>
                <a:ea typeface="楷体_GB2312" charset="0"/>
              </a:rPr>
              <a:t>LeftChild(T, cur_e) // </a:t>
            </a:r>
            <a:r>
              <a:rPr kumimoji="1" lang="zh-CN" altLang="en-US" sz="3200" b="1">
                <a:solidFill>
                  <a:srgbClr val="804000"/>
                </a:solidFill>
                <a:latin typeface="Times New Roman" charset="0"/>
                <a:ea typeface="楷体_GB2312" charset="0"/>
              </a:rPr>
              <a:t>求当前结点的最左孩子 </a:t>
            </a:r>
            <a:endParaRPr kumimoji="1" lang="zh-CN" altLang="en-US" sz="3600" b="1">
              <a:solidFill>
                <a:srgbClr val="804000"/>
              </a:solidFill>
              <a:latin typeface="Times New Roman" charset="0"/>
              <a:ea typeface="楷体_GB2312" charset="0"/>
            </a:endParaRPr>
          </a:p>
        </p:txBody>
      </p:sp>
      <p:sp>
        <p:nvSpPr>
          <p:cNvPr id="169991" name="Text Box 7"/>
          <p:cNvSpPr txBox="1">
            <a:spLocks noChangeArrowheads="1"/>
          </p:cNvSpPr>
          <p:nvPr/>
        </p:nvSpPr>
        <p:spPr bwMode="auto">
          <a:xfrm>
            <a:off x="304800" y="3744913"/>
            <a:ext cx="8847138"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4000"/>
                </a:solidFill>
                <a:latin typeface="Times New Roman" charset="0"/>
                <a:ea typeface="楷体_GB2312" charset="0"/>
              </a:rPr>
              <a:t>RightSibling(T, cur_e)  // </a:t>
            </a:r>
            <a:r>
              <a:rPr kumimoji="1" lang="zh-CN" altLang="en-US" sz="3200" b="1">
                <a:solidFill>
                  <a:srgbClr val="804000"/>
                </a:solidFill>
                <a:latin typeface="Times New Roman" charset="0"/>
                <a:ea typeface="楷体_GB2312" charset="0"/>
              </a:rPr>
              <a:t>求当前结点的右兄弟</a:t>
            </a:r>
            <a:endParaRPr kumimoji="1" lang="zh-CN" altLang="en-US" sz="3600" b="1">
              <a:solidFill>
                <a:srgbClr val="804000"/>
              </a:solidFill>
              <a:latin typeface="Times New Roman" charset="0"/>
              <a:ea typeface="楷体_GB2312" charset="0"/>
            </a:endParaRPr>
          </a:p>
        </p:txBody>
      </p:sp>
      <p:sp>
        <p:nvSpPr>
          <p:cNvPr id="169992" name="Text Box 8"/>
          <p:cNvSpPr txBox="1">
            <a:spLocks noChangeArrowheads="1"/>
          </p:cNvSpPr>
          <p:nvPr/>
        </p:nvSpPr>
        <p:spPr bwMode="auto">
          <a:xfrm>
            <a:off x="311150" y="4506913"/>
            <a:ext cx="699135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4000"/>
                </a:solidFill>
                <a:latin typeface="Times New Roman" charset="0"/>
                <a:ea typeface="楷体_GB2312" charset="0"/>
              </a:rPr>
              <a:t>TreeEmpty(T)  // </a:t>
            </a:r>
            <a:r>
              <a:rPr kumimoji="1" lang="zh-CN" altLang="en-US" sz="3200" b="1">
                <a:solidFill>
                  <a:srgbClr val="804000"/>
                </a:solidFill>
                <a:latin typeface="Times New Roman" charset="0"/>
                <a:ea typeface="楷体_GB2312" charset="0"/>
              </a:rPr>
              <a:t>判定树是否为空树 </a:t>
            </a:r>
          </a:p>
        </p:txBody>
      </p:sp>
      <p:sp>
        <p:nvSpPr>
          <p:cNvPr id="169993" name="Text Box 9"/>
          <p:cNvSpPr txBox="1">
            <a:spLocks noChangeArrowheads="1"/>
          </p:cNvSpPr>
          <p:nvPr/>
        </p:nvSpPr>
        <p:spPr bwMode="auto">
          <a:xfrm>
            <a:off x="304800" y="5268913"/>
            <a:ext cx="5538788"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4000"/>
                </a:solidFill>
                <a:latin typeface="Times New Roman" charset="0"/>
                <a:ea typeface="楷体_GB2312" charset="0"/>
              </a:rPr>
              <a:t>TreeDepth(T)  // </a:t>
            </a:r>
            <a:r>
              <a:rPr kumimoji="1" lang="zh-CN" altLang="en-US" sz="3200" b="1">
                <a:solidFill>
                  <a:srgbClr val="804000"/>
                </a:solidFill>
                <a:latin typeface="Times New Roman" charset="0"/>
                <a:ea typeface="楷体_GB2312" charset="0"/>
              </a:rPr>
              <a:t>求树的深度</a:t>
            </a:r>
            <a:endParaRPr kumimoji="1" lang="zh-CN" altLang="en-US" sz="3600" b="1">
              <a:solidFill>
                <a:srgbClr val="804000"/>
              </a:solidFill>
              <a:latin typeface="Times New Roman" charset="0"/>
              <a:ea typeface="楷体_GB2312" charset="0"/>
            </a:endParaRPr>
          </a:p>
        </p:txBody>
      </p:sp>
      <p:sp>
        <p:nvSpPr>
          <p:cNvPr id="169994" name="Text Box 10"/>
          <p:cNvSpPr txBox="1">
            <a:spLocks noChangeArrowheads="1"/>
          </p:cNvSpPr>
          <p:nvPr/>
        </p:nvSpPr>
        <p:spPr bwMode="auto">
          <a:xfrm>
            <a:off x="273050" y="6064250"/>
            <a:ext cx="6550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804000"/>
                </a:solidFill>
                <a:latin typeface="Times New Roman" charset="0"/>
                <a:ea typeface="楷体_GB2312" charset="0"/>
              </a:rPr>
              <a:t>TraverseTree( T, Visit() )  // </a:t>
            </a:r>
            <a:r>
              <a:rPr kumimoji="1" lang="zh-CN" altLang="zh-CN" sz="3200" b="1">
                <a:solidFill>
                  <a:srgbClr val="804000"/>
                </a:solidFill>
                <a:latin typeface="Times New Roman" charset="0"/>
                <a:ea typeface="楷体_GB2312" charset="0"/>
              </a:rPr>
              <a:t>遍历</a:t>
            </a:r>
            <a:endParaRPr kumimoji="1" lang="zh-CN" altLang="en-US" sz="3600" b="1">
              <a:solidFill>
                <a:srgbClr val="804000"/>
              </a:solidFill>
              <a:latin typeface="Times New Roman" charset="0"/>
              <a:ea typeface="楷体_GB2312" charset="0"/>
            </a:endParaRPr>
          </a:p>
        </p:txBody>
      </p:sp>
    </p:spTree>
    <p:extLst>
      <p:ext uri="{BB962C8B-B14F-4D97-AF65-F5344CB8AC3E}">
        <p14:creationId xmlns:p14="http://schemas.microsoft.com/office/powerpoint/2010/main" val="18160454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86"/>
                                        </p:tgtEl>
                                        <p:attrNameLst>
                                          <p:attrName>style.visibility</p:attrName>
                                        </p:attrNameLst>
                                      </p:cBhvr>
                                      <p:to>
                                        <p:strVal val="visible"/>
                                      </p:to>
                                    </p:set>
                                    <p:animEffect transition="in" filter="wipe(left)">
                                      <p:cBhvr>
                                        <p:cTn id="7" dur="500"/>
                                        <p:tgtEl>
                                          <p:spTgt spid="169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8"/>
                                        </p:tgtEl>
                                        <p:attrNameLst>
                                          <p:attrName>style.visibility</p:attrName>
                                        </p:attrNameLst>
                                      </p:cBhvr>
                                      <p:to>
                                        <p:strVal val="visible"/>
                                      </p:to>
                                    </p:set>
                                    <p:animEffect transition="in" filter="wipe(left)">
                                      <p:cBhvr>
                                        <p:cTn id="12" dur="500"/>
                                        <p:tgtEl>
                                          <p:spTgt spid="1699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89"/>
                                        </p:tgtEl>
                                        <p:attrNameLst>
                                          <p:attrName>style.visibility</p:attrName>
                                        </p:attrNameLst>
                                      </p:cBhvr>
                                      <p:to>
                                        <p:strVal val="visible"/>
                                      </p:to>
                                    </p:set>
                                    <p:animEffect transition="in" filter="wipe(left)">
                                      <p:cBhvr>
                                        <p:cTn id="17" dur="500"/>
                                        <p:tgtEl>
                                          <p:spTgt spid="1699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990"/>
                                        </p:tgtEl>
                                        <p:attrNameLst>
                                          <p:attrName>style.visibility</p:attrName>
                                        </p:attrNameLst>
                                      </p:cBhvr>
                                      <p:to>
                                        <p:strVal val="visible"/>
                                      </p:to>
                                    </p:set>
                                    <p:animEffect transition="in" filter="wipe(left)">
                                      <p:cBhvr>
                                        <p:cTn id="22" dur="500"/>
                                        <p:tgtEl>
                                          <p:spTgt spid="1699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991"/>
                                        </p:tgtEl>
                                        <p:attrNameLst>
                                          <p:attrName>style.visibility</p:attrName>
                                        </p:attrNameLst>
                                      </p:cBhvr>
                                      <p:to>
                                        <p:strVal val="visible"/>
                                      </p:to>
                                    </p:set>
                                    <p:animEffect transition="in" filter="wipe(left)">
                                      <p:cBhvr>
                                        <p:cTn id="27" dur="500"/>
                                        <p:tgtEl>
                                          <p:spTgt spid="1699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9992"/>
                                        </p:tgtEl>
                                        <p:attrNameLst>
                                          <p:attrName>style.visibility</p:attrName>
                                        </p:attrNameLst>
                                      </p:cBhvr>
                                      <p:to>
                                        <p:strVal val="visible"/>
                                      </p:to>
                                    </p:set>
                                    <p:animEffect transition="in" filter="wipe(left)">
                                      <p:cBhvr>
                                        <p:cTn id="32" dur="500"/>
                                        <p:tgtEl>
                                          <p:spTgt spid="1699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9993"/>
                                        </p:tgtEl>
                                        <p:attrNameLst>
                                          <p:attrName>style.visibility</p:attrName>
                                        </p:attrNameLst>
                                      </p:cBhvr>
                                      <p:to>
                                        <p:strVal val="visible"/>
                                      </p:to>
                                    </p:set>
                                    <p:animEffect transition="in" filter="wipe(left)">
                                      <p:cBhvr>
                                        <p:cTn id="37" dur="500"/>
                                        <p:tgtEl>
                                          <p:spTgt spid="1699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9994"/>
                                        </p:tgtEl>
                                        <p:attrNameLst>
                                          <p:attrName>style.visibility</p:attrName>
                                        </p:attrNameLst>
                                      </p:cBhvr>
                                      <p:to>
                                        <p:strVal val="visible"/>
                                      </p:to>
                                    </p:set>
                                    <p:animEffect transition="in" filter="wipe(left)">
                                      <p:cBhvr>
                                        <p:cTn id="42" dur="500"/>
                                        <p:tgtEl>
                                          <p:spTgt spid="169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autoUpdateAnimBg="0"/>
      <p:bldP spid="169988" grpId="0" autoUpdateAnimBg="0"/>
      <p:bldP spid="169989" grpId="0" autoUpdateAnimBg="0"/>
      <p:bldP spid="169990" grpId="0" autoUpdateAnimBg="0"/>
      <p:bldP spid="169991" grpId="0" autoUpdateAnimBg="0"/>
      <p:bldP spid="169992" grpId="0" autoUpdateAnimBg="0"/>
      <p:bldP spid="169993" grpId="0" autoUpdateAnimBg="0"/>
      <p:bldP spid="16999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314325" y="1309688"/>
            <a:ext cx="67627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b="1">
                <a:solidFill>
                  <a:srgbClr val="804000"/>
                </a:solidFill>
                <a:latin typeface="Times New Roman" charset="0"/>
                <a:ea typeface="楷体_GB2312" charset="0"/>
              </a:rPr>
              <a:t>InitTree(&amp;T)  // </a:t>
            </a:r>
            <a:r>
              <a:rPr kumimoji="1" lang="zh-CN" altLang="en-US" sz="3600" b="1">
                <a:solidFill>
                  <a:srgbClr val="804000"/>
                </a:solidFill>
                <a:latin typeface="Times New Roman" charset="0"/>
                <a:ea typeface="楷体_GB2312" charset="0"/>
              </a:rPr>
              <a:t>初始化置空树</a:t>
            </a:r>
            <a:r>
              <a:rPr kumimoji="1" lang="zh-CN" altLang="en-US" sz="4000" b="1">
                <a:solidFill>
                  <a:srgbClr val="804000"/>
                </a:solidFill>
                <a:latin typeface="Times New Roman" charset="0"/>
                <a:ea typeface="楷体_GB2312" charset="0"/>
              </a:rPr>
              <a:t>  </a:t>
            </a:r>
          </a:p>
        </p:txBody>
      </p:sp>
      <p:sp>
        <p:nvSpPr>
          <p:cNvPr id="171011" name="Text Box 3"/>
          <p:cNvSpPr txBox="1">
            <a:spLocks noChangeArrowheads="1"/>
          </p:cNvSpPr>
          <p:nvPr/>
        </p:nvSpPr>
        <p:spPr bwMode="auto">
          <a:xfrm>
            <a:off x="1447800" y="0"/>
            <a:ext cx="242570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4400" b="1">
                <a:solidFill>
                  <a:srgbClr val="FF0000"/>
                </a:solidFill>
                <a:latin typeface="Times New Roman" charset="0"/>
                <a:ea typeface="楷体_GB2312" charset="0"/>
              </a:rPr>
              <a:t>插入类：</a:t>
            </a:r>
            <a:endParaRPr kumimoji="1" lang="zh-CN" altLang="en-US" sz="4400">
              <a:latin typeface="Times New Roman" charset="0"/>
            </a:endParaRPr>
          </a:p>
        </p:txBody>
      </p:sp>
      <p:sp>
        <p:nvSpPr>
          <p:cNvPr id="171012" name="Text Box 4"/>
          <p:cNvSpPr txBox="1">
            <a:spLocks noChangeArrowheads="1"/>
          </p:cNvSpPr>
          <p:nvPr/>
        </p:nvSpPr>
        <p:spPr bwMode="auto">
          <a:xfrm>
            <a:off x="266700" y="2255838"/>
            <a:ext cx="74104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804000"/>
                </a:solidFill>
                <a:latin typeface="Times New Roman" charset="0"/>
                <a:ea typeface="楷体_GB2312" charset="0"/>
              </a:rPr>
              <a:t>CreateTree(&amp;T, definition) </a:t>
            </a:r>
          </a:p>
          <a:p>
            <a:r>
              <a:rPr kumimoji="1" lang="en-US" altLang="zh-CN" sz="4000" b="1">
                <a:solidFill>
                  <a:srgbClr val="804000"/>
                </a:solidFill>
                <a:latin typeface="Times New Roman" charset="0"/>
                <a:ea typeface="楷体_GB2312" charset="0"/>
              </a:rPr>
              <a:t>                                // </a:t>
            </a:r>
            <a:r>
              <a:rPr kumimoji="1" lang="zh-CN" altLang="en-US" sz="3600" b="1">
                <a:solidFill>
                  <a:srgbClr val="804000"/>
                </a:solidFill>
                <a:latin typeface="Times New Roman" charset="0"/>
                <a:ea typeface="楷体_GB2312" charset="0"/>
              </a:rPr>
              <a:t>按定义构造树</a:t>
            </a:r>
            <a:endParaRPr kumimoji="1" lang="zh-CN" altLang="en-US" sz="4000" b="1">
              <a:solidFill>
                <a:srgbClr val="804000"/>
              </a:solidFill>
              <a:latin typeface="Times New Roman" charset="0"/>
              <a:ea typeface="楷体_GB2312" charset="0"/>
            </a:endParaRPr>
          </a:p>
        </p:txBody>
      </p:sp>
      <p:sp>
        <p:nvSpPr>
          <p:cNvPr id="171013" name="Text Box 5"/>
          <p:cNvSpPr txBox="1">
            <a:spLocks noChangeArrowheads="1"/>
          </p:cNvSpPr>
          <p:nvPr/>
        </p:nvSpPr>
        <p:spPr bwMode="auto">
          <a:xfrm>
            <a:off x="304800" y="3505200"/>
            <a:ext cx="7742238"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804000"/>
                </a:solidFill>
                <a:latin typeface="Times New Roman" charset="0"/>
                <a:ea typeface="楷体_GB2312" charset="0"/>
              </a:rPr>
              <a:t>Assign(T, cur_e, value)  </a:t>
            </a:r>
          </a:p>
          <a:p>
            <a:r>
              <a:rPr kumimoji="1" lang="en-US" altLang="zh-CN" sz="4000" b="1">
                <a:solidFill>
                  <a:srgbClr val="804000"/>
                </a:solidFill>
                <a:latin typeface="Times New Roman" charset="0"/>
                <a:ea typeface="楷体_GB2312" charset="0"/>
              </a:rPr>
              <a:t>                               // </a:t>
            </a:r>
            <a:r>
              <a:rPr kumimoji="1" lang="zh-CN" altLang="en-US" sz="3600" b="1">
                <a:solidFill>
                  <a:srgbClr val="804000"/>
                </a:solidFill>
                <a:latin typeface="Times New Roman" charset="0"/>
                <a:ea typeface="楷体_GB2312" charset="0"/>
              </a:rPr>
              <a:t>给当前结点赋值</a:t>
            </a:r>
            <a:endParaRPr kumimoji="1" lang="zh-CN" altLang="en-US" sz="4000" b="1">
              <a:solidFill>
                <a:srgbClr val="804000"/>
              </a:solidFill>
              <a:latin typeface="Times New Roman" charset="0"/>
              <a:ea typeface="楷体_GB2312" charset="0"/>
            </a:endParaRPr>
          </a:p>
        </p:txBody>
      </p:sp>
      <p:sp>
        <p:nvSpPr>
          <p:cNvPr id="171014" name="Text Box 6"/>
          <p:cNvSpPr txBox="1">
            <a:spLocks noChangeArrowheads="1"/>
          </p:cNvSpPr>
          <p:nvPr/>
        </p:nvSpPr>
        <p:spPr bwMode="auto">
          <a:xfrm>
            <a:off x="304800" y="4724400"/>
            <a:ext cx="89154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000" b="1">
                <a:solidFill>
                  <a:srgbClr val="804000"/>
                </a:solidFill>
                <a:latin typeface="Times New Roman" charset="0"/>
                <a:ea typeface="楷体_GB2312" charset="0"/>
              </a:rPr>
              <a:t>InsertChild(&amp;T, &amp;p, i, c) </a:t>
            </a:r>
          </a:p>
          <a:p>
            <a:pPr>
              <a:lnSpc>
                <a:spcPct val="120000"/>
              </a:lnSpc>
            </a:pPr>
            <a:r>
              <a:rPr kumimoji="1" lang="en-US" altLang="zh-CN" sz="4000" b="1">
                <a:solidFill>
                  <a:srgbClr val="804000"/>
                </a:solidFill>
                <a:latin typeface="Times New Roman" charset="0"/>
                <a:ea typeface="楷体_GB2312" charset="0"/>
              </a:rPr>
              <a:t>  // </a:t>
            </a:r>
            <a:r>
              <a:rPr kumimoji="1" lang="zh-CN" altLang="en-US" sz="3600" b="1">
                <a:solidFill>
                  <a:srgbClr val="804000"/>
                </a:solidFill>
                <a:latin typeface="Times New Roman" charset="0"/>
                <a:ea typeface="楷体_GB2312" charset="0"/>
              </a:rPr>
              <a:t>将以</a:t>
            </a:r>
            <a:r>
              <a:rPr kumimoji="1" lang="en-US" altLang="zh-CN" sz="3600" b="1">
                <a:solidFill>
                  <a:srgbClr val="804000"/>
                </a:solidFill>
                <a:latin typeface="Times New Roman" charset="0"/>
                <a:ea typeface="楷体_GB2312" charset="0"/>
              </a:rPr>
              <a:t>c</a:t>
            </a:r>
            <a:r>
              <a:rPr kumimoji="1" lang="zh-CN" altLang="en-US" sz="3600" b="1">
                <a:solidFill>
                  <a:srgbClr val="804000"/>
                </a:solidFill>
                <a:latin typeface="Times New Roman" charset="0"/>
                <a:ea typeface="楷体_GB2312" charset="0"/>
              </a:rPr>
              <a:t>为根的树插入为结点</a:t>
            </a:r>
            <a:r>
              <a:rPr kumimoji="1" lang="en-US" altLang="zh-CN" sz="3600" b="1">
                <a:solidFill>
                  <a:srgbClr val="804000"/>
                </a:solidFill>
                <a:latin typeface="Times New Roman" charset="0"/>
                <a:ea typeface="楷体_GB2312" charset="0"/>
              </a:rPr>
              <a:t>p</a:t>
            </a:r>
            <a:r>
              <a:rPr kumimoji="1" lang="zh-CN" altLang="en-US" sz="3600" b="1">
                <a:solidFill>
                  <a:srgbClr val="804000"/>
                </a:solidFill>
                <a:latin typeface="Times New Roman" charset="0"/>
                <a:ea typeface="楷体_GB2312" charset="0"/>
              </a:rPr>
              <a:t>的第</a:t>
            </a:r>
            <a:r>
              <a:rPr kumimoji="1" lang="en-US" altLang="zh-CN" sz="3600" b="1">
                <a:solidFill>
                  <a:srgbClr val="804000"/>
                </a:solidFill>
                <a:latin typeface="Times New Roman" charset="0"/>
                <a:ea typeface="楷体_GB2312" charset="0"/>
              </a:rPr>
              <a:t>i</a:t>
            </a:r>
            <a:r>
              <a:rPr kumimoji="1" lang="zh-CN" altLang="en-US" sz="3600" b="1">
                <a:solidFill>
                  <a:srgbClr val="804000"/>
                </a:solidFill>
                <a:latin typeface="Times New Roman" charset="0"/>
                <a:ea typeface="楷体_GB2312" charset="0"/>
              </a:rPr>
              <a:t>棵子树</a:t>
            </a:r>
            <a:endParaRPr kumimoji="1" lang="zh-CN" altLang="en-US" sz="4000" b="1">
              <a:solidFill>
                <a:srgbClr val="804000"/>
              </a:solidFill>
              <a:latin typeface="Times New Roman" charset="0"/>
              <a:ea typeface="楷体_GB2312" charset="0"/>
            </a:endParaRPr>
          </a:p>
        </p:txBody>
      </p:sp>
      <p:sp>
        <p:nvSpPr>
          <p:cNvPr id="171015" name="AutoShape 7">
            <a:hlinkClick r:id="" action="ppaction://hlinkshowjump?jump=lastslideviewed" highlightClick="1"/>
          </p:cNvPr>
          <p:cNvSpPr>
            <a:spLocks noChangeArrowheads="1"/>
          </p:cNvSpPr>
          <p:nvPr/>
        </p:nvSpPr>
        <p:spPr bwMode="auto">
          <a:xfrm>
            <a:off x="8458200" y="64008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272887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wipe(left)">
                                      <p:cBhvr>
                                        <p:cTn id="7" dur="500"/>
                                        <p:tgtEl>
                                          <p:spTgt spid="171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1012"/>
                                        </p:tgtEl>
                                        <p:attrNameLst>
                                          <p:attrName>style.visibility</p:attrName>
                                        </p:attrNameLst>
                                      </p:cBhvr>
                                      <p:to>
                                        <p:strVal val="visible"/>
                                      </p:to>
                                    </p:set>
                                    <p:animEffect transition="in" filter="wipe(left)">
                                      <p:cBhvr>
                                        <p:cTn id="12" dur="500"/>
                                        <p:tgtEl>
                                          <p:spTgt spid="1710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1013"/>
                                        </p:tgtEl>
                                        <p:attrNameLst>
                                          <p:attrName>style.visibility</p:attrName>
                                        </p:attrNameLst>
                                      </p:cBhvr>
                                      <p:to>
                                        <p:strVal val="visible"/>
                                      </p:to>
                                    </p:set>
                                    <p:animEffect transition="in" filter="wipe(left)">
                                      <p:cBhvr>
                                        <p:cTn id="17" dur="500"/>
                                        <p:tgtEl>
                                          <p:spTgt spid="1710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1014"/>
                                        </p:tgtEl>
                                        <p:attrNameLst>
                                          <p:attrName>style.visibility</p:attrName>
                                        </p:attrNameLst>
                                      </p:cBhvr>
                                      <p:to>
                                        <p:strVal val="visible"/>
                                      </p:to>
                                    </p:set>
                                    <p:animEffect transition="in" filter="wipe(left)">
                                      <p:cBhvr>
                                        <p:cTn id="22" dur="500"/>
                                        <p:tgtEl>
                                          <p:spTgt spid="171014"/>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71015"/>
                                        </p:tgtEl>
                                        <p:attrNameLst>
                                          <p:attrName>style.visibility</p:attrName>
                                        </p:attrNameLst>
                                      </p:cBhvr>
                                      <p:to>
                                        <p:strVal val="visible"/>
                                      </p:to>
                                    </p:set>
                                    <p:anim calcmode="lin" valueType="num">
                                      <p:cBhvr additive="base">
                                        <p:cTn id="26" dur="500" fill="hold"/>
                                        <p:tgtEl>
                                          <p:spTgt spid="171015"/>
                                        </p:tgtEl>
                                        <p:attrNameLst>
                                          <p:attrName>ppt_x</p:attrName>
                                        </p:attrNameLst>
                                      </p:cBhvr>
                                      <p:tavLst>
                                        <p:tav tm="0">
                                          <p:val>
                                            <p:strVal val="1+#ppt_w/2"/>
                                          </p:val>
                                        </p:tav>
                                        <p:tav tm="100000">
                                          <p:val>
                                            <p:strVal val="#ppt_x"/>
                                          </p:val>
                                        </p:tav>
                                      </p:tavLst>
                                    </p:anim>
                                    <p:anim calcmode="lin" valueType="num">
                                      <p:cBhvr additive="base">
                                        <p:cTn id="27" dur="500" fill="hold"/>
                                        <p:tgtEl>
                                          <p:spTgt spid="1710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autoUpdateAnimBg="0"/>
      <p:bldP spid="171012" grpId="0" autoUpdateAnimBg="0"/>
      <p:bldP spid="171013" grpId="0" autoUpdateAnimBg="0"/>
      <p:bldP spid="171014" grpId="0" autoUpdateAnimBg="0"/>
      <p:bldP spid="1710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990600" y="1676400"/>
            <a:ext cx="6215063"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2400">
                <a:latin typeface="Times New Roman" charset="0"/>
                <a:ea typeface="楷体_GB2312" charset="0"/>
              </a:rPr>
              <a:t> </a:t>
            </a:r>
            <a:r>
              <a:rPr kumimoji="1" lang="en-US" altLang="zh-CN" sz="4000" b="1">
                <a:solidFill>
                  <a:srgbClr val="804000"/>
                </a:solidFill>
                <a:latin typeface="Times New Roman" charset="0"/>
                <a:ea typeface="楷体_GB2312" charset="0"/>
              </a:rPr>
              <a:t>ClearTree(&amp;T) // </a:t>
            </a:r>
            <a:r>
              <a:rPr kumimoji="1" lang="zh-CN" altLang="en-US" sz="3600" b="1">
                <a:solidFill>
                  <a:srgbClr val="804000"/>
                </a:solidFill>
                <a:latin typeface="Times New Roman" charset="0"/>
                <a:ea typeface="楷体_GB2312" charset="0"/>
              </a:rPr>
              <a:t>将树清空</a:t>
            </a:r>
            <a:r>
              <a:rPr kumimoji="1" lang="zh-CN" altLang="en-US" sz="4000" b="1">
                <a:solidFill>
                  <a:srgbClr val="804000"/>
                </a:solidFill>
                <a:latin typeface="Times New Roman" charset="0"/>
                <a:ea typeface="楷体_GB2312" charset="0"/>
              </a:rPr>
              <a:t>  </a:t>
            </a:r>
          </a:p>
        </p:txBody>
      </p:sp>
      <p:sp>
        <p:nvSpPr>
          <p:cNvPr id="172035" name="Text Box 3"/>
          <p:cNvSpPr txBox="1">
            <a:spLocks noChangeArrowheads="1"/>
          </p:cNvSpPr>
          <p:nvPr/>
        </p:nvSpPr>
        <p:spPr bwMode="auto">
          <a:xfrm>
            <a:off x="1447800" y="152400"/>
            <a:ext cx="2940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5400" b="1">
                <a:solidFill>
                  <a:srgbClr val="FF0000"/>
                </a:solidFill>
                <a:latin typeface="Times New Roman" charset="0"/>
                <a:ea typeface="楷体_GB2312" charset="0"/>
              </a:rPr>
              <a:t>删除类：</a:t>
            </a:r>
          </a:p>
        </p:txBody>
      </p:sp>
      <p:sp>
        <p:nvSpPr>
          <p:cNvPr id="172036" name="Text Box 4"/>
          <p:cNvSpPr txBox="1">
            <a:spLocks noChangeArrowheads="1"/>
          </p:cNvSpPr>
          <p:nvPr/>
        </p:nvSpPr>
        <p:spPr bwMode="auto">
          <a:xfrm>
            <a:off x="1038225" y="2909888"/>
            <a:ext cx="74104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b="1">
                <a:solidFill>
                  <a:srgbClr val="804000"/>
                </a:solidFill>
                <a:latin typeface="Times New Roman" charset="0"/>
                <a:ea typeface="楷体_GB2312" charset="0"/>
              </a:rPr>
              <a:t>DestroyTree(&amp;T)  // </a:t>
            </a:r>
            <a:r>
              <a:rPr kumimoji="1" lang="zh-CN" altLang="en-US" sz="3600" b="1">
                <a:solidFill>
                  <a:srgbClr val="804000"/>
                </a:solidFill>
                <a:latin typeface="Times New Roman" charset="0"/>
                <a:ea typeface="楷体_GB2312" charset="0"/>
              </a:rPr>
              <a:t>销毁树的结构</a:t>
            </a:r>
            <a:endParaRPr kumimoji="1" lang="zh-CN" altLang="en-US" sz="2400">
              <a:latin typeface="Times New Roman" charset="0"/>
            </a:endParaRPr>
          </a:p>
        </p:txBody>
      </p:sp>
      <p:sp>
        <p:nvSpPr>
          <p:cNvPr id="172037" name="Text Box 5"/>
          <p:cNvSpPr txBox="1">
            <a:spLocks noChangeArrowheads="1"/>
          </p:cNvSpPr>
          <p:nvPr/>
        </p:nvSpPr>
        <p:spPr bwMode="auto">
          <a:xfrm>
            <a:off x="1020763" y="4114800"/>
            <a:ext cx="5865812"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4000" b="1">
                <a:solidFill>
                  <a:srgbClr val="804000"/>
                </a:solidFill>
                <a:latin typeface="Times New Roman" charset="0"/>
                <a:ea typeface="楷体_GB2312" charset="0"/>
              </a:rPr>
              <a:t>DeleteChild(&amp;T, &amp;p, i) </a:t>
            </a:r>
          </a:p>
          <a:p>
            <a:pPr>
              <a:lnSpc>
                <a:spcPct val="125000"/>
              </a:lnSpc>
            </a:pPr>
            <a:r>
              <a:rPr kumimoji="1" lang="en-US" altLang="zh-CN" sz="4000" b="1">
                <a:solidFill>
                  <a:srgbClr val="804000"/>
                </a:solidFill>
                <a:latin typeface="Times New Roman" charset="0"/>
                <a:ea typeface="楷体_GB2312" charset="0"/>
              </a:rPr>
              <a:t>      // </a:t>
            </a:r>
            <a:r>
              <a:rPr kumimoji="1" lang="zh-CN" altLang="en-US" sz="3600" b="1">
                <a:solidFill>
                  <a:srgbClr val="804000"/>
                </a:solidFill>
                <a:latin typeface="Times New Roman" charset="0"/>
                <a:ea typeface="楷体_GB2312" charset="0"/>
              </a:rPr>
              <a:t>删除结点</a:t>
            </a:r>
            <a:r>
              <a:rPr kumimoji="1" lang="en-US" altLang="zh-CN" sz="3600" b="1">
                <a:solidFill>
                  <a:srgbClr val="804000"/>
                </a:solidFill>
                <a:latin typeface="Times New Roman" charset="0"/>
                <a:ea typeface="楷体_GB2312" charset="0"/>
              </a:rPr>
              <a:t>p</a:t>
            </a:r>
            <a:r>
              <a:rPr kumimoji="1" lang="zh-CN" altLang="en-US" sz="3600" b="1">
                <a:solidFill>
                  <a:srgbClr val="804000"/>
                </a:solidFill>
                <a:latin typeface="Times New Roman" charset="0"/>
                <a:ea typeface="楷体_GB2312" charset="0"/>
              </a:rPr>
              <a:t>的第</a:t>
            </a:r>
            <a:r>
              <a:rPr kumimoji="1" lang="en-US" altLang="zh-CN" sz="3600" b="1">
                <a:solidFill>
                  <a:srgbClr val="804000"/>
                </a:solidFill>
                <a:latin typeface="Times New Roman" charset="0"/>
                <a:ea typeface="楷体_GB2312" charset="0"/>
              </a:rPr>
              <a:t>i</a:t>
            </a:r>
            <a:r>
              <a:rPr kumimoji="1" lang="zh-CN" altLang="en-US" sz="3600" b="1">
                <a:solidFill>
                  <a:srgbClr val="804000"/>
                </a:solidFill>
                <a:latin typeface="Times New Roman" charset="0"/>
                <a:ea typeface="楷体_GB2312" charset="0"/>
              </a:rPr>
              <a:t>棵子树</a:t>
            </a:r>
            <a:endParaRPr kumimoji="1" lang="zh-CN" altLang="en-US" sz="2400">
              <a:latin typeface="Times New Roman" charset="0"/>
            </a:endParaRPr>
          </a:p>
        </p:txBody>
      </p:sp>
      <p:sp>
        <p:nvSpPr>
          <p:cNvPr id="172038" name="AutoShape 6">
            <a:hlinkClick r:id="" action="ppaction://hlinkshowjump?jump=lastslideviewed" highlightClick="1"/>
          </p:cNvPr>
          <p:cNvSpPr>
            <a:spLocks noChangeArrowheads="1"/>
          </p:cNvSpPr>
          <p:nvPr/>
        </p:nvSpPr>
        <p:spPr bwMode="auto">
          <a:xfrm>
            <a:off x="8382000" y="61722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704088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wipe(left)">
                                      <p:cBhvr>
                                        <p:cTn id="7" dur="500"/>
                                        <p:tgtEl>
                                          <p:spTgt spid="172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2036"/>
                                        </p:tgtEl>
                                        <p:attrNameLst>
                                          <p:attrName>style.visibility</p:attrName>
                                        </p:attrNameLst>
                                      </p:cBhvr>
                                      <p:to>
                                        <p:strVal val="visible"/>
                                      </p:to>
                                    </p:set>
                                    <p:animEffect transition="in" filter="wipe(left)">
                                      <p:cBhvr>
                                        <p:cTn id="12" dur="500"/>
                                        <p:tgtEl>
                                          <p:spTgt spid="1720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2037"/>
                                        </p:tgtEl>
                                        <p:attrNameLst>
                                          <p:attrName>style.visibility</p:attrName>
                                        </p:attrNameLst>
                                      </p:cBhvr>
                                      <p:to>
                                        <p:strVal val="visible"/>
                                      </p:to>
                                    </p:set>
                                    <p:animEffect transition="in" filter="wipe(left)">
                                      <p:cBhvr>
                                        <p:cTn id="17" dur="500"/>
                                        <p:tgtEl>
                                          <p:spTgt spid="172037"/>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172038"/>
                                        </p:tgtEl>
                                        <p:attrNameLst>
                                          <p:attrName>style.visibility</p:attrName>
                                        </p:attrNameLst>
                                      </p:cBhvr>
                                      <p:to>
                                        <p:strVal val="visible"/>
                                      </p:to>
                                    </p:set>
                                    <p:anim calcmode="lin" valueType="num">
                                      <p:cBhvr additive="base">
                                        <p:cTn id="21" dur="500" fill="hold"/>
                                        <p:tgtEl>
                                          <p:spTgt spid="172038"/>
                                        </p:tgtEl>
                                        <p:attrNameLst>
                                          <p:attrName>ppt_x</p:attrName>
                                        </p:attrNameLst>
                                      </p:cBhvr>
                                      <p:tavLst>
                                        <p:tav tm="0">
                                          <p:val>
                                            <p:strVal val="1+#ppt_w/2"/>
                                          </p:val>
                                        </p:tav>
                                        <p:tav tm="100000">
                                          <p:val>
                                            <p:strVal val="#ppt_x"/>
                                          </p:val>
                                        </p:tav>
                                      </p:tavLst>
                                    </p:anim>
                                    <p:anim calcmode="lin" valueType="num">
                                      <p:cBhvr additive="base">
                                        <p:cTn id="22" dur="500" fill="hold"/>
                                        <p:tgtEl>
                                          <p:spTgt spid="1720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utoUpdateAnimBg="0"/>
      <p:bldP spid="172036" grpId="0" autoUpdateAnimBg="0"/>
      <p:bldP spid="172037" grpId="0" autoUpdateAnimBg="0"/>
      <p:bldP spid="17203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381000" y="1066800"/>
            <a:ext cx="8382000" cy="2228850"/>
          </a:xfrm>
          <a:prstGeom prst="rect">
            <a:avLst/>
          </a:prstGeom>
          <a:solidFill>
            <a:srgbClr val="FBE2DF">
              <a:alpha val="50000"/>
            </a:srgb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lnSpc>
                <a:spcPct val="130000"/>
              </a:lnSpc>
            </a:pPr>
            <a:r>
              <a:rPr kumimoji="1" lang="zh-CN" altLang="en-US" sz="5400" b="1">
                <a:solidFill>
                  <a:srgbClr val="9C4E00"/>
                </a:solidFill>
                <a:latin typeface="Times New Roman" charset="0"/>
                <a:ea typeface="楷体_GB2312" charset="0"/>
              </a:rPr>
              <a:t>对比</a:t>
            </a:r>
            <a:r>
              <a:rPr kumimoji="1" lang="zh-CN" altLang="en-US" sz="5400" b="1">
                <a:solidFill>
                  <a:srgbClr val="FF0000"/>
                </a:solidFill>
                <a:latin typeface="Times New Roman" charset="0"/>
                <a:ea typeface="楷体_GB2312" charset="0"/>
              </a:rPr>
              <a:t>树型结构</a:t>
            </a:r>
            <a:r>
              <a:rPr kumimoji="1" lang="zh-CN" altLang="en-US" sz="5400" b="1">
                <a:solidFill>
                  <a:srgbClr val="9C4E00"/>
                </a:solidFill>
                <a:latin typeface="Times New Roman" charset="0"/>
                <a:ea typeface="楷体_GB2312" charset="0"/>
              </a:rPr>
              <a:t>和</a:t>
            </a:r>
            <a:r>
              <a:rPr kumimoji="1" lang="zh-CN" altLang="en-US" sz="5400" b="1">
                <a:solidFill>
                  <a:srgbClr val="FF0000"/>
                </a:solidFill>
                <a:latin typeface="Times New Roman" charset="0"/>
                <a:ea typeface="楷体_GB2312" charset="0"/>
              </a:rPr>
              <a:t>线性结构</a:t>
            </a:r>
            <a:r>
              <a:rPr kumimoji="1" lang="zh-CN" altLang="en-US" sz="5400" b="1">
                <a:solidFill>
                  <a:srgbClr val="9C4E00"/>
                </a:solidFill>
                <a:latin typeface="Times New Roman" charset="0"/>
                <a:ea typeface="楷体_GB2312" charset="0"/>
              </a:rPr>
              <a:t>的结构特点</a:t>
            </a:r>
            <a:endParaRPr kumimoji="1" lang="zh-CN" altLang="en-US" sz="5400">
              <a:solidFill>
                <a:srgbClr val="9C4E00"/>
              </a:solidFill>
              <a:latin typeface="Times New Roman" charset="0"/>
            </a:endParaRPr>
          </a:p>
        </p:txBody>
      </p:sp>
      <p:graphicFrame>
        <p:nvGraphicFramePr>
          <p:cNvPr id="173059" name="Object 3"/>
          <p:cNvGraphicFramePr>
            <a:graphicFrameLocks noChangeAspect="1"/>
          </p:cNvGraphicFramePr>
          <p:nvPr/>
        </p:nvGraphicFramePr>
        <p:xfrm>
          <a:off x="76200" y="4800600"/>
          <a:ext cx="2819400" cy="1985963"/>
        </p:xfrm>
        <a:graphic>
          <a:graphicData uri="http://schemas.openxmlformats.org/presentationml/2006/ole">
            <mc:AlternateContent xmlns:mc="http://schemas.openxmlformats.org/markup-compatibility/2006">
              <mc:Choice xmlns:v="urn:schemas-microsoft-com:vml" Requires="v">
                <p:oleObj spid="_x0000_s800770" name="剪辑" r:id="rId3" imgW="984600" imgH="697320" progId="MS_ClipArt_Gallery.2">
                  <p:embed/>
                </p:oleObj>
              </mc:Choice>
              <mc:Fallback>
                <p:oleObj name="剪辑" r:id="rId3" imgW="984600" imgH="69732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4800600"/>
                        <a:ext cx="2819400" cy="198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97296325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WordArt 2"/>
          <p:cNvSpPr>
            <a:spLocks noChangeArrowheads="1" noChangeShapeType="1" noTextEdit="1"/>
          </p:cNvSpPr>
          <p:nvPr/>
        </p:nvSpPr>
        <p:spPr bwMode="auto">
          <a:xfrm rot="5400000">
            <a:off x="1600200" y="3124200"/>
            <a:ext cx="5943600" cy="45720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50000"/>
              </a:avLst>
            </a:prstTxWarp>
            <a:scene3d>
              <a:camera prst="legacyPerspectiveFront">
                <a:rot lat="20639999" lon="20699999" rev="0"/>
              </a:camera>
              <a:lightRig rig="legacyNormal3" dir="l"/>
            </a:scene3d>
            <a:sp3d extrusionH="201600" contourW="12700" prstMaterial="legacyPlastic">
              <a:extrusionClr>
                <a:srgbClr val="FF9966"/>
              </a:extrusionClr>
              <a:contourClr>
                <a:srgbClr val="CC0000"/>
              </a:contourClr>
            </a:sp3d>
          </a:bodyPr>
          <a:lstStyle/>
          <a:p>
            <a:pPr algn="ctr" fontAlgn="auto"/>
            <a:r>
              <a:rPr lang="en-US" altLang="zh-CN" sz="3600" kern="10" spc="-360">
                <a:ln w="9525" cap="sq">
                  <a:round/>
                  <a:headEnd type="none" w="sm" len="sm"/>
                  <a:tailEnd type="none" w="sm" len="sm"/>
                </a:ln>
                <a:solidFill>
                  <a:srgbClr val="CC0000"/>
                </a:solidFill>
                <a:latin typeface="宋体" charset="-122"/>
                <a:cs typeface="宋体" charset="-122"/>
              </a:rPr>
              <a:t>~~~~~~~~~~~~~~~~~~~~~~~~~~~~~~</a:t>
            </a:r>
            <a:endParaRPr lang="zh-CN" altLang="en-US" sz="3600" kern="10" spc="-360">
              <a:ln w="9525" cap="sq">
                <a:round/>
                <a:headEnd type="none" w="sm" len="sm"/>
                <a:tailEnd type="none" w="sm" len="sm"/>
              </a:ln>
              <a:solidFill>
                <a:srgbClr val="CC0000"/>
              </a:solidFill>
              <a:latin typeface="宋体" charset="-122"/>
              <a:cs typeface="宋体" charset="-122"/>
            </a:endParaRPr>
          </a:p>
        </p:txBody>
      </p:sp>
      <p:sp>
        <p:nvSpPr>
          <p:cNvPr id="174083" name="Text Box 3"/>
          <p:cNvSpPr txBox="1">
            <a:spLocks noChangeArrowheads="1"/>
          </p:cNvSpPr>
          <p:nvPr/>
        </p:nvSpPr>
        <p:spPr bwMode="auto">
          <a:xfrm>
            <a:off x="1587500" y="115888"/>
            <a:ext cx="2222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FF0000"/>
                </a:solidFill>
                <a:latin typeface="Times New Roman" charset="0"/>
                <a:ea typeface="隶书" charset="0"/>
              </a:rPr>
              <a:t>线性结构</a:t>
            </a:r>
          </a:p>
        </p:txBody>
      </p:sp>
      <p:sp>
        <p:nvSpPr>
          <p:cNvPr id="174084" name="Rectangle 4"/>
          <p:cNvSpPr>
            <a:spLocks noChangeArrowheads="1"/>
          </p:cNvSpPr>
          <p:nvPr/>
        </p:nvSpPr>
        <p:spPr bwMode="auto">
          <a:xfrm>
            <a:off x="5867400" y="76200"/>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5400"/>
                </a:solidFill>
                <a:latin typeface="Times New Roman" charset="0"/>
                <a:ea typeface="隶书" charset="0"/>
              </a:rPr>
              <a:t>树型结构</a:t>
            </a:r>
            <a:endParaRPr kumimoji="1" lang="zh-CN" altLang="en-US" sz="4000" b="1">
              <a:solidFill>
                <a:srgbClr val="FF0000"/>
              </a:solidFill>
              <a:latin typeface="Times New Roman" charset="0"/>
              <a:ea typeface="隶书" charset="0"/>
            </a:endParaRPr>
          </a:p>
        </p:txBody>
      </p:sp>
      <p:sp>
        <p:nvSpPr>
          <p:cNvPr id="174085" name="Text Box 5"/>
          <p:cNvSpPr txBox="1">
            <a:spLocks noChangeArrowheads="1"/>
          </p:cNvSpPr>
          <p:nvPr/>
        </p:nvSpPr>
        <p:spPr bwMode="auto">
          <a:xfrm>
            <a:off x="835025" y="1027113"/>
            <a:ext cx="340201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990000"/>
                </a:solidFill>
                <a:latin typeface="楷体_GB2312" charset="0"/>
                <a:ea typeface="楷体_GB2312" charset="0"/>
              </a:rPr>
              <a:t>第一个数据元素</a:t>
            </a:r>
          </a:p>
          <a:p>
            <a:r>
              <a:rPr kumimoji="1" lang="zh-CN" altLang="en-US" sz="3600" b="1">
                <a:solidFill>
                  <a:srgbClr val="990000"/>
                </a:solidFill>
                <a:latin typeface="楷体_GB2312" charset="0"/>
                <a:ea typeface="楷体_GB2312" charset="0"/>
              </a:rPr>
              <a:t>      </a:t>
            </a:r>
            <a:r>
              <a:rPr kumimoji="1" lang="en-US" altLang="zh-CN" sz="3600" b="1">
                <a:solidFill>
                  <a:srgbClr val="990000"/>
                </a:solidFill>
                <a:latin typeface="楷体_GB2312" charset="0"/>
                <a:ea typeface="楷体_GB2312" charset="0"/>
              </a:rPr>
              <a:t>(</a:t>
            </a:r>
            <a:r>
              <a:rPr kumimoji="1" lang="zh-CN" altLang="en-US" sz="3600" b="1">
                <a:solidFill>
                  <a:srgbClr val="990000"/>
                </a:solidFill>
                <a:latin typeface="楷体_GB2312" charset="0"/>
                <a:ea typeface="楷体_GB2312" charset="0"/>
              </a:rPr>
              <a:t>无前驱</a:t>
            </a:r>
            <a:r>
              <a:rPr kumimoji="1" lang="en-US" altLang="zh-CN" sz="3600" b="1">
                <a:solidFill>
                  <a:srgbClr val="990000"/>
                </a:solidFill>
                <a:latin typeface="楷体_GB2312" charset="0"/>
                <a:ea typeface="楷体_GB2312" charset="0"/>
              </a:rPr>
              <a:t>)</a:t>
            </a:r>
            <a:endParaRPr kumimoji="1" lang="en-US" altLang="zh-CN" sz="3600">
              <a:solidFill>
                <a:srgbClr val="990000"/>
              </a:solidFill>
              <a:latin typeface="楷体_GB2312" charset="0"/>
              <a:ea typeface="楷体_GB2312" charset="0"/>
            </a:endParaRPr>
          </a:p>
        </p:txBody>
      </p:sp>
      <p:sp>
        <p:nvSpPr>
          <p:cNvPr id="174086" name="Text Box 6"/>
          <p:cNvSpPr txBox="1">
            <a:spLocks noChangeArrowheads="1"/>
          </p:cNvSpPr>
          <p:nvPr/>
        </p:nvSpPr>
        <p:spPr bwMode="auto">
          <a:xfrm>
            <a:off x="5492750" y="966788"/>
            <a:ext cx="340201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solidFill>
                  <a:srgbClr val="990000"/>
                </a:solidFill>
                <a:latin typeface="楷体_GB2312" charset="0"/>
                <a:ea typeface="楷体_GB2312" charset="0"/>
              </a:rPr>
              <a:t> </a:t>
            </a:r>
            <a:r>
              <a:rPr kumimoji="1" lang="zh-CN" altLang="en-US" sz="3600" b="1">
                <a:solidFill>
                  <a:schemeClr val="bg2"/>
                </a:solidFill>
                <a:latin typeface="楷体_GB2312" charset="0"/>
                <a:ea typeface="楷体_GB2312" charset="0"/>
              </a:rPr>
              <a:t>根结点</a:t>
            </a:r>
          </a:p>
          <a:p>
            <a:r>
              <a:rPr kumimoji="1" lang="zh-CN" altLang="en-US" sz="3600" b="1">
                <a:solidFill>
                  <a:schemeClr val="bg2"/>
                </a:solidFill>
                <a:latin typeface="楷体_GB2312" charset="0"/>
                <a:ea typeface="楷体_GB2312" charset="0"/>
              </a:rPr>
              <a:t>      </a:t>
            </a:r>
            <a:r>
              <a:rPr kumimoji="1" lang="en-US" altLang="zh-CN" sz="3600" b="1">
                <a:solidFill>
                  <a:schemeClr val="bg2"/>
                </a:solidFill>
                <a:latin typeface="楷体_GB2312" charset="0"/>
                <a:ea typeface="楷体_GB2312" charset="0"/>
              </a:rPr>
              <a:t>(</a:t>
            </a:r>
            <a:r>
              <a:rPr kumimoji="1" lang="zh-CN" altLang="en-US" sz="3600" b="1">
                <a:solidFill>
                  <a:schemeClr val="bg2"/>
                </a:solidFill>
                <a:latin typeface="楷体_GB2312" charset="0"/>
                <a:ea typeface="楷体_GB2312" charset="0"/>
              </a:rPr>
              <a:t>无前驱</a:t>
            </a:r>
            <a:r>
              <a:rPr kumimoji="1" lang="en-US" altLang="zh-CN" sz="3600" b="1">
                <a:solidFill>
                  <a:schemeClr val="bg2"/>
                </a:solidFill>
                <a:latin typeface="楷体_GB2312" charset="0"/>
                <a:ea typeface="楷体_GB2312" charset="0"/>
              </a:rPr>
              <a:t>)</a:t>
            </a:r>
            <a:endParaRPr kumimoji="1" lang="en-US" altLang="zh-CN" sz="3600">
              <a:solidFill>
                <a:srgbClr val="990000"/>
              </a:solidFill>
              <a:latin typeface="楷体_GB2312" charset="0"/>
              <a:ea typeface="楷体_GB2312" charset="0"/>
            </a:endParaRPr>
          </a:p>
        </p:txBody>
      </p:sp>
      <p:sp>
        <p:nvSpPr>
          <p:cNvPr id="174087" name="Text Box 7"/>
          <p:cNvSpPr txBox="1">
            <a:spLocks noChangeArrowheads="1"/>
          </p:cNvSpPr>
          <p:nvPr/>
        </p:nvSpPr>
        <p:spPr bwMode="auto">
          <a:xfrm>
            <a:off x="622300" y="2719388"/>
            <a:ext cx="38544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990000"/>
                </a:solidFill>
                <a:latin typeface="Times New Roman" charset="0"/>
                <a:ea typeface="楷体_GB2312" charset="0"/>
              </a:rPr>
              <a:t>最后一个数据元素</a:t>
            </a:r>
          </a:p>
          <a:p>
            <a:r>
              <a:rPr kumimoji="1" lang="zh-CN" altLang="en-US" sz="3600" b="1">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a:t>
            </a:r>
            <a:r>
              <a:rPr kumimoji="1" lang="zh-CN" altLang="en-US" sz="3600" b="1">
                <a:solidFill>
                  <a:srgbClr val="990000"/>
                </a:solidFill>
                <a:latin typeface="Times New Roman" charset="0"/>
                <a:ea typeface="楷体_GB2312" charset="0"/>
              </a:rPr>
              <a:t>无后继</a:t>
            </a:r>
            <a:r>
              <a:rPr kumimoji="1" lang="en-US" altLang="zh-CN" sz="3600" b="1">
                <a:solidFill>
                  <a:srgbClr val="990000"/>
                </a:solidFill>
                <a:latin typeface="Times New Roman" charset="0"/>
                <a:ea typeface="楷体_GB2312" charset="0"/>
              </a:rPr>
              <a:t>)</a:t>
            </a:r>
            <a:endParaRPr kumimoji="1" lang="en-US" altLang="zh-CN" sz="3600">
              <a:latin typeface="Times New Roman" charset="0"/>
              <a:ea typeface="楷体_GB2312" charset="0"/>
            </a:endParaRPr>
          </a:p>
        </p:txBody>
      </p:sp>
      <p:sp>
        <p:nvSpPr>
          <p:cNvPr id="174088" name="Text Box 8"/>
          <p:cNvSpPr txBox="1">
            <a:spLocks noChangeArrowheads="1"/>
          </p:cNvSpPr>
          <p:nvPr/>
        </p:nvSpPr>
        <p:spPr bwMode="auto">
          <a:xfrm>
            <a:off x="5743575" y="2719388"/>
            <a:ext cx="31718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chemeClr val="bg2"/>
                </a:solidFill>
                <a:latin typeface="楷体_GB2312" charset="0"/>
                <a:ea typeface="楷体_GB2312" charset="0"/>
              </a:rPr>
              <a:t>多个叶子结点</a:t>
            </a:r>
          </a:p>
          <a:p>
            <a:r>
              <a:rPr kumimoji="1" lang="zh-CN" altLang="en-US" sz="3600" b="1">
                <a:solidFill>
                  <a:schemeClr val="bg2"/>
                </a:solidFill>
                <a:latin typeface="楷体_GB2312" charset="0"/>
                <a:ea typeface="楷体_GB2312" charset="0"/>
              </a:rPr>
              <a:t>     </a:t>
            </a:r>
            <a:r>
              <a:rPr kumimoji="1" lang="en-US" altLang="zh-CN" sz="3600" b="1">
                <a:solidFill>
                  <a:schemeClr val="bg2"/>
                </a:solidFill>
                <a:latin typeface="楷体_GB2312" charset="0"/>
                <a:ea typeface="楷体_GB2312" charset="0"/>
              </a:rPr>
              <a:t>(</a:t>
            </a:r>
            <a:r>
              <a:rPr kumimoji="1" lang="zh-CN" altLang="en-US" sz="3600" b="1">
                <a:solidFill>
                  <a:schemeClr val="bg2"/>
                </a:solidFill>
                <a:latin typeface="楷体_GB2312" charset="0"/>
                <a:ea typeface="楷体_GB2312" charset="0"/>
              </a:rPr>
              <a:t>无后继</a:t>
            </a:r>
            <a:r>
              <a:rPr kumimoji="1" lang="en-US" altLang="zh-CN" sz="3600" b="1">
                <a:solidFill>
                  <a:schemeClr val="bg2"/>
                </a:solidFill>
                <a:latin typeface="楷体_GB2312" charset="0"/>
                <a:ea typeface="楷体_GB2312" charset="0"/>
              </a:rPr>
              <a:t>)</a:t>
            </a:r>
          </a:p>
        </p:txBody>
      </p:sp>
      <p:sp>
        <p:nvSpPr>
          <p:cNvPr id="174089" name="Text Box 9"/>
          <p:cNvSpPr txBox="1">
            <a:spLocks noChangeArrowheads="1"/>
          </p:cNvSpPr>
          <p:nvPr/>
        </p:nvSpPr>
        <p:spPr bwMode="auto">
          <a:xfrm>
            <a:off x="758825" y="4456113"/>
            <a:ext cx="340042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990000"/>
                </a:solidFill>
                <a:latin typeface="楷体_GB2312" charset="0"/>
                <a:ea typeface="楷体_GB2312" charset="0"/>
              </a:rPr>
              <a:t>其它数据元素</a:t>
            </a:r>
          </a:p>
          <a:p>
            <a:r>
              <a:rPr kumimoji="1" lang="en-US" altLang="zh-CN" sz="3600" b="1">
                <a:solidFill>
                  <a:srgbClr val="990000"/>
                </a:solidFill>
                <a:latin typeface="楷体_GB2312" charset="0"/>
                <a:ea typeface="楷体_GB2312" charset="0"/>
              </a:rPr>
              <a:t>(</a:t>
            </a:r>
            <a:r>
              <a:rPr kumimoji="1" lang="zh-CN" altLang="en-US" sz="3600" b="1">
                <a:solidFill>
                  <a:srgbClr val="990000"/>
                </a:solidFill>
                <a:latin typeface="楷体_GB2312" charset="0"/>
                <a:ea typeface="楷体_GB2312" charset="0"/>
              </a:rPr>
              <a:t>一个前驱、</a:t>
            </a:r>
          </a:p>
          <a:p>
            <a:r>
              <a:rPr kumimoji="1" lang="zh-CN" altLang="en-US" sz="3600" b="1">
                <a:solidFill>
                  <a:srgbClr val="990000"/>
                </a:solidFill>
                <a:latin typeface="楷体_GB2312" charset="0"/>
                <a:ea typeface="楷体_GB2312" charset="0"/>
              </a:rPr>
              <a:t>     一个后继</a:t>
            </a:r>
            <a:r>
              <a:rPr kumimoji="1" lang="en-US" altLang="zh-CN" sz="3600" b="1">
                <a:solidFill>
                  <a:srgbClr val="990000"/>
                </a:solidFill>
                <a:latin typeface="楷体_GB2312" charset="0"/>
                <a:ea typeface="楷体_GB2312" charset="0"/>
              </a:rPr>
              <a:t>)</a:t>
            </a:r>
            <a:endParaRPr kumimoji="1" lang="en-US" altLang="zh-CN" sz="3600">
              <a:solidFill>
                <a:srgbClr val="990000"/>
              </a:solidFill>
              <a:latin typeface="楷体_GB2312" charset="0"/>
              <a:ea typeface="楷体_GB2312" charset="0"/>
            </a:endParaRPr>
          </a:p>
        </p:txBody>
      </p:sp>
      <p:sp>
        <p:nvSpPr>
          <p:cNvPr id="174090" name="Text Box 10"/>
          <p:cNvSpPr txBox="1">
            <a:spLocks noChangeArrowheads="1"/>
          </p:cNvSpPr>
          <p:nvPr/>
        </p:nvSpPr>
        <p:spPr bwMode="auto">
          <a:xfrm>
            <a:off x="5702300" y="4471988"/>
            <a:ext cx="31702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008000"/>
                </a:solidFill>
                <a:latin typeface="楷体_GB2312" charset="0"/>
                <a:ea typeface="楷体_GB2312" charset="0"/>
              </a:rPr>
              <a:t>其它数据元素</a:t>
            </a:r>
          </a:p>
          <a:p>
            <a:r>
              <a:rPr kumimoji="1" lang="en-US" altLang="zh-CN" sz="3600" b="1">
                <a:solidFill>
                  <a:srgbClr val="008000"/>
                </a:solidFill>
                <a:latin typeface="楷体_GB2312" charset="0"/>
                <a:ea typeface="楷体_GB2312" charset="0"/>
              </a:rPr>
              <a:t>(</a:t>
            </a:r>
            <a:r>
              <a:rPr kumimoji="1" lang="zh-CN" altLang="en-US" sz="3600" b="1">
                <a:solidFill>
                  <a:srgbClr val="008000"/>
                </a:solidFill>
                <a:latin typeface="楷体_GB2312" charset="0"/>
                <a:ea typeface="楷体_GB2312" charset="0"/>
              </a:rPr>
              <a:t>一个前驱、</a:t>
            </a:r>
          </a:p>
          <a:p>
            <a:r>
              <a:rPr kumimoji="1" lang="zh-CN" altLang="en-US" sz="3600" b="1">
                <a:solidFill>
                  <a:srgbClr val="008000"/>
                </a:solidFill>
                <a:latin typeface="楷体_GB2312" charset="0"/>
                <a:ea typeface="楷体_GB2312" charset="0"/>
              </a:rPr>
              <a:t>    多个后继</a:t>
            </a:r>
            <a:r>
              <a:rPr kumimoji="1" lang="en-US" altLang="zh-CN" sz="3600" b="1">
                <a:solidFill>
                  <a:srgbClr val="008000"/>
                </a:solidFill>
                <a:latin typeface="楷体_GB2312" charset="0"/>
                <a:ea typeface="楷体_GB2312" charset="0"/>
              </a:rPr>
              <a:t>)</a:t>
            </a:r>
            <a:endParaRPr kumimoji="1" lang="en-US" altLang="zh-CN" sz="3600">
              <a:solidFill>
                <a:srgbClr val="990000"/>
              </a:solidFill>
              <a:latin typeface="楷体_GB2312" charset="0"/>
              <a:ea typeface="楷体_GB2312" charset="0"/>
            </a:endParaRPr>
          </a:p>
        </p:txBody>
      </p:sp>
      <p:sp>
        <p:nvSpPr>
          <p:cNvPr id="174091" name="AutoShape 11">
            <a:hlinkClick r:id="rId2"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767446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74085"/>
                                        </p:tgtEl>
                                        <p:attrNameLst>
                                          <p:attrName>style.visibility</p:attrName>
                                        </p:attrNameLst>
                                      </p:cBhvr>
                                      <p:to>
                                        <p:strVal val="visible"/>
                                      </p:to>
                                    </p:set>
                                    <p:animEffect transition="in" filter="wipe(left)">
                                      <p:cBhvr>
                                        <p:cTn id="7" dur="300"/>
                                        <p:tgtEl>
                                          <p:spTgt spid="174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74086"/>
                                        </p:tgtEl>
                                        <p:attrNameLst>
                                          <p:attrName>style.visibility</p:attrName>
                                        </p:attrNameLst>
                                      </p:cBhvr>
                                      <p:to>
                                        <p:strVal val="visible"/>
                                      </p:to>
                                    </p:set>
                                    <p:animEffect transition="in" filter="wipe(left)">
                                      <p:cBhvr>
                                        <p:cTn id="12" dur="300"/>
                                        <p:tgtEl>
                                          <p:spTgt spid="1740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74087"/>
                                        </p:tgtEl>
                                        <p:attrNameLst>
                                          <p:attrName>style.visibility</p:attrName>
                                        </p:attrNameLst>
                                      </p:cBhvr>
                                      <p:to>
                                        <p:strVal val="visible"/>
                                      </p:to>
                                    </p:set>
                                    <p:animEffect transition="in" filter="wipe(left)">
                                      <p:cBhvr>
                                        <p:cTn id="17" dur="300"/>
                                        <p:tgtEl>
                                          <p:spTgt spid="1740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74088"/>
                                        </p:tgtEl>
                                        <p:attrNameLst>
                                          <p:attrName>style.visibility</p:attrName>
                                        </p:attrNameLst>
                                      </p:cBhvr>
                                      <p:to>
                                        <p:strVal val="visible"/>
                                      </p:to>
                                    </p:set>
                                    <p:animEffect transition="in" filter="wipe(left)">
                                      <p:cBhvr>
                                        <p:cTn id="22" dur="300"/>
                                        <p:tgtEl>
                                          <p:spTgt spid="1740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74089"/>
                                        </p:tgtEl>
                                        <p:attrNameLst>
                                          <p:attrName>style.visibility</p:attrName>
                                        </p:attrNameLst>
                                      </p:cBhvr>
                                      <p:to>
                                        <p:strVal val="visible"/>
                                      </p:to>
                                    </p:set>
                                    <p:animEffect transition="in" filter="wipe(left)">
                                      <p:cBhvr>
                                        <p:cTn id="27" dur="300"/>
                                        <p:tgtEl>
                                          <p:spTgt spid="1740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74090"/>
                                        </p:tgtEl>
                                        <p:attrNameLst>
                                          <p:attrName>style.visibility</p:attrName>
                                        </p:attrNameLst>
                                      </p:cBhvr>
                                      <p:to>
                                        <p:strVal val="visible"/>
                                      </p:to>
                                    </p:set>
                                    <p:animEffect transition="in" filter="wipe(left)">
                                      <p:cBhvr>
                                        <p:cTn id="32" dur="300"/>
                                        <p:tgtEl>
                                          <p:spTgt spid="174090"/>
                                        </p:tgtEl>
                                      </p:cBhvr>
                                    </p:animEffect>
                                  </p:childTnLst>
                                </p:cTn>
                              </p:par>
                            </p:childTnLst>
                          </p:cTn>
                        </p:par>
                        <p:par>
                          <p:cTn id="33" fill="hold" nodeType="afterGroup">
                            <p:stCondLst>
                              <p:cond delay="3300"/>
                            </p:stCondLst>
                            <p:childTnLst>
                              <p:par>
                                <p:cTn id="34" presetID="2" presetClass="entr" presetSubtype="6" fill="hold" grpId="0" nodeType="afterEffect">
                                  <p:stCondLst>
                                    <p:cond delay="0"/>
                                  </p:stCondLst>
                                  <p:childTnLst>
                                    <p:set>
                                      <p:cBhvr>
                                        <p:cTn id="35" dur="1" fill="hold">
                                          <p:stCondLst>
                                            <p:cond delay="0"/>
                                          </p:stCondLst>
                                        </p:cTn>
                                        <p:tgtEl>
                                          <p:spTgt spid="174091"/>
                                        </p:tgtEl>
                                        <p:attrNameLst>
                                          <p:attrName>style.visibility</p:attrName>
                                        </p:attrNameLst>
                                      </p:cBhvr>
                                      <p:to>
                                        <p:strVal val="visible"/>
                                      </p:to>
                                    </p:set>
                                    <p:anim calcmode="lin" valueType="num">
                                      <p:cBhvr additive="base">
                                        <p:cTn id="36" dur="500" fill="hold"/>
                                        <p:tgtEl>
                                          <p:spTgt spid="174091"/>
                                        </p:tgtEl>
                                        <p:attrNameLst>
                                          <p:attrName>ppt_x</p:attrName>
                                        </p:attrNameLst>
                                      </p:cBhvr>
                                      <p:tavLst>
                                        <p:tav tm="0">
                                          <p:val>
                                            <p:strVal val="1+#ppt_w/2"/>
                                          </p:val>
                                        </p:tav>
                                        <p:tav tm="100000">
                                          <p:val>
                                            <p:strVal val="#ppt_x"/>
                                          </p:val>
                                        </p:tav>
                                      </p:tavLst>
                                    </p:anim>
                                    <p:anim calcmode="lin" valueType="num">
                                      <p:cBhvr additive="base">
                                        <p:cTn id="37" dur="500" fill="hold"/>
                                        <p:tgtEl>
                                          <p:spTgt spid="1740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5" grpId="0" autoUpdateAnimBg="0"/>
      <p:bldP spid="174086" grpId="0" autoUpdateAnimBg="0"/>
      <p:bldP spid="174087" grpId="0" autoUpdateAnimBg="0"/>
      <p:bldP spid="174088" grpId="0" autoUpdateAnimBg="0"/>
      <p:bldP spid="174089" grpId="0" autoUpdateAnimBg="0"/>
      <p:bldP spid="174090" grpId="0" autoUpdateAnimBg="0"/>
      <p:bldP spid="17409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p:cNvSpPr txBox="1">
            <a:spLocks noChangeArrowheads="1"/>
          </p:cNvSpPr>
          <p:nvPr/>
        </p:nvSpPr>
        <p:spPr bwMode="auto">
          <a:xfrm>
            <a:off x="781050" y="1447800"/>
            <a:ext cx="7524750" cy="3162300"/>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120000"/>
              </a:lnSpc>
            </a:pPr>
            <a:r>
              <a:rPr kumimoji="1" lang="en-US" altLang="zh-CN" sz="7200" b="1">
                <a:solidFill>
                  <a:srgbClr val="008080"/>
                </a:solidFill>
                <a:latin typeface="Times New Roman" charset="0"/>
                <a:ea typeface="楷体_GB2312" charset="0"/>
              </a:rPr>
              <a:t>6.2</a:t>
            </a:r>
            <a:r>
              <a:rPr kumimoji="1" lang="en-US" altLang="zh-CN" sz="7200" b="1">
                <a:solidFill>
                  <a:srgbClr val="008080"/>
                </a:solidFill>
                <a:latin typeface="楷体_GB2312" charset="0"/>
                <a:ea typeface="楷体_GB2312" charset="0"/>
              </a:rPr>
              <a:t> </a:t>
            </a:r>
          </a:p>
          <a:p>
            <a:pPr algn="ctr">
              <a:lnSpc>
                <a:spcPct val="120000"/>
              </a:lnSpc>
            </a:pPr>
            <a:r>
              <a:rPr kumimoji="1" lang="zh-CN" altLang="en-US" sz="7200" b="1">
                <a:solidFill>
                  <a:srgbClr val="008080"/>
                </a:solidFill>
                <a:latin typeface="隶书" charset="0"/>
                <a:ea typeface="隶书" charset="0"/>
              </a:rPr>
              <a:t>二叉树的类型定义</a:t>
            </a:r>
            <a:endParaRPr kumimoji="1" lang="zh-CN" altLang="en-US" sz="2400" b="1">
              <a:solidFill>
                <a:srgbClr val="008080"/>
              </a:solidFill>
              <a:latin typeface="楷体_GB2312" charset="0"/>
              <a:ea typeface="楷体_GB2312" charset="0"/>
            </a:endParaRPr>
          </a:p>
          <a:p>
            <a:pPr algn="ctr">
              <a:lnSpc>
                <a:spcPct val="120000"/>
              </a:lnSpc>
            </a:pPr>
            <a:endParaRPr kumimoji="1" lang="zh-CN" altLang="en-US" sz="2400">
              <a:latin typeface="Times New Roman" charset="0"/>
            </a:endParaRPr>
          </a:p>
        </p:txBody>
      </p:sp>
      <p:graphicFrame>
        <p:nvGraphicFramePr>
          <p:cNvPr id="175107" name="Object 3"/>
          <p:cNvGraphicFramePr>
            <a:graphicFrameLocks noChangeAspect="1"/>
          </p:cNvGraphicFramePr>
          <p:nvPr/>
        </p:nvGraphicFramePr>
        <p:xfrm>
          <a:off x="7239000" y="4572000"/>
          <a:ext cx="1524000" cy="1793875"/>
        </p:xfrm>
        <a:graphic>
          <a:graphicData uri="http://schemas.openxmlformats.org/presentationml/2006/ole">
            <mc:AlternateContent xmlns:mc="http://schemas.openxmlformats.org/markup-compatibility/2006">
              <mc:Choice xmlns:v="urn:schemas-microsoft-com:vml" Requires="v">
                <p:oleObj spid="_x0000_s802818" name="剪辑" r:id="rId3" imgW="1077480" imgH="1260360" progId="MS_ClipArt_Gallery.2">
                  <p:embed/>
                </p:oleObj>
              </mc:Choice>
              <mc:Fallback>
                <p:oleObj name="剪辑" r:id="rId3" imgW="1077480" imgH="126036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572000"/>
                        <a:ext cx="1524000" cy="179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3112761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304800" y="152400"/>
            <a:ext cx="8610600" cy="243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800">
                <a:latin typeface="Times New Roman" charset="0"/>
                <a:ea typeface="楷体_GB2312" charset="0"/>
              </a:rPr>
              <a:t>    </a:t>
            </a:r>
            <a:r>
              <a:rPr kumimoji="1" lang="zh-CN" altLang="en-US" sz="4000">
                <a:latin typeface="Times New Roman" charset="0"/>
                <a:ea typeface="楷体_GB2312" charset="0"/>
              </a:rPr>
              <a:t>二叉树或为</a:t>
            </a:r>
            <a:r>
              <a:rPr kumimoji="1" lang="zh-CN" altLang="en-US" sz="4000" b="1">
                <a:latin typeface="Times New Roman" charset="0"/>
                <a:ea typeface="楷体_GB2312" charset="0"/>
              </a:rPr>
              <a:t>空树</a:t>
            </a:r>
            <a:r>
              <a:rPr kumimoji="1" lang="zh-CN" altLang="en-US" sz="4000">
                <a:latin typeface="Times New Roman" charset="0"/>
                <a:ea typeface="楷体_GB2312" charset="0"/>
              </a:rPr>
              <a:t>，或是由一个</a:t>
            </a:r>
            <a:r>
              <a:rPr kumimoji="1" lang="zh-CN" altLang="en-US" sz="4000" b="1">
                <a:latin typeface="Times New Roman" charset="0"/>
                <a:ea typeface="楷体_GB2312" charset="0"/>
              </a:rPr>
              <a:t>根结点</a:t>
            </a:r>
            <a:r>
              <a:rPr kumimoji="1" lang="zh-CN" altLang="en-US" sz="4000">
                <a:latin typeface="Times New Roman" charset="0"/>
                <a:ea typeface="楷体_GB2312" charset="0"/>
              </a:rPr>
              <a:t>加上</a:t>
            </a:r>
            <a:r>
              <a:rPr kumimoji="1" lang="zh-CN" altLang="en-US" sz="4000" b="1">
                <a:latin typeface="Times New Roman" charset="0"/>
                <a:ea typeface="楷体_GB2312" charset="0"/>
              </a:rPr>
              <a:t>两棵</a:t>
            </a:r>
            <a:r>
              <a:rPr kumimoji="1" lang="zh-CN" altLang="en-US" sz="4000">
                <a:latin typeface="Times New Roman" charset="0"/>
                <a:ea typeface="楷体_GB2312" charset="0"/>
              </a:rPr>
              <a:t>分别称为</a:t>
            </a:r>
            <a:r>
              <a:rPr kumimoji="1" lang="zh-CN" altLang="en-US" sz="4000" b="1">
                <a:solidFill>
                  <a:srgbClr val="FF0000"/>
                </a:solidFill>
                <a:latin typeface="Times New Roman" charset="0"/>
                <a:ea typeface="楷体_GB2312" charset="0"/>
              </a:rPr>
              <a:t>左子树</a:t>
            </a:r>
            <a:r>
              <a:rPr kumimoji="1" lang="zh-CN" altLang="en-US" sz="4000">
                <a:latin typeface="Times New Roman" charset="0"/>
                <a:ea typeface="楷体_GB2312" charset="0"/>
              </a:rPr>
              <a:t>和</a:t>
            </a:r>
            <a:r>
              <a:rPr kumimoji="1" lang="zh-CN" altLang="en-US" sz="4000">
                <a:solidFill>
                  <a:srgbClr val="FF0000"/>
                </a:solidFill>
                <a:latin typeface="Times New Roman" charset="0"/>
                <a:ea typeface="楷体_GB2312" charset="0"/>
              </a:rPr>
              <a:t>右子树</a:t>
            </a:r>
            <a:r>
              <a:rPr kumimoji="1" lang="zh-CN" altLang="en-US" sz="4000">
                <a:latin typeface="Times New Roman" charset="0"/>
                <a:ea typeface="楷体_GB2312" charset="0"/>
              </a:rPr>
              <a:t>的、</a:t>
            </a:r>
            <a:r>
              <a:rPr kumimoji="1" lang="zh-CN" altLang="en-US" sz="4000" b="1">
                <a:solidFill>
                  <a:srgbClr val="FF0000"/>
                </a:solidFill>
                <a:latin typeface="Times New Roman" charset="0"/>
                <a:ea typeface="楷体_GB2312" charset="0"/>
              </a:rPr>
              <a:t>互不交的</a:t>
            </a:r>
            <a:r>
              <a:rPr kumimoji="1" lang="zh-CN" altLang="en-US" sz="4000" b="1">
                <a:latin typeface="Times New Roman" charset="0"/>
                <a:ea typeface="楷体_GB2312" charset="0"/>
              </a:rPr>
              <a:t>二叉树</a:t>
            </a:r>
            <a:r>
              <a:rPr kumimoji="1" lang="zh-CN" altLang="en-US" sz="4000">
                <a:latin typeface="Times New Roman" charset="0"/>
                <a:ea typeface="楷体_GB2312" charset="0"/>
              </a:rPr>
              <a:t>组成。</a:t>
            </a:r>
            <a:endParaRPr kumimoji="1" lang="zh-CN" altLang="en-US" sz="4000">
              <a:latin typeface="Times New Roman" charset="0"/>
            </a:endParaRPr>
          </a:p>
        </p:txBody>
      </p:sp>
      <p:sp>
        <p:nvSpPr>
          <p:cNvPr id="176131" name="Oval 3"/>
          <p:cNvSpPr>
            <a:spLocks noChangeArrowheads="1"/>
          </p:cNvSpPr>
          <p:nvPr/>
        </p:nvSpPr>
        <p:spPr bwMode="auto">
          <a:xfrm>
            <a:off x="4343400" y="29718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FF0000"/>
                </a:solidFill>
                <a:latin typeface="Times New Roman" charset="0"/>
              </a:rPr>
              <a:t>A</a:t>
            </a:r>
            <a:endParaRPr kumimoji="1" lang="en-US" altLang="zh-CN" sz="2400">
              <a:latin typeface="Times New Roman" charset="0"/>
            </a:endParaRPr>
          </a:p>
        </p:txBody>
      </p:sp>
      <p:sp>
        <p:nvSpPr>
          <p:cNvPr id="176132" name="Oval 4"/>
          <p:cNvSpPr>
            <a:spLocks noChangeArrowheads="1"/>
          </p:cNvSpPr>
          <p:nvPr/>
        </p:nvSpPr>
        <p:spPr bwMode="auto">
          <a:xfrm>
            <a:off x="2133600" y="37338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B</a:t>
            </a:r>
            <a:endParaRPr kumimoji="1" lang="en-US" altLang="zh-CN" sz="2400">
              <a:latin typeface="Times New Roman" charset="0"/>
            </a:endParaRPr>
          </a:p>
        </p:txBody>
      </p:sp>
      <p:sp>
        <p:nvSpPr>
          <p:cNvPr id="176133" name="Oval 5"/>
          <p:cNvSpPr>
            <a:spLocks noChangeArrowheads="1"/>
          </p:cNvSpPr>
          <p:nvPr/>
        </p:nvSpPr>
        <p:spPr bwMode="auto">
          <a:xfrm>
            <a:off x="3581400" y="44958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C</a:t>
            </a:r>
            <a:endParaRPr kumimoji="1" lang="en-US" altLang="zh-CN" sz="2400">
              <a:latin typeface="Times New Roman" charset="0"/>
            </a:endParaRPr>
          </a:p>
        </p:txBody>
      </p:sp>
      <p:sp>
        <p:nvSpPr>
          <p:cNvPr id="176134" name="Oval 6"/>
          <p:cNvSpPr>
            <a:spLocks noChangeArrowheads="1"/>
          </p:cNvSpPr>
          <p:nvPr/>
        </p:nvSpPr>
        <p:spPr bwMode="auto">
          <a:xfrm>
            <a:off x="2895600" y="5334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D</a:t>
            </a:r>
            <a:endParaRPr kumimoji="1" lang="en-US" altLang="zh-CN" sz="2400">
              <a:latin typeface="Times New Roman" charset="0"/>
            </a:endParaRPr>
          </a:p>
        </p:txBody>
      </p:sp>
      <p:sp>
        <p:nvSpPr>
          <p:cNvPr id="176135" name="Oval 7"/>
          <p:cNvSpPr>
            <a:spLocks noChangeArrowheads="1"/>
          </p:cNvSpPr>
          <p:nvPr/>
        </p:nvSpPr>
        <p:spPr bwMode="auto">
          <a:xfrm>
            <a:off x="5867400" y="37338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E</a:t>
            </a:r>
            <a:endParaRPr kumimoji="1" lang="en-US" altLang="zh-CN" sz="2400">
              <a:latin typeface="Times New Roman" charset="0"/>
            </a:endParaRPr>
          </a:p>
        </p:txBody>
      </p:sp>
      <p:sp>
        <p:nvSpPr>
          <p:cNvPr id="176136" name="Oval 8"/>
          <p:cNvSpPr>
            <a:spLocks noChangeArrowheads="1"/>
          </p:cNvSpPr>
          <p:nvPr/>
        </p:nvSpPr>
        <p:spPr bwMode="auto">
          <a:xfrm>
            <a:off x="7315200" y="44958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F</a:t>
            </a:r>
            <a:endParaRPr kumimoji="1" lang="en-US" altLang="zh-CN" sz="2400">
              <a:latin typeface="Times New Roman" charset="0"/>
            </a:endParaRPr>
          </a:p>
        </p:txBody>
      </p:sp>
      <p:sp>
        <p:nvSpPr>
          <p:cNvPr id="176137" name="Oval 9"/>
          <p:cNvSpPr>
            <a:spLocks noChangeArrowheads="1"/>
          </p:cNvSpPr>
          <p:nvPr/>
        </p:nvSpPr>
        <p:spPr bwMode="auto">
          <a:xfrm>
            <a:off x="6629400" y="52578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G</a:t>
            </a:r>
            <a:endParaRPr kumimoji="1" lang="en-US" altLang="zh-CN" sz="2400">
              <a:latin typeface="Times New Roman" charset="0"/>
            </a:endParaRPr>
          </a:p>
        </p:txBody>
      </p:sp>
      <p:sp>
        <p:nvSpPr>
          <p:cNvPr id="176138" name="Oval 10"/>
          <p:cNvSpPr>
            <a:spLocks noChangeArrowheads="1"/>
          </p:cNvSpPr>
          <p:nvPr/>
        </p:nvSpPr>
        <p:spPr bwMode="auto">
          <a:xfrm>
            <a:off x="6096000" y="6096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H</a:t>
            </a:r>
            <a:endParaRPr kumimoji="1" lang="en-US" altLang="zh-CN" sz="2400">
              <a:latin typeface="Times New Roman" charset="0"/>
            </a:endParaRPr>
          </a:p>
        </p:txBody>
      </p:sp>
      <p:sp>
        <p:nvSpPr>
          <p:cNvPr id="176139" name="Oval 11"/>
          <p:cNvSpPr>
            <a:spLocks noChangeArrowheads="1"/>
          </p:cNvSpPr>
          <p:nvPr/>
        </p:nvSpPr>
        <p:spPr bwMode="auto">
          <a:xfrm>
            <a:off x="7162800" y="6096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K</a:t>
            </a:r>
            <a:endParaRPr kumimoji="1" lang="en-US" altLang="zh-CN" sz="2400">
              <a:latin typeface="Times New Roman" charset="0"/>
            </a:endParaRPr>
          </a:p>
        </p:txBody>
      </p:sp>
      <p:sp>
        <p:nvSpPr>
          <p:cNvPr id="176140" name="Line 12"/>
          <p:cNvSpPr>
            <a:spLocks noChangeShapeType="1"/>
          </p:cNvSpPr>
          <p:nvPr/>
        </p:nvSpPr>
        <p:spPr bwMode="auto">
          <a:xfrm flipH="1">
            <a:off x="2362200" y="3124200"/>
            <a:ext cx="1981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1" name="Line 13"/>
          <p:cNvSpPr>
            <a:spLocks noChangeShapeType="1"/>
          </p:cNvSpPr>
          <p:nvPr/>
        </p:nvSpPr>
        <p:spPr bwMode="auto">
          <a:xfrm>
            <a:off x="2590800" y="3886200"/>
            <a:ext cx="1219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2" name="Line 14"/>
          <p:cNvSpPr>
            <a:spLocks noChangeShapeType="1"/>
          </p:cNvSpPr>
          <p:nvPr/>
        </p:nvSpPr>
        <p:spPr bwMode="auto">
          <a:xfrm flipH="1">
            <a:off x="3124200" y="4648200"/>
            <a:ext cx="4572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3" name="Line 15"/>
          <p:cNvSpPr>
            <a:spLocks noChangeShapeType="1"/>
          </p:cNvSpPr>
          <p:nvPr/>
        </p:nvSpPr>
        <p:spPr bwMode="auto">
          <a:xfrm>
            <a:off x="4800600" y="3200400"/>
            <a:ext cx="12954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4" name="Line 16"/>
          <p:cNvSpPr>
            <a:spLocks noChangeShapeType="1"/>
          </p:cNvSpPr>
          <p:nvPr/>
        </p:nvSpPr>
        <p:spPr bwMode="auto">
          <a:xfrm>
            <a:off x="6324600" y="3886200"/>
            <a:ext cx="1219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5" name="Line 17"/>
          <p:cNvSpPr>
            <a:spLocks noChangeShapeType="1"/>
          </p:cNvSpPr>
          <p:nvPr/>
        </p:nvSpPr>
        <p:spPr bwMode="auto">
          <a:xfrm flipH="1">
            <a:off x="6858000" y="4648200"/>
            <a:ext cx="457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6" name="Line 18"/>
          <p:cNvSpPr>
            <a:spLocks noChangeShapeType="1"/>
          </p:cNvSpPr>
          <p:nvPr/>
        </p:nvSpPr>
        <p:spPr bwMode="auto">
          <a:xfrm flipH="1">
            <a:off x="6324600" y="5410200"/>
            <a:ext cx="3048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7" name="Line 19"/>
          <p:cNvSpPr>
            <a:spLocks noChangeShapeType="1"/>
          </p:cNvSpPr>
          <p:nvPr/>
        </p:nvSpPr>
        <p:spPr bwMode="auto">
          <a:xfrm>
            <a:off x="7086600" y="5410200"/>
            <a:ext cx="3048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8" name="Rectangle 20"/>
          <p:cNvSpPr>
            <a:spLocks noChangeArrowheads="1"/>
          </p:cNvSpPr>
          <p:nvPr/>
        </p:nvSpPr>
        <p:spPr bwMode="auto">
          <a:xfrm>
            <a:off x="1828800" y="3581400"/>
            <a:ext cx="2514600" cy="2514600"/>
          </a:xfrm>
          <a:prstGeom prst="rect">
            <a:avLst/>
          </a:prstGeom>
          <a:noFill/>
          <a:ln w="38100" cap="sq">
            <a:solidFill>
              <a:srgbClr val="0054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49" name="Rectangle 21"/>
          <p:cNvSpPr>
            <a:spLocks noChangeArrowheads="1"/>
          </p:cNvSpPr>
          <p:nvPr/>
        </p:nvSpPr>
        <p:spPr bwMode="auto">
          <a:xfrm>
            <a:off x="5410200" y="3505200"/>
            <a:ext cx="2743200" cy="3124200"/>
          </a:xfrm>
          <a:prstGeom prst="rect">
            <a:avLst/>
          </a:prstGeom>
          <a:noFill/>
          <a:ln w="38100" cap="sq">
            <a:solidFill>
              <a:srgbClr val="333399"/>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76150" name="AutoShape 22"/>
          <p:cNvSpPr>
            <a:spLocks noChangeArrowheads="1"/>
          </p:cNvSpPr>
          <p:nvPr/>
        </p:nvSpPr>
        <p:spPr bwMode="auto">
          <a:xfrm>
            <a:off x="838200" y="2819400"/>
            <a:ext cx="1371600" cy="457200"/>
          </a:xfrm>
          <a:prstGeom prst="wedgeRoundRectCallout">
            <a:avLst>
              <a:gd name="adj1" fmla="val 196181"/>
              <a:gd name="adj2" fmla="val -6597"/>
              <a:gd name="adj3" fmla="val 16667"/>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zh-CN" altLang="en-US" sz="2800">
                <a:solidFill>
                  <a:srgbClr val="FF3300"/>
                </a:solidFill>
                <a:latin typeface="Times New Roman" charset="0"/>
                <a:ea typeface="楷体_GB2312" charset="0"/>
              </a:rPr>
              <a:t>根结点</a:t>
            </a:r>
            <a:endParaRPr kumimoji="1" lang="zh-CN" altLang="en-US" sz="2400">
              <a:latin typeface="Times New Roman" charset="0"/>
            </a:endParaRPr>
          </a:p>
        </p:txBody>
      </p:sp>
      <p:sp>
        <p:nvSpPr>
          <p:cNvPr id="176151" name="AutoShape 23"/>
          <p:cNvSpPr>
            <a:spLocks noChangeArrowheads="1"/>
          </p:cNvSpPr>
          <p:nvPr/>
        </p:nvSpPr>
        <p:spPr bwMode="auto">
          <a:xfrm>
            <a:off x="76200" y="5715000"/>
            <a:ext cx="1295400" cy="533400"/>
          </a:xfrm>
          <a:prstGeom prst="wedgeRoundRectCallout">
            <a:avLst>
              <a:gd name="adj1" fmla="val 75981"/>
              <a:gd name="adj2" fmla="val -182440"/>
              <a:gd name="adj3" fmla="val 16667"/>
            </a:avLst>
          </a:prstGeom>
          <a:solidFill>
            <a:srgbClr val="CAF2CE"/>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zh-CN" altLang="en-US" sz="2800">
                <a:solidFill>
                  <a:srgbClr val="005400"/>
                </a:solidFill>
                <a:latin typeface="Times New Roman" charset="0"/>
                <a:ea typeface="楷体_GB2312" charset="0"/>
              </a:rPr>
              <a:t>左子树</a:t>
            </a:r>
            <a:endParaRPr kumimoji="1" lang="zh-CN" altLang="en-US" sz="2400">
              <a:latin typeface="Times New Roman" charset="0"/>
            </a:endParaRPr>
          </a:p>
        </p:txBody>
      </p:sp>
      <p:sp>
        <p:nvSpPr>
          <p:cNvPr id="176152" name="AutoShape 24"/>
          <p:cNvSpPr>
            <a:spLocks noChangeArrowheads="1"/>
          </p:cNvSpPr>
          <p:nvPr/>
        </p:nvSpPr>
        <p:spPr bwMode="auto">
          <a:xfrm>
            <a:off x="7391400" y="2438400"/>
            <a:ext cx="1447800" cy="533400"/>
          </a:xfrm>
          <a:prstGeom prst="wedgeRoundRectCallout">
            <a:avLst>
              <a:gd name="adj1" fmla="val -85199"/>
              <a:gd name="adj2" fmla="val 127977"/>
              <a:gd name="adj3" fmla="val 16667"/>
            </a:avLst>
          </a:prstGeom>
          <a:solidFill>
            <a:schemeClr val="hlink"/>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zh-CN" altLang="en-US" sz="2800">
                <a:solidFill>
                  <a:srgbClr val="333399"/>
                </a:solidFill>
                <a:latin typeface="Times New Roman" charset="0"/>
                <a:ea typeface="楷体_GB2312" charset="0"/>
              </a:rPr>
              <a:t>右子树</a:t>
            </a:r>
            <a:endParaRPr kumimoji="1" lang="zh-CN" altLang="en-US" sz="2400">
              <a:latin typeface="Times New Roman" charset="0"/>
            </a:endParaRPr>
          </a:p>
        </p:txBody>
      </p:sp>
    </p:spTree>
    <p:extLst>
      <p:ext uri="{BB962C8B-B14F-4D97-AF65-F5344CB8AC3E}">
        <p14:creationId xmlns:p14="http://schemas.microsoft.com/office/powerpoint/2010/main" val="2075542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box(out)">
                                      <p:cBhvr>
                                        <p:cTn id="7" dur="500"/>
                                        <p:tgtEl>
                                          <p:spTgt spid="176131"/>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76132"/>
                                        </p:tgtEl>
                                        <p:attrNameLst>
                                          <p:attrName>style.visibility</p:attrName>
                                        </p:attrNameLst>
                                      </p:cBhvr>
                                      <p:to>
                                        <p:strVal val="visible"/>
                                      </p:to>
                                    </p:set>
                                    <p:animEffect transition="in" filter="box(out)">
                                      <p:cBhvr>
                                        <p:cTn id="11" dur="500"/>
                                        <p:tgtEl>
                                          <p:spTgt spid="176132"/>
                                        </p:tgtEl>
                                      </p:cBhvr>
                                    </p:animEffect>
                                  </p:childTnLst>
                                </p:cTn>
                              </p:par>
                            </p:childTnLst>
                          </p:cTn>
                        </p:par>
                        <p:par>
                          <p:cTn id="12" fill="hold" nodeType="afterGroup">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76133"/>
                                        </p:tgtEl>
                                        <p:attrNameLst>
                                          <p:attrName>style.visibility</p:attrName>
                                        </p:attrNameLst>
                                      </p:cBhvr>
                                      <p:to>
                                        <p:strVal val="visible"/>
                                      </p:to>
                                    </p:set>
                                    <p:animEffect transition="in" filter="box(out)">
                                      <p:cBhvr>
                                        <p:cTn id="15" dur="500"/>
                                        <p:tgtEl>
                                          <p:spTgt spid="176133"/>
                                        </p:tgtEl>
                                      </p:cBhvr>
                                    </p:animEffect>
                                  </p:childTnLst>
                                </p:cTn>
                              </p:par>
                            </p:childTnLst>
                          </p:cTn>
                        </p:par>
                        <p:par>
                          <p:cTn id="16" fill="hold" nodeType="afterGroup">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176134"/>
                                        </p:tgtEl>
                                        <p:attrNameLst>
                                          <p:attrName>style.visibility</p:attrName>
                                        </p:attrNameLst>
                                      </p:cBhvr>
                                      <p:to>
                                        <p:strVal val="visible"/>
                                      </p:to>
                                    </p:set>
                                    <p:animEffect transition="in" filter="box(out)">
                                      <p:cBhvr>
                                        <p:cTn id="19" dur="500"/>
                                        <p:tgtEl>
                                          <p:spTgt spid="176134"/>
                                        </p:tgtEl>
                                      </p:cBhvr>
                                    </p:animEffect>
                                  </p:childTnLst>
                                </p:cTn>
                              </p:par>
                            </p:childTnLst>
                          </p:cTn>
                        </p:par>
                        <p:par>
                          <p:cTn id="20" fill="hold" nodeType="afterGroup">
                            <p:stCondLst>
                              <p:cond delay="2000"/>
                            </p:stCondLst>
                            <p:childTnLst>
                              <p:par>
                                <p:cTn id="21" presetID="4" presetClass="entr" presetSubtype="32" fill="hold" grpId="0" nodeType="afterEffect">
                                  <p:stCondLst>
                                    <p:cond delay="0"/>
                                  </p:stCondLst>
                                  <p:childTnLst>
                                    <p:set>
                                      <p:cBhvr>
                                        <p:cTn id="22" dur="1" fill="hold">
                                          <p:stCondLst>
                                            <p:cond delay="0"/>
                                          </p:stCondLst>
                                        </p:cTn>
                                        <p:tgtEl>
                                          <p:spTgt spid="176135"/>
                                        </p:tgtEl>
                                        <p:attrNameLst>
                                          <p:attrName>style.visibility</p:attrName>
                                        </p:attrNameLst>
                                      </p:cBhvr>
                                      <p:to>
                                        <p:strVal val="visible"/>
                                      </p:to>
                                    </p:set>
                                    <p:animEffect transition="in" filter="box(out)">
                                      <p:cBhvr>
                                        <p:cTn id="23" dur="500"/>
                                        <p:tgtEl>
                                          <p:spTgt spid="176135"/>
                                        </p:tgtEl>
                                      </p:cBhvr>
                                    </p:animEffect>
                                  </p:childTnLst>
                                </p:cTn>
                              </p:par>
                            </p:childTnLst>
                          </p:cTn>
                        </p:par>
                        <p:par>
                          <p:cTn id="24" fill="hold" nodeType="afterGroup">
                            <p:stCondLst>
                              <p:cond delay="2500"/>
                            </p:stCondLst>
                            <p:childTnLst>
                              <p:par>
                                <p:cTn id="25" presetID="4" presetClass="entr" presetSubtype="32" fill="hold" grpId="0" nodeType="afterEffect">
                                  <p:stCondLst>
                                    <p:cond delay="0"/>
                                  </p:stCondLst>
                                  <p:childTnLst>
                                    <p:set>
                                      <p:cBhvr>
                                        <p:cTn id="26" dur="1" fill="hold">
                                          <p:stCondLst>
                                            <p:cond delay="0"/>
                                          </p:stCondLst>
                                        </p:cTn>
                                        <p:tgtEl>
                                          <p:spTgt spid="176136"/>
                                        </p:tgtEl>
                                        <p:attrNameLst>
                                          <p:attrName>style.visibility</p:attrName>
                                        </p:attrNameLst>
                                      </p:cBhvr>
                                      <p:to>
                                        <p:strVal val="visible"/>
                                      </p:to>
                                    </p:set>
                                    <p:animEffect transition="in" filter="box(out)">
                                      <p:cBhvr>
                                        <p:cTn id="27" dur="500"/>
                                        <p:tgtEl>
                                          <p:spTgt spid="176136"/>
                                        </p:tgtEl>
                                      </p:cBhvr>
                                    </p:animEffect>
                                  </p:childTnLst>
                                </p:cTn>
                              </p:par>
                            </p:childTnLst>
                          </p:cTn>
                        </p:par>
                        <p:par>
                          <p:cTn id="28" fill="hold" nodeType="afterGroup">
                            <p:stCondLst>
                              <p:cond delay="3000"/>
                            </p:stCondLst>
                            <p:childTnLst>
                              <p:par>
                                <p:cTn id="29" presetID="4" presetClass="entr" presetSubtype="32" fill="hold" grpId="0" nodeType="afterEffect">
                                  <p:stCondLst>
                                    <p:cond delay="0"/>
                                  </p:stCondLst>
                                  <p:childTnLst>
                                    <p:set>
                                      <p:cBhvr>
                                        <p:cTn id="30" dur="1" fill="hold">
                                          <p:stCondLst>
                                            <p:cond delay="0"/>
                                          </p:stCondLst>
                                        </p:cTn>
                                        <p:tgtEl>
                                          <p:spTgt spid="176137"/>
                                        </p:tgtEl>
                                        <p:attrNameLst>
                                          <p:attrName>style.visibility</p:attrName>
                                        </p:attrNameLst>
                                      </p:cBhvr>
                                      <p:to>
                                        <p:strVal val="visible"/>
                                      </p:to>
                                    </p:set>
                                    <p:animEffect transition="in" filter="box(out)">
                                      <p:cBhvr>
                                        <p:cTn id="31" dur="500"/>
                                        <p:tgtEl>
                                          <p:spTgt spid="176137"/>
                                        </p:tgtEl>
                                      </p:cBhvr>
                                    </p:animEffect>
                                  </p:childTnLst>
                                </p:cTn>
                              </p:par>
                            </p:childTnLst>
                          </p:cTn>
                        </p:par>
                        <p:par>
                          <p:cTn id="32" fill="hold" nodeType="afterGroup">
                            <p:stCondLst>
                              <p:cond delay="3500"/>
                            </p:stCondLst>
                            <p:childTnLst>
                              <p:par>
                                <p:cTn id="33" presetID="4" presetClass="entr" presetSubtype="32" fill="hold" grpId="0" nodeType="afterEffect">
                                  <p:stCondLst>
                                    <p:cond delay="0"/>
                                  </p:stCondLst>
                                  <p:childTnLst>
                                    <p:set>
                                      <p:cBhvr>
                                        <p:cTn id="34" dur="1" fill="hold">
                                          <p:stCondLst>
                                            <p:cond delay="0"/>
                                          </p:stCondLst>
                                        </p:cTn>
                                        <p:tgtEl>
                                          <p:spTgt spid="176138"/>
                                        </p:tgtEl>
                                        <p:attrNameLst>
                                          <p:attrName>style.visibility</p:attrName>
                                        </p:attrNameLst>
                                      </p:cBhvr>
                                      <p:to>
                                        <p:strVal val="visible"/>
                                      </p:to>
                                    </p:set>
                                    <p:animEffect transition="in" filter="box(out)">
                                      <p:cBhvr>
                                        <p:cTn id="35" dur="500"/>
                                        <p:tgtEl>
                                          <p:spTgt spid="176138"/>
                                        </p:tgtEl>
                                      </p:cBhvr>
                                    </p:animEffect>
                                  </p:childTnLst>
                                </p:cTn>
                              </p:par>
                            </p:childTnLst>
                          </p:cTn>
                        </p:par>
                        <p:par>
                          <p:cTn id="36" fill="hold" nodeType="afterGroup">
                            <p:stCondLst>
                              <p:cond delay="4000"/>
                            </p:stCondLst>
                            <p:childTnLst>
                              <p:par>
                                <p:cTn id="37" presetID="4" presetClass="entr" presetSubtype="32" fill="hold" grpId="0" nodeType="afterEffect">
                                  <p:stCondLst>
                                    <p:cond delay="0"/>
                                  </p:stCondLst>
                                  <p:childTnLst>
                                    <p:set>
                                      <p:cBhvr>
                                        <p:cTn id="38" dur="1" fill="hold">
                                          <p:stCondLst>
                                            <p:cond delay="0"/>
                                          </p:stCondLst>
                                        </p:cTn>
                                        <p:tgtEl>
                                          <p:spTgt spid="176139"/>
                                        </p:tgtEl>
                                        <p:attrNameLst>
                                          <p:attrName>style.visibility</p:attrName>
                                        </p:attrNameLst>
                                      </p:cBhvr>
                                      <p:to>
                                        <p:strVal val="visible"/>
                                      </p:to>
                                    </p:set>
                                    <p:animEffect transition="in" filter="box(out)">
                                      <p:cBhvr>
                                        <p:cTn id="39" dur="500"/>
                                        <p:tgtEl>
                                          <p:spTgt spid="176139"/>
                                        </p:tgtEl>
                                      </p:cBhvr>
                                    </p:animEffect>
                                  </p:childTnLst>
                                </p:cTn>
                              </p:par>
                            </p:childTnLst>
                          </p:cTn>
                        </p:par>
                        <p:par>
                          <p:cTn id="40" fill="hold" nodeType="afterGroup">
                            <p:stCondLst>
                              <p:cond delay="4500"/>
                            </p:stCondLst>
                            <p:childTnLst>
                              <p:par>
                                <p:cTn id="41" presetID="17" presetClass="entr" presetSubtype="1" fill="hold" grpId="0" nodeType="afterEffect">
                                  <p:stCondLst>
                                    <p:cond delay="0"/>
                                  </p:stCondLst>
                                  <p:childTnLst>
                                    <p:set>
                                      <p:cBhvr>
                                        <p:cTn id="42" dur="1" fill="hold">
                                          <p:stCondLst>
                                            <p:cond delay="0"/>
                                          </p:stCondLst>
                                        </p:cTn>
                                        <p:tgtEl>
                                          <p:spTgt spid="176140"/>
                                        </p:tgtEl>
                                        <p:attrNameLst>
                                          <p:attrName>style.visibility</p:attrName>
                                        </p:attrNameLst>
                                      </p:cBhvr>
                                      <p:to>
                                        <p:strVal val="visible"/>
                                      </p:to>
                                    </p:set>
                                    <p:anim calcmode="lin" valueType="num">
                                      <p:cBhvr>
                                        <p:cTn id="43" dur="500" fill="hold"/>
                                        <p:tgtEl>
                                          <p:spTgt spid="176140"/>
                                        </p:tgtEl>
                                        <p:attrNameLst>
                                          <p:attrName>ppt_x</p:attrName>
                                        </p:attrNameLst>
                                      </p:cBhvr>
                                      <p:tavLst>
                                        <p:tav tm="0">
                                          <p:val>
                                            <p:strVal val="#ppt_x"/>
                                          </p:val>
                                        </p:tav>
                                        <p:tav tm="100000">
                                          <p:val>
                                            <p:strVal val="#ppt_x"/>
                                          </p:val>
                                        </p:tav>
                                      </p:tavLst>
                                    </p:anim>
                                    <p:anim calcmode="lin" valueType="num">
                                      <p:cBhvr>
                                        <p:cTn id="44" dur="500" fill="hold"/>
                                        <p:tgtEl>
                                          <p:spTgt spid="176140"/>
                                        </p:tgtEl>
                                        <p:attrNameLst>
                                          <p:attrName>ppt_y</p:attrName>
                                        </p:attrNameLst>
                                      </p:cBhvr>
                                      <p:tavLst>
                                        <p:tav tm="0">
                                          <p:val>
                                            <p:strVal val="#ppt_y-#ppt_h/2"/>
                                          </p:val>
                                        </p:tav>
                                        <p:tav tm="100000">
                                          <p:val>
                                            <p:strVal val="#ppt_y"/>
                                          </p:val>
                                        </p:tav>
                                      </p:tavLst>
                                    </p:anim>
                                    <p:anim calcmode="lin" valueType="num">
                                      <p:cBhvr>
                                        <p:cTn id="45" dur="500" fill="hold"/>
                                        <p:tgtEl>
                                          <p:spTgt spid="176140"/>
                                        </p:tgtEl>
                                        <p:attrNameLst>
                                          <p:attrName>ppt_w</p:attrName>
                                        </p:attrNameLst>
                                      </p:cBhvr>
                                      <p:tavLst>
                                        <p:tav tm="0">
                                          <p:val>
                                            <p:strVal val="#ppt_w"/>
                                          </p:val>
                                        </p:tav>
                                        <p:tav tm="100000">
                                          <p:val>
                                            <p:strVal val="#ppt_w"/>
                                          </p:val>
                                        </p:tav>
                                      </p:tavLst>
                                    </p:anim>
                                    <p:anim calcmode="lin" valueType="num">
                                      <p:cBhvr>
                                        <p:cTn id="46" dur="500" fill="hold"/>
                                        <p:tgtEl>
                                          <p:spTgt spid="176140"/>
                                        </p:tgtEl>
                                        <p:attrNameLst>
                                          <p:attrName>ppt_h</p:attrName>
                                        </p:attrNameLst>
                                      </p:cBhvr>
                                      <p:tavLst>
                                        <p:tav tm="0">
                                          <p:val>
                                            <p:fltVal val="0"/>
                                          </p:val>
                                        </p:tav>
                                        <p:tav tm="100000">
                                          <p:val>
                                            <p:strVal val="#ppt_h"/>
                                          </p:val>
                                        </p:tav>
                                      </p:tavLst>
                                    </p:anim>
                                  </p:childTnLst>
                                </p:cTn>
                              </p:par>
                            </p:childTnLst>
                          </p:cTn>
                        </p:par>
                        <p:par>
                          <p:cTn id="47" fill="hold" nodeType="afterGroup">
                            <p:stCondLst>
                              <p:cond delay="5000"/>
                            </p:stCondLst>
                            <p:childTnLst>
                              <p:par>
                                <p:cTn id="48" presetID="17" presetClass="entr" presetSubtype="1" fill="hold" grpId="0" nodeType="afterEffect">
                                  <p:stCondLst>
                                    <p:cond delay="0"/>
                                  </p:stCondLst>
                                  <p:childTnLst>
                                    <p:set>
                                      <p:cBhvr>
                                        <p:cTn id="49" dur="1" fill="hold">
                                          <p:stCondLst>
                                            <p:cond delay="0"/>
                                          </p:stCondLst>
                                        </p:cTn>
                                        <p:tgtEl>
                                          <p:spTgt spid="176141"/>
                                        </p:tgtEl>
                                        <p:attrNameLst>
                                          <p:attrName>style.visibility</p:attrName>
                                        </p:attrNameLst>
                                      </p:cBhvr>
                                      <p:to>
                                        <p:strVal val="visible"/>
                                      </p:to>
                                    </p:set>
                                    <p:anim calcmode="lin" valueType="num">
                                      <p:cBhvr>
                                        <p:cTn id="50" dur="500" fill="hold"/>
                                        <p:tgtEl>
                                          <p:spTgt spid="176141"/>
                                        </p:tgtEl>
                                        <p:attrNameLst>
                                          <p:attrName>ppt_x</p:attrName>
                                        </p:attrNameLst>
                                      </p:cBhvr>
                                      <p:tavLst>
                                        <p:tav tm="0">
                                          <p:val>
                                            <p:strVal val="#ppt_x"/>
                                          </p:val>
                                        </p:tav>
                                        <p:tav tm="100000">
                                          <p:val>
                                            <p:strVal val="#ppt_x"/>
                                          </p:val>
                                        </p:tav>
                                      </p:tavLst>
                                    </p:anim>
                                    <p:anim calcmode="lin" valueType="num">
                                      <p:cBhvr>
                                        <p:cTn id="51" dur="500" fill="hold"/>
                                        <p:tgtEl>
                                          <p:spTgt spid="176141"/>
                                        </p:tgtEl>
                                        <p:attrNameLst>
                                          <p:attrName>ppt_y</p:attrName>
                                        </p:attrNameLst>
                                      </p:cBhvr>
                                      <p:tavLst>
                                        <p:tav tm="0">
                                          <p:val>
                                            <p:strVal val="#ppt_y-#ppt_h/2"/>
                                          </p:val>
                                        </p:tav>
                                        <p:tav tm="100000">
                                          <p:val>
                                            <p:strVal val="#ppt_y"/>
                                          </p:val>
                                        </p:tav>
                                      </p:tavLst>
                                    </p:anim>
                                    <p:anim calcmode="lin" valueType="num">
                                      <p:cBhvr>
                                        <p:cTn id="52" dur="500" fill="hold"/>
                                        <p:tgtEl>
                                          <p:spTgt spid="176141"/>
                                        </p:tgtEl>
                                        <p:attrNameLst>
                                          <p:attrName>ppt_w</p:attrName>
                                        </p:attrNameLst>
                                      </p:cBhvr>
                                      <p:tavLst>
                                        <p:tav tm="0">
                                          <p:val>
                                            <p:strVal val="#ppt_w"/>
                                          </p:val>
                                        </p:tav>
                                        <p:tav tm="100000">
                                          <p:val>
                                            <p:strVal val="#ppt_w"/>
                                          </p:val>
                                        </p:tav>
                                      </p:tavLst>
                                    </p:anim>
                                    <p:anim calcmode="lin" valueType="num">
                                      <p:cBhvr>
                                        <p:cTn id="53" dur="500" fill="hold"/>
                                        <p:tgtEl>
                                          <p:spTgt spid="176141"/>
                                        </p:tgtEl>
                                        <p:attrNameLst>
                                          <p:attrName>ppt_h</p:attrName>
                                        </p:attrNameLst>
                                      </p:cBhvr>
                                      <p:tavLst>
                                        <p:tav tm="0">
                                          <p:val>
                                            <p:fltVal val="0"/>
                                          </p:val>
                                        </p:tav>
                                        <p:tav tm="100000">
                                          <p:val>
                                            <p:strVal val="#ppt_h"/>
                                          </p:val>
                                        </p:tav>
                                      </p:tavLst>
                                    </p:anim>
                                  </p:childTnLst>
                                </p:cTn>
                              </p:par>
                            </p:childTnLst>
                          </p:cTn>
                        </p:par>
                        <p:par>
                          <p:cTn id="54" fill="hold" nodeType="afterGroup">
                            <p:stCondLst>
                              <p:cond delay="5500"/>
                            </p:stCondLst>
                            <p:childTnLst>
                              <p:par>
                                <p:cTn id="55" presetID="17" presetClass="entr" presetSubtype="1" fill="hold" grpId="0" nodeType="afterEffect">
                                  <p:stCondLst>
                                    <p:cond delay="0"/>
                                  </p:stCondLst>
                                  <p:childTnLst>
                                    <p:set>
                                      <p:cBhvr>
                                        <p:cTn id="56" dur="1" fill="hold">
                                          <p:stCondLst>
                                            <p:cond delay="0"/>
                                          </p:stCondLst>
                                        </p:cTn>
                                        <p:tgtEl>
                                          <p:spTgt spid="176142"/>
                                        </p:tgtEl>
                                        <p:attrNameLst>
                                          <p:attrName>style.visibility</p:attrName>
                                        </p:attrNameLst>
                                      </p:cBhvr>
                                      <p:to>
                                        <p:strVal val="visible"/>
                                      </p:to>
                                    </p:set>
                                    <p:anim calcmode="lin" valueType="num">
                                      <p:cBhvr>
                                        <p:cTn id="57" dur="500" fill="hold"/>
                                        <p:tgtEl>
                                          <p:spTgt spid="176142"/>
                                        </p:tgtEl>
                                        <p:attrNameLst>
                                          <p:attrName>ppt_x</p:attrName>
                                        </p:attrNameLst>
                                      </p:cBhvr>
                                      <p:tavLst>
                                        <p:tav tm="0">
                                          <p:val>
                                            <p:strVal val="#ppt_x"/>
                                          </p:val>
                                        </p:tav>
                                        <p:tav tm="100000">
                                          <p:val>
                                            <p:strVal val="#ppt_x"/>
                                          </p:val>
                                        </p:tav>
                                      </p:tavLst>
                                    </p:anim>
                                    <p:anim calcmode="lin" valueType="num">
                                      <p:cBhvr>
                                        <p:cTn id="58" dur="500" fill="hold"/>
                                        <p:tgtEl>
                                          <p:spTgt spid="176142"/>
                                        </p:tgtEl>
                                        <p:attrNameLst>
                                          <p:attrName>ppt_y</p:attrName>
                                        </p:attrNameLst>
                                      </p:cBhvr>
                                      <p:tavLst>
                                        <p:tav tm="0">
                                          <p:val>
                                            <p:strVal val="#ppt_y-#ppt_h/2"/>
                                          </p:val>
                                        </p:tav>
                                        <p:tav tm="100000">
                                          <p:val>
                                            <p:strVal val="#ppt_y"/>
                                          </p:val>
                                        </p:tav>
                                      </p:tavLst>
                                    </p:anim>
                                    <p:anim calcmode="lin" valueType="num">
                                      <p:cBhvr>
                                        <p:cTn id="59" dur="500" fill="hold"/>
                                        <p:tgtEl>
                                          <p:spTgt spid="176142"/>
                                        </p:tgtEl>
                                        <p:attrNameLst>
                                          <p:attrName>ppt_w</p:attrName>
                                        </p:attrNameLst>
                                      </p:cBhvr>
                                      <p:tavLst>
                                        <p:tav tm="0">
                                          <p:val>
                                            <p:strVal val="#ppt_w"/>
                                          </p:val>
                                        </p:tav>
                                        <p:tav tm="100000">
                                          <p:val>
                                            <p:strVal val="#ppt_w"/>
                                          </p:val>
                                        </p:tav>
                                      </p:tavLst>
                                    </p:anim>
                                    <p:anim calcmode="lin" valueType="num">
                                      <p:cBhvr>
                                        <p:cTn id="60" dur="500" fill="hold"/>
                                        <p:tgtEl>
                                          <p:spTgt spid="176142"/>
                                        </p:tgtEl>
                                        <p:attrNameLst>
                                          <p:attrName>ppt_h</p:attrName>
                                        </p:attrNameLst>
                                      </p:cBhvr>
                                      <p:tavLst>
                                        <p:tav tm="0">
                                          <p:val>
                                            <p:fltVal val="0"/>
                                          </p:val>
                                        </p:tav>
                                        <p:tav tm="100000">
                                          <p:val>
                                            <p:strVal val="#ppt_h"/>
                                          </p:val>
                                        </p:tav>
                                      </p:tavLst>
                                    </p:anim>
                                  </p:childTnLst>
                                </p:cTn>
                              </p:par>
                            </p:childTnLst>
                          </p:cTn>
                        </p:par>
                        <p:par>
                          <p:cTn id="61" fill="hold" nodeType="afterGroup">
                            <p:stCondLst>
                              <p:cond delay="6000"/>
                            </p:stCondLst>
                            <p:childTnLst>
                              <p:par>
                                <p:cTn id="62" presetID="17" presetClass="entr" presetSubtype="1" fill="hold" grpId="0" nodeType="afterEffect">
                                  <p:stCondLst>
                                    <p:cond delay="0"/>
                                  </p:stCondLst>
                                  <p:childTnLst>
                                    <p:set>
                                      <p:cBhvr>
                                        <p:cTn id="63" dur="1" fill="hold">
                                          <p:stCondLst>
                                            <p:cond delay="0"/>
                                          </p:stCondLst>
                                        </p:cTn>
                                        <p:tgtEl>
                                          <p:spTgt spid="176143"/>
                                        </p:tgtEl>
                                        <p:attrNameLst>
                                          <p:attrName>style.visibility</p:attrName>
                                        </p:attrNameLst>
                                      </p:cBhvr>
                                      <p:to>
                                        <p:strVal val="visible"/>
                                      </p:to>
                                    </p:set>
                                    <p:anim calcmode="lin" valueType="num">
                                      <p:cBhvr>
                                        <p:cTn id="64" dur="500" fill="hold"/>
                                        <p:tgtEl>
                                          <p:spTgt spid="176143"/>
                                        </p:tgtEl>
                                        <p:attrNameLst>
                                          <p:attrName>ppt_x</p:attrName>
                                        </p:attrNameLst>
                                      </p:cBhvr>
                                      <p:tavLst>
                                        <p:tav tm="0">
                                          <p:val>
                                            <p:strVal val="#ppt_x"/>
                                          </p:val>
                                        </p:tav>
                                        <p:tav tm="100000">
                                          <p:val>
                                            <p:strVal val="#ppt_x"/>
                                          </p:val>
                                        </p:tav>
                                      </p:tavLst>
                                    </p:anim>
                                    <p:anim calcmode="lin" valueType="num">
                                      <p:cBhvr>
                                        <p:cTn id="65" dur="500" fill="hold"/>
                                        <p:tgtEl>
                                          <p:spTgt spid="176143"/>
                                        </p:tgtEl>
                                        <p:attrNameLst>
                                          <p:attrName>ppt_y</p:attrName>
                                        </p:attrNameLst>
                                      </p:cBhvr>
                                      <p:tavLst>
                                        <p:tav tm="0">
                                          <p:val>
                                            <p:strVal val="#ppt_y-#ppt_h/2"/>
                                          </p:val>
                                        </p:tav>
                                        <p:tav tm="100000">
                                          <p:val>
                                            <p:strVal val="#ppt_y"/>
                                          </p:val>
                                        </p:tav>
                                      </p:tavLst>
                                    </p:anim>
                                    <p:anim calcmode="lin" valueType="num">
                                      <p:cBhvr>
                                        <p:cTn id="66" dur="500" fill="hold"/>
                                        <p:tgtEl>
                                          <p:spTgt spid="176143"/>
                                        </p:tgtEl>
                                        <p:attrNameLst>
                                          <p:attrName>ppt_w</p:attrName>
                                        </p:attrNameLst>
                                      </p:cBhvr>
                                      <p:tavLst>
                                        <p:tav tm="0">
                                          <p:val>
                                            <p:strVal val="#ppt_w"/>
                                          </p:val>
                                        </p:tav>
                                        <p:tav tm="100000">
                                          <p:val>
                                            <p:strVal val="#ppt_w"/>
                                          </p:val>
                                        </p:tav>
                                      </p:tavLst>
                                    </p:anim>
                                    <p:anim calcmode="lin" valueType="num">
                                      <p:cBhvr>
                                        <p:cTn id="67" dur="500" fill="hold"/>
                                        <p:tgtEl>
                                          <p:spTgt spid="176143"/>
                                        </p:tgtEl>
                                        <p:attrNameLst>
                                          <p:attrName>ppt_h</p:attrName>
                                        </p:attrNameLst>
                                      </p:cBhvr>
                                      <p:tavLst>
                                        <p:tav tm="0">
                                          <p:val>
                                            <p:fltVal val="0"/>
                                          </p:val>
                                        </p:tav>
                                        <p:tav tm="100000">
                                          <p:val>
                                            <p:strVal val="#ppt_h"/>
                                          </p:val>
                                        </p:tav>
                                      </p:tavLst>
                                    </p:anim>
                                  </p:childTnLst>
                                </p:cTn>
                              </p:par>
                            </p:childTnLst>
                          </p:cTn>
                        </p:par>
                        <p:par>
                          <p:cTn id="68" fill="hold" nodeType="afterGroup">
                            <p:stCondLst>
                              <p:cond delay="6500"/>
                            </p:stCondLst>
                            <p:childTnLst>
                              <p:par>
                                <p:cTn id="69" presetID="17" presetClass="entr" presetSubtype="1" fill="hold" grpId="0" nodeType="afterEffect">
                                  <p:stCondLst>
                                    <p:cond delay="0"/>
                                  </p:stCondLst>
                                  <p:childTnLst>
                                    <p:set>
                                      <p:cBhvr>
                                        <p:cTn id="70" dur="1" fill="hold">
                                          <p:stCondLst>
                                            <p:cond delay="0"/>
                                          </p:stCondLst>
                                        </p:cTn>
                                        <p:tgtEl>
                                          <p:spTgt spid="176144"/>
                                        </p:tgtEl>
                                        <p:attrNameLst>
                                          <p:attrName>style.visibility</p:attrName>
                                        </p:attrNameLst>
                                      </p:cBhvr>
                                      <p:to>
                                        <p:strVal val="visible"/>
                                      </p:to>
                                    </p:set>
                                    <p:anim calcmode="lin" valueType="num">
                                      <p:cBhvr>
                                        <p:cTn id="71" dur="500" fill="hold"/>
                                        <p:tgtEl>
                                          <p:spTgt spid="176144"/>
                                        </p:tgtEl>
                                        <p:attrNameLst>
                                          <p:attrName>ppt_x</p:attrName>
                                        </p:attrNameLst>
                                      </p:cBhvr>
                                      <p:tavLst>
                                        <p:tav tm="0">
                                          <p:val>
                                            <p:strVal val="#ppt_x"/>
                                          </p:val>
                                        </p:tav>
                                        <p:tav tm="100000">
                                          <p:val>
                                            <p:strVal val="#ppt_x"/>
                                          </p:val>
                                        </p:tav>
                                      </p:tavLst>
                                    </p:anim>
                                    <p:anim calcmode="lin" valueType="num">
                                      <p:cBhvr>
                                        <p:cTn id="72" dur="500" fill="hold"/>
                                        <p:tgtEl>
                                          <p:spTgt spid="176144"/>
                                        </p:tgtEl>
                                        <p:attrNameLst>
                                          <p:attrName>ppt_y</p:attrName>
                                        </p:attrNameLst>
                                      </p:cBhvr>
                                      <p:tavLst>
                                        <p:tav tm="0">
                                          <p:val>
                                            <p:strVal val="#ppt_y-#ppt_h/2"/>
                                          </p:val>
                                        </p:tav>
                                        <p:tav tm="100000">
                                          <p:val>
                                            <p:strVal val="#ppt_y"/>
                                          </p:val>
                                        </p:tav>
                                      </p:tavLst>
                                    </p:anim>
                                    <p:anim calcmode="lin" valueType="num">
                                      <p:cBhvr>
                                        <p:cTn id="73" dur="500" fill="hold"/>
                                        <p:tgtEl>
                                          <p:spTgt spid="176144"/>
                                        </p:tgtEl>
                                        <p:attrNameLst>
                                          <p:attrName>ppt_w</p:attrName>
                                        </p:attrNameLst>
                                      </p:cBhvr>
                                      <p:tavLst>
                                        <p:tav tm="0">
                                          <p:val>
                                            <p:strVal val="#ppt_w"/>
                                          </p:val>
                                        </p:tav>
                                        <p:tav tm="100000">
                                          <p:val>
                                            <p:strVal val="#ppt_w"/>
                                          </p:val>
                                        </p:tav>
                                      </p:tavLst>
                                    </p:anim>
                                    <p:anim calcmode="lin" valueType="num">
                                      <p:cBhvr>
                                        <p:cTn id="74" dur="500" fill="hold"/>
                                        <p:tgtEl>
                                          <p:spTgt spid="176144"/>
                                        </p:tgtEl>
                                        <p:attrNameLst>
                                          <p:attrName>ppt_h</p:attrName>
                                        </p:attrNameLst>
                                      </p:cBhvr>
                                      <p:tavLst>
                                        <p:tav tm="0">
                                          <p:val>
                                            <p:fltVal val="0"/>
                                          </p:val>
                                        </p:tav>
                                        <p:tav tm="100000">
                                          <p:val>
                                            <p:strVal val="#ppt_h"/>
                                          </p:val>
                                        </p:tav>
                                      </p:tavLst>
                                    </p:anim>
                                  </p:childTnLst>
                                </p:cTn>
                              </p:par>
                            </p:childTnLst>
                          </p:cTn>
                        </p:par>
                        <p:par>
                          <p:cTn id="75" fill="hold" nodeType="afterGroup">
                            <p:stCondLst>
                              <p:cond delay="7000"/>
                            </p:stCondLst>
                            <p:childTnLst>
                              <p:par>
                                <p:cTn id="76" presetID="17" presetClass="entr" presetSubtype="1" fill="hold" grpId="0" nodeType="afterEffect">
                                  <p:stCondLst>
                                    <p:cond delay="0"/>
                                  </p:stCondLst>
                                  <p:childTnLst>
                                    <p:set>
                                      <p:cBhvr>
                                        <p:cTn id="77" dur="1" fill="hold">
                                          <p:stCondLst>
                                            <p:cond delay="0"/>
                                          </p:stCondLst>
                                        </p:cTn>
                                        <p:tgtEl>
                                          <p:spTgt spid="176145"/>
                                        </p:tgtEl>
                                        <p:attrNameLst>
                                          <p:attrName>style.visibility</p:attrName>
                                        </p:attrNameLst>
                                      </p:cBhvr>
                                      <p:to>
                                        <p:strVal val="visible"/>
                                      </p:to>
                                    </p:set>
                                    <p:anim calcmode="lin" valueType="num">
                                      <p:cBhvr>
                                        <p:cTn id="78" dur="500" fill="hold"/>
                                        <p:tgtEl>
                                          <p:spTgt spid="176145"/>
                                        </p:tgtEl>
                                        <p:attrNameLst>
                                          <p:attrName>ppt_x</p:attrName>
                                        </p:attrNameLst>
                                      </p:cBhvr>
                                      <p:tavLst>
                                        <p:tav tm="0">
                                          <p:val>
                                            <p:strVal val="#ppt_x"/>
                                          </p:val>
                                        </p:tav>
                                        <p:tav tm="100000">
                                          <p:val>
                                            <p:strVal val="#ppt_x"/>
                                          </p:val>
                                        </p:tav>
                                      </p:tavLst>
                                    </p:anim>
                                    <p:anim calcmode="lin" valueType="num">
                                      <p:cBhvr>
                                        <p:cTn id="79" dur="500" fill="hold"/>
                                        <p:tgtEl>
                                          <p:spTgt spid="176145"/>
                                        </p:tgtEl>
                                        <p:attrNameLst>
                                          <p:attrName>ppt_y</p:attrName>
                                        </p:attrNameLst>
                                      </p:cBhvr>
                                      <p:tavLst>
                                        <p:tav tm="0">
                                          <p:val>
                                            <p:strVal val="#ppt_y-#ppt_h/2"/>
                                          </p:val>
                                        </p:tav>
                                        <p:tav tm="100000">
                                          <p:val>
                                            <p:strVal val="#ppt_y"/>
                                          </p:val>
                                        </p:tav>
                                      </p:tavLst>
                                    </p:anim>
                                    <p:anim calcmode="lin" valueType="num">
                                      <p:cBhvr>
                                        <p:cTn id="80" dur="500" fill="hold"/>
                                        <p:tgtEl>
                                          <p:spTgt spid="176145"/>
                                        </p:tgtEl>
                                        <p:attrNameLst>
                                          <p:attrName>ppt_w</p:attrName>
                                        </p:attrNameLst>
                                      </p:cBhvr>
                                      <p:tavLst>
                                        <p:tav tm="0">
                                          <p:val>
                                            <p:strVal val="#ppt_w"/>
                                          </p:val>
                                        </p:tav>
                                        <p:tav tm="100000">
                                          <p:val>
                                            <p:strVal val="#ppt_w"/>
                                          </p:val>
                                        </p:tav>
                                      </p:tavLst>
                                    </p:anim>
                                    <p:anim calcmode="lin" valueType="num">
                                      <p:cBhvr>
                                        <p:cTn id="81" dur="500" fill="hold"/>
                                        <p:tgtEl>
                                          <p:spTgt spid="176145"/>
                                        </p:tgtEl>
                                        <p:attrNameLst>
                                          <p:attrName>ppt_h</p:attrName>
                                        </p:attrNameLst>
                                      </p:cBhvr>
                                      <p:tavLst>
                                        <p:tav tm="0">
                                          <p:val>
                                            <p:fltVal val="0"/>
                                          </p:val>
                                        </p:tav>
                                        <p:tav tm="100000">
                                          <p:val>
                                            <p:strVal val="#ppt_h"/>
                                          </p:val>
                                        </p:tav>
                                      </p:tavLst>
                                    </p:anim>
                                  </p:childTnLst>
                                </p:cTn>
                              </p:par>
                            </p:childTnLst>
                          </p:cTn>
                        </p:par>
                        <p:par>
                          <p:cTn id="82" fill="hold" nodeType="afterGroup">
                            <p:stCondLst>
                              <p:cond delay="7500"/>
                            </p:stCondLst>
                            <p:childTnLst>
                              <p:par>
                                <p:cTn id="83" presetID="17" presetClass="entr" presetSubtype="1" fill="hold" grpId="0" nodeType="afterEffect">
                                  <p:stCondLst>
                                    <p:cond delay="0"/>
                                  </p:stCondLst>
                                  <p:childTnLst>
                                    <p:set>
                                      <p:cBhvr>
                                        <p:cTn id="84" dur="1" fill="hold">
                                          <p:stCondLst>
                                            <p:cond delay="0"/>
                                          </p:stCondLst>
                                        </p:cTn>
                                        <p:tgtEl>
                                          <p:spTgt spid="176146"/>
                                        </p:tgtEl>
                                        <p:attrNameLst>
                                          <p:attrName>style.visibility</p:attrName>
                                        </p:attrNameLst>
                                      </p:cBhvr>
                                      <p:to>
                                        <p:strVal val="visible"/>
                                      </p:to>
                                    </p:set>
                                    <p:anim calcmode="lin" valueType="num">
                                      <p:cBhvr>
                                        <p:cTn id="85" dur="500" fill="hold"/>
                                        <p:tgtEl>
                                          <p:spTgt spid="176146"/>
                                        </p:tgtEl>
                                        <p:attrNameLst>
                                          <p:attrName>ppt_x</p:attrName>
                                        </p:attrNameLst>
                                      </p:cBhvr>
                                      <p:tavLst>
                                        <p:tav tm="0">
                                          <p:val>
                                            <p:strVal val="#ppt_x"/>
                                          </p:val>
                                        </p:tav>
                                        <p:tav tm="100000">
                                          <p:val>
                                            <p:strVal val="#ppt_x"/>
                                          </p:val>
                                        </p:tav>
                                      </p:tavLst>
                                    </p:anim>
                                    <p:anim calcmode="lin" valueType="num">
                                      <p:cBhvr>
                                        <p:cTn id="86" dur="500" fill="hold"/>
                                        <p:tgtEl>
                                          <p:spTgt spid="176146"/>
                                        </p:tgtEl>
                                        <p:attrNameLst>
                                          <p:attrName>ppt_y</p:attrName>
                                        </p:attrNameLst>
                                      </p:cBhvr>
                                      <p:tavLst>
                                        <p:tav tm="0">
                                          <p:val>
                                            <p:strVal val="#ppt_y-#ppt_h/2"/>
                                          </p:val>
                                        </p:tav>
                                        <p:tav tm="100000">
                                          <p:val>
                                            <p:strVal val="#ppt_y"/>
                                          </p:val>
                                        </p:tav>
                                      </p:tavLst>
                                    </p:anim>
                                    <p:anim calcmode="lin" valueType="num">
                                      <p:cBhvr>
                                        <p:cTn id="87" dur="500" fill="hold"/>
                                        <p:tgtEl>
                                          <p:spTgt spid="176146"/>
                                        </p:tgtEl>
                                        <p:attrNameLst>
                                          <p:attrName>ppt_w</p:attrName>
                                        </p:attrNameLst>
                                      </p:cBhvr>
                                      <p:tavLst>
                                        <p:tav tm="0">
                                          <p:val>
                                            <p:strVal val="#ppt_w"/>
                                          </p:val>
                                        </p:tav>
                                        <p:tav tm="100000">
                                          <p:val>
                                            <p:strVal val="#ppt_w"/>
                                          </p:val>
                                        </p:tav>
                                      </p:tavLst>
                                    </p:anim>
                                    <p:anim calcmode="lin" valueType="num">
                                      <p:cBhvr>
                                        <p:cTn id="88" dur="500" fill="hold"/>
                                        <p:tgtEl>
                                          <p:spTgt spid="176146"/>
                                        </p:tgtEl>
                                        <p:attrNameLst>
                                          <p:attrName>ppt_h</p:attrName>
                                        </p:attrNameLst>
                                      </p:cBhvr>
                                      <p:tavLst>
                                        <p:tav tm="0">
                                          <p:val>
                                            <p:fltVal val="0"/>
                                          </p:val>
                                        </p:tav>
                                        <p:tav tm="100000">
                                          <p:val>
                                            <p:strVal val="#ppt_h"/>
                                          </p:val>
                                        </p:tav>
                                      </p:tavLst>
                                    </p:anim>
                                  </p:childTnLst>
                                </p:cTn>
                              </p:par>
                            </p:childTnLst>
                          </p:cTn>
                        </p:par>
                        <p:par>
                          <p:cTn id="89" fill="hold" nodeType="afterGroup">
                            <p:stCondLst>
                              <p:cond delay="8000"/>
                            </p:stCondLst>
                            <p:childTnLst>
                              <p:par>
                                <p:cTn id="90" presetID="17" presetClass="entr" presetSubtype="1" fill="hold" grpId="0" nodeType="afterEffect">
                                  <p:stCondLst>
                                    <p:cond delay="0"/>
                                  </p:stCondLst>
                                  <p:childTnLst>
                                    <p:set>
                                      <p:cBhvr>
                                        <p:cTn id="91" dur="1" fill="hold">
                                          <p:stCondLst>
                                            <p:cond delay="0"/>
                                          </p:stCondLst>
                                        </p:cTn>
                                        <p:tgtEl>
                                          <p:spTgt spid="176147"/>
                                        </p:tgtEl>
                                        <p:attrNameLst>
                                          <p:attrName>style.visibility</p:attrName>
                                        </p:attrNameLst>
                                      </p:cBhvr>
                                      <p:to>
                                        <p:strVal val="visible"/>
                                      </p:to>
                                    </p:set>
                                    <p:anim calcmode="lin" valueType="num">
                                      <p:cBhvr>
                                        <p:cTn id="92" dur="500" fill="hold"/>
                                        <p:tgtEl>
                                          <p:spTgt spid="176147"/>
                                        </p:tgtEl>
                                        <p:attrNameLst>
                                          <p:attrName>ppt_x</p:attrName>
                                        </p:attrNameLst>
                                      </p:cBhvr>
                                      <p:tavLst>
                                        <p:tav tm="0">
                                          <p:val>
                                            <p:strVal val="#ppt_x"/>
                                          </p:val>
                                        </p:tav>
                                        <p:tav tm="100000">
                                          <p:val>
                                            <p:strVal val="#ppt_x"/>
                                          </p:val>
                                        </p:tav>
                                      </p:tavLst>
                                    </p:anim>
                                    <p:anim calcmode="lin" valueType="num">
                                      <p:cBhvr>
                                        <p:cTn id="93" dur="500" fill="hold"/>
                                        <p:tgtEl>
                                          <p:spTgt spid="176147"/>
                                        </p:tgtEl>
                                        <p:attrNameLst>
                                          <p:attrName>ppt_y</p:attrName>
                                        </p:attrNameLst>
                                      </p:cBhvr>
                                      <p:tavLst>
                                        <p:tav tm="0">
                                          <p:val>
                                            <p:strVal val="#ppt_y-#ppt_h/2"/>
                                          </p:val>
                                        </p:tav>
                                        <p:tav tm="100000">
                                          <p:val>
                                            <p:strVal val="#ppt_y"/>
                                          </p:val>
                                        </p:tav>
                                      </p:tavLst>
                                    </p:anim>
                                    <p:anim calcmode="lin" valueType="num">
                                      <p:cBhvr>
                                        <p:cTn id="94" dur="500" fill="hold"/>
                                        <p:tgtEl>
                                          <p:spTgt spid="176147"/>
                                        </p:tgtEl>
                                        <p:attrNameLst>
                                          <p:attrName>ppt_w</p:attrName>
                                        </p:attrNameLst>
                                      </p:cBhvr>
                                      <p:tavLst>
                                        <p:tav tm="0">
                                          <p:val>
                                            <p:strVal val="#ppt_w"/>
                                          </p:val>
                                        </p:tav>
                                        <p:tav tm="100000">
                                          <p:val>
                                            <p:strVal val="#ppt_w"/>
                                          </p:val>
                                        </p:tav>
                                      </p:tavLst>
                                    </p:anim>
                                    <p:anim calcmode="lin" valueType="num">
                                      <p:cBhvr>
                                        <p:cTn id="95" dur="500" fill="hold"/>
                                        <p:tgtEl>
                                          <p:spTgt spid="176147"/>
                                        </p:tgtEl>
                                        <p:attrNameLst>
                                          <p:attrName>ppt_h</p:attrName>
                                        </p:attrNameLst>
                                      </p:cBhvr>
                                      <p:tavLst>
                                        <p:tav tm="0">
                                          <p:val>
                                            <p:fltVal val="0"/>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 presetClass="entr" presetSubtype="8" fill="hold" grpId="0" nodeType="clickEffect">
                                  <p:stCondLst>
                                    <p:cond delay="0"/>
                                  </p:stCondLst>
                                  <p:childTnLst>
                                    <p:set>
                                      <p:cBhvr>
                                        <p:cTn id="99" dur="1" fill="hold">
                                          <p:stCondLst>
                                            <p:cond delay="0"/>
                                          </p:stCondLst>
                                        </p:cTn>
                                        <p:tgtEl>
                                          <p:spTgt spid="176150"/>
                                        </p:tgtEl>
                                        <p:attrNameLst>
                                          <p:attrName>style.visibility</p:attrName>
                                        </p:attrNameLst>
                                      </p:cBhvr>
                                      <p:to>
                                        <p:strVal val="visible"/>
                                      </p:to>
                                    </p:set>
                                    <p:anim calcmode="lin" valueType="num">
                                      <p:cBhvr additive="base">
                                        <p:cTn id="100" dur="500" fill="hold"/>
                                        <p:tgtEl>
                                          <p:spTgt spid="176150"/>
                                        </p:tgtEl>
                                        <p:attrNameLst>
                                          <p:attrName>ppt_x</p:attrName>
                                        </p:attrNameLst>
                                      </p:cBhvr>
                                      <p:tavLst>
                                        <p:tav tm="0">
                                          <p:val>
                                            <p:strVal val="0-#ppt_w/2"/>
                                          </p:val>
                                        </p:tav>
                                        <p:tav tm="100000">
                                          <p:val>
                                            <p:strVal val="#ppt_x"/>
                                          </p:val>
                                        </p:tav>
                                      </p:tavLst>
                                    </p:anim>
                                    <p:anim calcmode="lin" valueType="num">
                                      <p:cBhvr additive="base">
                                        <p:cTn id="101" dur="500" fill="hold"/>
                                        <p:tgtEl>
                                          <p:spTgt spid="176150"/>
                                        </p:tgtEl>
                                        <p:attrNameLst>
                                          <p:attrName>ppt_y</p:attrName>
                                        </p:attrNameLst>
                                      </p:cBhvr>
                                      <p:tavLst>
                                        <p:tav tm="0">
                                          <p:val>
                                            <p:strVal val="#ppt_y"/>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2" presetClass="entr" presetSubtype="8" fill="hold" grpId="0" nodeType="clickEffect">
                                  <p:stCondLst>
                                    <p:cond delay="0"/>
                                  </p:stCondLst>
                                  <p:childTnLst>
                                    <p:set>
                                      <p:cBhvr>
                                        <p:cTn id="105" dur="1" fill="hold">
                                          <p:stCondLst>
                                            <p:cond delay="0"/>
                                          </p:stCondLst>
                                        </p:cTn>
                                        <p:tgtEl>
                                          <p:spTgt spid="176148"/>
                                        </p:tgtEl>
                                        <p:attrNameLst>
                                          <p:attrName>style.visibility</p:attrName>
                                        </p:attrNameLst>
                                      </p:cBhvr>
                                      <p:to>
                                        <p:strVal val="visible"/>
                                      </p:to>
                                    </p:set>
                                    <p:animEffect transition="in" filter="slide(fromLeft)">
                                      <p:cBhvr>
                                        <p:cTn id="106" dur="500"/>
                                        <p:tgtEl>
                                          <p:spTgt spid="176148"/>
                                        </p:tgtEl>
                                      </p:cBhvr>
                                    </p:animEffect>
                                  </p:childTnLst>
                                </p:cTn>
                              </p:par>
                            </p:childTnLst>
                          </p:cTn>
                        </p:par>
                        <p:par>
                          <p:cTn id="107" fill="hold" nodeType="afterGroup">
                            <p:stCondLst>
                              <p:cond delay="500"/>
                            </p:stCondLst>
                            <p:childTnLst>
                              <p:par>
                                <p:cTn id="108" presetID="2" presetClass="entr" presetSubtype="12" fill="hold" grpId="0" nodeType="afterEffect">
                                  <p:stCondLst>
                                    <p:cond delay="0"/>
                                  </p:stCondLst>
                                  <p:childTnLst>
                                    <p:set>
                                      <p:cBhvr>
                                        <p:cTn id="109" dur="1" fill="hold">
                                          <p:stCondLst>
                                            <p:cond delay="0"/>
                                          </p:stCondLst>
                                        </p:cTn>
                                        <p:tgtEl>
                                          <p:spTgt spid="176151"/>
                                        </p:tgtEl>
                                        <p:attrNameLst>
                                          <p:attrName>style.visibility</p:attrName>
                                        </p:attrNameLst>
                                      </p:cBhvr>
                                      <p:to>
                                        <p:strVal val="visible"/>
                                      </p:to>
                                    </p:set>
                                    <p:anim calcmode="lin" valueType="num">
                                      <p:cBhvr additive="base">
                                        <p:cTn id="110" dur="500" fill="hold"/>
                                        <p:tgtEl>
                                          <p:spTgt spid="176151"/>
                                        </p:tgtEl>
                                        <p:attrNameLst>
                                          <p:attrName>ppt_x</p:attrName>
                                        </p:attrNameLst>
                                      </p:cBhvr>
                                      <p:tavLst>
                                        <p:tav tm="0">
                                          <p:val>
                                            <p:strVal val="0-#ppt_w/2"/>
                                          </p:val>
                                        </p:tav>
                                        <p:tav tm="100000">
                                          <p:val>
                                            <p:strVal val="#ppt_x"/>
                                          </p:val>
                                        </p:tav>
                                      </p:tavLst>
                                    </p:anim>
                                    <p:anim calcmode="lin" valueType="num">
                                      <p:cBhvr additive="base">
                                        <p:cTn id="111" dur="500" fill="hold"/>
                                        <p:tgtEl>
                                          <p:spTgt spid="176151"/>
                                        </p:tgtEl>
                                        <p:attrNameLst>
                                          <p:attrName>ppt_y</p:attrName>
                                        </p:attrNameLst>
                                      </p:cBhvr>
                                      <p:tavLst>
                                        <p:tav tm="0">
                                          <p:val>
                                            <p:strVal val="1+#ppt_h/2"/>
                                          </p:val>
                                        </p:tav>
                                        <p:tav tm="100000">
                                          <p:val>
                                            <p:strVal val="#ppt_y"/>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7" presetClass="entr" presetSubtype="8" fill="hold" grpId="0" nodeType="clickEffect">
                                  <p:stCondLst>
                                    <p:cond delay="0"/>
                                  </p:stCondLst>
                                  <p:childTnLst>
                                    <p:set>
                                      <p:cBhvr>
                                        <p:cTn id="115" dur="1" fill="hold">
                                          <p:stCondLst>
                                            <p:cond delay="0"/>
                                          </p:stCondLst>
                                        </p:cTn>
                                        <p:tgtEl>
                                          <p:spTgt spid="176149"/>
                                        </p:tgtEl>
                                        <p:attrNameLst>
                                          <p:attrName>style.visibility</p:attrName>
                                        </p:attrNameLst>
                                      </p:cBhvr>
                                      <p:to>
                                        <p:strVal val="visible"/>
                                      </p:to>
                                    </p:set>
                                    <p:anim calcmode="lin" valueType="num">
                                      <p:cBhvr>
                                        <p:cTn id="116" dur="500" fill="hold"/>
                                        <p:tgtEl>
                                          <p:spTgt spid="176149"/>
                                        </p:tgtEl>
                                        <p:attrNameLst>
                                          <p:attrName>ppt_x</p:attrName>
                                        </p:attrNameLst>
                                      </p:cBhvr>
                                      <p:tavLst>
                                        <p:tav tm="0">
                                          <p:val>
                                            <p:strVal val="#ppt_x-#ppt_w/2"/>
                                          </p:val>
                                        </p:tav>
                                        <p:tav tm="100000">
                                          <p:val>
                                            <p:strVal val="#ppt_x"/>
                                          </p:val>
                                        </p:tav>
                                      </p:tavLst>
                                    </p:anim>
                                    <p:anim calcmode="lin" valueType="num">
                                      <p:cBhvr>
                                        <p:cTn id="117" dur="500" fill="hold"/>
                                        <p:tgtEl>
                                          <p:spTgt spid="176149"/>
                                        </p:tgtEl>
                                        <p:attrNameLst>
                                          <p:attrName>ppt_y</p:attrName>
                                        </p:attrNameLst>
                                      </p:cBhvr>
                                      <p:tavLst>
                                        <p:tav tm="0">
                                          <p:val>
                                            <p:strVal val="#ppt_y"/>
                                          </p:val>
                                        </p:tav>
                                        <p:tav tm="100000">
                                          <p:val>
                                            <p:strVal val="#ppt_y"/>
                                          </p:val>
                                        </p:tav>
                                      </p:tavLst>
                                    </p:anim>
                                    <p:anim calcmode="lin" valueType="num">
                                      <p:cBhvr>
                                        <p:cTn id="118" dur="500" fill="hold"/>
                                        <p:tgtEl>
                                          <p:spTgt spid="176149"/>
                                        </p:tgtEl>
                                        <p:attrNameLst>
                                          <p:attrName>ppt_w</p:attrName>
                                        </p:attrNameLst>
                                      </p:cBhvr>
                                      <p:tavLst>
                                        <p:tav tm="0">
                                          <p:val>
                                            <p:fltVal val="0"/>
                                          </p:val>
                                        </p:tav>
                                        <p:tav tm="100000">
                                          <p:val>
                                            <p:strVal val="#ppt_w"/>
                                          </p:val>
                                        </p:tav>
                                      </p:tavLst>
                                    </p:anim>
                                    <p:anim calcmode="lin" valueType="num">
                                      <p:cBhvr>
                                        <p:cTn id="119" dur="500" fill="hold"/>
                                        <p:tgtEl>
                                          <p:spTgt spid="176149"/>
                                        </p:tgtEl>
                                        <p:attrNameLst>
                                          <p:attrName>ppt_h</p:attrName>
                                        </p:attrNameLst>
                                      </p:cBhvr>
                                      <p:tavLst>
                                        <p:tav tm="0">
                                          <p:val>
                                            <p:strVal val="#ppt_h"/>
                                          </p:val>
                                        </p:tav>
                                        <p:tav tm="100000">
                                          <p:val>
                                            <p:strVal val="#ppt_h"/>
                                          </p:val>
                                        </p:tav>
                                      </p:tavLst>
                                    </p:anim>
                                  </p:childTnLst>
                                </p:cTn>
                              </p:par>
                            </p:childTnLst>
                          </p:cTn>
                        </p:par>
                        <p:par>
                          <p:cTn id="120" fill="hold" nodeType="afterGroup">
                            <p:stCondLst>
                              <p:cond delay="500"/>
                            </p:stCondLst>
                            <p:childTnLst>
                              <p:par>
                                <p:cTn id="121" presetID="2" presetClass="entr" presetSubtype="2" fill="hold" grpId="0" nodeType="afterEffect">
                                  <p:stCondLst>
                                    <p:cond delay="0"/>
                                  </p:stCondLst>
                                  <p:childTnLst>
                                    <p:set>
                                      <p:cBhvr>
                                        <p:cTn id="122" dur="1" fill="hold">
                                          <p:stCondLst>
                                            <p:cond delay="0"/>
                                          </p:stCondLst>
                                        </p:cTn>
                                        <p:tgtEl>
                                          <p:spTgt spid="176152"/>
                                        </p:tgtEl>
                                        <p:attrNameLst>
                                          <p:attrName>style.visibility</p:attrName>
                                        </p:attrNameLst>
                                      </p:cBhvr>
                                      <p:to>
                                        <p:strVal val="visible"/>
                                      </p:to>
                                    </p:set>
                                    <p:anim calcmode="lin" valueType="num">
                                      <p:cBhvr additive="base">
                                        <p:cTn id="123" dur="500" fill="hold"/>
                                        <p:tgtEl>
                                          <p:spTgt spid="176152"/>
                                        </p:tgtEl>
                                        <p:attrNameLst>
                                          <p:attrName>ppt_x</p:attrName>
                                        </p:attrNameLst>
                                      </p:cBhvr>
                                      <p:tavLst>
                                        <p:tav tm="0">
                                          <p:val>
                                            <p:strVal val="1+#ppt_w/2"/>
                                          </p:val>
                                        </p:tav>
                                        <p:tav tm="100000">
                                          <p:val>
                                            <p:strVal val="#ppt_x"/>
                                          </p:val>
                                        </p:tav>
                                      </p:tavLst>
                                    </p:anim>
                                    <p:anim calcmode="lin" valueType="num">
                                      <p:cBhvr additive="base">
                                        <p:cTn id="124" dur="500" fill="hold"/>
                                        <p:tgtEl>
                                          <p:spTgt spid="1761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animBg="1" autoUpdateAnimBg="0"/>
      <p:bldP spid="176132" grpId="0" animBg="1" autoUpdateAnimBg="0"/>
      <p:bldP spid="176133" grpId="0" animBg="1" autoUpdateAnimBg="0"/>
      <p:bldP spid="176134" grpId="0" animBg="1" autoUpdateAnimBg="0"/>
      <p:bldP spid="176135" grpId="0" animBg="1" autoUpdateAnimBg="0"/>
      <p:bldP spid="176136" grpId="0" animBg="1" autoUpdateAnimBg="0"/>
      <p:bldP spid="176137" grpId="0" animBg="1" autoUpdateAnimBg="0"/>
      <p:bldP spid="176138" grpId="0" animBg="1" autoUpdateAnimBg="0"/>
      <p:bldP spid="176139" grpId="0" animBg="1" autoUpdateAnimBg="0"/>
      <p:bldP spid="176140" grpId="0" animBg="1"/>
      <p:bldP spid="176141" grpId="0" animBg="1"/>
      <p:bldP spid="176142" grpId="0" animBg="1"/>
      <p:bldP spid="176143" grpId="0" animBg="1"/>
      <p:bldP spid="176144" grpId="0" animBg="1"/>
      <p:bldP spid="176145" grpId="0" animBg="1"/>
      <p:bldP spid="176146" grpId="0" animBg="1"/>
      <p:bldP spid="176147" grpId="0" animBg="1"/>
      <p:bldP spid="176148" grpId="0" animBg="1"/>
      <p:bldP spid="176149" grpId="0" animBg="1"/>
      <p:bldP spid="176150" grpId="0" animBg="1" autoUpdateAnimBg="0"/>
      <p:bldP spid="176151" grpId="0" animBg="1" autoUpdateAnimBg="0"/>
      <p:bldP spid="17615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457200" y="228600"/>
            <a:ext cx="63833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333399"/>
                </a:solidFill>
                <a:latin typeface="Times New Roman" charset="0"/>
                <a:ea typeface="楷体_GB2312" charset="0"/>
              </a:rPr>
              <a:t>二叉树的五种基本形态：</a:t>
            </a:r>
            <a:endParaRPr kumimoji="1" lang="zh-CN" altLang="en-US" sz="2400">
              <a:latin typeface="Times New Roman" charset="0"/>
            </a:endParaRPr>
          </a:p>
        </p:txBody>
      </p:sp>
      <p:sp useBgFill="1">
        <p:nvSpPr>
          <p:cNvPr id="177155" name="Oval 3"/>
          <p:cNvSpPr>
            <a:spLocks noChangeArrowheads="1"/>
          </p:cNvSpPr>
          <p:nvPr/>
        </p:nvSpPr>
        <p:spPr bwMode="auto">
          <a:xfrm>
            <a:off x="2209800" y="2057400"/>
            <a:ext cx="762000" cy="838200"/>
          </a:xfrm>
          <a:prstGeom prst="ellipse">
            <a:avLst/>
          </a:prstGeom>
          <a:ln w="31750">
            <a:solidFill>
              <a:srgbClr val="339966"/>
            </a:solidFill>
            <a:round/>
            <a:headEnd/>
            <a:tailEnd/>
          </a:ln>
        </p:spPr>
        <p:txBody>
          <a:bodyPr/>
          <a:lstStyle/>
          <a:p>
            <a:endParaRPr lang="zh-CN" altLang="en-US"/>
          </a:p>
        </p:txBody>
      </p:sp>
      <p:sp>
        <p:nvSpPr>
          <p:cNvPr id="177156" name="Line 4"/>
          <p:cNvSpPr>
            <a:spLocks noChangeShapeType="1"/>
          </p:cNvSpPr>
          <p:nvPr/>
        </p:nvSpPr>
        <p:spPr bwMode="auto">
          <a:xfrm>
            <a:off x="2286000" y="2209800"/>
            <a:ext cx="838200" cy="8382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useBgFill="1">
        <p:nvSpPr>
          <p:cNvPr id="177157" name="Oval 5"/>
          <p:cNvSpPr>
            <a:spLocks noChangeArrowheads="1"/>
          </p:cNvSpPr>
          <p:nvPr/>
        </p:nvSpPr>
        <p:spPr bwMode="auto">
          <a:xfrm>
            <a:off x="4343400" y="2133600"/>
            <a:ext cx="990600" cy="762000"/>
          </a:xfrm>
          <a:prstGeom prst="ellipse">
            <a:avLst/>
          </a:prstGeom>
          <a:ln w="31750">
            <a:solidFill>
              <a:srgbClr val="990000"/>
            </a:solidFill>
            <a:round/>
            <a:headEnd/>
            <a:tailEnd/>
          </a:ln>
        </p:spPr>
        <p:txBody>
          <a:bodyPr/>
          <a:lstStyle/>
          <a:p>
            <a:pPr algn="ctr"/>
            <a:r>
              <a:rPr kumimoji="1" lang="en-US" altLang="zh-CN" sz="4000" b="1">
                <a:solidFill>
                  <a:srgbClr val="FF3300"/>
                </a:solidFill>
                <a:latin typeface="Times New Roman" charset="0"/>
              </a:rPr>
              <a:t>N</a:t>
            </a:r>
            <a:endParaRPr kumimoji="1" lang="en-US" altLang="zh-CN" sz="2800" b="1">
              <a:solidFill>
                <a:schemeClr val="bg2"/>
              </a:solidFill>
              <a:latin typeface="Times New Roman" charset="0"/>
            </a:endParaRPr>
          </a:p>
        </p:txBody>
      </p:sp>
      <p:sp useBgFill="1">
        <p:nvSpPr>
          <p:cNvPr id="177158" name="AutoShape 6"/>
          <p:cNvSpPr>
            <a:spLocks noChangeArrowheads="1"/>
          </p:cNvSpPr>
          <p:nvPr/>
        </p:nvSpPr>
        <p:spPr bwMode="auto">
          <a:xfrm>
            <a:off x="685800" y="5470525"/>
            <a:ext cx="876300" cy="1006475"/>
          </a:xfrm>
          <a:prstGeom prst="wedgeEllipseCallout">
            <a:avLst>
              <a:gd name="adj1" fmla="val 59764"/>
              <a:gd name="adj2" fmla="val -93431"/>
            </a:avLst>
          </a:prstGeom>
          <a:ln w="31750">
            <a:solidFill>
              <a:srgbClr val="339966"/>
            </a:solidFill>
            <a:miter lim="800000"/>
            <a:headEnd/>
            <a:tailEnd/>
          </a:ln>
        </p:spPr>
        <p:txBody>
          <a:bodyPr/>
          <a:lstStyle/>
          <a:p>
            <a:pPr algn="just"/>
            <a:endParaRPr kumimoji="1" lang="zh-CN" altLang="zh-CN" sz="1000">
              <a:latin typeface="Times New Roman" charset="0"/>
            </a:endParaRPr>
          </a:p>
        </p:txBody>
      </p:sp>
      <p:sp useBgFill="1">
        <p:nvSpPr>
          <p:cNvPr id="177159" name="AutoShape 7"/>
          <p:cNvSpPr>
            <a:spLocks noChangeArrowheads="1"/>
          </p:cNvSpPr>
          <p:nvPr/>
        </p:nvSpPr>
        <p:spPr bwMode="auto">
          <a:xfrm>
            <a:off x="4572000" y="5486400"/>
            <a:ext cx="762000" cy="1066800"/>
          </a:xfrm>
          <a:prstGeom prst="wedgeEllipseCallout">
            <a:avLst>
              <a:gd name="adj1" fmla="val -75000"/>
              <a:gd name="adj2" fmla="val -97116"/>
            </a:avLst>
          </a:prstGeom>
          <a:ln w="31750">
            <a:solidFill>
              <a:srgbClr val="339966"/>
            </a:solidFill>
            <a:miter lim="800000"/>
            <a:headEnd/>
            <a:tailEnd/>
          </a:ln>
        </p:spPr>
        <p:txBody>
          <a:bodyPr/>
          <a:lstStyle/>
          <a:p>
            <a:pPr algn="just"/>
            <a:endParaRPr kumimoji="1" lang="zh-CN" altLang="zh-CN" sz="1000">
              <a:latin typeface="Times New Roman" charset="0"/>
            </a:endParaRPr>
          </a:p>
        </p:txBody>
      </p:sp>
      <p:sp useBgFill="1">
        <p:nvSpPr>
          <p:cNvPr id="177160" name="AutoShape 8"/>
          <p:cNvSpPr>
            <a:spLocks noChangeArrowheads="1"/>
          </p:cNvSpPr>
          <p:nvPr/>
        </p:nvSpPr>
        <p:spPr bwMode="auto">
          <a:xfrm>
            <a:off x="6172200" y="5546725"/>
            <a:ext cx="723900" cy="1006475"/>
          </a:xfrm>
          <a:prstGeom prst="wedgeEllipseCallout">
            <a:avLst>
              <a:gd name="adj1" fmla="val 59764"/>
              <a:gd name="adj2" fmla="val -93431"/>
            </a:avLst>
          </a:prstGeom>
          <a:ln w="31750">
            <a:solidFill>
              <a:srgbClr val="339966"/>
            </a:solidFill>
            <a:miter lim="800000"/>
            <a:headEnd/>
            <a:tailEnd/>
          </a:ln>
        </p:spPr>
        <p:txBody>
          <a:bodyPr/>
          <a:lstStyle/>
          <a:p>
            <a:pPr algn="just"/>
            <a:endParaRPr kumimoji="1" lang="zh-CN" altLang="zh-CN" sz="1000">
              <a:latin typeface="Times New Roman" charset="0"/>
            </a:endParaRPr>
          </a:p>
        </p:txBody>
      </p:sp>
      <p:sp useBgFill="1">
        <p:nvSpPr>
          <p:cNvPr id="177161" name="AutoShape 9"/>
          <p:cNvSpPr>
            <a:spLocks noChangeArrowheads="1"/>
          </p:cNvSpPr>
          <p:nvPr/>
        </p:nvSpPr>
        <p:spPr bwMode="auto">
          <a:xfrm>
            <a:off x="8001000" y="5546725"/>
            <a:ext cx="685800" cy="990600"/>
          </a:xfrm>
          <a:prstGeom prst="wedgeEllipseCallout">
            <a:avLst>
              <a:gd name="adj1" fmla="val -75000"/>
              <a:gd name="adj2" fmla="val -97116"/>
            </a:avLst>
          </a:prstGeom>
          <a:ln w="31750">
            <a:solidFill>
              <a:srgbClr val="339966"/>
            </a:solidFill>
            <a:miter lim="800000"/>
            <a:headEnd/>
            <a:tailEnd/>
          </a:ln>
        </p:spPr>
        <p:txBody>
          <a:bodyPr/>
          <a:lstStyle/>
          <a:p>
            <a:pPr algn="just"/>
            <a:endParaRPr kumimoji="1" lang="zh-CN" altLang="zh-CN" sz="1000">
              <a:latin typeface="Times New Roman" charset="0"/>
            </a:endParaRPr>
          </a:p>
        </p:txBody>
      </p:sp>
      <p:sp>
        <p:nvSpPr>
          <p:cNvPr id="177162" name="Comment 10"/>
          <p:cNvSpPr>
            <a:spLocks noChangeArrowheads="1"/>
          </p:cNvSpPr>
          <p:nvPr/>
        </p:nvSpPr>
        <p:spPr bwMode="auto">
          <a:xfrm>
            <a:off x="533400" y="1371600"/>
            <a:ext cx="1584325" cy="654050"/>
          </a:xfrm>
          <a:prstGeom prst="rect">
            <a:avLst/>
          </a:prstGeom>
          <a:solidFill>
            <a:srgbClr val="FCFDC6"/>
          </a:solidFill>
          <a:ln w="12700" cap="sq">
            <a:solidFill>
              <a:schemeClr val="tx1"/>
            </a:solidFill>
            <a:miter lim="800000"/>
            <a:headEnd type="none" w="sm" len="sm"/>
            <a:tailEnd type="none" w="sm" len="sm"/>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p>
            <a:pPr algn="ctr">
              <a:spcBef>
                <a:spcPct val="50000"/>
              </a:spcBef>
            </a:pPr>
            <a:r>
              <a:rPr lang="zh-CN" altLang="en-US" sz="3600" b="1">
                <a:solidFill>
                  <a:srgbClr val="005400"/>
                </a:solidFill>
                <a:ea typeface="隶书" charset="0"/>
              </a:rPr>
              <a:t>空树</a:t>
            </a:r>
            <a:endParaRPr kumimoji="1" lang="zh-CN" altLang="en-US" sz="1600">
              <a:solidFill>
                <a:srgbClr val="000000"/>
              </a:solidFill>
            </a:endParaRPr>
          </a:p>
        </p:txBody>
      </p:sp>
      <p:sp>
        <p:nvSpPr>
          <p:cNvPr id="177163" name="Comment 11"/>
          <p:cNvSpPr>
            <a:spLocks noChangeArrowheads="1"/>
          </p:cNvSpPr>
          <p:nvPr/>
        </p:nvSpPr>
        <p:spPr bwMode="auto">
          <a:xfrm>
            <a:off x="3962400" y="1250950"/>
            <a:ext cx="2727325" cy="654050"/>
          </a:xfrm>
          <a:prstGeom prst="rect">
            <a:avLst/>
          </a:prstGeom>
          <a:solidFill>
            <a:srgbClr val="FCFDC6"/>
          </a:solidFill>
          <a:ln w="12700" cap="sq">
            <a:solidFill>
              <a:schemeClr val="tx1"/>
            </a:solidFill>
            <a:miter lim="800000"/>
            <a:headEnd type="none" w="sm" len="sm"/>
            <a:tailEnd type="none" w="sm" len="sm"/>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p>
            <a:pPr>
              <a:spcBef>
                <a:spcPct val="50000"/>
              </a:spcBef>
            </a:pPr>
            <a:r>
              <a:rPr lang="zh-CN" altLang="en-US" sz="3600" b="1">
                <a:solidFill>
                  <a:srgbClr val="005400"/>
                </a:solidFill>
                <a:ea typeface="隶书" charset="0"/>
              </a:rPr>
              <a:t>只含根结点</a:t>
            </a:r>
            <a:endParaRPr kumimoji="1" lang="zh-CN" altLang="en-US" sz="1600">
              <a:solidFill>
                <a:srgbClr val="000000"/>
              </a:solidFill>
            </a:endParaRPr>
          </a:p>
        </p:txBody>
      </p:sp>
      <p:sp useBgFill="1">
        <p:nvSpPr>
          <p:cNvPr id="177164" name="Oval 12"/>
          <p:cNvSpPr>
            <a:spLocks noChangeArrowheads="1"/>
          </p:cNvSpPr>
          <p:nvPr/>
        </p:nvSpPr>
        <p:spPr bwMode="auto">
          <a:xfrm>
            <a:off x="1447800" y="4327525"/>
            <a:ext cx="990600" cy="762000"/>
          </a:xfrm>
          <a:prstGeom prst="ellipse">
            <a:avLst/>
          </a:prstGeom>
          <a:ln w="31750">
            <a:solidFill>
              <a:srgbClr val="990000"/>
            </a:solidFill>
            <a:round/>
            <a:headEnd/>
            <a:tailEnd/>
          </a:ln>
        </p:spPr>
        <p:txBody>
          <a:bodyPr/>
          <a:lstStyle/>
          <a:p>
            <a:pPr algn="ctr"/>
            <a:r>
              <a:rPr kumimoji="1" lang="en-US" altLang="zh-CN" sz="4000" b="1">
                <a:solidFill>
                  <a:srgbClr val="FF3300"/>
                </a:solidFill>
                <a:latin typeface="Times New Roman" charset="0"/>
              </a:rPr>
              <a:t>N</a:t>
            </a:r>
            <a:endParaRPr kumimoji="1" lang="en-US" altLang="zh-CN" sz="2800" b="1">
              <a:solidFill>
                <a:schemeClr val="bg2"/>
              </a:solidFill>
              <a:latin typeface="Times New Roman" charset="0"/>
            </a:endParaRPr>
          </a:p>
        </p:txBody>
      </p:sp>
      <p:sp useBgFill="1">
        <p:nvSpPr>
          <p:cNvPr id="177165" name="Oval 13"/>
          <p:cNvSpPr>
            <a:spLocks noChangeArrowheads="1"/>
          </p:cNvSpPr>
          <p:nvPr/>
        </p:nvSpPr>
        <p:spPr bwMode="auto">
          <a:xfrm>
            <a:off x="3429000" y="4343400"/>
            <a:ext cx="990600" cy="762000"/>
          </a:xfrm>
          <a:prstGeom prst="ellipse">
            <a:avLst/>
          </a:prstGeom>
          <a:ln w="31750">
            <a:solidFill>
              <a:srgbClr val="990000"/>
            </a:solidFill>
            <a:round/>
            <a:headEnd/>
            <a:tailEnd/>
          </a:ln>
        </p:spPr>
        <p:txBody>
          <a:bodyPr/>
          <a:lstStyle/>
          <a:p>
            <a:pPr algn="ctr"/>
            <a:r>
              <a:rPr kumimoji="1" lang="en-US" altLang="zh-CN" sz="4000" b="1">
                <a:solidFill>
                  <a:srgbClr val="FF3300"/>
                </a:solidFill>
                <a:latin typeface="Times New Roman" charset="0"/>
              </a:rPr>
              <a:t>N</a:t>
            </a:r>
            <a:endParaRPr kumimoji="1" lang="en-US" altLang="zh-CN" sz="2800" b="1">
              <a:solidFill>
                <a:schemeClr val="bg2"/>
              </a:solidFill>
              <a:latin typeface="Times New Roman" charset="0"/>
            </a:endParaRPr>
          </a:p>
        </p:txBody>
      </p:sp>
      <p:sp useBgFill="1">
        <p:nvSpPr>
          <p:cNvPr id="177166" name="Oval 14"/>
          <p:cNvSpPr>
            <a:spLocks noChangeArrowheads="1"/>
          </p:cNvSpPr>
          <p:nvPr/>
        </p:nvSpPr>
        <p:spPr bwMode="auto">
          <a:xfrm>
            <a:off x="6781800" y="4403725"/>
            <a:ext cx="990600" cy="762000"/>
          </a:xfrm>
          <a:prstGeom prst="ellipse">
            <a:avLst/>
          </a:prstGeom>
          <a:ln w="31750">
            <a:solidFill>
              <a:srgbClr val="990000"/>
            </a:solidFill>
            <a:round/>
            <a:headEnd/>
            <a:tailEnd/>
          </a:ln>
        </p:spPr>
        <p:txBody>
          <a:bodyPr/>
          <a:lstStyle/>
          <a:p>
            <a:pPr algn="ctr"/>
            <a:r>
              <a:rPr kumimoji="1" lang="en-US" altLang="zh-CN" sz="4000" b="1">
                <a:solidFill>
                  <a:srgbClr val="FF3300"/>
                </a:solidFill>
                <a:latin typeface="Times New Roman" charset="0"/>
              </a:rPr>
              <a:t>N</a:t>
            </a:r>
            <a:endParaRPr kumimoji="1" lang="en-US" altLang="zh-CN" sz="2800" b="1">
              <a:solidFill>
                <a:schemeClr val="bg2"/>
              </a:solidFill>
              <a:latin typeface="Times New Roman" charset="0"/>
            </a:endParaRPr>
          </a:p>
        </p:txBody>
      </p:sp>
      <p:sp>
        <p:nvSpPr>
          <p:cNvPr id="177167" name="Text Box 15"/>
          <p:cNvSpPr txBox="1">
            <a:spLocks noChangeArrowheads="1"/>
          </p:cNvSpPr>
          <p:nvPr/>
        </p:nvSpPr>
        <p:spPr bwMode="auto">
          <a:xfrm>
            <a:off x="849313" y="5607050"/>
            <a:ext cx="5222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kumimoji="1" lang="en-US" altLang="zh-CN" sz="4000" b="1">
                <a:solidFill>
                  <a:srgbClr val="005400"/>
                </a:solidFill>
                <a:latin typeface="Times New Roman" charset="0"/>
              </a:rPr>
              <a:t>L</a:t>
            </a:r>
            <a:endParaRPr kumimoji="1" lang="en-US" altLang="zh-CN" sz="2400">
              <a:latin typeface="Times New Roman" charset="0"/>
            </a:endParaRPr>
          </a:p>
        </p:txBody>
      </p:sp>
      <p:sp>
        <p:nvSpPr>
          <p:cNvPr id="177168" name="Text Box 16"/>
          <p:cNvSpPr txBox="1">
            <a:spLocks noChangeArrowheads="1"/>
          </p:cNvSpPr>
          <p:nvPr/>
        </p:nvSpPr>
        <p:spPr bwMode="auto">
          <a:xfrm>
            <a:off x="4706938" y="5699125"/>
            <a:ext cx="550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5400"/>
                </a:solidFill>
                <a:latin typeface="Times New Roman" charset="0"/>
              </a:rPr>
              <a:t>R</a:t>
            </a:r>
            <a:endParaRPr kumimoji="1" lang="en-US" altLang="zh-CN" sz="2400">
              <a:latin typeface="Times New Roman" charset="0"/>
            </a:endParaRPr>
          </a:p>
        </p:txBody>
      </p:sp>
      <p:sp>
        <p:nvSpPr>
          <p:cNvPr id="177169" name="Text Box 17"/>
          <p:cNvSpPr txBox="1">
            <a:spLocks noChangeArrowheads="1"/>
          </p:cNvSpPr>
          <p:nvPr/>
        </p:nvSpPr>
        <p:spPr bwMode="auto">
          <a:xfrm>
            <a:off x="8059738" y="5699125"/>
            <a:ext cx="550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5400"/>
                </a:solidFill>
                <a:latin typeface="Times New Roman" charset="0"/>
              </a:rPr>
              <a:t>R</a:t>
            </a:r>
            <a:endParaRPr kumimoji="1" lang="en-US" altLang="zh-CN" sz="2400">
              <a:latin typeface="Times New Roman" charset="0"/>
            </a:endParaRPr>
          </a:p>
        </p:txBody>
      </p:sp>
      <p:sp>
        <p:nvSpPr>
          <p:cNvPr id="177170" name="Comment 18"/>
          <p:cNvSpPr>
            <a:spLocks noChangeArrowheads="1"/>
          </p:cNvSpPr>
          <p:nvPr/>
        </p:nvSpPr>
        <p:spPr bwMode="auto">
          <a:xfrm>
            <a:off x="0" y="3429000"/>
            <a:ext cx="3032125" cy="654050"/>
          </a:xfrm>
          <a:prstGeom prst="rect">
            <a:avLst/>
          </a:prstGeom>
          <a:solidFill>
            <a:srgbClr val="FCFDC6"/>
          </a:solidFill>
          <a:ln w="12700" cap="sq">
            <a:solidFill>
              <a:schemeClr val="tx1"/>
            </a:solidFill>
            <a:miter lim="800000"/>
            <a:headEnd type="none" w="sm" len="sm"/>
            <a:tailEnd type="none" w="sm" len="sm"/>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p>
            <a:pPr algn="ctr">
              <a:spcBef>
                <a:spcPct val="50000"/>
              </a:spcBef>
            </a:pPr>
            <a:r>
              <a:rPr lang="zh-CN" altLang="en-US" sz="3600" b="1">
                <a:solidFill>
                  <a:srgbClr val="005400"/>
                </a:solidFill>
                <a:ea typeface="隶书" charset="0"/>
              </a:rPr>
              <a:t>右子树为空树</a:t>
            </a:r>
            <a:endParaRPr kumimoji="1" lang="zh-CN" altLang="en-US" sz="1600">
              <a:solidFill>
                <a:srgbClr val="000000"/>
              </a:solidFill>
            </a:endParaRPr>
          </a:p>
        </p:txBody>
      </p:sp>
      <p:sp>
        <p:nvSpPr>
          <p:cNvPr id="177171" name="Text Box 19"/>
          <p:cNvSpPr txBox="1">
            <a:spLocks noChangeArrowheads="1"/>
          </p:cNvSpPr>
          <p:nvPr/>
        </p:nvSpPr>
        <p:spPr bwMode="auto">
          <a:xfrm>
            <a:off x="6248400" y="5699125"/>
            <a:ext cx="522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kumimoji="1" lang="en-US" altLang="zh-CN" sz="4000" b="1">
                <a:solidFill>
                  <a:srgbClr val="005400"/>
                </a:solidFill>
                <a:latin typeface="Times New Roman" charset="0"/>
              </a:rPr>
              <a:t>L</a:t>
            </a:r>
            <a:endParaRPr kumimoji="1" lang="en-US" altLang="zh-CN" sz="2400">
              <a:latin typeface="Times New Roman" charset="0"/>
            </a:endParaRPr>
          </a:p>
        </p:txBody>
      </p:sp>
      <p:sp>
        <p:nvSpPr>
          <p:cNvPr id="177172" name="Comment 20"/>
          <p:cNvSpPr>
            <a:spLocks noChangeArrowheads="1"/>
          </p:cNvSpPr>
          <p:nvPr/>
        </p:nvSpPr>
        <p:spPr bwMode="auto">
          <a:xfrm>
            <a:off x="3352800" y="3429000"/>
            <a:ext cx="3032125" cy="654050"/>
          </a:xfrm>
          <a:prstGeom prst="rect">
            <a:avLst/>
          </a:prstGeom>
          <a:solidFill>
            <a:srgbClr val="FCFDC6"/>
          </a:solidFill>
          <a:ln w="12700" cap="sq">
            <a:solidFill>
              <a:schemeClr val="tx1"/>
            </a:solidFill>
            <a:miter lim="800000"/>
            <a:headEnd type="none" w="sm" len="sm"/>
            <a:tailEnd type="none" w="sm" len="sm"/>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p>
            <a:pPr algn="ctr">
              <a:spcBef>
                <a:spcPct val="50000"/>
              </a:spcBef>
            </a:pPr>
            <a:r>
              <a:rPr lang="zh-CN" altLang="en-US" sz="3600" b="1">
                <a:solidFill>
                  <a:srgbClr val="005400"/>
                </a:solidFill>
                <a:ea typeface="隶书" charset="0"/>
              </a:rPr>
              <a:t>左子树为空树</a:t>
            </a:r>
            <a:endParaRPr kumimoji="1" lang="zh-CN" altLang="en-US" sz="1600">
              <a:solidFill>
                <a:srgbClr val="000000"/>
              </a:solidFill>
            </a:endParaRPr>
          </a:p>
        </p:txBody>
      </p:sp>
      <p:sp>
        <p:nvSpPr>
          <p:cNvPr id="177173" name="Comment 21"/>
          <p:cNvSpPr>
            <a:spLocks noChangeArrowheads="1"/>
          </p:cNvSpPr>
          <p:nvPr/>
        </p:nvSpPr>
        <p:spPr bwMode="auto">
          <a:xfrm>
            <a:off x="7315200" y="1965325"/>
            <a:ext cx="1752600" cy="2301875"/>
          </a:xfrm>
          <a:prstGeom prst="rect">
            <a:avLst/>
          </a:prstGeom>
          <a:solidFill>
            <a:srgbClr val="FCFDC6"/>
          </a:solidFill>
          <a:ln w="12700" cap="sq">
            <a:solidFill>
              <a:schemeClr val="tx1"/>
            </a:solidFill>
            <a:miter lim="800000"/>
            <a:headEnd type="none" w="sm" len="sm"/>
            <a:tailEnd type="none" w="sm" len="sm"/>
          </a:ln>
          <a:effectLst>
            <a:outerShdw blurRad="63500" dist="107763" dir="2700000" algn="ctr" rotWithShape="0">
              <a:schemeClr val="bg2">
                <a:alpha val="74998"/>
              </a:schemeClr>
            </a:outerShdw>
          </a:effectLst>
          <a:extLst>
            <a:ext uri="{53640926-AAD7-44D8-BBD7-CCE9431645EC}">
              <a14:shadowObscured xmlns:a14="http://schemas.microsoft.com/office/drawing/2010/main" val="1"/>
            </a:ext>
          </a:extLst>
        </p:spPr>
        <p:txBody>
          <a:bodyPr>
            <a:spAutoFit/>
          </a:bodyPr>
          <a:lstStyle/>
          <a:p>
            <a:pPr algn="ctr">
              <a:spcBef>
                <a:spcPct val="50000"/>
              </a:spcBef>
            </a:pPr>
            <a:r>
              <a:rPr lang="zh-CN" altLang="en-US" sz="3600" b="1">
                <a:solidFill>
                  <a:srgbClr val="005400"/>
                </a:solidFill>
                <a:ea typeface="隶书" charset="0"/>
              </a:rPr>
              <a:t>左右子树均不为空树</a:t>
            </a:r>
            <a:endParaRPr kumimoji="1" lang="zh-CN" altLang="en-US" sz="1600">
              <a:solidFill>
                <a:srgbClr val="000000"/>
              </a:solidFill>
            </a:endParaRPr>
          </a:p>
        </p:txBody>
      </p:sp>
    </p:spTree>
    <p:extLst>
      <p:ext uri="{BB962C8B-B14F-4D97-AF65-F5344CB8AC3E}">
        <p14:creationId xmlns:p14="http://schemas.microsoft.com/office/powerpoint/2010/main" val="12122316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7155"/>
                                        </p:tgtEl>
                                        <p:attrNameLst>
                                          <p:attrName>style.visibility</p:attrName>
                                        </p:attrNameLst>
                                      </p:cBhvr>
                                      <p:to>
                                        <p:strVal val="visible"/>
                                      </p:to>
                                    </p:set>
                                    <p:animEffect transition="in" filter="dissolve">
                                      <p:cBhvr>
                                        <p:cTn id="7" dur="500"/>
                                        <p:tgtEl>
                                          <p:spTgt spid="177155"/>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77156"/>
                                        </p:tgtEl>
                                        <p:attrNameLst>
                                          <p:attrName>style.visibility</p:attrName>
                                        </p:attrNameLst>
                                      </p:cBhvr>
                                      <p:to>
                                        <p:strVal val="visible"/>
                                      </p:to>
                                    </p:set>
                                    <p:animEffect transition="in" filter="dissolve">
                                      <p:cBhvr>
                                        <p:cTn id="11" dur="500"/>
                                        <p:tgtEl>
                                          <p:spTgt spid="177156"/>
                                        </p:tgtEl>
                                      </p:cBhvr>
                                    </p:animEffect>
                                  </p:childTnLst>
                                </p:cTn>
                              </p:par>
                            </p:childTnLst>
                          </p:cTn>
                        </p:par>
                        <p:par>
                          <p:cTn id="12" fill="hold" nodeType="afterGroup">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177162"/>
                                        </p:tgtEl>
                                        <p:attrNameLst>
                                          <p:attrName>style.visibility</p:attrName>
                                        </p:attrNameLst>
                                      </p:cBhvr>
                                      <p:to>
                                        <p:strVal val="visible"/>
                                      </p:to>
                                    </p:set>
                                    <p:anim calcmode="lin" valueType="num">
                                      <p:cBhvr additive="base">
                                        <p:cTn id="15" dur="500" fill="hold"/>
                                        <p:tgtEl>
                                          <p:spTgt spid="177162"/>
                                        </p:tgtEl>
                                        <p:attrNameLst>
                                          <p:attrName>ppt_x</p:attrName>
                                        </p:attrNameLst>
                                      </p:cBhvr>
                                      <p:tavLst>
                                        <p:tav tm="0">
                                          <p:val>
                                            <p:strVal val="0-#ppt_w/2"/>
                                          </p:val>
                                        </p:tav>
                                        <p:tav tm="100000">
                                          <p:val>
                                            <p:strVal val="#ppt_x"/>
                                          </p:val>
                                        </p:tav>
                                      </p:tavLst>
                                    </p:anim>
                                    <p:anim calcmode="lin" valueType="num">
                                      <p:cBhvr additive="base">
                                        <p:cTn id="16" dur="500" fill="hold"/>
                                        <p:tgtEl>
                                          <p:spTgt spid="177162"/>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5" fill="hold" grpId="0" nodeType="clickEffect">
                                  <p:stCondLst>
                                    <p:cond delay="0"/>
                                  </p:stCondLst>
                                  <p:childTnLst>
                                    <p:set>
                                      <p:cBhvr>
                                        <p:cTn id="20" dur="1" fill="hold">
                                          <p:stCondLst>
                                            <p:cond delay="0"/>
                                          </p:stCondLst>
                                        </p:cTn>
                                        <p:tgtEl>
                                          <p:spTgt spid="177157"/>
                                        </p:tgtEl>
                                        <p:attrNameLst>
                                          <p:attrName>style.visibility</p:attrName>
                                        </p:attrNameLst>
                                      </p:cBhvr>
                                      <p:to>
                                        <p:strVal val="visible"/>
                                      </p:to>
                                    </p:set>
                                    <p:animEffect transition="in" filter="checkerboard(down)">
                                      <p:cBhvr>
                                        <p:cTn id="21" dur="500"/>
                                        <p:tgtEl>
                                          <p:spTgt spid="177157"/>
                                        </p:tgtEl>
                                      </p:cBhvr>
                                    </p:animEffect>
                                  </p:childTnLst>
                                </p:cTn>
                              </p:par>
                            </p:childTnLst>
                          </p:cTn>
                        </p:par>
                        <p:par>
                          <p:cTn id="22" fill="hold" nodeType="afterGroup">
                            <p:stCondLst>
                              <p:cond delay="500"/>
                            </p:stCondLst>
                            <p:childTnLst>
                              <p:par>
                                <p:cTn id="23" presetID="2" presetClass="entr" presetSubtype="3" fill="hold" grpId="0" nodeType="afterEffect">
                                  <p:stCondLst>
                                    <p:cond delay="0"/>
                                  </p:stCondLst>
                                  <p:childTnLst>
                                    <p:set>
                                      <p:cBhvr>
                                        <p:cTn id="24" dur="1" fill="hold">
                                          <p:stCondLst>
                                            <p:cond delay="0"/>
                                          </p:stCondLst>
                                        </p:cTn>
                                        <p:tgtEl>
                                          <p:spTgt spid="177163"/>
                                        </p:tgtEl>
                                        <p:attrNameLst>
                                          <p:attrName>style.visibility</p:attrName>
                                        </p:attrNameLst>
                                      </p:cBhvr>
                                      <p:to>
                                        <p:strVal val="visible"/>
                                      </p:to>
                                    </p:set>
                                    <p:anim calcmode="lin" valueType="num">
                                      <p:cBhvr additive="base">
                                        <p:cTn id="25" dur="500" fill="hold"/>
                                        <p:tgtEl>
                                          <p:spTgt spid="177163"/>
                                        </p:tgtEl>
                                        <p:attrNameLst>
                                          <p:attrName>ppt_x</p:attrName>
                                        </p:attrNameLst>
                                      </p:cBhvr>
                                      <p:tavLst>
                                        <p:tav tm="0">
                                          <p:val>
                                            <p:strVal val="1+#ppt_w/2"/>
                                          </p:val>
                                        </p:tav>
                                        <p:tav tm="100000">
                                          <p:val>
                                            <p:strVal val="#ppt_x"/>
                                          </p:val>
                                        </p:tav>
                                      </p:tavLst>
                                    </p:anim>
                                    <p:anim calcmode="lin" valueType="num">
                                      <p:cBhvr additive="base">
                                        <p:cTn id="26" dur="500" fill="hold"/>
                                        <p:tgtEl>
                                          <p:spTgt spid="177163"/>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5" fill="hold" grpId="0" nodeType="clickEffect">
                                  <p:stCondLst>
                                    <p:cond delay="0"/>
                                  </p:stCondLst>
                                  <p:childTnLst>
                                    <p:set>
                                      <p:cBhvr>
                                        <p:cTn id="30" dur="1" fill="hold">
                                          <p:stCondLst>
                                            <p:cond delay="0"/>
                                          </p:stCondLst>
                                        </p:cTn>
                                        <p:tgtEl>
                                          <p:spTgt spid="177164"/>
                                        </p:tgtEl>
                                        <p:attrNameLst>
                                          <p:attrName>style.visibility</p:attrName>
                                        </p:attrNameLst>
                                      </p:cBhvr>
                                      <p:to>
                                        <p:strVal val="visible"/>
                                      </p:to>
                                    </p:set>
                                    <p:animEffect transition="in" filter="checkerboard(down)">
                                      <p:cBhvr>
                                        <p:cTn id="31" dur="500"/>
                                        <p:tgtEl>
                                          <p:spTgt spid="177164"/>
                                        </p:tgtEl>
                                      </p:cBhvr>
                                    </p:animEffect>
                                  </p:childTnLst>
                                </p:cTn>
                              </p:par>
                            </p:childTnLst>
                          </p:cTn>
                        </p:par>
                        <p:par>
                          <p:cTn id="32" fill="hold" nodeType="afterGroup">
                            <p:stCondLst>
                              <p:cond delay="500"/>
                            </p:stCondLst>
                            <p:childTnLst>
                              <p:par>
                                <p:cTn id="33" presetID="3" presetClass="entr" presetSubtype="5" fill="hold" grpId="0" nodeType="afterEffect">
                                  <p:stCondLst>
                                    <p:cond delay="0"/>
                                  </p:stCondLst>
                                  <p:childTnLst>
                                    <p:set>
                                      <p:cBhvr>
                                        <p:cTn id="34" dur="1" fill="hold">
                                          <p:stCondLst>
                                            <p:cond delay="0"/>
                                          </p:stCondLst>
                                        </p:cTn>
                                        <p:tgtEl>
                                          <p:spTgt spid="177158"/>
                                        </p:tgtEl>
                                        <p:attrNameLst>
                                          <p:attrName>style.visibility</p:attrName>
                                        </p:attrNameLst>
                                      </p:cBhvr>
                                      <p:to>
                                        <p:strVal val="visible"/>
                                      </p:to>
                                    </p:set>
                                    <p:animEffect transition="in" filter="blinds(vertical)">
                                      <p:cBhvr>
                                        <p:cTn id="35" dur="500"/>
                                        <p:tgtEl>
                                          <p:spTgt spid="177158"/>
                                        </p:tgtEl>
                                      </p:cBhvr>
                                    </p:animEffect>
                                  </p:childTnLst>
                                </p:cTn>
                              </p:par>
                            </p:childTnLst>
                          </p:cTn>
                        </p:par>
                        <p:par>
                          <p:cTn id="36" fill="hold" nodeType="afterGroup">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177167"/>
                                        </p:tgtEl>
                                        <p:attrNameLst>
                                          <p:attrName>style.visibility</p:attrName>
                                        </p:attrNameLst>
                                      </p:cBhvr>
                                      <p:to>
                                        <p:strVal val="visible"/>
                                      </p:to>
                                    </p:set>
                                    <p:animEffect transition="in" filter="dissolve">
                                      <p:cBhvr>
                                        <p:cTn id="39" dur="500"/>
                                        <p:tgtEl>
                                          <p:spTgt spid="177167"/>
                                        </p:tgtEl>
                                      </p:cBhvr>
                                    </p:animEffect>
                                  </p:childTnLst>
                                </p:cTn>
                              </p:par>
                            </p:childTnLst>
                          </p:cTn>
                        </p:par>
                        <p:par>
                          <p:cTn id="40" fill="hold" nodeType="afterGroup">
                            <p:stCondLst>
                              <p:cond delay="1500"/>
                            </p:stCondLst>
                            <p:childTnLst>
                              <p:par>
                                <p:cTn id="41" presetID="2" presetClass="entr" presetSubtype="8" fill="hold" grpId="0" nodeType="afterEffect">
                                  <p:stCondLst>
                                    <p:cond delay="0"/>
                                  </p:stCondLst>
                                  <p:childTnLst>
                                    <p:set>
                                      <p:cBhvr>
                                        <p:cTn id="42" dur="1" fill="hold">
                                          <p:stCondLst>
                                            <p:cond delay="0"/>
                                          </p:stCondLst>
                                        </p:cTn>
                                        <p:tgtEl>
                                          <p:spTgt spid="177170"/>
                                        </p:tgtEl>
                                        <p:attrNameLst>
                                          <p:attrName>style.visibility</p:attrName>
                                        </p:attrNameLst>
                                      </p:cBhvr>
                                      <p:to>
                                        <p:strVal val="visible"/>
                                      </p:to>
                                    </p:set>
                                    <p:anim calcmode="lin" valueType="num">
                                      <p:cBhvr additive="base">
                                        <p:cTn id="43" dur="500" fill="hold"/>
                                        <p:tgtEl>
                                          <p:spTgt spid="177170"/>
                                        </p:tgtEl>
                                        <p:attrNameLst>
                                          <p:attrName>ppt_x</p:attrName>
                                        </p:attrNameLst>
                                      </p:cBhvr>
                                      <p:tavLst>
                                        <p:tav tm="0">
                                          <p:val>
                                            <p:strVal val="0-#ppt_w/2"/>
                                          </p:val>
                                        </p:tav>
                                        <p:tav tm="100000">
                                          <p:val>
                                            <p:strVal val="#ppt_x"/>
                                          </p:val>
                                        </p:tav>
                                      </p:tavLst>
                                    </p:anim>
                                    <p:anim calcmode="lin" valueType="num">
                                      <p:cBhvr additive="base">
                                        <p:cTn id="44" dur="500" fill="hold"/>
                                        <p:tgtEl>
                                          <p:spTgt spid="17717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5" fill="hold" grpId="0" nodeType="clickEffect">
                                  <p:stCondLst>
                                    <p:cond delay="0"/>
                                  </p:stCondLst>
                                  <p:childTnLst>
                                    <p:set>
                                      <p:cBhvr>
                                        <p:cTn id="48" dur="1" fill="hold">
                                          <p:stCondLst>
                                            <p:cond delay="0"/>
                                          </p:stCondLst>
                                        </p:cTn>
                                        <p:tgtEl>
                                          <p:spTgt spid="177165"/>
                                        </p:tgtEl>
                                        <p:attrNameLst>
                                          <p:attrName>style.visibility</p:attrName>
                                        </p:attrNameLst>
                                      </p:cBhvr>
                                      <p:to>
                                        <p:strVal val="visible"/>
                                      </p:to>
                                    </p:set>
                                    <p:animEffect transition="in" filter="checkerboard(down)">
                                      <p:cBhvr>
                                        <p:cTn id="49" dur="500"/>
                                        <p:tgtEl>
                                          <p:spTgt spid="177165"/>
                                        </p:tgtEl>
                                      </p:cBhvr>
                                    </p:animEffect>
                                  </p:childTnLst>
                                </p:cTn>
                              </p:par>
                            </p:childTnLst>
                          </p:cTn>
                        </p:par>
                        <p:par>
                          <p:cTn id="50" fill="hold" nodeType="afterGroup">
                            <p:stCondLst>
                              <p:cond delay="500"/>
                            </p:stCondLst>
                            <p:childTnLst>
                              <p:par>
                                <p:cTn id="51" presetID="3" presetClass="entr" presetSubtype="5" fill="hold" grpId="0" nodeType="afterEffect">
                                  <p:stCondLst>
                                    <p:cond delay="0"/>
                                  </p:stCondLst>
                                  <p:childTnLst>
                                    <p:set>
                                      <p:cBhvr>
                                        <p:cTn id="52" dur="1" fill="hold">
                                          <p:stCondLst>
                                            <p:cond delay="0"/>
                                          </p:stCondLst>
                                        </p:cTn>
                                        <p:tgtEl>
                                          <p:spTgt spid="177159"/>
                                        </p:tgtEl>
                                        <p:attrNameLst>
                                          <p:attrName>style.visibility</p:attrName>
                                        </p:attrNameLst>
                                      </p:cBhvr>
                                      <p:to>
                                        <p:strVal val="visible"/>
                                      </p:to>
                                    </p:set>
                                    <p:animEffect transition="in" filter="blinds(vertical)">
                                      <p:cBhvr>
                                        <p:cTn id="53" dur="500"/>
                                        <p:tgtEl>
                                          <p:spTgt spid="177159"/>
                                        </p:tgtEl>
                                      </p:cBhvr>
                                    </p:animEffect>
                                  </p:childTnLst>
                                </p:cTn>
                              </p:par>
                            </p:childTnLst>
                          </p:cTn>
                        </p:par>
                        <p:par>
                          <p:cTn id="54" fill="hold" nodeType="afterGroup">
                            <p:stCondLst>
                              <p:cond delay="1000"/>
                            </p:stCondLst>
                            <p:childTnLst>
                              <p:par>
                                <p:cTn id="55" presetID="9" presetClass="entr" presetSubtype="0" fill="hold" grpId="0" nodeType="afterEffect">
                                  <p:stCondLst>
                                    <p:cond delay="0"/>
                                  </p:stCondLst>
                                  <p:childTnLst>
                                    <p:set>
                                      <p:cBhvr>
                                        <p:cTn id="56" dur="1" fill="hold">
                                          <p:stCondLst>
                                            <p:cond delay="0"/>
                                          </p:stCondLst>
                                        </p:cTn>
                                        <p:tgtEl>
                                          <p:spTgt spid="177168"/>
                                        </p:tgtEl>
                                        <p:attrNameLst>
                                          <p:attrName>style.visibility</p:attrName>
                                        </p:attrNameLst>
                                      </p:cBhvr>
                                      <p:to>
                                        <p:strVal val="visible"/>
                                      </p:to>
                                    </p:set>
                                    <p:animEffect transition="in" filter="dissolve">
                                      <p:cBhvr>
                                        <p:cTn id="57" dur="500"/>
                                        <p:tgtEl>
                                          <p:spTgt spid="177168"/>
                                        </p:tgtEl>
                                      </p:cBhvr>
                                    </p:animEffect>
                                  </p:childTnLst>
                                </p:cTn>
                              </p:par>
                            </p:childTnLst>
                          </p:cTn>
                        </p:par>
                        <p:par>
                          <p:cTn id="58" fill="hold" nodeType="afterGroup">
                            <p:stCondLst>
                              <p:cond delay="1500"/>
                            </p:stCondLst>
                            <p:childTnLst>
                              <p:par>
                                <p:cTn id="59" presetID="2" presetClass="entr" presetSubtype="1" fill="hold" grpId="0" nodeType="afterEffect">
                                  <p:stCondLst>
                                    <p:cond delay="0"/>
                                  </p:stCondLst>
                                  <p:childTnLst>
                                    <p:set>
                                      <p:cBhvr>
                                        <p:cTn id="60" dur="1" fill="hold">
                                          <p:stCondLst>
                                            <p:cond delay="0"/>
                                          </p:stCondLst>
                                        </p:cTn>
                                        <p:tgtEl>
                                          <p:spTgt spid="177172"/>
                                        </p:tgtEl>
                                        <p:attrNameLst>
                                          <p:attrName>style.visibility</p:attrName>
                                        </p:attrNameLst>
                                      </p:cBhvr>
                                      <p:to>
                                        <p:strVal val="visible"/>
                                      </p:to>
                                    </p:set>
                                    <p:anim calcmode="lin" valueType="num">
                                      <p:cBhvr additive="base">
                                        <p:cTn id="61" dur="500" fill="hold"/>
                                        <p:tgtEl>
                                          <p:spTgt spid="177172"/>
                                        </p:tgtEl>
                                        <p:attrNameLst>
                                          <p:attrName>ppt_x</p:attrName>
                                        </p:attrNameLst>
                                      </p:cBhvr>
                                      <p:tavLst>
                                        <p:tav tm="0">
                                          <p:val>
                                            <p:strVal val="#ppt_x"/>
                                          </p:val>
                                        </p:tav>
                                        <p:tav tm="100000">
                                          <p:val>
                                            <p:strVal val="#ppt_x"/>
                                          </p:val>
                                        </p:tav>
                                      </p:tavLst>
                                    </p:anim>
                                    <p:anim calcmode="lin" valueType="num">
                                      <p:cBhvr additive="base">
                                        <p:cTn id="62" dur="500" fill="hold"/>
                                        <p:tgtEl>
                                          <p:spTgt spid="177172"/>
                                        </p:tgtEl>
                                        <p:attrNameLst>
                                          <p:attrName>ppt_y</p:attrName>
                                        </p:attrNameLst>
                                      </p:cBhvr>
                                      <p:tavLst>
                                        <p:tav tm="0">
                                          <p:val>
                                            <p:strVal val="0-#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5" fill="hold" grpId="0" nodeType="clickEffect">
                                  <p:stCondLst>
                                    <p:cond delay="0"/>
                                  </p:stCondLst>
                                  <p:childTnLst>
                                    <p:set>
                                      <p:cBhvr>
                                        <p:cTn id="66" dur="1" fill="hold">
                                          <p:stCondLst>
                                            <p:cond delay="0"/>
                                          </p:stCondLst>
                                        </p:cTn>
                                        <p:tgtEl>
                                          <p:spTgt spid="177166"/>
                                        </p:tgtEl>
                                        <p:attrNameLst>
                                          <p:attrName>style.visibility</p:attrName>
                                        </p:attrNameLst>
                                      </p:cBhvr>
                                      <p:to>
                                        <p:strVal val="visible"/>
                                      </p:to>
                                    </p:set>
                                    <p:animEffect transition="in" filter="checkerboard(down)">
                                      <p:cBhvr>
                                        <p:cTn id="67" dur="500"/>
                                        <p:tgtEl>
                                          <p:spTgt spid="177166"/>
                                        </p:tgtEl>
                                      </p:cBhvr>
                                    </p:animEffect>
                                  </p:childTnLst>
                                </p:cTn>
                              </p:par>
                            </p:childTnLst>
                          </p:cTn>
                        </p:par>
                        <p:par>
                          <p:cTn id="68" fill="hold" nodeType="afterGroup">
                            <p:stCondLst>
                              <p:cond delay="500"/>
                            </p:stCondLst>
                            <p:childTnLst>
                              <p:par>
                                <p:cTn id="69" presetID="3" presetClass="entr" presetSubtype="5" fill="hold" grpId="0" nodeType="afterEffect">
                                  <p:stCondLst>
                                    <p:cond delay="0"/>
                                  </p:stCondLst>
                                  <p:childTnLst>
                                    <p:set>
                                      <p:cBhvr>
                                        <p:cTn id="70" dur="1" fill="hold">
                                          <p:stCondLst>
                                            <p:cond delay="0"/>
                                          </p:stCondLst>
                                        </p:cTn>
                                        <p:tgtEl>
                                          <p:spTgt spid="177160"/>
                                        </p:tgtEl>
                                        <p:attrNameLst>
                                          <p:attrName>style.visibility</p:attrName>
                                        </p:attrNameLst>
                                      </p:cBhvr>
                                      <p:to>
                                        <p:strVal val="visible"/>
                                      </p:to>
                                    </p:set>
                                    <p:animEffect transition="in" filter="blinds(vertical)">
                                      <p:cBhvr>
                                        <p:cTn id="71" dur="500"/>
                                        <p:tgtEl>
                                          <p:spTgt spid="177160"/>
                                        </p:tgtEl>
                                      </p:cBhvr>
                                    </p:animEffect>
                                  </p:childTnLst>
                                </p:cTn>
                              </p:par>
                            </p:childTnLst>
                          </p:cTn>
                        </p:par>
                        <p:par>
                          <p:cTn id="72" fill="hold" nodeType="afterGroup">
                            <p:stCondLst>
                              <p:cond delay="1000"/>
                            </p:stCondLst>
                            <p:childTnLst>
                              <p:par>
                                <p:cTn id="73" presetID="9" presetClass="entr" presetSubtype="0" fill="hold" grpId="0" nodeType="afterEffect">
                                  <p:stCondLst>
                                    <p:cond delay="0"/>
                                  </p:stCondLst>
                                  <p:childTnLst>
                                    <p:set>
                                      <p:cBhvr>
                                        <p:cTn id="74" dur="1" fill="hold">
                                          <p:stCondLst>
                                            <p:cond delay="0"/>
                                          </p:stCondLst>
                                        </p:cTn>
                                        <p:tgtEl>
                                          <p:spTgt spid="177171"/>
                                        </p:tgtEl>
                                        <p:attrNameLst>
                                          <p:attrName>style.visibility</p:attrName>
                                        </p:attrNameLst>
                                      </p:cBhvr>
                                      <p:to>
                                        <p:strVal val="visible"/>
                                      </p:to>
                                    </p:set>
                                    <p:animEffect transition="in" filter="dissolve">
                                      <p:cBhvr>
                                        <p:cTn id="75" dur="500"/>
                                        <p:tgtEl>
                                          <p:spTgt spid="177171"/>
                                        </p:tgtEl>
                                      </p:cBhvr>
                                    </p:animEffect>
                                  </p:childTnLst>
                                </p:cTn>
                              </p:par>
                            </p:childTnLst>
                          </p:cTn>
                        </p:par>
                        <p:par>
                          <p:cTn id="76" fill="hold" nodeType="afterGroup">
                            <p:stCondLst>
                              <p:cond delay="1500"/>
                            </p:stCondLst>
                            <p:childTnLst>
                              <p:par>
                                <p:cTn id="77" presetID="3" presetClass="entr" presetSubtype="5" fill="hold" grpId="0" nodeType="afterEffect">
                                  <p:stCondLst>
                                    <p:cond delay="0"/>
                                  </p:stCondLst>
                                  <p:childTnLst>
                                    <p:set>
                                      <p:cBhvr>
                                        <p:cTn id="78" dur="1" fill="hold">
                                          <p:stCondLst>
                                            <p:cond delay="0"/>
                                          </p:stCondLst>
                                        </p:cTn>
                                        <p:tgtEl>
                                          <p:spTgt spid="177161"/>
                                        </p:tgtEl>
                                        <p:attrNameLst>
                                          <p:attrName>style.visibility</p:attrName>
                                        </p:attrNameLst>
                                      </p:cBhvr>
                                      <p:to>
                                        <p:strVal val="visible"/>
                                      </p:to>
                                    </p:set>
                                    <p:animEffect transition="in" filter="blinds(vertical)">
                                      <p:cBhvr>
                                        <p:cTn id="79" dur="500"/>
                                        <p:tgtEl>
                                          <p:spTgt spid="177161"/>
                                        </p:tgtEl>
                                      </p:cBhvr>
                                    </p:animEffect>
                                  </p:childTnLst>
                                </p:cTn>
                              </p:par>
                            </p:childTnLst>
                          </p:cTn>
                        </p:par>
                        <p:par>
                          <p:cTn id="80" fill="hold" nodeType="afterGroup">
                            <p:stCondLst>
                              <p:cond delay="2000"/>
                            </p:stCondLst>
                            <p:childTnLst>
                              <p:par>
                                <p:cTn id="81" presetID="9" presetClass="entr" presetSubtype="0" fill="hold" grpId="0" nodeType="afterEffect">
                                  <p:stCondLst>
                                    <p:cond delay="0"/>
                                  </p:stCondLst>
                                  <p:childTnLst>
                                    <p:set>
                                      <p:cBhvr>
                                        <p:cTn id="82" dur="1" fill="hold">
                                          <p:stCondLst>
                                            <p:cond delay="0"/>
                                          </p:stCondLst>
                                        </p:cTn>
                                        <p:tgtEl>
                                          <p:spTgt spid="177169"/>
                                        </p:tgtEl>
                                        <p:attrNameLst>
                                          <p:attrName>style.visibility</p:attrName>
                                        </p:attrNameLst>
                                      </p:cBhvr>
                                      <p:to>
                                        <p:strVal val="visible"/>
                                      </p:to>
                                    </p:set>
                                    <p:animEffect transition="in" filter="dissolve">
                                      <p:cBhvr>
                                        <p:cTn id="83" dur="500"/>
                                        <p:tgtEl>
                                          <p:spTgt spid="177169"/>
                                        </p:tgtEl>
                                      </p:cBhvr>
                                    </p:animEffect>
                                  </p:childTnLst>
                                </p:cTn>
                              </p:par>
                            </p:childTnLst>
                          </p:cTn>
                        </p:par>
                        <p:par>
                          <p:cTn id="84" fill="hold" nodeType="afterGroup">
                            <p:stCondLst>
                              <p:cond delay="2500"/>
                            </p:stCondLst>
                            <p:childTnLst>
                              <p:par>
                                <p:cTn id="85" presetID="2" presetClass="entr" presetSubtype="2" fill="hold" grpId="0" nodeType="afterEffect">
                                  <p:stCondLst>
                                    <p:cond delay="0"/>
                                  </p:stCondLst>
                                  <p:childTnLst>
                                    <p:set>
                                      <p:cBhvr>
                                        <p:cTn id="86" dur="1" fill="hold">
                                          <p:stCondLst>
                                            <p:cond delay="0"/>
                                          </p:stCondLst>
                                        </p:cTn>
                                        <p:tgtEl>
                                          <p:spTgt spid="177173"/>
                                        </p:tgtEl>
                                        <p:attrNameLst>
                                          <p:attrName>style.visibility</p:attrName>
                                        </p:attrNameLst>
                                      </p:cBhvr>
                                      <p:to>
                                        <p:strVal val="visible"/>
                                      </p:to>
                                    </p:set>
                                    <p:anim calcmode="lin" valueType="num">
                                      <p:cBhvr additive="base">
                                        <p:cTn id="87" dur="500" fill="hold"/>
                                        <p:tgtEl>
                                          <p:spTgt spid="177173"/>
                                        </p:tgtEl>
                                        <p:attrNameLst>
                                          <p:attrName>ppt_x</p:attrName>
                                        </p:attrNameLst>
                                      </p:cBhvr>
                                      <p:tavLst>
                                        <p:tav tm="0">
                                          <p:val>
                                            <p:strVal val="1+#ppt_w/2"/>
                                          </p:val>
                                        </p:tav>
                                        <p:tav tm="100000">
                                          <p:val>
                                            <p:strVal val="#ppt_x"/>
                                          </p:val>
                                        </p:tav>
                                      </p:tavLst>
                                    </p:anim>
                                    <p:anim calcmode="lin" valueType="num">
                                      <p:cBhvr additive="base">
                                        <p:cTn id="88" dur="500" fill="hold"/>
                                        <p:tgtEl>
                                          <p:spTgt spid="1771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animBg="1"/>
      <p:bldP spid="177156" grpId="0" animBg="1"/>
      <p:bldP spid="177157" grpId="0" animBg="1" autoUpdateAnimBg="0"/>
      <p:bldP spid="177158" grpId="0" animBg="1" autoUpdateAnimBg="0"/>
      <p:bldP spid="177159" grpId="0" animBg="1" autoUpdateAnimBg="0"/>
      <p:bldP spid="177160" grpId="0" animBg="1" autoUpdateAnimBg="0"/>
      <p:bldP spid="177161" grpId="0" animBg="1" autoUpdateAnimBg="0"/>
      <p:bldP spid="177162" grpId="0" animBg="1" autoUpdateAnimBg="0"/>
      <p:bldP spid="177163" grpId="0" animBg="1" autoUpdateAnimBg="0"/>
      <p:bldP spid="177164" grpId="0" animBg="1" autoUpdateAnimBg="0"/>
      <p:bldP spid="177165" grpId="0" animBg="1" autoUpdateAnimBg="0"/>
      <p:bldP spid="177166" grpId="0" animBg="1" autoUpdateAnimBg="0"/>
      <p:bldP spid="177167" grpId="0" autoUpdateAnimBg="0"/>
      <p:bldP spid="177168" grpId="0" autoUpdateAnimBg="0"/>
      <p:bldP spid="177169" grpId="0" autoUpdateAnimBg="0"/>
      <p:bldP spid="177170" grpId="0" animBg="1" autoUpdateAnimBg="0"/>
      <p:bldP spid="177171" grpId="0" autoUpdateAnimBg="0"/>
      <p:bldP spid="177172" grpId="0" animBg="1" autoUpdateAnimBg="0"/>
      <p:bldP spid="177173"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1292225" y="0"/>
            <a:ext cx="78359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latin typeface="Times New Roman" charset="0"/>
                <a:ea typeface="楷体_GB2312" charset="0"/>
              </a:rPr>
              <a:t> </a:t>
            </a:r>
            <a:r>
              <a:rPr kumimoji="1" lang="zh-CN" altLang="en-US" sz="5400" b="1">
                <a:solidFill>
                  <a:srgbClr val="333399"/>
                </a:solidFill>
                <a:latin typeface="Times New Roman" charset="0"/>
                <a:ea typeface="楷体_GB2312" charset="0"/>
              </a:rPr>
              <a:t>二叉树的主要基本操作</a:t>
            </a:r>
            <a:r>
              <a:rPr kumimoji="1" lang="zh-CN" altLang="en-US" sz="5400">
                <a:solidFill>
                  <a:srgbClr val="333399"/>
                </a:solidFill>
                <a:latin typeface="Times New Roman" charset="0"/>
                <a:ea typeface="楷体_GB2312" charset="0"/>
              </a:rPr>
              <a:t>：</a:t>
            </a:r>
            <a:endParaRPr kumimoji="1" lang="zh-CN" altLang="en-US" sz="2400">
              <a:latin typeface="Times New Roman" charset="0"/>
            </a:endParaRPr>
          </a:p>
        </p:txBody>
      </p:sp>
      <p:sp>
        <p:nvSpPr>
          <p:cNvPr id="178179" name="Text Box 3">
            <a:hlinkClick r:id="" action="ppaction://hlinkshowjump?jump=nextslide"/>
          </p:cNvPr>
          <p:cNvSpPr txBox="1">
            <a:spLocks noChangeArrowheads="1"/>
          </p:cNvSpPr>
          <p:nvPr/>
        </p:nvSpPr>
        <p:spPr bwMode="auto">
          <a:xfrm>
            <a:off x="2133600" y="2057400"/>
            <a:ext cx="3124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5400" b="1">
                <a:solidFill>
                  <a:srgbClr val="FF3300"/>
                </a:solidFill>
                <a:latin typeface="Times New Roman" charset="0"/>
                <a:ea typeface="楷体_GB2312" charset="0"/>
              </a:rPr>
              <a:t>查  找  类</a:t>
            </a:r>
            <a:endParaRPr kumimoji="1" lang="zh-CN" altLang="en-US" sz="2400" b="1">
              <a:solidFill>
                <a:srgbClr val="FF3300"/>
              </a:solidFill>
              <a:latin typeface="Times New Roman" charset="0"/>
              <a:ea typeface="楷体_GB2312" charset="0"/>
            </a:endParaRPr>
          </a:p>
        </p:txBody>
      </p:sp>
      <p:sp>
        <p:nvSpPr>
          <p:cNvPr id="178180" name="Text Box 4">
            <a:hlinkClick r:id="rId3" action="ppaction://hlinksldjump"/>
          </p:cNvPr>
          <p:cNvSpPr txBox="1">
            <a:spLocks noChangeArrowheads="1"/>
          </p:cNvSpPr>
          <p:nvPr/>
        </p:nvSpPr>
        <p:spPr bwMode="auto">
          <a:xfrm>
            <a:off x="2667000" y="3352800"/>
            <a:ext cx="29273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5400" b="1">
                <a:solidFill>
                  <a:srgbClr val="FF3300"/>
                </a:solidFill>
                <a:latin typeface="Times New Roman" charset="0"/>
                <a:ea typeface="楷体_GB2312" charset="0"/>
              </a:rPr>
              <a:t>插  入  类</a:t>
            </a:r>
            <a:endParaRPr kumimoji="1" lang="zh-CN" altLang="en-US" sz="2400">
              <a:latin typeface="Times New Roman" charset="0"/>
            </a:endParaRPr>
          </a:p>
        </p:txBody>
      </p:sp>
      <p:sp>
        <p:nvSpPr>
          <p:cNvPr id="178181" name="Text Box 5">
            <a:hlinkClick r:id="rId4" action="ppaction://hlinksldjump"/>
          </p:cNvPr>
          <p:cNvSpPr txBox="1">
            <a:spLocks noChangeArrowheads="1"/>
          </p:cNvSpPr>
          <p:nvPr/>
        </p:nvSpPr>
        <p:spPr bwMode="auto">
          <a:xfrm>
            <a:off x="3230563" y="4724400"/>
            <a:ext cx="29273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5400" b="1">
                <a:solidFill>
                  <a:srgbClr val="FF3300"/>
                </a:solidFill>
                <a:latin typeface="Times New Roman" charset="0"/>
                <a:ea typeface="楷体_GB2312" charset="0"/>
              </a:rPr>
              <a:t>删  除  类</a:t>
            </a:r>
            <a:endParaRPr kumimoji="1" lang="zh-CN" altLang="en-US" sz="2400">
              <a:latin typeface="Times New Roman" charset="0"/>
            </a:endParaRPr>
          </a:p>
        </p:txBody>
      </p:sp>
      <p:graphicFrame>
        <p:nvGraphicFramePr>
          <p:cNvPr id="178182" name="Object 6"/>
          <p:cNvGraphicFramePr>
            <a:graphicFrameLocks noChangeAspect="1"/>
          </p:cNvGraphicFramePr>
          <p:nvPr/>
        </p:nvGraphicFramePr>
        <p:xfrm>
          <a:off x="1524000" y="1981200"/>
          <a:ext cx="838200" cy="835025"/>
        </p:xfrm>
        <a:graphic>
          <a:graphicData uri="http://schemas.openxmlformats.org/presentationml/2006/ole">
            <mc:AlternateContent xmlns:mc="http://schemas.openxmlformats.org/markup-compatibility/2006">
              <mc:Choice xmlns:v="urn:schemas-microsoft-com:vml" Requires="v">
                <p:oleObj spid="_x0000_s805892" name="剪辑" r:id="rId5" imgW="1278360" imgH="1274040" progId="MS_ClipArt_Gallery.2">
                  <p:embed/>
                </p:oleObj>
              </mc:Choice>
              <mc:Fallback>
                <p:oleObj name="剪辑" r:id="rId5" imgW="1278360" imgH="127404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1981200"/>
                        <a:ext cx="83820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78183" name="Object 7"/>
          <p:cNvGraphicFramePr>
            <a:graphicFrameLocks noChangeAspect="1"/>
          </p:cNvGraphicFramePr>
          <p:nvPr/>
        </p:nvGraphicFramePr>
        <p:xfrm>
          <a:off x="1981200" y="3276600"/>
          <a:ext cx="838200" cy="835025"/>
        </p:xfrm>
        <a:graphic>
          <a:graphicData uri="http://schemas.openxmlformats.org/presentationml/2006/ole">
            <mc:AlternateContent xmlns:mc="http://schemas.openxmlformats.org/markup-compatibility/2006">
              <mc:Choice xmlns:v="urn:schemas-microsoft-com:vml" Requires="v">
                <p:oleObj spid="_x0000_s805893" name="剪辑" r:id="rId7" imgW="1278360" imgH="1274040" progId="MS_ClipArt_Gallery.2">
                  <p:embed/>
                </p:oleObj>
              </mc:Choice>
              <mc:Fallback>
                <p:oleObj name="剪辑" r:id="rId7" imgW="1278360" imgH="127404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276600"/>
                        <a:ext cx="83820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78184" name="Object 8"/>
          <p:cNvGraphicFramePr>
            <a:graphicFrameLocks noChangeAspect="1"/>
          </p:cNvGraphicFramePr>
          <p:nvPr/>
        </p:nvGraphicFramePr>
        <p:xfrm>
          <a:off x="2438400" y="4648200"/>
          <a:ext cx="838200" cy="835025"/>
        </p:xfrm>
        <a:graphic>
          <a:graphicData uri="http://schemas.openxmlformats.org/presentationml/2006/ole">
            <mc:AlternateContent xmlns:mc="http://schemas.openxmlformats.org/markup-compatibility/2006">
              <mc:Choice xmlns:v="urn:schemas-microsoft-com:vml" Requires="v">
                <p:oleObj spid="_x0000_s805894" name="剪辑" r:id="rId8" imgW="1278360" imgH="1274040" progId="MS_ClipArt_Gallery.2">
                  <p:embed/>
                </p:oleObj>
              </mc:Choice>
              <mc:Fallback>
                <p:oleObj name="剪辑" r:id="rId8" imgW="1278360" imgH="127404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4648200"/>
                        <a:ext cx="83820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78185" name="AutoShape 9">
            <a:hlinkClick r:id="rId9"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967181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178182"/>
                                        </p:tgtEl>
                                        <p:attrNameLst>
                                          <p:attrName>style.visibility</p:attrName>
                                        </p:attrNameLst>
                                      </p:cBhvr>
                                      <p:to>
                                        <p:strVal val="visible"/>
                                      </p:to>
                                    </p:set>
                                    <p:anim calcmode="lin" valueType="num">
                                      <p:cBhvr additive="base">
                                        <p:cTn id="7" dur="500" fill="hold"/>
                                        <p:tgtEl>
                                          <p:spTgt spid="178182"/>
                                        </p:tgtEl>
                                        <p:attrNameLst>
                                          <p:attrName>ppt_x</p:attrName>
                                        </p:attrNameLst>
                                      </p:cBhvr>
                                      <p:tavLst>
                                        <p:tav tm="0">
                                          <p:val>
                                            <p:strVal val="0-#ppt_w/2"/>
                                          </p:val>
                                        </p:tav>
                                        <p:tav tm="100000">
                                          <p:val>
                                            <p:strVal val="#ppt_x"/>
                                          </p:val>
                                        </p:tav>
                                      </p:tavLst>
                                    </p:anim>
                                    <p:anim calcmode="lin" valueType="num">
                                      <p:cBhvr additive="base">
                                        <p:cTn id="8" dur="500" fill="hold"/>
                                        <p:tgtEl>
                                          <p:spTgt spid="178182"/>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178179"/>
                                        </p:tgtEl>
                                        <p:attrNameLst>
                                          <p:attrName>style.visibility</p:attrName>
                                        </p:attrNameLst>
                                      </p:cBhvr>
                                      <p:to>
                                        <p:strVal val="visible"/>
                                      </p:to>
                                    </p:set>
                                    <p:anim calcmode="lin" valueType="num">
                                      <p:cBhvr additive="base">
                                        <p:cTn id="12" dur="500" fill="hold"/>
                                        <p:tgtEl>
                                          <p:spTgt spid="178179"/>
                                        </p:tgtEl>
                                        <p:attrNameLst>
                                          <p:attrName>ppt_x</p:attrName>
                                        </p:attrNameLst>
                                      </p:cBhvr>
                                      <p:tavLst>
                                        <p:tav tm="0">
                                          <p:val>
                                            <p:strVal val="1+#ppt_w/2"/>
                                          </p:val>
                                        </p:tav>
                                        <p:tav tm="100000">
                                          <p:val>
                                            <p:strVal val="#ppt_x"/>
                                          </p:val>
                                        </p:tav>
                                      </p:tavLst>
                                    </p:anim>
                                    <p:anim calcmode="lin" valueType="num">
                                      <p:cBhvr additive="base">
                                        <p:cTn id="13" dur="500" fill="hold"/>
                                        <p:tgtEl>
                                          <p:spTgt spid="178179"/>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9" fill="hold" nodeType="afterEffect">
                                  <p:stCondLst>
                                    <p:cond delay="0"/>
                                  </p:stCondLst>
                                  <p:childTnLst>
                                    <p:set>
                                      <p:cBhvr>
                                        <p:cTn id="16" dur="1" fill="hold">
                                          <p:stCondLst>
                                            <p:cond delay="0"/>
                                          </p:stCondLst>
                                        </p:cTn>
                                        <p:tgtEl>
                                          <p:spTgt spid="178183"/>
                                        </p:tgtEl>
                                        <p:attrNameLst>
                                          <p:attrName>style.visibility</p:attrName>
                                        </p:attrNameLst>
                                      </p:cBhvr>
                                      <p:to>
                                        <p:strVal val="visible"/>
                                      </p:to>
                                    </p:set>
                                    <p:anim calcmode="lin" valueType="num">
                                      <p:cBhvr additive="base">
                                        <p:cTn id="17" dur="500" fill="hold"/>
                                        <p:tgtEl>
                                          <p:spTgt spid="178183"/>
                                        </p:tgtEl>
                                        <p:attrNameLst>
                                          <p:attrName>ppt_x</p:attrName>
                                        </p:attrNameLst>
                                      </p:cBhvr>
                                      <p:tavLst>
                                        <p:tav tm="0">
                                          <p:val>
                                            <p:strVal val="0-#ppt_w/2"/>
                                          </p:val>
                                        </p:tav>
                                        <p:tav tm="100000">
                                          <p:val>
                                            <p:strVal val="#ppt_x"/>
                                          </p:val>
                                        </p:tav>
                                      </p:tavLst>
                                    </p:anim>
                                    <p:anim calcmode="lin" valueType="num">
                                      <p:cBhvr additive="base">
                                        <p:cTn id="18" dur="500" fill="hold"/>
                                        <p:tgtEl>
                                          <p:spTgt spid="178183"/>
                                        </p:tgtEl>
                                        <p:attrNameLst>
                                          <p:attrName>ppt_y</p:attrName>
                                        </p:attrNameLst>
                                      </p:cBhvr>
                                      <p:tavLst>
                                        <p:tav tm="0">
                                          <p:val>
                                            <p:strVal val="0-#ppt_h/2"/>
                                          </p:val>
                                        </p:tav>
                                        <p:tav tm="100000">
                                          <p:val>
                                            <p:strVal val="#ppt_y"/>
                                          </p:val>
                                        </p:tav>
                                      </p:tavLst>
                                    </p:anim>
                                  </p:childTnLst>
                                </p:cTn>
                              </p:par>
                            </p:childTnLst>
                          </p:cTn>
                        </p:par>
                        <p:par>
                          <p:cTn id="19" fill="hold" nodeType="afterGroup">
                            <p:stCondLst>
                              <p:cond delay="1500"/>
                            </p:stCondLst>
                            <p:childTnLst>
                              <p:par>
                                <p:cTn id="20" presetID="2" presetClass="entr" presetSubtype="6" fill="hold" grpId="0" nodeType="afterEffect">
                                  <p:stCondLst>
                                    <p:cond delay="0"/>
                                  </p:stCondLst>
                                  <p:childTnLst>
                                    <p:set>
                                      <p:cBhvr>
                                        <p:cTn id="21" dur="1" fill="hold">
                                          <p:stCondLst>
                                            <p:cond delay="0"/>
                                          </p:stCondLst>
                                        </p:cTn>
                                        <p:tgtEl>
                                          <p:spTgt spid="178180"/>
                                        </p:tgtEl>
                                        <p:attrNameLst>
                                          <p:attrName>style.visibility</p:attrName>
                                        </p:attrNameLst>
                                      </p:cBhvr>
                                      <p:to>
                                        <p:strVal val="visible"/>
                                      </p:to>
                                    </p:set>
                                    <p:anim calcmode="lin" valueType="num">
                                      <p:cBhvr additive="base">
                                        <p:cTn id="22" dur="500" fill="hold"/>
                                        <p:tgtEl>
                                          <p:spTgt spid="178180"/>
                                        </p:tgtEl>
                                        <p:attrNameLst>
                                          <p:attrName>ppt_x</p:attrName>
                                        </p:attrNameLst>
                                      </p:cBhvr>
                                      <p:tavLst>
                                        <p:tav tm="0">
                                          <p:val>
                                            <p:strVal val="1+#ppt_w/2"/>
                                          </p:val>
                                        </p:tav>
                                        <p:tav tm="100000">
                                          <p:val>
                                            <p:strVal val="#ppt_x"/>
                                          </p:val>
                                        </p:tav>
                                      </p:tavLst>
                                    </p:anim>
                                    <p:anim calcmode="lin" valueType="num">
                                      <p:cBhvr additive="base">
                                        <p:cTn id="23" dur="500" fill="hold"/>
                                        <p:tgtEl>
                                          <p:spTgt spid="178180"/>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9" fill="hold" nodeType="afterEffect">
                                  <p:stCondLst>
                                    <p:cond delay="0"/>
                                  </p:stCondLst>
                                  <p:childTnLst>
                                    <p:set>
                                      <p:cBhvr>
                                        <p:cTn id="26" dur="1" fill="hold">
                                          <p:stCondLst>
                                            <p:cond delay="0"/>
                                          </p:stCondLst>
                                        </p:cTn>
                                        <p:tgtEl>
                                          <p:spTgt spid="178184"/>
                                        </p:tgtEl>
                                        <p:attrNameLst>
                                          <p:attrName>style.visibility</p:attrName>
                                        </p:attrNameLst>
                                      </p:cBhvr>
                                      <p:to>
                                        <p:strVal val="visible"/>
                                      </p:to>
                                    </p:set>
                                    <p:anim calcmode="lin" valueType="num">
                                      <p:cBhvr additive="base">
                                        <p:cTn id="27" dur="500" fill="hold"/>
                                        <p:tgtEl>
                                          <p:spTgt spid="178184"/>
                                        </p:tgtEl>
                                        <p:attrNameLst>
                                          <p:attrName>ppt_x</p:attrName>
                                        </p:attrNameLst>
                                      </p:cBhvr>
                                      <p:tavLst>
                                        <p:tav tm="0">
                                          <p:val>
                                            <p:strVal val="0-#ppt_w/2"/>
                                          </p:val>
                                        </p:tav>
                                        <p:tav tm="100000">
                                          <p:val>
                                            <p:strVal val="#ppt_x"/>
                                          </p:val>
                                        </p:tav>
                                      </p:tavLst>
                                    </p:anim>
                                    <p:anim calcmode="lin" valueType="num">
                                      <p:cBhvr additive="base">
                                        <p:cTn id="28" dur="500" fill="hold"/>
                                        <p:tgtEl>
                                          <p:spTgt spid="178184"/>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2500"/>
                            </p:stCondLst>
                            <p:childTnLst>
                              <p:par>
                                <p:cTn id="30" presetID="2" presetClass="entr" presetSubtype="6" fill="hold" grpId="0" nodeType="afterEffect">
                                  <p:stCondLst>
                                    <p:cond delay="0"/>
                                  </p:stCondLst>
                                  <p:childTnLst>
                                    <p:set>
                                      <p:cBhvr>
                                        <p:cTn id="31" dur="1" fill="hold">
                                          <p:stCondLst>
                                            <p:cond delay="0"/>
                                          </p:stCondLst>
                                        </p:cTn>
                                        <p:tgtEl>
                                          <p:spTgt spid="178181"/>
                                        </p:tgtEl>
                                        <p:attrNameLst>
                                          <p:attrName>style.visibility</p:attrName>
                                        </p:attrNameLst>
                                      </p:cBhvr>
                                      <p:to>
                                        <p:strVal val="visible"/>
                                      </p:to>
                                    </p:set>
                                    <p:anim calcmode="lin" valueType="num">
                                      <p:cBhvr additive="base">
                                        <p:cTn id="32" dur="500" fill="hold"/>
                                        <p:tgtEl>
                                          <p:spTgt spid="178181"/>
                                        </p:tgtEl>
                                        <p:attrNameLst>
                                          <p:attrName>ppt_x</p:attrName>
                                        </p:attrNameLst>
                                      </p:cBhvr>
                                      <p:tavLst>
                                        <p:tav tm="0">
                                          <p:val>
                                            <p:strVal val="1+#ppt_w/2"/>
                                          </p:val>
                                        </p:tav>
                                        <p:tav tm="100000">
                                          <p:val>
                                            <p:strVal val="#ppt_x"/>
                                          </p:val>
                                        </p:tav>
                                      </p:tavLst>
                                    </p:anim>
                                    <p:anim calcmode="lin" valueType="num">
                                      <p:cBhvr additive="base">
                                        <p:cTn id="33" dur="500" fill="hold"/>
                                        <p:tgtEl>
                                          <p:spTgt spid="178181"/>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3000"/>
                            </p:stCondLst>
                            <p:childTnLst>
                              <p:par>
                                <p:cTn id="35" presetID="2" presetClass="entr" presetSubtype="6" fill="hold" grpId="0" nodeType="afterEffect">
                                  <p:stCondLst>
                                    <p:cond delay="0"/>
                                  </p:stCondLst>
                                  <p:childTnLst>
                                    <p:set>
                                      <p:cBhvr>
                                        <p:cTn id="36" dur="1" fill="hold">
                                          <p:stCondLst>
                                            <p:cond delay="0"/>
                                          </p:stCondLst>
                                        </p:cTn>
                                        <p:tgtEl>
                                          <p:spTgt spid="178185"/>
                                        </p:tgtEl>
                                        <p:attrNameLst>
                                          <p:attrName>style.visibility</p:attrName>
                                        </p:attrNameLst>
                                      </p:cBhvr>
                                      <p:to>
                                        <p:strVal val="visible"/>
                                      </p:to>
                                    </p:set>
                                    <p:anim calcmode="lin" valueType="num">
                                      <p:cBhvr additive="base">
                                        <p:cTn id="37" dur="500" fill="hold"/>
                                        <p:tgtEl>
                                          <p:spTgt spid="178185"/>
                                        </p:tgtEl>
                                        <p:attrNameLst>
                                          <p:attrName>ppt_x</p:attrName>
                                        </p:attrNameLst>
                                      </p:cBhvr>
                                      <p:tavLst>
                                        <p:tav tm="0">
                                          <p:val>
                                            <p:strVal val="1+#ppt_w/2"/>
                                          </p:val>
                                        </p:tav>
                                        <p:tav tm="100000">
                                          <p:val>
                                            <p:strVal val="#ppt_x"/>
                                          </p:val>
                                        </p:tav>
                                      </p:tavLst>
                                    </p:anim>
                                    <p:anim calcmode="lin" valueType="num">
                                      <p:cBhvr additive="base">
                                        <p:cTn id="38" dur="500" fill="hold"/>
                                        <p:tgtEl>
                                          <p:spTgt spid="1781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autoUpdateAnimBg="0"/>
      <p:bldP spid="178180" grpId="0" autoUpdateAnimBg="0"/>
      <p:bldP spid="178181" grpId="0" autoUpdateAnimBg="0"/>
      <p:bldP spid="17818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a:hlinkClick r:id="rId2" action="ppaction://hlinksldjump"/>
          </p:cNvPr>
          <p:cNvSpPr txBox="1">
            <a:spLocks noChangeArrowheads="1"/>
          </p:cNvSpPr>
          <p:nvPr/>
        </p:nvSpPr>
        <p:spPr bwMode="auto">
          <a:xfrm>
            <a:off x="152400" y="152400"/>
            <a:ext cx="8134350" cy="655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5000"/>
              </a:lnSpc>
            </a:pPr>
            <a:r>
              <a:rPr kumimoji="1" lang="en-US" altLang="zh-CN" sz="2400">
                <a:latin typeface="Times New Roman" charset="0"/>
                <a:ea typeface="楷体_GB2312" charset="0"/>
              </a:rPr>
              <a:t>     </a:t>
            </a:r>
            <a:r>
              <a:rPr kumimoji="1" lang="en-US" altLang="zh-CN" sz="3600" b="1">
                <a:solidFill>
                  <a:srgbClr val="990000"/>
                </a:solidFill>
                <a:latin typeface="Times New Roman" charset="0"/>
                <a:ea typeface="楷体_GB2312" charset="0"/>
              </a:rPr>
              <a:t>Root(T);    Value(T, e);    Parent(T, e);</a:t>
            </a:r>
          </a:p>
          <a:p>
            <a:pPr>
              <a:lnSpc>
                <a:spcPct val="145000"/>
              </a:lnSpc>
            </a:pPr>
            <a:r>
              <a:rPr kumimoji="1" lang="en-US" altLang="zh-CN" sz="3600" b="1">
                <a:solidFill>
                  <a:srgbClr val="990000"/>
                </a:solidFill>
                <a:latin typeface="Times New Roman" charset="0"/>
                <a:ea typeface="楷体_GB2312" charset="0"/>
              </a:rPr>
              <a:t>   LeftChild(T, e);     RightChild(T, e);</a:t>
            </a:r>
          </a:p>
          <a:p>
            <a:pPr>
              <a:lnSpc>
                <a:spcPct val="145000"/>
              </a:lnSpc>
            </a:pPr>
            <a:r>
              <a:rPr kumimoji="1" lang="en-US" altLang="zh-CN" sz="3600" b="1">
                <a:solidFill>
                  <a:srgbClr val="990000"/>
                </a:solidFill>
                <a:latin typeface="Times New Roman" charset="0"/>
                <a:ea typeface="楷体_GB2312" charset="0"/>
              </a:rPr>
              <a:t>   LeftSibling(T, e);     RightSibling(T, e);</a:t>
            </a:r>
          </a:p>
          <a:p>
            <a:pPr>
              <a:lnSpc>
                <a:spcPct val="145000"/>
              </a:lnSpc>
            </a:pPr>
            <a:r>
              <a:rPr kumimoji="1" lang="en-US" altLang="zh-CN" sz="3600" b="1">
                <a:solidFill>
                  <a:srgbClr val="990000"/>
                </a:solidFill>
                <a:latin typeface="Times New Roman" charset="0"/>
                <a:ea typeface="楷体_GB2312" charset="0"/>
              </a:rPr>
              <a:t>   BiTreeEmpty(T);      BiTreeDepth(T);</a:t>
            </a:r>
          </a:p>
          <a:p>
            <a:pPr>
              <a:lnSpc>
                <a:spcPct val="145000"/>
              </a:lnSpc>
            </a:pPr>
            <a:r>
              <a:rPr kumimoji="1" lang="en-US" altLang="zh-CN" sz="4000" b="1">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PreOrderTraverse(T, Visit());</a:t>
            </a:r>
          </a:p>
          <a:p>
            <a:pPr>
              <a:lnSpc>
                <a:spcPct val="145000"/>
              </a:lnSpc>
            </a:pPr>
            <a:r>
              <a:rPr kumimoji="1" lang="en-US" altLang="zh-CN" sz="3600" b="1">
                <a:solidFill>
                  <a:srgbClr val="990000"/>
                </a:solidFill>
                <a:latin typeface="Times New Roman" charset="0"/>
                <a:ea typeface="楷体_GB2312" charset="0"/>
              </a:rPr>
              <a:t>   InOrderTraverse(T, Visit());</a:t>
            </a:r>
          </a:p>
          <a:p>
            <a:pPr>
              <a:lnSpc>
                <a:spcPct val="145000"/>
              </a:lnSpc>
            </a:pPr>
            <a:r>
              <a:rPr kumimoji="1" lang="en-US" altLang="zh-CN" sz="3600" b="1">
                <a:solidFill>
                  <a:srgbClr val="990000"/>
                </a:solidFill>
                <a:latin typeface="Times New Roman" charset="0"/>
                <a:ea typeface="楷体_GB2312" charset="0"/>
              </a:rPr>
              <a:t>   PostOrderTraverse(T, Visit());</a:t>
            </a:r>
          </a:p>
          <a:p>
            <a:pPr>
              <a:lnSpc>
                <a:spcPct val="145000"/>
              </a:lnSpc>
            </a:pPr>
            <a:r>
              <a:rPr kumimoji="1" lang="en-US" altLang="zh-CN" sz="3600" b="1">
                <a:solidFill>
                  <a:srgbClr val="990000"/>
                </a:solidFill>
                <a:latin typeface="Times New Roman" charset="0"/>
                <a:ea typeface="楷体_GB2312" charset="0"/>
              </a:rPr>
              <a:t>   LevelOrderTraverse(T, Visit());</a:t>
            </a:r>
            <a:endParaRPr kumimoji="1" lang="en-US" altLang="zh-CN" sz="3600" b="1">
              <a:latin typeface="Times New Roman" charset="0"/>
            </a:endParaRPr>
          </a:p>
        </p:txBody>
      </p:sp>
      <p:sp>
        <p:nvSpPr>
          <p:cNvPr id="179203" name="AutoShape 3">
            <a:hlinkClick r:id="" action="ppaction://hlinkshowjump?jump=lastslideviewed" highlightClick="1"/>
          </p:cNvPr>
          <p:cNvSpPr>
            <a:spLocks noChangeArrowheads="1"/>
          </p:cNvSpPr>
          <p:nvPr/>
        </p:nvSpPr>
        <p:spPr bwMode="auto">
          <a:xfrm>
            <a:off x="8382000" y="6096000"/>
            <a:ext cx="381000" cy="381000"/>
          </a:xfrm>
          <a:prstGeom prst="actionButtonReturn">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46571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79202"/>
                                        </p:tgtEl>
                                        <p:attrNameLst>
                                          <p:attrName>style.visibility</p:attrName>
                                        </p:attrNameLst>
                                      </p:cBhvr>
                                      <p:to>
                                        <p:strVal val="visible"/>
                                      </p:to>
                                    </p:set>
                                    <p:animEffect transition="in" filter="barn(outVertical)">
                                      <p:cBhvr>
                                        <p:cTn id="7" dur="500"/>
                                        <p:tgtEl>
                                          <p:spTgt spid="179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a:hlinkClick r:id="rId2" action="ppaction://hlinksldjump"/>
          </p:cNvPr>
          <p:cNvSpPr txBox="1">
            <a:spLocks noChangeArrowheads="1"/>
          </p:cNvSpPr>
          <p:nvPr/>
        </p:nvSpPr>
        <p:spPr bwMode="auto">
          <a:xfrm>
            <a:off x="533400" y="1219200"/>
            <a:ext cx="7832725" cy="411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kumimoji="1" lang="en-US" altLang="zh-CN" sz="2400">
                <a:latin typeface="Times New Roman" charset="0"/>
                <a:ea typeface="楷体_GB2312" charset="0"/>
              </a:rPr>
              <a:t>     </a:t>
            </a:r>
            <a:r>
              <a:rPr kumimoji="1" lang="en-US" altLang="zh-CN" sz="4400" b="1">
                <a:solidFill>
                  <a:srgbClr val="990000"/>
                </a:solidFill>
                <a:latin typeface="Times New Roman" charset="0"/>
                <a:ea typeface="楷体_GB2312" charset="0"/>
              </a:rPr>
              <a:t>InitBiTree(&amp;T);</a:t>
            </a:r>
          </a:p>
          <a:p>
            <a:pPr>
              <a:lnSpc>
                <a:spcPct val="150000"/>
              </a:lnSpc>
            </a:pPr>
            <a:r>
              <a:rPr kumimoji="1" lang="en-US" altLang="zh-CN" sz="4400" b="1">
                <a:solidFill>
                  <a:srgbClr val="990000"/>
                </a:solidFill>
                <a:latin typeface="Times New Roman" charset="0"/>
                <a:ea typeface="楷体_GB2312" charset="0"/>
              </a:rPr>
              <a:t>   Assign(T, &amp;e, value);</a:t>
            </a:r>
          </a:p>
          <a:p>
            <a:pPr>
              <a:lnSpc>
                <a:spcPct val="150000"/>
              </a:lnSpc>
            </a:pPr>
            <a:r>
              <a:rPr kumimoji="1" lang="en-US" altLang="zh-CN" sz="4400" b="1">
                <a:solidFill>
                  <a:srgbClr val="990000"/>
                </a:solidFill>
                <a:latin typeface="Times New Roman" charset="0"/>
                <a:ea typeface="楷体_GB2312" charset="0"/>
              </a:rPr>
              <a:t>   CreateBiTree(&amp;T, definition);</a:t>
            </a:r>
          </a:p>
          <a:p>
            <a:pPr>
              <a:lnSpc>
                <a:spcPct val="150000"/>
              </a:lnSpc>
            </a:pPr>
            <a:r>
              <a:rPr kumimoji="1" lang="en-US" altLang="zh-CN" sz="4400" b="1">
                <a:solidFill>
                  <a:srgbClr val="990000"/>
                </a:solidFill>
                <a:latin typeface="Times New Roman" charset="0"/>
                <a:ea typeface="楷体_GB2312" charset="0"/>
              </a:rPr>
              <a:t>   InsertChild(T, p, LR, c);</a:t>
            </a:r>
            <a:endParaRPr kumimoji="1" lang="en-US" altLang="zh-CN" sz="4400" b="1">
              <a:solidFill>
                <a:srgbClr val="990000"/>
              </a:solidFill>
              <a:latin typeface="Times New Roman" charset="0"/>
            </a:endParaRPr>
          </a:p>
        </p:txBody>
      </p:sp>
      <p:sp>
        <p:nvSpPr>
          <p:cNvPr id="180227" name="AutoShape 3">
            <a:hlinkClick r:id="" action="ppaction://hlinkshowjump?jump=lastslideviewed" highlightClick="1"/>
          </p:cNvPr>
          <p:cNvSpPr>
            <a:spLocks noChangeArrowheads="1"/>
          </p:cNvSpPr>
          <p:nvPr/>
        </p:nvSpPr>
        <p:spPr bwMode="auto">
          <a:xfrm>
            <a:off x="8305800" y="6019800"/>
            <a:ext cx="381000" cy="381000"/>
          </a:xfrm>
          <a:prstGeom prst="actionButtonReturn">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400482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barn(outHorizontal)">
                                      <p:cBhvr>
                                        <p:cTn id="7" dur="500"/>
                                        <p:tgtEl>
                                          <p:spTgt spid="180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a:hlinkClick r:id="rId2" action="ppaction://hlinksldjump"/>
          </p:cNvPr>
          <p:cNvSpPr txBox="1">
            <a:spLocks noChangeArrowheads="1"/>
          </p:cNvSpPr>
          <p:nvPr/>
        </p:nvSpPr>
        <p:spPr bwMode="auto">
          <a:xfrm>
            <a:off x="1314450" y="1447800"/>
            <a:ext cx="607695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kumimoji="1" lang="en-US" altLang="zh-CN" sz="4800" b="1">
                <a:solidFill>
                  <a:srgbClr val="990000"/>
                </a:solidFill>
                <a:latin typeface="Times New Roman" charset="0"/>
                <a:ea typeface="楷体_GB2312" charset="0"/>
              </a:rPr>
              <a:t>ClearBiTree(&amp;T); </a:t>
            </a:r>
          </a:p>
          <a:p>
            <a:pPr>
              <a:lnSpc>
                <a:spcPct val="150000"/>
              </a:lnSpc>
            </a:pPr>
            <a:r>
              <a:rPr kumimoji="1" lang="en-US" altLang="zh-CN" sz="4800" b="1">
                <a:solidFill>
                  <a:srgbClr val="990000"/>
                </a:solidFill>
                <a:latin typeface="Times New Roman" charset="0"/>
                <a:ea typeface="楷体_GB2312" charset="0"/>
              </a:rPr>
              <a:t>DestroyBiTree(&amp;T);</a:t>
            </a:r>
          </a:p>
          <a:p>
            <a:pPr>
              <a:lnSpc>
                <a:spcPct val="150000"/>
              </a:lnSpc>
            </a:pPr>
            <a:r>
              <a:rPr kumimoji="1" lang="en-US" altLang="zh-CN" sz="4800" b="1">
                <a:solidFill>
                  <a:srgbClr val="990000"/>
                </a:solidFill>
                <a:latin typeface="Times New Roman" charset="0"/>
                <a:ea typeface="楷体_GB2312" charset="0"/>
              </a:rPr>
              <a:t>DeleteChild(T, p, LR);</a:t>
            </a:r>
          </a:p>
        </p:txBody>
      </p:sp>
      <p:sp>
        <p:nvSpPr>
          <p:cNvPr id="181251" name="AutoShape 3">
            <a:hlinkClick r:id="" action="ppaction://hlinkshowjump?jump=lastslideviewed" highlightClick="1"/>
          </p:cNvPr>
          <p:cNvSpPr>
            <a:spLocks noChangeArrowheads="1"/>
          </p:cNvSpPr>
          <p:nvPr/>
        </p:nvSpPr>
        <p:spPr bwMode="auto">
          <a:xfrm>
            <a:off x="8305800" y="6019800"/>
            <a:ext cx="381000" cy="381000"/>
          </a:xfrm>
          <a:prstGeom prst="actionButtonReturn">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4138144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ChangeArrowheads="1"/>
          </p:cNvSpPr>
          <p:nvPr/>
        </p:nvSpPr>
        <p:spPr bwMode="auto">
          <a:xfrm>
            <a:off x="1143000" y="990600"/>
            <a:ext cx="5105400" cy="3124200"/>
          </a:xfrm>
          <a:prstGeom prst="rect">
            <a:avLst/>
          </a:prstGeom>
          <a:solidFill>
            <a:srgbClr val="CAF2CE">
              <a:alpha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2"/>
                </a:solidFill>
                <a:latin typeface="Arial" charset="0"/>
                <a:ea typeface="宋体" charset="-122"/>
              </a:defRPr>
            </a:lvl1pPr>
            <a:lvl2pPr>
              <a:defRPr sz="4000" b="1">
                <a:solidFill>
                  <a:schemeClr val="tx2"/>
                </a:solidFill>
                <a:latin typeface="Arial" charset="0"/>
                <a:ea typeface="宋体" charset="-122"/>
              </a:defRPr>
            </a:lvl2pPr>
            <a:lvl3pPr>
              <a:defRPr sz="4000" b="1">
                <a:solidFill>
                  <a:schemeClr val="tx2"/>
                </a:solidFill>
                <a:latin typeface="Arial" charset="0"/>
                <a:ea typeface="宋体" charset="-122"/>
              </a:defRPr>
            </a:lvl3pPr>
            <a:lvl4pPr>
              <a:defRPr sz="4000" b="1">
                <a:solidFill>
                  <a:schemeClr val="tx2"/>
                </a:solidFill>
                <a:latin typeface="Arial" charset="0"/>
                <a:ea typeface="宋体" charset="-122"/>
              </a:defRPr>
            </a:lvl4pPr>
            <a:lvl5pPr>
              <a:defRPr sz="4000" b="1">
                <a:solidFill>
                  <a:schemeClr val="tx2"/>
                </a:solidFill>
                <a:latin typeface="Arial" charset="0"/>
                <a:ea typeface="宋体" charset="-122"/>
              </a:defRPr>
            </a:lvl5pPr>
            <a:lvl6pPr marL="457200" fontAlgn="base">
              <a:spcBef>
                <a:spcPct val="0"/>
              </a:spcBef>
              <a:spcAft>
                <a:spcPct val="0"/>
              </a:spcAft>
              <a:defRPr sz="4000" b="1">
                <a:solidFill>
                  <a:schemeClr val="tx2"/>
                </a:solidFill>
                <a:latin typeface="Arial" charset="0"/>
                <a:ea typeface="宋体" charset="-122"/>
              </a:defRPr>
            </a:lvl6pPr>
            <a:lvl7pPr marL="914400" fontAlgn="base">
              <a:spcBef>
                <a:spcPct val="0"/>
              </a:spcBef>
              <a:spcAft>
                <a:spcPct val="0"/>
              </a:spcAft>
              <a:defRPr sz="4000" b="1">
                <a:solidFill>
                  <a:schemeClr val="tx2"/>
                </a:solidFill>
                <a:latin typeface="Arial" charset="0"/>
                <a:ea typeface="宋体" charset="-122"/>
              </a:defRPr>
            </a:lvl7pPr>
            <a:lvl8pPr marL="1371600" fontAlgn="base">
              <a:spcBef>
                <a:spcPct val="0"/>
              </a:spcBef>
              <a:spcAft>
                <a:spcPct val="0"/>
              </a:spcAft>
              <a:defRPr sz="4000" b="1">
                <a:solidFill>
                  <a:schemeClr val="tx2"/>
                </a:solidFill>
                <a:latin typeface="Arial" charset="0"/>
                <a:ea typeface="宋体" charset="-122"/>
              </a:defRPr>
            </a:lvl8pPr>
            <a:lvl9pPr marL="1828800" fontAlgn="base">
              <a:spcBef>
                <a:spcPct val="0"/>
              </a:spcBef>
              <a:spcAft>
                <a:spcPct val="0"/>
              </a:spcAft>
              <a:defRPr sz="4000" b="1">
                <a:solidFill>
                  <a:schemeClr val="tx2"/>
                </a:solidFill>
                <a:latin typeface="Arial" charset="0"/>
                <a:ea typeface="宋体" charset="-122"/>
              </a:defRPr>
            </a:lvl9pPr>
          </a:lstStyle>
          <a:p>
            <a:pPr algn="ctr">
              <a:lnSpc>
                <a:spcPct val="140000"/>
              </a:lnSpc>
            </a:pPr>
            <a:r>
              <a:rPr lang="zh-CN" altLang="en-US" sz="6600" b="0">
                <a:solidFill>
                  <a:schemeClr val="bg2"/>
                </a:solidFill>
                <a:ea typeface="楷体_GB2312" charset="0"/>
              </a:rPr>
              <a:t>二叉树</a:t>
            </a:r>
            <a:br>
              <a:rPr lang="zh-CN" altLang="en-US" sz="6600" b="0">
                <a:solidFill>
                  <a:schemeClr val="bg2"/>
                </a:solidFill>
                <a:ea typeface="楷体_GB2312" charset="0"/>
              </a:rPr>
            </a:br>
            <a:r>
              <a:rPr lang="zh-CN" altLang="en-US" sz="6600" b="0">
                <a:solidFill>
                  <a:schemeClr val="bg2"/>
                </a:solidFill>
                <a:ea typeface="楷体_GB2312" charset="0"/>
              </a:rPr>
              <a:t>的重要特性</a:t>
            </a:r>
            <a:endParaRPr lang="zh-CN" altLang="en-US" b="0">
              <a:solidFill>
                <a:schemeClr val="tx1"/>
              </a:solidFill>
              <a:ea typeface="楷体_GB2312" charset="0"/>
            </a:endParaRPr>
          </a:p>
        </p:txBody>
      </p:sp>
      <p:graphicFrame>
        <p:nvGraphicFramePr>
          <p:cNvPr id="182275" name="Object 3"/>
          <p:cNvGraphicFramePr>
            <a:graphicFrameLocks noChangeAspect="1"/>
          </p:cNvGraphicFramePr>
          <p:nvPr/>
        </p:nvGraphicFramePr>
        <p:xfrm>
          <a:off x="6324600" y="4648200"/>
          <a:ext cx="2438400" cy="1752600"/>
        </p:xfrm>
        <a:graphic>
          <a:graphicData uri="http://schemas.openxmlformats.org/presentationml/2006/ole">
            <mc:AlternateContent xmlns:mc="http://schemas.openxmlformats.org/markup-compatibility/2006">
              <mc:Choice xmlns:v="urn:schemas-microsoft-com:vml" Requires="v">
                <p:oleObj spid="_x0000_s809986" name="剪辑" r:id="rId3" imgW="837360" imgH="639000" progId="MS_ClipArt_Gallery.2">
                  <p:embed/>
                </p:oleObj>
              </mc:Choice>
              <mc:Fallback>
                <p:oleObj name="剪辑" r:id="rId3" imgW="837360" imgH="63900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4648200"/>
                        <a:ext cx="24384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7552576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p:cNvSpPr>
            <a:spLocks noGrp="1" noChangeArrowheads="1"/>
          </p:cNvSpPr>
          <p:nvPr>
            <p:ph type="body" idx="4294967295"/>
          </p:nvPr>
        </p:nvSpPr>
        <p:spPr>
          <a:xfrm>
            <a:off x="381000" y="1066800"/>
            <a:ext cx="8763000" cy="838200"/>
          </a:xfrm>
        </p:spPr>
        <p:txBody>
          <a:bodyPr/>
          <a:lstStyle/>
          <a:p>
            <a:pPr>
              <a:lnSpc>
                <a:spcPct val="125000"/>
              </a:lnSpc>
              <a:buFontTx/>
              <a:buNone/>
            </a:pPr>
            <a:r>
              <a:rPr lang="en-US" altLang="zh-CN">
                <a:ea typeface="楷体_GB2312" charset="0"/>
              </a:rPr>
              <a:t> </a:t>
            </a:r>
            <a:r>
              <a:rPr lang="zh-CN" altLang="en-US" sz="3200">
                <a:ea typeface="楷体_GB2312" charset="0"/>
              </a:rPr>
              <a:t>在二叉树的第 </a:t>
            </a:r>
            <a:r>
              <a:rPr lang="en-US" altLang="zh-CN" sz="3200" b="1" i="1">
                <a:solidFill>
                  <a:srgbClr val="0000FF"/>
                </a:solidFill>
                <a:ea typeface="楷体_GB2312" charset="0"/>
              </a:rPr>
              <a:t>i</a:t>
            </a:r>
            <a:r>
              <a:rPr lang="en-US" altLang="zh-CN" sz="3200">
                <a:ea typeface="楷体_GB2312" charset="0"/>
              </a:rPr>
              <a:t> </a:t>
            </a:r>
            <a:r>
              <a:rPr lang="zh-CN" altLang="en-US" sz="3200">
                <a:ea typeface="楷体_GB2312" charset="0"/>
              </a:rPr>
              <a:t>层上至多有</a:t>
            </a:r>
            <a:r>
              <a:rPr lang="en-US" altLang="zh-CN" sz="3200" b="1" i="1">
                <a:solidFill>
                  <a:srgbClr val="0000FF"/>
                </a:solidFill>
                <a:ea typeface="楷体_GB2312" charset="0"/>
              </a:rPr>
              <a:t>2</a:t>
            </a:r>
            <a:r>
              <a:rPr lang="en-US" altLang="zh-CN" sz="3200" b="1" i="1" baseline="30000">
                <a:solidFill>
                  <a:srgbClr val="0000FF"/>
                </a:solidFill>
                <a:ea typeface="楷体_GB2312" charset="0"/>
              </a:rPr>
              <a:t>i-1 </a:t>
            </a:r>
            <a:r>
              <a:rPr lang="zh-CN" altLang="en-US" sz="3200">
                <a:ea typeface="楷体_GB2312" charset="0"/>
              </a:rPr>
              <a:t>个结点。</a:t>
            </a:r>
            <a:r>
              <a:rPr lang="en-US" altLang="zh-CN" sz="3200">
                <a:ea typeface="楷体_GB2312" charset="0"/>
              </a:rPr>
              <a:t>(i</a:t>
            </a:r>
            <a:r>
              <a:rPr lang="en-US" altLang="zh-CN" sz="3200">
                <a:latin typeface="楷体_GB2312" charset="0"/>
                <a:ea typeface="楷体_GB2312" charset="0"/>
              </a:rPr>
              <a:t>≥</a:t>
            </a:r>
            <a:r>
              <a:rPr lang="en-US" altLang="zh-CN" sz="3200">
                <a:ea typeface="楷体_GB2312" charset="0"/>
              </a:rPr>
              <a:t>1)</a:t>
            </a:r>
          </a:p>
        </p:txBody>
      </p:sp>
      <p:sp>
        <p:nvSpPr>
          <p:cNvPr id="183299" name="Text Box 3"/>
          <p:cNvSpPr txBox="1">
            <a:spLocks noChangeArrowheads="1"/>
          </p:cNvSpPr>
          <p:nvPr/>
        </p:nvSpPr>
        <p:spPr bwMode="auto">
          <a:xfrm>
            <a:off x="152400" y="1773238"/>
            <a:ext cx="3198813"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en-US" sz="3200" b="1">
                <a:solidFill>
                  <a:schemeClr val="tx2"/>
                </a:solidFill>
                <a:latin typeface="Times New Roman" charset="0"/>
                <a:ea typeface="楷体_GB2312" charset="0"/>
              </a:rPr>
              <a:t>用归纳法证明</a:t>
            </a:r>
            <a:r>
              <a:rPr kumimoji="1" lang="zh-CN" altLang="en-US" sz="2000" b="1">
                <a:solidFill>
                  <a:schemeClr val="tx2"/>
                </a:solidFill>
                <a:latin typeface="Times New Roman" charset="0"/>
              </a:rPr>
              <a:t>：</a:t>
            </a:r>
            <a:endParaRPr kumimoji="1" lang="zh-CN" altLang="en-US" sz="2000">
              <a:solidFill>
                <a:schemeClr val="tx2"/>
              </a:solidFill>
              <a:latin typeface="Times New Roman" charset="0"/>
            </a:endParaRPr>
          </a:p>
          <a:p>
            <a:pPr>
              <a:lnSpc>
                <a:spcPct val="125000"/>
              </a:lnSpc>
            </a:pPr>
            <a:r>
              <a:rPr kumimoji="1" lang="zh-CN" altLang="en-US" sz="2800">
                <a:solidFill>
                  <a:schemeClr val="tx2"/>
                </a:solidFill>
                <a:latin typeface="Times New Roman" charset="0"/>
              </a:rPr>
              <a:t>   </a:t>
            </a:r>
            <a:r>
              <a:rPr kumimoji="1" lang="zh-CN" altLang="en-US" sz="2800" b="1">
                <a:solidFill>
                  <a:schemeClr val="tx2"/>
                </a:solidFill>
                <a:latin typeface="Times New Roman" charset="0"/>
                <a:ea typeface="楷体_GB2312" charset="0"/>
              </a:rPr>
              <a:t>归纳基</a:t>
            </a:r>
            <a:r>
              <a:rPr kumimoji="1" lang="zh-CN" altLang="en-US" sz="2800" b="1">
                <a:solidFill>
                  <a:schemeClr val="tx2"/>
                </a:solidFill>
                <a:latin typeface="Times New Roman" charset="0"/>
              </a:rPr>
              <a:t>：</a:t>
            </a:r>
          </a:p>
          <a:p>
            <a:pPr>
              <a:lnSpc>
                <a:spcPct val="125000"/>
              </a:lnSpc>
            </a:pPr>
            <a:endParaRPr kumimoji="1" lang="zh-CN" altLang="en-US" sz="2800">
              <a:solidFill>
                <a:schemeClr val="tx2"/>
              </a:solidFill>
              <a:latin typeface="Times New Roman" charset="0"/>
              <a:ea typeface="楷体_GB2312" charset="0"/>
            </a:endParaRPr>
          </a:p>
          <a:p>
            <a:pPr>
              <a:lnSpc>
                <a:spcPct val="125000"/>
              </a:lnSpc>
            </a:pPr>
            <a:r>
              <a:rPr kumimoji="1" lang="zh-CN" altLang="en-US" sz="2800">
                <a:solidFill>
                  <a:schemeClr val="tx2"/>
                </a:solidFill>
                <a:latin typeface="Times New Roman" charset="0"/>
                <a:ea typeface="楷体_GB2312" charset="0"/>
              </a:rPr>
              <a:t>   </a:t>
            </a:r>
            <a:r>
              <a:rPr kumimoji="1" lang="zh-CN" altLang="en-US" sz="2800" b="1">
                <a:solidFill>
                  <a:schemeClr val="tx2"/>
                </a:solidFill>
                <a:latin typeface="Times New Roman" charset="0"/>
                <a:ea typeface="楷体_GB2312" charset="0"/>
              </a:rPr>
              <a:t>归纳假设：</a:t>
            </a:r>
            <a:endParaRPr kumimoji="1" lang="zh-CN" altLang="en-US" sz="2800">
              <a:solidFill>
                <a:schemeClr val="tx2"/>
              </a:solidFill>
              <a:latin typeface="Times New Roman" charset="0"/>
              <a:ea typeface="楷体_GB2312" charset="0"/>
            </a:endParaRPr>
          </a:p>
          <a:p>
            <a:pPr>
              <a:lnSpc>
                <a:spcPct val="125000"/>
              </a:lnSpc>
            </a:pPr>
            <a:r>
              <a:rPr kumimoji="1" lang="zh-CN" altLang="en-US" sz="2800">
                <a:solidFill>
                  <a:schemeClr val="tx2"/>
                </a:solidFill>
                <a:latin typeface="Times New Roman" charset="0"/>
                <a:ea typeface="楷体_GB2312" charset="0"/>
              </a:rPr>
              <a:t>   </a:t>
            </a:r>
            <a:r>
              <a:rPr kumimoji="1" lang="zh-CN" altLang="en-US" sz="2800" b="1">
                <a:solidFill>
                  <a:schemeClr val="tx2"/>
                </a:solidFill>
                <a:latin typeface="Times New Roman" charset="0"/>
                <a:ea typeface="楷体_GB2312" charset="0"/>
              </a:rPr>
              <a:t>归纳证明：</a:t>
            </a:r>
            <a:endParaRPr kumimoji="1" lang="zh-CN" altLang="en-US" sz="2000">
              <a:solidFill>
                <a:schemeClr val="tx2"/>
              </a:solidFill>
              <a:latin typeface="Times New Roman" charset="0"/>
            </a:endParaRPr>
          </a:p>
        </p:txBody>
      </p:sp>
      <p:sp>
        <p:nvSpPr>
          <p:cNvPr id="183300" name="Text Box 4"/>
          <p:cNvSpPr txBox="1">
            <a:spLocks noChangeArrowheads="1"/>
          </p:cNvSpPr>
          <p:nvPr/>
        </p:nvSpPr>
        <p:spPr bwMode="auto">
          <a:xfrm>
            <a:off x="2193925" y="2270125"/>
            <a:ext cx="6265863" cy="133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3200" b="1" i="1">
                <a:solidFill>
                  <a:schemeClr val="tx2"/>
                </a:solidFill>
                <a:latin typeface="Times New Roman" charset="0"/>
              </a:rPr>
              <a:t>i </a:t>
            </a:r>
            <a:r>
              <a:rPr kumimoji="1" lang="en-US" altLang="zh-CN" sz="3200">
                <a:solidFill>
                  <a:schemeClr val="tx2"/>
                </a:solidFill>
                <a:latin typeface="Times New Roman" charset="0"/>
              </a:rPr>
              <a:t>= </a:t>
            </a:r>
            <a:r>
              <a:rPr kumimoji="1" lang="en-US" altLang="zh-CN" sz="3200" b="1" i="1">
                <a:solidFill>
                  <a:schemeClr val="tx2"/>
                </a:solidFill>
                <a:latin typeface="Times New Roman" charset="0"/>
              </a:rPr>
              <a:t>1</a:t>
            </a:r>
            <a:r>
              <a:rPr kumimoji="1" lang="en-US" altLang="zh-CN" sz="3600">
                <a:solidFill>
                  <a:schemeClr val="tx2"/>
                </a:solidFill>
                <a:latin typeface="Times New Roman" charset="0"/>
              </a:rPr>
              <a:t> </a:t>
            </a:r>
            <a:r>
              <a:rPr kumimoji="1" lang="zh-CN" altLang="en-US" sz="3200">
                <a:solidFill>
                  <a:schemeClr val="tx2"/>
                </a:solidFill>
                <a:latin typeface="Times New Roman" charset="0"/>
                <a:ea typeface="楷体_GB2312" charset="0"/>
              </a:rPr>
              <a:t>层时，只有一个根结点：</a:t>
            </a:r>
          </a:p>
          <a:p>
            <a:pPr>
              <a:lnSpc>
                <a:spcPct val="120000"/>
              </a:lnSpc>
            </a:pPr>
            <a:r>
              <a:rPr kumimoji="1" lang="zh-CN" altLang="en-US" sz="3200">
                <a:solidFill>
                  <a:schemeClr val="tx2"/>
                </a:solidFill>
                <a:latin typeface="Times New Roman" charset="0"/>
                <a:ea typeface="楷体_GB2312" charset="0"/>
              </a:rPr>
              <a:t>                    </a:t>
            </a:r>
            <a:r>
              <a:rPr kumimoji="1" lang="en-US" altLang="zh-CN" sz="3200" b="1" i="1">
                <a:solidFill>
                  <a:schemeClr val="tx2"/>
                </a:solidFill>
                <a:latin typeface="Times New Roman" charset="0"/>
                <a:ea typeface="楷体_GB2312" charset="0"/>
              </a:rPr>
              <a:t>2</a:t>
            </a:r>
            <a:r>
              <a:rPr kumimoji="1" lang="en-US" altLang="zh-CN" sz="3200" b="1" i="1" baseline="30000">
                <a:solidFill>
                  <a:schemeClr val="tx2"/>
                </a:solidFill>
                <a:latin typeface="Times New Roman" charset="0"/>
                <a:ea typeface="楷体_GB2312" charset="0"/>
              </a:rPr>
              <a:t>i-1 </a:t>
            </a:r>
            <a:r>
              <a:rPr kumimoji="1" lang="en-US" altLang="zh-CN" sz="3200">
                <a:solidFill>
                  <a:schemeClr val="tx2"/>
                </a:solidFill>
                <a:latin typeface="Times New Roman" charset="0"/>
                <a:ea typeface="楷体_GB2312" charset="0"/>
              </a:rPr>
              <a:t>= </a:t>
            </a:r>
            <a:r>
              <a:rPr kumimoji="1" lang="en-US" altLang="zh-CN" sz="3200" b="1" i="1">
                <a:solidFill>
                  <a:schemeClr val="tx2"/>
                </a:solidFill>
                <a:latin typeface="Times New Roman" charset="0"/>
                <a:ea typeface="楷体_GB2312" charset="0"/>
              </a:rPr>
              <a:t>2</a:t>
            </a:r>
            <a:r>
              <a:rPr kumimoji="1" lang="en-US" altLang="zh-CN" sz="3200" b="1" i="1" baseline="30000">
                <a:solidFill>
                  <a:schemeClr val="tx2"/>
                </a:solidFill>
                <a:latin typeface="Times New Roman" charset="0"/>
                <a:ea typeface="楷体_GB2312" charset="0"/>
              </a:rPr>
              <a:t>0 </a:t>
            </a:r>
            <a:r>
              <a:rPr kumimoji="1" lang="en-US" altLang="zh-CN" sz="3200">
                <a:solidFill>
                  <a:schemeClr val="tx2"/>
                </a:solidFill>
                <a:latin typeface="Times New Roman" charset="0"/>
                <a:ea typeface="楷体_GB2312" charset="0"/>
              </a:rPr>
              <a:t>= </a:t>
            </a:r>
            <a:r>
              <a:rPr kumimoji="1" lang="en-US" altLang="zh-CN" sz="3200" b="1" i="1">
                <a:solidFill>
                  <a:schemeClr val="tx2"/>
                </a:solidFill>
                <a:latin typeface="Times New Roman" charset="0"/>
                <a:ea typeface="楷体_GB2312" charset="0"/>
              </a:rPr>
              <a:t>1</a:t>
            </a:r>
            <a:r>
              <a:rPr kumimoji="1" lang="zh-CN" altLang="en-US" sz="3200">
                <a:solidFill>
                  <a:schemeClr val="tx2"/>
                </a:solidFill>
                <a:latin typeface="Times New Roman" charset="0"/>
                <a:ea typeface="楷体_GB2312" charset="0"/>
              </a:rPr>
              <a:t>；</a:t>
            </a:r>
          </a:p>
        </p:txBody>
      </p:sp>
      <p:sp>
        <p:nvSpPr>
          <p:cNvPr id="183301" name="Text Box 5"/>
          <p:cNvSpPr txBox="1">
            <a:spLocks noChangeArrowheads="1"/>
          </p:cNvSpPr>
          <p:nvPr/>
        </p:nvSpPr>
        <p:spPr bwMode="auto">
          <a:xfrm>
            <a:off x="2422525" y="3573463"/>
            <a:ext cx="69738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2800">
                <a:solidFill>
                  <a:schemeClr val="tx2"/>
                </a:solidFill>
                <a:latin typeface="Times New Roman" charset="0"/>
                <a:ea typeface="楷体_GB2312" charset="0"/>
              </a:rPr>
              <a:t>假设对所有的 </a:t>
            </a:r>
            <a:r>
              <a:rPr kumimoji="1" lang="en-US" altLang="zh-CN" sz="2800" b="1" i="1">
                <a:solidFill>
                  <a:schemeClr val="tx2"/>
                </a:solidFill>
                <a:latin typeface="Times New Roman" charset="0"/>
                <a:ea typeface="楷体_GB2312" charset="0"/>
              </a:rPr>
              <a:t>j</a:t>
            </a:r>
            <a:r>
              <a:rPr kumimoji="1" lang="zh-CN" altLang="en-US" sz="2800">
                <a:solidFill>
                  <a:schemeClr val="tx2"/>
                </a:solidFill>
                <a:latin typeface="Times New Roman" charset="0"/>
                <a:ea typeface="楷体_GB2312" charset="0"/>
              </a:rPr>
              <a:t>，</a:t>
            </a:r>
            <a:r>
              <a:rPr kumimoji="1" lang="en-US" altLang="zh-CN" sz="2800" b="1" i="1">
                <a:solidFill>
                  <a:schemeClr val="tx2"/>
                </a:solidFill>
                <a:latin typeface="Times New Roman" charset="0"/>
                <a:ea typeface="楷体_GB2312" charset="0"/>
              </a:rPr>
              <a:t>1</a:t>
            </a:r>
            <a:r>
              <a:rPr kumimoji="1" lang="en-US" altLang="zh-CN" sz="2800">
                <a:solidFill>
                  <a:schemeClr val="tx2"/>
                </a:solidFill>
                <a:latin typeface="Times New Roman" charset="0"/>
              </a:rPr>
              <a:t>≤ </a:t>
            </a:r>
            <a:r>
              <a:rPr kumimoji="1" lang="en-US" altLang="zh-CN" sz="2800" b="1" i="1">
                <a:solidFill>
                  <a:schemeClr val="tx2"/>
                </a:solidFill>
                <a:latin typeface="Times New Roman" charset="0"/>
              </a:rPr>
              <a:t>j</a:t>
            </a:r>
            <a:r>
              <a:rPr kumimoji="1" lang="en-US" altLang="zh-CN" sz="2800">
                <a:solidFill>
                  <a:schemeClr val="tx2"/>
                </a:solidFill>
                <a:latin typeface="Times New Roman" charset="0"/>
              </a:rPr>
              <a:t> </a:t>
            </a:r>
            <a:r>
              <a:rPr kumimoji="1" lang="en-US" altLang="zh-CN" sz="2800">
                <a:solidFill>
                  <a:schemeClr val="tx2"/>
                </a:solidFill>
                <a:latin typeface="Times New Roman" charset="0"/>
                <a:sym typeface="Symbol" charset="2"/>
              </a:rPr>
              <a:t> </a:t>
            </a:r>
            <a:r>
              <a:rPr kumimoji="1" lang="en-US" altLang="zh-CN" sz="2800" b="1" i="1">
                <a:solidFill>
                  <a:schemeClr val="tx2"/>
                </a:solidFill>
                <a:latin typeface="Times New Roman" charset="0"/>
              </a:rPr>
              <a:t>i</a:t>
            </a:r>
            <a:r>
              <a:rPr kumimoji="1" lang="zh-CN" altLang="en-US" sz="2800">
                <a:solidFill>
                  <a:schemeClr val="tx2"/>
                </a:solidFill>
                <a:latin typeface="Times New Roman" charset="0"/>
              </a:rPr>
              <a:t>，</a:t>
            </a:r>
            <a:r>
              <a:rPr kumimoji="1" lang="zh-CN" altLang="en-US" sz="2800">
                <a:solidFill>
                  <a:schemeClr val="tx2"/>
                </a:solidFill>
                <a:latin typeface="Times New Roman" charset="0"/>
                <a:ea typeface="楷体_GB2312" charset="0"/>
              </a:rPr>
              <a:t>命题成立；</a:t>
            </a:r>
          </a:p>
        </p:txBody>
      </p:sp>
      <p:sp>
        <p:nvSpPr>
          <p:cNvPr id="183302" name="Text Box 6"/>
          <p:cNvSpPr txBox="1">
            <a:spLocks noChangeArrowheads="1"/>
          </p:cNvSpPr>
          <p:nvPr/>
        </p:nvSpPr>
        <p:spPr bwMode="auto">
          <a:xfrm>
            <a:off x="2422525" y="4149725"/>
            <a:ext cx="6618288"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2800">
                <a:solidFill>
                  <a:schemeClr val="tx2"/>
                </a:solidFill>
                <a:latin typeface="Times New Roman" charset="0"/>
                <a:ea typeface="楷体_GB2312" charset="0"/>
              </a:rPr>
              <a:t>二叉树上每个结点至多有两棵子树，</a:t>
            </a:r>
          </a:p>
          <a:p>
            <a:pPr>
              <a:lnSpc>
                <a:spcPct val="120000"/>
              </a:lnSpc>
            </a:pPr>
            <a:r>
              <a:rPr kumimoji="1" lang="zh-CN" altLang="en-US" sz="2800">
                <a:solidFill>
                  <a:schemeClr val="tx2"/>
                </a:solidFill>
                <a:latin typeface="Times New Roman" charset="0"/>
                <a:ea typeface="楷体_GB2312" charset="0"/>
              </a:rPr>
              <a:t>则第 </a:t>
            </a:r>
            <a:r>
              <a:rPr kumimoji="1" lang="en-US" altLang="zh-CN" sz="2800" b="1" i="1">
                <a:solidFill>
                  <a:schemeClr val="tx2"/>
                </a:solidFill>
                <a:latin typeface="Times New Roman" charset="0"/>
                <a:ea typeface="楷体_GB2312" charset="0"/>
              </a:rPr>
              <a:t>i </a:t>
            </a:r>
            <a:r>
              <a:rPr kumimoji="1" lang="zh-CN" altLang="en-US" sz="2800">
                <a:solidFill>
                  <a:schemeClr val="tx2"/>
                </a:solidFill>
                <a:latin typeface="Times New Roman" charset="0"/>
                <a:ea typeface="楷体_GB2312" charset="0"/>
              </a:rPr>
              <a:t>层的结点数 </a:t>
            </a:r>
            <a:r>
              <a:rPr kumimoji="1" lang="en-US" altLang="zh-CN" sz="2800">
                <a:solidFill>
                  <a:schemeClr val="tx2"/>
                </a:solidFill>
                <a:latin typeface="Times New Roman" charset="0"/>
                <a:ea typeface="楷体_GB2312" charset="0"/>
              </a:rPr>
              <a:t>= </a:t>
            </a:r>
            <a:r>
              <a:rPr kumimoji="1" lang="en-US" altLang="zh-CN" sz="2800" b="1" i="1">
                <a:solidFill>
                  <a:schemeClr val="tx2"/>
                </a:solidFill>
                <a:latin typeface="Times New Roman" charset="0"/>
                <a:ea typeface="楷体_GB2312" charset="0"/>
              </a:rPr>
              <a:t>2</a:t>
            </a:r>
            <a:r>
              <a:rPr kumimoji="1" lang="en-US" altLang="zh-CN" sz="2800" b="1" i="1" baseline="30000">
                <a:solidFill>
                  <a:schemeClr val="tx2"/>
                </a:solidFill>
                <a:latin typeface="Times New Roman" charset="0"/>
                <a:ea typeface="楷体_GB2312" charset="0"/>
              </a:rPr>
              <a:t>i-2</a:t>
            </a:r>
            <a:r>
              <a:rPr kumimoji="1" lang="en-US" altLang="zh-CN" sz="2800">
                <a:solidFill>
                  <a:schemeClr val="tx2"/>
                </a:solidFill>
                <a:latin typeface="Times New Roman" charset="0"/>
                <a:ea typeface="楷体_GB2312" charset="0"/>
                <a:sym typeface="Symbol" charset="2"/>
              </a:rPr>
              <a:t></a:t>
            </a:r>
            <a:r>
              <a:rPr kumimoji="1" lang="en-US" altLang="zh-CN" sz="2800" b="1" i="1">
                <a:solidFill>
                  <a:schemeClr val="tx2"/>
                </a:solidFill>
                <a:latin typeface="Times New Roman" charset="0"/>
                <a:ea typeface="楷体_GB2312" charset="0"/>
                <a:sym typeface="Symbol" charset="2"/>
              </a:rPr>
              <a:t> 2</a:t>
            </a:r>
            <a:r>
              <a:rPr kumimoji="1" lang="en-US" altLang="zh-CN" sz="2800">
                <a:solidFill>
                  <a:schemeClr val="tx2"/>
                </a:solidFill>
                <a:latin typeface="Times New Roman" charset="0"/>
                <a:ea typeface="楷体_GB2312" charset="0"/>
                <a:sym typeface="Symbol" charset="2"/>
              </a:rPr>
              <a:t> = </a:t>
            </a:r>
            <a:r>
              <a:rPr kumimoji="1" lang="en-US" altLang="zh-CN" sz="2800" b="1" i="1">
                <a:solidFill>
                  <a:schemeClr val="tx2"/>
                </a:solidFill>
                <a:latin typeface="Times New Roman" charset="0"/>
                <a:ea typeface="楷体_GB2312" charset="0"/>
                <a:sym typeface="Symbol" charset="2"/>
              </a:rPr>
              <a:t>2</a:t>
            </a:r>
            <a:r>
              <a:rPr kumimoji="1" lang="en-US" altLang="zh-CN" sz="2800" b="1" i="1" baseline="30000">
                <a:solidFill>
                  <a:schemeClr val="tx2"/>
                </a:solidFill>
                <a:latin typeface="Times New Roman" charset="0"/>
                <a:ea typeface="楷体_GB2312" charset="0"/>
                <a:sym typeface="Symbol" charset="2"/>
              </a:rPr>
              <a:t>i-1</a:t>
            </a:r>
            <a:r>
              <a:rPr kumimoji="1" lang="en-US" altLang="zh-CN" sz="2800" b="1" i="1">
                <a:solidFill>
                  <a:schemeClr val="tx2"/>
                </a:solidFill>
                <a:latin typeface="Times New Roman" charset="0"/>
                <a:ea typeface="楷体_GB2312" charset="0"/>
                <a:sym typeface="Symbol" charset="2"/>
              </a:rPr>
              <a:t> </a:t>
            </a:r>
            <a:r>
              <a:rPr kumimoji="1" lang="zh-CN" altLang="en-US" sz="2800">
                <a:solidFill>
                  <a:schemeClr val="tx2"/>
                </a:solidFill>
                <a:latin typeface="Times New Roman" charset="0"/>
                <a:ea typeface="楷体_GB2312" charset="0"/>
                <a:sym typeface="Symbol" charset="2"/>
              </a:rPr>
              <a:t>。</a:t>
            </a:r>
          </a:p>
        </p:txBody>
      </p:sp>
      <p:sp>
        <p:nvSpPr>
          <p:cNvPr id="183303" name="Rectangle 7"/>
          <p:cNvSpPr>
            <a:spLocks noChangeArrowheads="1"/>
          </p:cNvSpPr>
          <p:nvPr/>
        </p:nvSpPr>
        <p:spPr bwMode="auto">
          <a:xfrm>
            <a:off x="468313" y="5949950"/>
            <a:ext cx="798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400" b="1">
                <a:solidFill>
                  <a:srgbClr val="FF0000"/>
                </a:solidFill>
                <a:effectLst>
                  <a:outerShdw blurRad="38100" dist="38100" dir="2700000" algn="tl">
                    <a:srgbClr val="C0C0C0"/>
                  </a:outerShdw>
                </a:effectLst>
                <a:latin typeface="Times New Roman" charset="0"/>
              </a:rPr>
              <a:t>推广：</a:t>
            </a:r>
            <a:r>
              <a:rPr lang="zh-CN" altLang="en-US" sz="2400" b="1">
                <a:effectLst>
                  <a:outerShdw blurRad="38100" dist="38100" dir="2700000" algn="tl">
                    <a:srgbClr val="C0C0C0"/>
                  </a:outerShdw>
                </a:effectLst>
                <a:latin typeface="Times New Roman" charset="0"/>
              </a:rPr>
              <a:t>深度为</a:t>
            </a:r>
            <a:r>
              <a:rPr lang="en-US" altLang="zh-CN" sz="2400" b="1" i="1">
                <a:effectLst>
                  <a:outerShdw blurRad="38100" dist="38100" dir="2700000" algn="tl">
                    <a:srgbClr val="C0C0C0"/>
                  </a:outerShdw>
                </a:effectLst>
                <a:latin typeface="Times New Roman" charset="0"/>
              </a:rPr>
              <a:t>h</a:t>
            </a:r>
            <a:r>
              <a:rPr lang="zh-CN" altLang="en-US" sz="2400" b="1">
                <a:effectLst>
                  <a:outerShdw blurRad="38100" dist="38100" dir="2700000" algn="tl">
                    <a:srgbClr val="C0C0C0"/>
                  </a:outerShdw>
                </a:effectLst>
                <a:latin typeface="Times New Roman" charset="0"/>
              </a:rPr>
              <a:t>的</a:t>
            </a:r>
            <a:r>
              <a:rPr lang="en-US" altLang="zh-CN" sz="2400" b="1" i="1">
                <a:effectLst>
                  <a:outerShdw blurRad="38100" dist="38100" dir="2700000" algn="tl">
                    <a:srgbClr val="C0C0C0"/>
                  </a:outerShdw>
                </a:effectLst>
                <a:latin typeface="Times New Roman" charset="0"/>
              </a:rPr>
              <a:t>k</a:t>
            </a:r>
            <a:r>
              <a:rPr lang="zh-CN" altLang="en-US" sz="2400" b="1">
                <a:effectLst>
                  <a:outerShdw blurRad="38100" dist="38100" dir="2700000" algn="tl">
                    <a:srgbClr val="C0C0C0"/>
                  </a:outerShdw>
                </a:effectLst>
                <a:latin typeface="Times New Roman" charset="0"/>
              </a:rPr>
              <a:t>叉树中，第</a:t>
            </a:r>
            <a:r>
              <a:rPr lang="en-US" altLang="zh-CN" sz="2400" b="1" i="1">
                <a:effectLst>
                  <a:outerShdw blurRad="38100" dist="38100" dir="2700000" algn="tl">
                    <a:srgbClr val="C0C0C0"/>
                  </a:outerShdw>
                </a:effectLst>
                <a:latin typeface="Times New Roman" charset="0"/>
              </a:rPr>
              <a:t>i</a:t>
            </a:r>
            <a:r>
              <a:rPr lang="zh-CN" altLang="en-US" sz="2400" b="1">
                <a:effectLst>
                  <a:outerShdw blurRad="38100" dist="38100" dir="2700000" algn="tl">
                    <a:srgbClr val="C0C0C0"/>
                  </a:outerShdw>
                </a:effectLst>
                <a:latin typeface="Times New Roman" charset="0"/>
              </a:rPr>
              <a:t>层上最多具有</a:t>
            </a:r>
            <a:r>
              <a:rPr lang="zh-CN" altLang="en-US" sz="2400" b="1" i="1">
                <a:effectLst>
                  <a:outerShdw blurRad="38100" dist="38100" dir="2700000" algn="tl">
                    <a:srgbClr val="C0C0C0"/>
                  </a:outerShdw>
                </a:effectLst>
                <a:latin typeface="Times New Roman" charset="0"/>
              </a:rPr>
              <a:t>         </a:t>
            </a:r>
            <a:r>
              <a:rPr lang="zh-CN" altLang="en-US" sz="2400" b="1">
                <a:effectLst>
                  <a:outerShdw blurRad="38100" dist="38100" dir="2700000" algn="tl">
                    <a:srgbClr val="C0C0C0"/>
                  </a:outerShdw>
                </a:effectLst>
                <a:latin typeface="Times New Roman" charset="0"/>
              </a:rPr>
              <a:t>个结点。</a:t>
            </a:r>
          </a:p>
        </p:txBody>
      </p:sp>
      <p:sp>
        <p:nvSpPr>
          <p:cNvPr id="183304" name="Text Box 8" descr="水滴"/>
          <p:cNvSpPr txBox="1">
            <a:spLocks noChangeArrowheads="1"/>
          </p:cNvSpPr>
          <p:nvPr/>
        </p:nvSpPr>
        <p:spPr bwMode="auto">
          <a:xfrm>
            <a:off x="6443663" y="5876925"/>
            <a:ext cx="854075" cy="60483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eaLnBrk="0" hangingPunct="0">
              <a:lnSpc>
                <a:spcPct val="120000"/>
              </a:lnSpc>
              <a:spcBef>
                <a:spcPct val="50000"/>
              </a:spcBef>
            </a:pPr>
            <a:r>
              <a:rPr lang="en-US" altLang="zh-CN" sz="2800" b="1" i="1">
                <a:effectLst>
                  <a:outerShdw blurRad="38100" dist="38100" dir="2700000" algn="tl">
                    <a:srgbClr val="C0C0C0"/>
                  </a:outerShdw>
                </a:effectLst>
                <a:latin typeface="Times New Roman" charset="0"/>
              </a:rPr>
              <a:t>k</a:t>
            </a:r>
            <a:r>
              <a:rPr lang="en-US" altLang="zh-CN" sz="2800" b="1" i="1" baseline="30000">
                <a:effectLst>
                  <a:outerShdw blurRad="38100" dist="38100" dir="2700000" algn="tl">
                    <a:srgbClr val="C0C0C0"/>
                  </a:outerShdw>
                </a:effectLst>
                <a:latin typeface="Times New Roman" charset="0"/>
              </a:rPr>
              <a:t>i</a:t>
            </a:r>
            <a:r>
              <a:rPr lang="zh-CN" altLang="en-US" sz="2800" b="1" baseline="30000">
                <a:effectLst>
                  <a:outerShdw blurRad="38100" dist="38100" dir="2700000" algn="tl">
                    <a:srgbClr val="C0C0C0"/>
                  </a:outerShdw>
                </a:effectLst>
                <a:latin typeface="宋体" charset="-122"/>
              </a:rPr>
              <a:t>－</a:t>
            </a:r>
            <a:r>
              <a:rPr lang="en-US" altLang="zh-CN" sz="2800" b="1" baseline="30000">
                <a:effectLst>
                  <a:outerShdw blurRad="38100" dist="38100" dir="2700000" algn="tl">
                    <a:srgbClr val="C0C0C0"/>
                  </a:outerShdw>
                </a:effectLst>
                <a:latin typeface="Times New Roman" charset="0"/>
              </a:rPr>
              <a:t>1</a:t>
            </a:r>
            <a:r>
              <a:rPr lang="en-US" altLang="zh-CN" sz="2800" b="1">
                <a:effectLst>
                  <a:outerShdw blurRad="38100" dist="38100" dir="2700000" algn="tl">
                    <a:srgbClr val="C0C0C0"/>
                  </a:outerShdw>
                </a:effectLst>
                <a:latin typeface="Times New Roman" charset="0"/>
              </a:rPr>
              <a:t> </a:t>
            </a:r>
          </a:p>
        </p:txBody>
      </p:sp>
      <p:sp>
        <p:nvSpPr>
          <p:cNvPr id="183306" name="Rectangle 10"/>
          <p:cNvSpPr>
            <a:spLocks noChangeArrowheads="1"/>
          </p:cNvSpPr>
          <p:nvPr/>
        </p:nvSpPr>
        <p:spPr bwMode="auto">
          <a:xfrm>
            <a:off x="1447800" y="152400"/>
            <a:ext cx="21732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600" b="1">
                <a:solidFill>
                  <a:schemeClr val="tx2"/>
                </a:solidFill>
                <a:ea typeface="楷体_GB2312" charset="0"/>
              </a:rPr>
              <a:t>性质 </a:t>
            </a:r>
            <a:r>
              <a:rPr lang="en-US" altLang="zh-CN" sz="3600" b="1">
                <a:solidFill>
                  <a:schemeClr val="tx2"/>
                </a:solidFill>
                <a:latin typeface="Times New Roman" charset="0"/>
                <a:ea typeface="楷体_GB2312" charset="0"/>
              </a:rPr>
              <a:t>1</a:t>
            </a:r>
            <a:r>
              <a:rPr lang="en-US" altLang="zh-CN" sz="4400" b="1">
                <a:solidFill>
                  <a:schemeClr val="tx2"/>
                </a:solidFill>
                <a:ea typeface="楷体_GB2312" charset="0"/>
              </a:rPr>
              <a:t> </a:t>
            </a:r>
            <a:r>
              <a:rPr lang="zh-CN" altLang="en-US" sz="4400" b="1">
                <a:solidFill>
                  <a:schemeClr val="tx2"/>
                </a:solidFill>
                <a:ea typeface="楷体_GB2312" charset="0"/>
              </a:rPr>
              <a:t>：</a:t>
            </a:r>
          </a:p>
        </p:txBody>
      </p:sp>
    </p:spTree>
    <p:extLst>
      <p:ext uri="{BB962C8B-B14F-4D97-AF65-F5344CB8AC3E}">
        <p14:creationId xmlns:p14="http://schemas.microsoft.com/office/powerpoint/2010/main" val="1839120442"/>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299"/>
                                        </p:tgtEl>
                                        <p:attrNameLst>
                                          <p:attrName>style.visibility</p:attrName>
                                        </p:attrNameLst>
                                      </p:cBhvr>
                                      <p:to>
                                        <p:strVal val="visible"/>
                                      </p:to>
                                    </p:set>
                                    <p:animEffect transition="in" filter="wipe(left)">
                                      <p:cBhvr>
                                        <p:cTn id="7" dur="500"/>
                                        <p:tgtEl>
                                          <p:spTgt spid="1832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83300"/>
                                        </p:tgtEl>
                                        <p:attrNameLst>
                                          <p:attrName>style.visibility</p:attrName>
                                        </p:attrNameLst>
                                      </p:cBhvr>
                                      <p:to>
                                        <p:strVal val="visible"/>
                                      </p:to>
                                    </p:set>
                                    <p:animEffect transition="in" filter="wipe(left)">
                                      <p:cBhvr>
                                        <p:cTn id="12" dur="300"/>
                                        <p:tgtEl>
                                          <p:spTgt spid="1833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83301"/>
                                        </p:tgtEl>
                                        <p:attrNameLst>
                                          <p:attrName>style.visibility</p:attrName>
                                        </p:attrNameLst>
                                      </p:cBhvr>
                                      <p:to>
                                        <p:strVal val="visible"/>
                                      </p:to>
                                    </p:set>
                                    <p:animEffect transition="in" filter="wipe(left)">
                                      <p:cBhvr>
                                        <p:cTn id="17" dur="300"/>
                                        <p:tgtEl>
                                          <p:spTgt spid="1833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83302"/>
                                        </p:tgtEl>
                                        <p:attrNameLst>
                                          <p:attrName>style.visibility</p:attrName>
                                        </p:attrNameLst>
                                      </p:cBhvr>
                                      <p:to>
                                        <p:strVal val="visible"/>
                                      </p:to>
                                    </p:set>
                                    <p:animEffect transition="in" filter="wipe(left)">
                                      <p:cBhvr>
                                        <p:cTn id="22" dur="300"/>
                                        <p:tgtEl>
                                          <p:spTgt spid="18330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3303"/>
                                        </p:tgtEl>
                                        <p:attrNameLst>
                                          <p:attrName>style.visibility</p:attrName>
                                        </p:attrNameLst>
                                      </p:cBhvr>
                                      <p:to>
                                        <p:strVal val="visible"/>
                                      </p:to>
                                    </p:set>
                                    <p:anim calcmode="lin" valueType="num">
                                      <p:cBhvr additive="base">
                                        <p:cTn id="27" dur="500" fill="hold"/>
                                        <p:tgtEl>
                                          <p:spTgt spid="183303"/>
                                        </p:tgtEl>
                                        <p:attrNameLst>
                                          <p:attrName>ppt_x</p:attrName>
                                        </p:attrNameLst>
                                      </p:cBhvr>
                                      <p:tavLst>
                                        <p:tav tm="0">
                                          <p:val>
                                            <p:strVal val="#ppt_x"/>
                                          </p:val>
                                        </p:tav>
                                        <p:tav tm="100000">
                                          <p:val>
                                            <p:strVal val="#ppt_x"/>
                                          </p:val>
                                        </p:tav>
                                      </p:tavLst>
                                    </p:anim>
                                    <p:anim calcmode="lin" valueType="num">
                                      <p:cBhvr additive="base">
                                        <p:cTn id="28" dur="500" fill="hold"/>
                                        <p:tgtEl>
                                          <p:spTgt spid="183303"/>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83304"/>
                                        </p:tgtEl>
                                        <p:attrNameLst>
                                          <p:attrName>style.visibility</p:attrName>
                                        </p:attrNameLst>
                                      </p:cBhvr>
                                      <p:to>
                                        <p:strVal val="visible"/>
                                      </p:to>
                                    </p:set>
                                    <p:anim calcmode="lin" valueType="num">
                                      <p:cBhvr additive="base">
                                        <p:cTn id="33" dur="500" fill="hold"/>
                                        <p:tgtEl>
                                          <p:spTgt spid="183304"/>
                                        </p:tgtEl>
                                        <p:attrNameLst>
                                          <p:attrName>ppt_x</p:attrName>
                                        </p:attrNameLst>
                                      </p:cBhvr>
                                      <p:tavLst>
                                        <p:tav tm="0">
                                          <p:val>
                                            <p:strVal val="0-#ppt_w/2"/>
                                          </p:val>
                                        </p:tav>
                                        <p:tav tm="100000">
                                          <p:val>
                                            <p:strVal val="#ppt_x"/>
                                          </p:val>
                                        </p:tav>
                                      </p:tavLst>
                                    </p:anim>
                                    <p:anim calcmode="lin" valueType="num">
                                      <p:cBhvr additive="base">
                                        <p:cTn id="34" dur="500" fill="hold"/>
                                        <p:tgtEl>
                                          <p:spTgt spid="1833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autoUpdateAnimBg="0"/>
      <p:bldP spid="183300" grpId="0" autoUpdateAnimBg="0"/>
      <p:bldP spid="183301" grpId="0" autoUpdateAnimBg="0"/>
      <p:bldP spid="183302" grpId="0" autoUpdateAnimBg="0"/>
      <p:bldP spid="183303" grpId="0"/>
      <p:bldP spid="18330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body" idx="4294967295"/>
          </p:nvPr>
        </p:nvSpPr>
        <p:spPr>
          <a:xfrm>
            <a:off x="533400" y="1219200"/>
            <a:ext cx="8001000" cy="1524000"/>
          </a:xfrm>
        </p:spPr>
        <p:txBody>
          <a:bodyPr/>
          <a:lstStyle/>
          <a:p>
            <a:pPr>
              <a:lnSpc>
                <a:spcPct val="125000"/>
              </a:lnSpc>
            </a:pPr>
            <a:r>
              <a:rPr lang="en-US" altLang="zh-CN" sz="2800">
                <a:ea typeface="楷体_GB2312" charset="0"/>
              </a:rPr>
              <a:t>   </a:t>
            </a:r>
            <a:r>
              <a:rPr lang="zh-CN" altLang="en-US">
                <a:ea typeface="楷体_GB2312" charset="0"/>
              </a:rPr>
              <a:t>深度为 </a:t>
            </a:r>
            <a:r>
              <a:rPr lang="en-US" altLang="zh-CN" b="1" i="1">
                <a:solidFill>
                  <a:srgbClr val="0000FF"/>
                </a:solidFill>
                <a:ea typeface="楷体_GB2312" charset="0"/>
              </a:rPr>
              <a:t>k </a:t>
            </a:r>
            <a:r>
              <a:rPr lang="zh-CN" altLang="en-US">
                <a:ea typeface="楷体_GB2312" charset="0"/>
              </a:rPr>
              <a:t>的二叉树上至多含 </a:t>
            </a:r>
            <a:r>
              <a:rPr lang="en-US" altLang="zh-CN" b="1" i="1">
                <a:solidFill>
                  <a:srgbClr val="0000FF"/>
                </a:solidFill>
                <a:ea typeface="楷体_GB2312" charset="0"/>
              </a:rPr>
              <a:t>2</a:t>
            </a:r>
            <a:r>
              <a:rPr lang="en-US" altLang="zh-CN" b="1" i="1" baseline="30000">
                <a:solidFill>
                  <a:srgbClr val="0000FF"/>
                </a:solidFill>
                <a:ea typeface="楷体_GB2312" charset="0"/>
              </a:rPr>
              <a:t>k</a:t>
            </a:r>
            <a:r>
              <a:rPr lang="en-US" altLang="zh-CN" b="1" i="1">
                <a:solidFill>
                  <a:srgbClr val="0000FF"/>
                </a:solidFill>
                <a:ea typeface="楷体_GB2312" charset="0"/>
              </a:rPr>
              <a:t>-1 </a:t>
            </a:r>
            <a:r>
              <a:rPr lang="zh-CN" altLang="en-US">
                <a:ea typeface="楷体_GB2312" charset="0"/>
              </a:rPr>
              <a:t>个结点（</a:t>
            </a:r>
            <a:r>
              <a:rPr lang="en-US" altLang="zh-CN">
                <a:ea typeface="楷体_GB2312" charset="0"/>
              </a:rPr>
              <a:t>k</a:t>
            </a:r>
            <a:r>
              <a:rPr lang="en-US" altLang="zh-CN">
                <a:latin typeface="楷体_GB2312" charset="0"/>
                <a:ea typeface="楷体_GB2312" charset="0"/>
              </a:rPr>
              <a:t>≥</a:t>
            </a:r>
            <a:r>
              <a:rPr lang="en-US" altLang="zh-CN">
                <a:ea typeface="楷体_GB2312" charset="0"/>
              </a:rPr>
              <a:t>1</a:t>
            </a:r>
            <a:r>
              <a:rPr lang="zh-CN" altLang="en-US">
                <a:ea typeface="楷体_GB2312" charset="0"/>
              </a:rPr>
              <a:t>）。</a:t>
            </a:r>
          </a:p>
        </p:txBody>
      </p:sp>
      <p:sp>
        <p:nvSpPr>
          <p:cNvPr id="184323" name="Text Box 3"/>
          <p:cNvSpPr txBox="1">
            <a:spLocks noChangeArrowheads="1"/>
          </p:cNvSpPr>
          <p:nvPr/>
        </p:nvSpPr>
        <p:spPr bwMode="auto">
          <a:xfrm>
            <a:off x="517525" y="2819400"/>
            <a:ext cx="1712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chemeClr val="tx2"/>
                </a:solidFill>
                <a:latin typeface="Times New Roman" charset="0"/>
                <a:ea typeface="楷体_GB2312" charset="0"/>
              </a:rPr>
              <a:t>证明：</a:t>
            </a:r>
            <a:endParaRPr kumimoji="1" lang="zh-CN" altLang="en-US" sz="2400">
              <a:latin typeface="Times New Roman" charset="0"/>
            </a:endParaRPr>
          </a:p>
        </p:txBody>
      </p:sp>
      <p:sp>
        <p:nvSpPr>
          <p:cNvPr id="184324" name="Text Box 4"/>
          <p:cNvSpPr txBox="1">
            <a:spLocks noChangeArrowheads="1"/>
          </p:cNvSpPr>
          <p:nvPr/>
        </p:nvSpPr>
        <p:spPr bwMode="auto">
          <a:xfrm>
            <a:off x="609600" y="3581400"/>
            <a:ext cx="82296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3600">
                <a:solidFill>
                  <a:schemeClr val="tx2"/>
                </a:solidFill>
                <a:latin typeface="Times New Roman" charset="0"/>
                <a:ea typeface="楷体_GB2312" charset="0"/>
              </a:rPr>
              <a:t>       </a:t>
            </a:r>
            <a:r>
              <a:rPr kumimoji="1" lang="zh-CN" altLang="en-US" sz="3600">
                <a:solidFill>
                  <a:schemeClr val="tx2"/>
                </a:solidFill>
                <a:latin typeface="Times New Roman" charset="0"/>
                <a:ea typeface="楷体_GB2312" charset="0"/>
              </a:rPr>
              <a:t>基于上一条性质，深度为 </a:t>
            </a:r>
            <a:r>
              <a:rPr kumimoji="1" lang="en-US" altLang="zh-CN" sz="3600" b="1" i="1">
                <a:solidFill>
                  <a:schemeClr val="tx2"/>
                </a:solidFill>
                <a:latin typeface="Times New Roman" charset="0"/>
                <a:ea typeface="楷体_GB2312" charset="0"/>
              </a:rPr>
              <a:t>k </a:t>
            </a:r>
            <a:r>
              <a:rPr kumimoji="1" lang="zh-CN" altLang="en-US" sz="3600">
                <a:solidFill>
                  <a:schemeClr val="tx2"/>
                </a:solidFill>
                <a:latin typeface="Times New Roman" charset="0"/>
                <a:ea typeface="楷体_GB2312" charset="0"/>
              </a:rPr>
              <a:t>的二叉树上的结点数至多为</a:t>
            </a:r>
          </a:p>
          <a:p>
            <a:pPr>
              <a:lnSpc>
                <a:spcPct val="125000"/>
              </a:lnSpc>
            </a:pPr>
            <a:r>
              <a:rPr kumimoji="1" lang="zh-CN" altLang="en-US" sz="3600">
                <a:solidFill>
                  <a:schemeClr val="tx2"/>
                </a:solidFill>
                <a:latin typeface="Times New Roman" charset="0"/>
                <a:ea typeface="楷体_GB2312" charset="0"/>
              </a:rPr>
              <a:t>       </a:t>
            </a:r>
            <a:r>
              <a:rPr kumimoji="1" lang="en-US" altLang="zh-CN" sz="3600" b="1" i="1">
                <a:solidFill>
                  <a:schemeClr val="tx2"/>
                </a:solidFill>
                <a:latin typeface="Times New Roman" charset="0"/>
                <a:ea typeface="楷体_GB2312" charset="0"/>
              </a:rPr>
              <a:t>2</a:t>
            </a:r>
            <a:r>
              <a:rPr kumimoji="1" lang="en-US" altLang="zh-CN" sz="3600" b="1" i="1" baseline="30000">
                <a:solidFill>
                  <a:schemeClr val="tx2"/>
                </a:solidFill>
                <a:latin typeface="Times New Roman" charset="0"/>
                <a:ea typeface="楷体_GB2312" charset="0"/>
              </a:rPr>
              <a:t>0</a:t>
            </a:r>
            <a:r>
              <a:rPr kumimoji="1" lang="en-US" altLang="zh-CN" sz="3600" b="1" i="1">
                <a:solidFill>
                  <a:schemeClr val="tx2"/>
                </a:solidFill>
                <a:latin typeface="Times New Roman" charset="0"/>
                <a:ea typeface="楷体_GB2312" charset="0"/>
              </a:rPr>
              <a:t>+2</a:t>
            </a:r>
            <a:r>
              <a:rPr kumimoji="1" lang="en-US" altLang="zh-CN" sz="3600" b="1" i="1" baseline="30000">
                <a:solidFill>
                  <a:schemeClr val="tx2"/>
                </a:solidFill>
                <a:latin typeface="Times New Roman" charset="0"/>
                <a:ea typeface="楷体_GB2312" charset="0"/>
              </a:rPr>
              <a:t>1</a:t>
            </a:r>
            <a:r>
              <a:rPr kumimoji="1" lang="en-US" altLang="zh-CN" sz="3600" b="1" i="1">
                <a:solidFill>
                  <a:schemeClr val="tx2"/>
                </a:solidFill>
                <a:latin typeface="Times New Roman" charset="0"/>
                <a:ea typeface="楷体_GB2312" charset="0"/>
              </a:rPr>
              <a:t>+</a:t>
            </a:r>
            <a:r>
              <a:rPr kumimoji="1" lang="en-US" altLang="zh-CN" sz="3600" b="1" i="1">
                <a:solidFill>
                  <a:schemeClr val="tx2"/>
                </a:solidFill>
                <a:latin typeface="Times New Roman" charset="0"/>
              </a:rPr>
              <a:t> </a:t>
            </a:r>
            <a:r>
              <a:rPr kumimoji="1" lang="en-US" altLang="zh-CN" sz="3600" b="1" i="1">
                <a:solidFill>
                  <a:schemeClr val="tx2"/>
                </a:solidFill>
                <a:latin typeface="Times New Roman" charset="0"/>
                <a:sym typeface="Symbol" charset="2"/>
              </a:rPr>
              <a:t>      +2</a:t>
            </a:r>
            <a:r>
              <a:rPr kumimoji="1" lang="en-US" altLang="zh-CN" sz="3600" b="1" i="1" baseline="30000">
                <a:solidFill>
                  <a:schemeClr val="tx2"/>
                </a:solidFill>
                <a:latin typeface="Times New Roman" charset="0"/>
                <a:sym typeface="Symbol" charset="2"/>
              </a:rPr>
              <a:t>k-1</a:t>
            </a:r>
            <a:r>
              <a:rPr kumimoji="1" lang="en-US" altLang="zh-CN" sz="3600" b="1" i="1">
                <a:solidFill>
                  <a:schemeClr val="tx2"/>
                </a:solidFill>
                <a:latin typeface="Times New Roman" charset="0"/>
                <a:sym typeface="Symbol" charset="2"/>
              </a:rPr>
              <a:t> = 2</a:t>
            </a:r>
            <a:r>
              <a:rPr kumimoji="1" lang="en-US" altLang="zh-CN" sz="3600" b="1" i="1" baseline="30000">
                <a:solidFill>
                  <a:schemeClr val="tx2"/>
                </a:solidFill>
                <a:latin typeface="Times New Roman" charset="0"/>
                <a:sym typeface="Symbol" charset="2"/>
              </a:rPr>
              <a:t>k</a:t>
            </a:r>
            <a:r>
              <a:rPr kumimoji="1" lang="en-US" altLang="zh-CN" sz="3600" b="1" i="1">
                <a:solidFill>
                  <a:schemeClr val="tx2"/>
                </a:solidFill>
                <a:latin typeface="Times New Roman" charset="0"/>
                <a:sym typeface="Symbol" charset="2"/>
              </a:rPr>
              <a:t>-1</a:t>
            </a:r>
            <a:r>
              <a:rPr kumimoji="1" lang="en-US" altLang="zh-CN" sz="3600">
                <a:latin typeface="Times New Roman" charset="0"/>
                <a:ea typeface="楷体_GB2312" charset="0"/>
              </a:rPr>
              <a:t> </a:t>
            </a:r>
            <a:r>
              <a:rPr kumimoji="1" lang="zh-CN" altLang="en-US" sz="3600">
                <a:latin typeface="Times New Roman" charset="0"/>
                <a:ea typeface="楷体_GB2312" charset="0"/>
              </a:rPr>
              <a:t>。</a:t>
            </a:r>
          </a:p>
        </p:txBody>
      </p:sp>
      <p:sp>
        <p:nvSpPr>
          <p:cNvPr id="184326" name="Rectangle 6"/>
          <p:cNvSpPr>
            <a:spLocks noChangeArrowheads="1"/>
          </p:cNvSpPr>
          <p:nvPr/>
        </p:nvSpPr>
        <p:spPr bwMode="auto">
          <a:xfrm>
            <a:off x="1524000" y="155575"/>
            <a:ext cx="26574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4800">
                <a:solidFill>
                  <a:schemeClr val="tx2"/>
                </a:solidFill>
                <a:ea typeface="楷体_GB2312" charset="0"/>
              </a:rPr>
              <a:t>性质 </a:t>
            </a:r>
            <a:r>
              <a:rPr lang="en-US" altLang="zh-CN" sz="4800">
                <a:solidFill>
                  <a:schemeClr val="tx2"/>
                </a:solidFill>
                <a:latin typeface="Times New Roman" charset="0"/>
                <a:ea typeface="楷体_GB2312" charset="0"/>
              </a:rPr>
              <a:t>2</a:t>
            </a:r>
            <a:r>
              <a:rPr lang="en-US" altLang="zh-CN" sz="4800">
                <a:solidFill>
                  <a:schemeClr val="tx2"/>
                </a:solidFill>
                <a:ea typeface="楷体_GB2312" charset="0"/>
              </a:rPr>
              <a:t> </a:t>
            </a:r>
            <a:r>
              <a:rPr lang="zh-CN" altLang="en-US" sz="4800">
                <a:solidFill>
                  <a:schemeClr val="tx2"/>
                </a:solidFill>
                <a:ea typeface="楷体_GB2312" charset="0"/>
              </a:rPr>
              <a:t>：</a:t>
            </a:r>
          </a:p>
        </p:txBody>
      </p:sp>
      <p:sp>
        <p:nvSpPr>
          <p:cNvPr id="184327" name="Rectangle 7"/>
          <p:cNvSpPr>
            <a:spLocks noChangeArrowheads="1"/>
          </p:cNvSpPr>
          <p:nvPr/>
        </p:nvSpPr>
        <p:spPr bwMode="auto">
          <a:xfrm>
            <a:off x="228600" y="6096000"/>
            <a:ext cx="7313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2400" b="1">
                <a:solidFill>
                  <a:srgbClr val="FF0000"/>
                </a:solidFill>
                <a:effectLst>
                  <a:outerShdw blurRad="38100" dist="38100" dir="2700000" algn="tl">
                    <a:srgbClr val="C0C0C0"/>
                  </a:outerShdw>
                </a:effectLst>
                <a:latin typeface="Times New Roman" charset="0"/>
              </a:rPr>
              <a:t>推广：</a:t>
            </a:r>
            <a:r>
              <a:rPr lang="zh-CN" altLang="en-US" sz="2400" b="1">
                <a:effectLst>
                  <a:outerShdw blurRad="38100" dist="38100" dir="2700000" algn="tl">
                    <a:srgbClr val="C0C0C0"/>
                  </a:outerShdw>
                </a:effectLst>
                <a:latin typeface="Times New Roman" charset="0"/>
              </a:rPr>
              <a:t>深度为</a:t>
            </a:r>
            <a:r>
              <a:rPr lang="en-US" altLang="zh-CN" sz="2400" b="1" i="1">
                <a:effectLst>
                  <a:outerShdw blurRad="38100" dist="38100" dir="2700000" algn="tl">
                    <a:srgbClr val="C0C0C0"/>
                  </a:outerShdw>
                </a:effectLst>
                <a:latin typeface="Times New Roman" charset="0"/>
              </a:rPr>
              <a:t>h</a:t>
            </a:r>
            <a:r>
              <a:rPr lang="zh-CN" altLang="en-US" sz="2400" b="1">
                <a:effectLst>
                  <a:outerShdw blurRad="38100" dist="38100" dir="2700000" algn="tl">
                    <a:srgbClr val="C0C0C0"/>
                  </a:outerShdw>
                </a:effectLst>
                <a:latin typeface="Times New Roman" charset="0"/>
              </a:rPr>
              <a:t>的</a:t>
            </a:r>
            <a:r>
              <a:rPr lang="en-US" altLang="zh-CN" sz="2400" b="1" i="1">
                <a:effectLst>
                  <a:outerShdw blurRad="38100" dist="38100" dir="2700000" algn="tl">
                    <a:srgbClr val="C0C0C0"/>
                  </a:outerShdw>
                </a:effectLst>
                <a:latin typeface="Times New Roman" charset="0"/>
              </a:rPr>
              <a:t>k</a:t>
            </a:r>
            <a:r>
              <a:rPr lang="zh-CN" altLang="en-US" sz="2400" b="1">
                <a:effectLst>
                  <a:outerShdw blurRad="38100" dist="38100" dir="2700000" algn="tl">
                    <a:srgbClr val="C0C0C0"/>
                  </a:outerShdw>
                </a:effectLst>
                <a:latin typeface="Times New Roman" charset="0"/>
              </a:rPr>
              <a:t>叉树至多含</a:t>
            </a:r>
            <a:r>
              <a:rPr lang="zh-CN" altLang="en-US" sz="2400" b="1" i="1">
                <a:effectLst>
                  <a:outerShdw blurRad="38100" dist="38100" dir="2700000" algn="tl">
                    <a:srgbClr val="C0C0C0"/>
                  </a:outerShdw>
                </a:effectLst>
                <a:latin typeface="Times New Roman" charset="0"/>
              </a:rPr>
              <a:t>                         </a:t>
            </a:r>
            <a:r>
              <a:rPr lang="zh-CN" altLang="en-US" sz="2400" b="1">
                <a:effectLst>
                  <a:outerShdw blurRad="38100" dist="38100" dir="2700000" algn="tl">
                    <a:srgbClr val="C0C0C0"/>
                  </a:outerShdw>
                </a:effectLst>
                <a:latin typeface="Times New Roman" charset="0"/>
              </a:rPr>
              <a:t>个结点。</a:t>
            </a:r>
          </a:p>
        </p:txBody>
      </p:sp>
      <p:sp>
        <p:nvSpPr>
          <p:cNvPr id="184329" name="Rectangle 9"/>
          <p:cNvSpPr>
            <a:spLocks noChangeArrowheads="1"/>
          </p:cNvSpPr>
          <p:nvPr/>
        </p:nvSpPr>
        <p:spPr bwMode="auto">
          <a:xfrm>
            <a:off x="4495800" y="6096000"/>
            <a:ext cx="1704975" cy="4572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solidFill>
                  <a:srgbClr val="333399"/>
                </a:solidFill>
                <a:latin typeface="Times New Roman" charset="0"/>
              </a:rPr>
              <a:t>(</a:t>
            </a:r>
            <a:r>
              <a:rPr kumimoji="1" lang="en-US" altLang="zh-CN" sz="2400" b="1" i="1">
                <a:solidFill>
                  <a:srgbClr val="333399"/>
                </a:solidFill>
                <a:latin typeface="Times New Roman" charset="0"/>
              </a:rPr>
              <a:t>k</a:t>
            </a:r>
            <a:r>
              <a:rPr kumimoji="1" lang="en-US" altLang="zh-CN" sz="2400" b="1" i="1" baseline="30000">
                <a:solidFill>
                  <a:srgbClr val="333399"/>
                </a:solidFill>
                <a:latin typeface="Times New Roman" charset="0"/>
              </a:rPr>
              <a:t>h</a:t>
            </a:r>
            <a:r>
              <a:rPr kumimoji="1" lang="en-US" altLang="zh-CN" sz="2400" b="1">
                <a:solidFill>
                  <a:srgbClr val="333399"/>
                </a:solidFill>
                <a:latin typeface="宋体" charset="-122"/>
              </a:rPr>
              <a:t>-</a:t>
            </a:r>
            <a:r>
              <a:rPr kumimoji="1" lang="en-US" altLang="zh-CN" sz="2400" b="1">
                <a:solidFill>
                  <a:srgbClr val="333399"/>
                </a:solidFill>
                <a:latin typeface="Times New Roman" charset="0"/>
              </a:rPr>
              <a:t>1)/(</a:t>
            </a:r>
            <a:r>
              <a:rPr kumimoji="1" lang="en-US" altLang="zh-CN" sz="2400" b="1" i="1">
                <a:solidFill>
                  <a:srgbClr val="333399"/>
                </a:solidFill>
                <a:latin typeface="Times New Roman" charset="0"/>
              </a:rPr>
              <a:t>k</a:t>
            </a:r>
            <a:r>
              <a:rPr kumimoji="1" lang="en-US" altLang="zh-CN" sz="2400" b="1">
                <a:solidFill>
                  <a:srgbClr val="333399"/>
                </a:solidFill>
                <a:latin typeface="宋体" charset="-122"/>
              </a:rPr>
              <a:t>-</a:t>
            </a:r>
            <a:r>
              <a:rPr kumimoji="1" lang="en-US" altLang="zh-CN" sz="2400" b="1">
                <a:solidFill>
                  <a:srgbClr val="333399"/>
                </a:solidFill>
                <a:latin typeface="Times New Roman" charset="0"/>
              </a:rPr>
              <a:t>1)</a:t>
            </a:r>
          </a:p>
        </p:txBody>
      </p:sp>
    </p:spTree>
    <p:extLst>
      <p:ext uri="{BB962C8B-B14F-4D97-AF65-F5344CB8AC3E}">
        <p14:creationId xmlns:p14="http://schemas.microsoft.com/office/powerpoint/2010/main" val="7439148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23"/>
                                        </p:tgtEl>
                                        <p:attrNameLst>
                                          <p:attrName>style.visibility</p:attrName>
                                        </p:attrNameLst>
                                      </p:cBhvr>
                                      <p:to>
                                        <p:strVal val="visible"/>
                                      </p:to>
                                    </p:set>
                                    <p:anim calcmode="lin" valueType="num">
                                      <p:cBhvr additive="base">
                                        <p:cTn id="7" dur="500" fill="hold"/>
                                        <p:tgtEl>
                                          <p:spTgt spid="184323"/>
                                        </p:tgtEl>
                                        <p:attrNameLst>
                                          <p:attrName>ppt_x</p:attrName>
                                        </p:attrNameLst>
                                      </p:cBhvr>
                                      <p:tavLst>
                                        <p:tav tm="0">
                                          <p:val>
                                            <p:strVal val="0-#ppt_w/2"/>
                                          </p:val>
                                        </p:tav>
                                        <p:tav tm="100000">
                                          <p:val>
                                            <p:strVal val="#ppt_x"/>
                                          </p:val>
                                        </p:tav>
                                      </p:tavLst>
                                    </p:anim>
                                    <p:anim calcmode="lin" valueType="num">
                                      <p:cBhvr additive="base">
                                        <p:cTn id="8" dur="500" fill="hold"/>
                                        <p:tgtEl>
                                          <p:spTgt spid="1843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184324"/>
                                        </p:tgtEl>
                                        <p:attrNameLst>
                                          <p:attrName>style.visibility</p:attrName>
                                        </p:attrNameLst>
                                      </p:cBhvr>
                                      <p:to>
                                        <p:strVal val="visible"/>
                                      </p:to>
                                    </p:set>
                                    <p:animEffect transition="in" filter="wipe(left)">
                                      <p:cBhvr>
                                        <p:cTn id="13" dur="300"/>
                                        <p:tgtEl>
                                          <p:spTgt spid="1843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84327"/>
                                        </p:tgtEl>
                                        <p:attrNameLst>
                                          <p:attrName>style.visibility</p:attrName>
                                        </p:attrNameLst>
                                      </p:cBhvr>
                                      <p:to>
                                        <p:strVal val="visible"/>
                                      </p:to>
                                    </p:set>
                                    <p:anim calcmode="lin" valueType="num">
                                      <p:cBhvr additive="base">
                                        <p:cTn id="18" dur="500" fill="hold"/>
                                        <p:tgtEl>
                                          <p:spTgt spid="184327"/>
                                        </p:tgtEl>
                                        <p:attrNameLst>
                                          <p:attrName>ppt_x</p:attrName>
                                        </p:attrNameLst>
                                      </p:cBhvr>
                                      <p:tavLst>
                                        <p:tav tm="0">
                                          <p:val>
                                            <p:strVal val="#ppt_x"/>
                                          </p:val>
                                        </p:tav>
                                        <p:tav tm="100000">
                                          <p:val>
                                            <p:strVal val="#ppt_x"/>
                                          </p:val>
                                        </p:tav>
                                      </p:tavLst>
                                    </p:anim>
                                    <p:anim calcmode="lin" valueType="num">
                                      <p:cBhvr additive="base">
                                        <p:cTn id="19" dur="500" fill="hold"/>
                                        <p:tgtEl>
                                          <p:spTgt spid="184327"/>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84329"/>
                                        </p:tgtEl>
                                        <p:attrNameLst>
                                          <p:attrName>style.visibility</p:attrName>
                                        </p:attrNameLst>
                                      </p:cBhvr>
                                      <p:to>
                                        <p:strVal val="visible"/>
                                      </p:to>
                                    </p:set>
                                    <p:anim calcmode="lin" valueType="num">
                                      <p:cBhvr additive="base">
                                        <p:cTn id="24" dur="500" fill="hold"/>
                                        <p:tgtEl>
                                          <p:spTgt spid="184329"/>
                                        </p:tgtEl>
                                        <p:attrNameLst>
                                          <p:attrName>ppt_x</p:attrName>
                                        </p:attrNameLst>
                                      </p:cBhvr>
                                      <p:tavLst>
                                        <p:tav tm="0">
                                          <p:val>
                                            <p:strVal val="#ppt_x"/>
                                          </p:val>
                                        </p:tav>
                                        <p:tav tm="100000">
                                          <p:val>
                                            <p:strVal val="#ppt_x"/>
                                          </p:val>
                                        </p:tav>
                                      </p:tavLst>
                                    </p:anim>
                                    <p:anim calcmode="lin" valueType="num">
                                      <p:cBhvr additive="base">
                                        <p:cTn id="25" dur="500" fill="hold"/>
                                        <p:tgtEl>
                                          <p:spTgt spid="1843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autoUpdateAnimBg="0"/>
      <p:bldP spid="184324" grpId="0" autoUpdateAnimBg="0"/>
      <p:bldP spid="184327" grpId="0"/>
      <p:bldP spid="18432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body" idx="4294967295"/>
          </p:nvPr>
        </p:nvSpPr>
        <p:spPr>
          <a:xfrm>
            <a:off x="228600" y="1295400"/>
            <a:ext cx="8588375" cy="1143000"/>
          </a:xfrm>
        </p:spPr>
        <p:txBody>
          <a:bodyPr/>
          <a:lstStyle/>
          <a:p>
            <a:pPr>
              <a:lnSpc>
                <a:spcPct val="120000"/>
              </a:lnSpc>
            </a:pPr>
            <a:r>
              <a:rPr lang="en-US" altLang="zh-CN" sz="2800">
                <a:ea typeface="楷体_GB2312" charset="0"/>
              </a:rPr>
              <a:t>   </a:t>
            </a:r>
            <a:r>
              <a:rPr lang="zh-CN" altLang="en-US" sz="2800">
                <a:ea typeface="楷体_GB2312" charset="0"/>
              </a:rPr>
              <a:t>对任何一棵二叉树，若它含有</a:t>
            </a:r>
            <a:r>
              <a:rPr lang="en-US" altLang="zh-CN" sz="2800" b="1" i="1">
                <a:solidFill>
                  <a:srgbClr val="0000FF"/>
                </a:solidFill>
                <a:ea typeface="楷体_GB2312" charset="0"/>
              </a:rPr>
              <a:t>n</a:t>
            </a:r>
            <a:r>
              <a:rPr lang="en-US" altLang="zh-CN" sz="2800" b="1" i="1" baseline="-25000">
                <a:solidFill>
                  <a:srgbClr val="0000FF"/>
                </a:solidFill>
                <a:ea typeface="楷体_GB2312" charset="0"/>
              </a:rPr>
              <a:t>0 </a:t>
            </a:r>
            <a:r>
              <a:rPr lang="zh-CN" altLang="en-US" sz="2800">
                <a:ea typeface="楷体_GB2312" charset="0"/>
              </a:rPr>
              <a:t>个叶子结点、</a:t>
            </a:r>
            <a:r>
              <a:rPr lang="en-US" altLang="zh-CN" sz="2800" b="1" i="1">
                <a:solidFill>
                  <a:srgbClr val="0000FF"/>
                </a:solidFill>
                <a:ea typeface="楷体_GB2312" charset="0"/>
              </a:rPr>
              <a:t>n</a:t>
            </a:r>
            <a:r>
              <a:rPr lang="en-US" altLang="zh-CN" sz="2800" b="1" i="1" baseline="-25000">
                <a:solidFill>
                  <a:srgbClr val="0000FF"/>
                </a:solidFill>
                <a:ea typeface="楷体_GB2312" charset="0"/>
              </a:rPr>
              <a:t>2 </a:t>
            </a:r>
            <a:r>
              <a:rPr lang="zh-CN" altLang="en-US" sz="2800">
                <a:ea typeface="楷体_GB2312" charset="0"/>
              </a:rPr>
              <a:t>个度为</a:t>
            </a:r>
            <a:r>
              <a:rPr lang="zh-CN" altLang="en-US" sz="2800" b="1" i="1">
                <a:ea typeface="楷体_GB2312" charset="0"/>
              </a:rPr>
              <a:t> </a:t>
            </a:r>
            <a:r>
              <a:rPr lang="en-US" altLang="zh-CN" sz="2800" b="1" i="1">
                <a:ea typeface="楷体_GB2312" charset="0"/>
              </a:rPr>
              <a:t>2</a:t>
            </a:r>
            <a:r>
              <a:rPr lang="en-US" altLang="zh-CN" sz="2800">
                <a:ea typeface="楷体_GB2312" charset="0"/>
              </a:rPr>
              <a:t> </a:t>
            </a:r>
            <a:r>
              <a:rPr lang="zh-CN" altLang="en-US" sz="2800">
                <a:ea typeface="楷体_GB2312" charset="0"/>
              </a:rPr>
              <a:t>的结点，则必存在关系式：</a:t>
            </a:r>
            <a:r>
              <a:rPr lang="en-US" altLang="zh-CN" sz="2800" b="1" i="1">
                <a:solidFill>
                  <a:srgbClr val="0000FF"/>
                </a:solidFill>
                <a:ea typeface="楷体_GB2312" charset="0"/>
              </a:rPr>
              <a:t>n</a:t>
            </a:r>
            <a:r>
              <a:rPr lang="en-US" altLang="zh-CN" sz="2800" b="1" i="1" baseline="-25000">
                <a:solidFill>
                  <a:srgbClr val="0000FF"/>
                </a:solidFill>
                <a:ea typeface="楷体_GB2312" charset="0"/>
              </a:rPr>
              <a:t>0</a:t>
            </a:r>
            <a:r>
              <a:rPr lang="en-US" altLang="zh-CN" sz="2800" b="1" i="1">
                <a:solidFill>
                  <a:srgbClr val="0000FF"/>
                </a:solidFill>
                <a:ea typeface="楷体_GB2312" charset="0"/>
              </a:rPr>
              <a:t> = n</a:t>
            </a:r>
            <a:r>
              <a:rPr lang="en-US" altLang="zh-CN" sz="2800" b="1" i="1" baseline="-25000">
                <a:solidFill>
                  <a:srgbClr val="0000FF"/>
                </a:solidFill>
                <a:ea typeface="楷体_GB2312" charset="0"/>
              </a:rPr>
              <a:t>2</a:t>
            </a:r>
            <a:r>
              <a:rPr lang="en-US" altLang="zh-CN" sz="2800" b="1" i="1">
                <a:solidFill>
                  <a:srgbClr val="0000FF"/>
                </a:solidFill>
                <a:ea typeface="楷体_GB2312" charset="0"/>
              </a:rPr>
              <a:t>+1</a:t>
            </a:r>
            <a:r>
              <a:rPr lang="zh-CN" altLang="en-US" sz="2800">
                <a:ea typeface="楷体_GB2312" charset="0"/>
              </a:rPr>
              <a:t>。</a:t>
            </a:r>
          </a:p>
        </p:txBody>
      </p:sp>
      <p:sp>
        <p:nvSpPr>
          <p:cNvPr id="185347" name="Text Box 3"/>
          <p:cNvSpPr txBox="1">
            <a:spLocks noChangeArrowheads="1"/>
          </p:cNvSpPr>
          <p:nvPr/>
        </p:nvSpPr>
        <p:spPr bwMode="auto">
          <a:xfrm>
            <a:off x="395288" y="2362200"/>
            <a:ext cx="8534400"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en-US" sz="2800" b="1">
                <a:solidFill>
                  <a:schemeClr val="tx2"/>
                </a:solidFill>
                <a:latin typeface="Times New Roman" charset="0"/>
                <a:ea typeface="楷体_GB2312" charset="0"/>
              </a:rPr>
              <a:t>证明： 利用结点总数</a:t>
            </a:r>
            <a:r>
              <a:rPr kumimoji="1" lang="en-US" altLang="zh-CN" sz="2800" b="1">
                <a:solidFill>
                  <a:schemeClr val="tx2"/>
                </a:solidFill>
                <a:latin typeface="Times New Roman" charset="0"/>
                <a:ea typeface="楷体_GB2312" charset="0"/>
              </a:rPr>
              <a:t>=</a:t>
            </a:r>
            <a:r>
              <a:rPr kumimoji="1" lang="zh-CN" altLang="en-US" sz="2800" b="1">
                <a:solidFill>
                  <a:schemeClr val="tx2"/>
                </a:solidFill>
                <a:latin typeface="Times New Roman" charset="0"/>
                <a:ea typeface="楷体_GB2312" charset="0"/>
              </a:rPr>
              <a:t>结点</a:t>
            </a:r>
            <a:r>
              <a:rPr kumimoji="1" lang="zh-CN" altLang="en-US" sz="2800">
                <a:solidFill>
                  <a:schemeClr val="tx2"/>
                </a:solidFill>
                <a:latin typeface="Times New Roman" charset="0"/>
                <a:ea typeface="楷体_GB2312" charset="0"/>
              </a:rPr>
              <a:t>总度数</a:t>
            </a:r>
            <a:r>
              <a:rPr kumimoji="1" lang="en-US" altLang="zh-CN" sz="2800" b="1">
                <a:solidFill>
                  <a:schemeClr val="tx2"/>
                </a:solidFill>
                <a:latin typeface="Times New Roman" charset="0"/>
                <a:ea typeface="楷体_GB2312" charset="0"/>
              </a:rPr>
              <a:t>+1</a:t>
            </a:r>
          </a:p>
          <a:p>
            <a:pPr>
              <a:lnSpc>
                <a:spcPct val="125000"/>
              </a:lnSpc>
            </a:pPr>
            <a:r>
              <a:rPr kumimoji="1" lang="en-US" altLang="zh-CN" sz="2800" b="1" i="1">
                <a:solidFill>
                  <a:schemeClr val="tx2"/>
                </a:solidFill>
                <a:latin typeface="Times New Roman" charset="0"/>
                <a:ea typeface="楷体_GB2312" charset="0"/>
              </a:rPr>
              <a:t>     </a:t>
            </a:r>
            <a:r>
              <a:rPr kumimoji="1" lang="zh-CN" altLang="zh-CN" sz="2800" b="1" i="1">
                <a:solidFill>
                  <a:schemeClr val="tx2"/>
                </a:solidFill>
                <a:latin typeface="Times New Roman" charset="0"/>
                <a:ea typeface="楷体_GB2312" charset="0"/>
              </a:rPr>
              <a:t>n</a:t>
            </a:r>
            <a:r>
              <a:rPr kumimoji="1" lang="zh-CN" altLang="zh-CN" sz="2800" b="1" i="1" baseline="-25000">
                <a:solidFill>
                  <a:schemeClr val="tx2"/>
                </a:solidFill>
                <a:latin typeface="Times New Roman" charset="0"/>
                <a:ea typeface="楷体_GB2312" charset="0"/>
              </a:rPr>
              <a:t>0</a:t>
            </a:r>
            <a:r>
              <a:rPr kumimoji="1" lang="zh-CN" altLang="zh-CN" sz="2800" b="1" i="1">
                <a:solidFill>
                  <a:schemeClr val="tx2"/>
                </a:solidFill>
                <a:latin typeface="Times New Roman" charset="0"/>
                <a:ea typeface="楷体_GB2312" charset="0"/>
              </a:rPr>
              <a:t>+n</a:t>
            </a:r>
            <a:r>
              <a:rPr kumimoji="1" lang="zh-CN" altLang="zh-CN" sz="2800" b="1" i="1" baseline="-25000">
                <a:solidFill>
                  <a:schemeClr val="tx2"/>
                </a:solidFill>
                <a:latin typeface="Times New Roman" charset="0"/>
                <a:ea typeface="楷体_GB2312" charset="0"/>
              </a:rPr>
              <a:t>1</a:t>
            </a:r>
            <a:r>
              <a:rPr kumimoji="1" lang="zh-CN" altLang="zh-CN" sz="2800" b="1" i="1">
                <a:solidFill>
                  <a:schemeClr val="tx2"/>
                </a:solidFill>
                <a:latin typeface="Times New Roman" charset="0"/>
                <a:ea typeface="楷体_GB2312" charset="0"/>
              </a:rPr>
              <a:t>+n</a:t>
            </a:r>
            <a:r>
              <a:rPr kumimoji="1" lang="zh-CN" altLang="zh-CN" sz="2800" b="1" i="1" baseline="-25000">
                <a:solidFill>
                  <a:schemeClr val="tx2"/>
                </a:solidFill>
                <a:latin typeface="Times New Roman" charset="0"/>
                <a:ea typeface="楷体_GB2312" charset="0"/>
              </a:rPr>
              <a:t>2</a:t>
            </a:r>
            <a:r>
              <a:rPr kumimoji="1" lang="zh-CN" altLang="zh-CN" sz="2800" b="1" i="1">
                <a:solidFill>
                  <a:schemeClr val="tx2"/>
                </a:solidFill>
                <a:latin typeface="Times New Roman" charset="0"/>
                <a:ea typeface="楷体_GB2312" charset="0"/>
              </a:rPr>
              <a:t>=n</a:t>
            </a:r>
            <a:r>
              <a:rPr kumimoji="1" lang="zh-CN" altLang="zh-CN" sz="2800" b="1" i="1" baseline="-25000">
                <a:solidFill>
                  <a:schemeClr val="tx2"/>
                </a:solidFill>
                <a:latin typeface="Times New Roman" charset="0"/>
                <a:ea typeface="楷体_GB2312" charset="0"/>
              </a:rPr>
              <a:t>1</a:t>
            </a:r>
            <a:r>
              <a:rPr kumimoji="1" lang="zh-CN" altLang="zh-CN" sz="2800" b="1" i="1">
                <a:solidFill>
                  <a:schemeClr val="tx2"/>
                </a:solidFill>
                <a:latin typeface="Times New Roman" charset="0"/>
                <a:ea typeface="楷体_GB2312" charset="0"/>
              </a:rPr>
              <a:t>+2*n</a:t>
            </a:r>
            <a:r>
              <a:rPr kumimoji="1" lang="zh-CN" altLang="zh-CN" sz="2800" b="1" i="1" baseline="-25000">
                <a:solidFill>
                  <a:schemeClr val="tx2"/>
                </a:solidFill>
                <a:latin typeface="Times New Roman" charset="0"/>
                <a:ea typeface="楷体_GB2312" charset="0"/>
              </a:rPr>
              <a:t>2</a:t>
            </a:r>
            <a:r>
              <a:rPr kumimoji="1" lang="zh-CN" altLang="zh-CN" sz="2800" b="1" i="1">
                <a:solidFill>
                  <a:schemeClr val="tx2"/>
                </a:solidFill>
                <a:latin typeface="Times New Roman" charset="0"/>
                <a:ea typeface="楷体_GB2312" charset="0"/>
              </a:rPr>
              <a:t>+1</a:t>
            </a:r>
            <a:r>
              <a:rPr kumimoji="1" lang="en-US" altLang="zh-CN" sz="2800" b="1" i="1">
                <a:solidFill>
                  <a:schemeClr val="tx2"/>
                </a:solidFill>
                <a:latin typeface="Times New Roman" charset="0"/>
                <a:ea typeface="楷体_GB2312" charset="0"/>
              </a:rPr>
              <a:t>   =&gt;</a:t>
            </a:r>
            <a:r>
              <a:rPr kumimoji="1" lang="zh-CN" altLang="zh-CN" sz="2800" b="1" i="1">
                <a:solidFill>
                  <a:schemeClr val="tx2"/>
                </a:solidFill>
                <a:latin typeface="Times New Roman" charset="0"/>
                <a:ea typeface="楷体_GB2312" charset="0"/>
              </a:rPr>
              <a:t>  n</a:t>
            </a:r>
            <a:r>
              <a:rPr kumimoji="1" lang="zh-CN" altLang="zh-CN" sz="2800" b="1" i="1" baseline="-25000">
                <a:solidFill>
                  <a:schemeClr val="tx2"/>
                </a:solidFill>
                <a:latin typeface="Times New Roman" charset="0"/>
                <a:ea typeface="楷体_GB2312" charset="0"/>
              </a:rPr>
              <a:t>0</a:t>
            </a:r>
            <a:r>
              <a:rPr kumimoji="1" lang="zh-CN" altLang="zh-CN" sz="2800" b="1" i="1">
                <a:solidFill>
                  <a:schemeClr val="tx2"/>
                </a:solidFill>
                <a:latin typeface="Times New Roman" charset="0"/>
                <a:ea typeface="楷体_GB2312" charset="0"/>
              </a:rPr>
              <a:t>=n</a:t>
            </a:r>
            <a:r>
              <a:rPr kumimoji="1" lang="zh-CN" altLang="zh-CN" sz="2800" b="1" i="1" baseline="-25000">
                <a:solidFill>
                  <a:schemeClr val="tx2"/>
                </a:solidFill>
                <a:latin typeface="Times New Roman" charset="0"/>
                <a:ea typeface="楷体_GB2312" charset="0"/>
              </a:rPr>
              <a:t>2</a:t>
            </a:r>
            <a:r>
              <a:rPr kumimoji="1" lang="zh-CN" altLang="zh-CN" sz="2800" b="1" i="1">
                <a:solidFill>
                  <a:schemeClr val="tx2"/>
                </a:solidFill>
                <a:latin typeface="Times New Roman" charset="0"/>
                <a:ea typeface="楷体_GB2312" charset="0"/>
              </a:rPr>
              <a:t> +1       </a:t>
            </a:r>
          </a:p>
          <a:p>
            <a:pPr>
              <a:lnSpc>
                <a:spcPct val="125000"/>
              </a:lnSpc>
            </a:pPr>
            <a:endParaRPr kumimoji="1" lang="en-US" altLang="zh-CN" sz="2800" b="1" i="1">
              <a:solidFill>
                <a:schemeClr val="tx2"/>
              </a:solidFill>
              <a:latin typeface="Times New Roman" charset="0"/>
              <a:ea typeface="楷体_GB2312" charset="0"/>
            </a:endParaRPr>
          </a:p>
        </p:txBody>
      </p:sp>
      <p:sp>
        <p:nvSpPr>
          <p:cNvPr id="185348" name="Text Box 4" descr="水滴"/>
          <p:cNvSpPr txBox="1">
            <a:spLocks noChangeArrowheads="1"/>
          </p:cNvSpPr>
          <p:nvPr/>
        </p:nvSpPr>
        <p:spPr bwMode="auto">
          <a:xfrm>
            <a:off x="611188" y="3716338"/>
            <a:ext cx="7888287" cy="137318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rIns="0">
            <a:spAutoFit/>
          </a:bodyPr>
          <a:lstStyle/>
          <a:p>
            <a:pPr algn="just" eaLnBrk="0" hangingPunct="0"/>
            <a:r>
              <a:rPr lang="zh-CN" altLang="en-US" sz="2800" b="1">
                <a:solidFill>
                  <a:srgbClr val="FF0000"/>
                </a:solidFill>
                <a:effectLst>
                  <a:outerShdw blurRad="38100" dist="38100" dir="2700000" algn="tl">
                    <a:srgbClr val="C0C0C0"/>
                  </a:outerShdw>
                </a:effectLst>
                <a:latin typeface="Times New Roman" charset="0"/>
              </a:rPr>
              <a:t>推广：</a:t>
            </a:r>
            <a:r>
              <a:rPr lang="zh-CN" altLang="en-US" sz="2800" b="1">
                <a:effectLst>
                  <a:outerShdw blurRad="38100" dist="38100" dir="2700000" algn="tl">
                    <a:srgbClr val="C0C0C0"/>
                  </a:outerShdw>
                </a:effectLst>
                <a:latin typeface="Times New Roman" charset="0"/>
              </a:rPr>
              <a:t>已知一棵树度为</a:t>
            </a:r>
            <a:r>
              <a:rPr lang="en-US" altLang="zh-CN" sz="2800" b="1" i="1">
                <a:effectLst>
                  <a:outerShdw blurRad="38100" dist="38100" dir="2700000" algn="tl">
                    <a:srgbClr val="C0C0C0"/>
                  </a:outerShdw>
                </a:effectLst>
                <a:latin typeface="Times New Roman" charset="0"/>
              </a:rPr>
              <a:t>m</a:t>
            </a:r>
            <a:r>
              <a:rPr lang="zh-CN" altLang="en-US" sz="2800" b="1">
                <a:effectLst>
                  <a:outerShdw blurRad="38100" dist="38100" dir="2700000" algn="tl">
                    <a:srgbClr val="C0C0C0"/>
                  </a:outerShdw>
                </a:effectLst>
                <a:latin typeface="Times New Roman" charset="0"/>
              </a:rPr>
              <a:t>的树中有</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1</a:t>
            </a:r>
            <a:r>
              <a:rPr lang="zh-CN" altLang="en-US" sz="2800" b="1">
                <a:effectLst>
                  <a:outerShdw blurRad="38100" dist="38100" dir="2700000" algn="tl">
                    <a:srgbClr val="C0C0C0"/>
                  </a:outerShdw>
                </a:effectLst>
                <a:latin typeface="Times New Roman" charset="0"/>
              </a:rPr>
              <a:t>个度为</a:t>
            </a:r>
            <a:r>
              <a:rPr lang="en-US" altLang="zh-CN" sz="2800" b="1">
                <a:effectLst>
                  <a:outerShdw blurRad="38100" dist="38100" dir="2700000" algn="tl">
                    <a:srgbClr val="C0C0C0"/>
                  </a:outerShdw>
                </a:effectLst>
                <a:latin typeface="Times New Roman" charset="0"/>
              </a:rPr>
              <a:t>1</a:t>
            </a:r>
            <a:r>
              <a:rPr lang="zh-CN" altLang="en-US" sz="2800" b="1">
                <a:effectLst>
                  <a:outerShdw blurRad="38100" dist="38100" dir="2700000" algn="tl">
                    <a:srgbClr val="C0C0C0"/>
                  </a:outerShdw>
                </a:effectLst>
                <a:latin typeface="Times New Roman" charset="0"/>
              </a:rPr>
              <a:t>的结点，</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2</a:t>
            </a:r>
            <a:r>
              <a:rPr lang="zh-CN" altLang="en-US" sz="2800" b="1">
                <a:effectLst>
                  <a:outerShdw blurRad="38100" dist="38100" dir="2700000" algn="tl">
                    <a:srgbClr val="C0C0C0"/>
                  </a:outerShdw>
                </a:effectLst>
                <a:latin typeface="Times New Roman" charset="0"/>
              </a:rPr>
              <a:t>个度为</a:t>
            </a:r>
            <a:r>
              <a:rPr lang="en-US" altLang="zh-CN" sz="2800" b="1">
                <a:effectLst>
                  <a:outerShdw blurRad="38100" dist="38100" dir="2700000" algn="tl">
                    <a:srgbClr val="C0C0C0"/>
                  </a:outerShdw>
                </a:effectLst>
                <a:latin typeface="Times New Roman" charset="0"/>
              </a:rPr>
              <a:t>2</a:t>
            </a:r>
            <a:r>
              <a:rPr lang="zh-CN" altLang="en-US" sz="2800" b="1">
                <a:effectLst>
                  <a:outerShdw blurRad="38100" dist="38100" dir="2700000" algn="tl">
                    <a:srgbClr val="C0C0C0"/>
                  </a:outerShdw>
                </a:effectLst>
                <a:latin typeface="Times New Roman" charset="0"/>
              </a:rPr>
              <a:t>的结点，</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n</a:t>
            </a:r>
            <a:r>
              <a:rPr lang="en-US" altLang="zh-CN" sz="2800" b="1" i="1" baseline="-30000">
                <a:effectLst>
                  <a:outerShdw blurRad="38100" dist="38100" dir="2700000" algn="tl">
                    <a:srgbClr val="C0C0C0"/>
                  </a:outerShdw>
                </a:effectLst>
                <a:latin typeface="Times New Roman" charset="0"/>
              </a:rPr>
              <a:t>m</a:t>
            </a:r>
            <a:r>
              <a:rPr lang="zh-CN" altLang="en-US" sz="2800" b="1">
                <a:effectLst>
                  <a:outerShdw blurRad="38100" dist="38100" dir="2700000" algn="tl">
                    <a:srgbClr val="C0C0C0"/>
                  </a:outerShdw>
                </a:effectLst>
                <a:latin typeface="Times New Roman" charset="0"/>
              </a:rPr>
              <a:t>个度为</a:t>
            </a:r>
            <a:r>
              <a:rPr lang="en-US" altLang="zh-CN" sz="2800" b="1" i="1">
                <a:effectLst>
                  <a:outerShdw blurRad="38100" dist="38100" dir="2700000" algn="tl">
                    <a:srgbClr val="C0C0C0"/>
                  </a:outerShdw>
                </a:effectLst>
                <a:latin typeface="Times New Roman" charset="0"/>
              </a:rPr>
              <a:t>m</a:t>
            </a:r>
            <a:r>
              <a:rPr lang="zh-CN" altLang="en-US" sz="2800" b="1">
                <a:effectLst>
                  <a:outerShdw blurRad="38100" dist="38100" dir="2700000" algn="tl">
                    <a:srgbClr val="C0C0C0"/>
                  </a:outerShdw>
                </a:effectLst>
                <a:latin typeface="Times New Roman" charset="0"/>
              </a:rPr>
              <a:t>的结点，问该树中有多少片叶子？</a:t>
            </a:r>
          </a:p>
        </p:txBody>
      </p:sp>
      <p:sp>
        <p:nvSpPr>
          <p:cNvPr id="185349" name="Text Box 5" descr="水滴"/>
          <p:cNvSpPr txBox="1">
            <a:spLocks noChangeArrowheads="1"/>
          </p:cNvSpPr>
          <p:nvPr/>
        </p:nvSpPr>
        <p:spPr bwMode="auto">
          <a:xfrm>
            <a:off x="571500" y="5224463"/>
            <a:ext cx="7888288" cy="137318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rIns="0">
            <a:spAutoFit/>
          </a:bodyPr>
          <a:lstStyle/>
          <a:p>
            <a:pPr algn="just" eaLnBrk="0" hangingPunct="0"/>
            <a:r>
              <a:rPr lang="zh-CN" altLang="en-US" sz="2800" b="1">
                <a:effectLst>
                  <a:outerShdw blurRad="38100" dist="38100" dir="2700000" algn="tl">
                    <a:srgbClr val="C0C0C0"/>
                  </a:outerShdw>
                </a:effectLst>
                <a:latin typeface="Times New Roman" charset="0"/>
              </a:rPr>
              <a:t>证明：根据结点总数</a:t>
            </a:r>
            <a:r>
              <a:rPr lang="en-US" altLang="zh-CN" sz="2800" b="1">
                <a:effectLst>
                  <a:outerShdw blurRad="38100" dist="38100" dir="2700000" algn="tl">
                    <a:srgbClr val="C0C0C0"/>
                  </a:outerShdw>
                </a:effectLst>
                <a:latin typeface="Times New Roman" charset="0"/>
              </a:rPr>
              <a:t>=</a:t>
            </a:r>
            <a:r>
              <a:rPr lang="zh-CN" altLang="en-US" sz="2800" b="1">
                <a:effectLst>
                  <a:outerShdw blurRad="38100" dist="38100" dir="2700000" algn="tl">
                    <a:srgbClr val="C0C0C0"/>
                  </a:outerShdw>
                </a:effectLst>
                <a:latin typeface="Times New Roman" charset="0"/>
              </a:rPr>
              <a:t>结点总度数</a:t>
            </a:r>
            <a:r>
              <a:rPr lang="en-US" altLang="zh-CN" sz="2800" b="1">
                <a:effectLst>
                  <a:outerShdw blurRad="38100" dist="38100" dir="2700000" algn="tl">
                    <a:srgbClr val="C0C0C0"/>
                  </a:outerShdw>
                </a:effectLst>
                <a:latin typeface="Times New Roman" charset="0"/>
              </a:rPr>
              <a:t>+1</a:t>
            </a:r>
          </a:p>
          <a:p>
            <a:pPr algn="just" eaLnBrk="0" hangingPunct="0"/>
            <a:r>
              <a:rPr lang="en-US" altLang="zh-CN" sz="2800" b="1">
                <a:effectLst>
                  <a:outerShdw blurRad="38100" dist="38100" dir="2700000" algn="tl">
                    <a:srgbClr val="C0C0C0"/>
                  </a:outerShdw>
                </a:effectLst>
                <a:latin typeface="Times New Roman" charset="0"/>
              </a:rPr>
              <a:t> </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0</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1</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2</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n</a:t>
            </a:r>
            <a:r>
              <a:rPr lang="en-US" altLang="zh-CN" sz="2800" b="1" i="1" baseline="-25000">
                <a:effectLst>
                  <a:outerShdw blurRad="38100" dist="38100" dir="2700000" algn="tl">
                    <a:srgbClr val="C0C0C0"/>
                  </a:outerShdw>
                </a:effectLst>
                <a:latin typeface="Times New Roman" charset="0"/>
              </a:rPr>
              <a:t>m</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1</a:t>
            </a:r>
            <a:r>
              <a:rPr lang="en-US" altLang="zh-CN" sz="2800" b="1">
                <a:effectLst>
                  <a:outerShdw blurRad="38100" dist="38100" dir="2700000" algn="tl">
                    <a:srgbClr val="C0C0C0"/>
                  </a:outerShdw>
                </a:effectLst>
                <a:latin typeface="Times New Roman" charset="0"/>
              </a:rPr>
              <a:t>+2*</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2</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m</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n</a:t>
            </a:r>
            <a:r>
              <a:rPr lang="en-US" altLang="zh-CN" sz="2800" b="1" i="1" baseline="-25000">
                <a:effectLst>
                  <a:outerShdw blurRad="38100" dist="38100" dir="2700000" algn="tl">
                    <a:srgbClr val="C0C0C0"/>
                  </a:outerShdw>
                </a:effectLst>
                <a:latin typeface="Times New Roman" charset="0"/>
              </a:rPr>
              <a:t>m</a:t>
            </a:r>
            <a:r>
              <a:rPr lang="en-US" altLang="zh-CN" sz="2800" b="1">
                <a:effectLst>
                  <a:outerShdw blurRad="38100" dist="38100" dir="2700000" algn="tl">
                    <a:srgbClr val="C0C0C0"/>
                  </a:outerShdw>
                </a:effectLst>
                <a:latin typeface="Times New Roman" charset="0"/>
              </a:rPr>
              <a:t>+1</a:t>
            </a:r>
          </a:p>
          <a:p>
            <a:pPr eaLnBrk="0" hangingPunct="0"/>
            <a:r>
              <a:rPr lang="en-US" altLang="zh-CN" sz="2800" b="1">
                <a:effectLst>
                  <a:outerShdw blurRad="38100" dist="38100" dir="2700000" algn="tl">
                    <a:srgbClr val="C0C0C0"/>
                  </a:outerShdw>
                </a:effectLst>
                <a:latin typeface="Times New Roman" charset="0"/>
              </a:rPr>
              <a:t>      =&gt;          </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0</a:t>
            </a:r>
            <a:r>
              <a:rPr lang="en-US" altLang="zh-CN" sz="2800" b="1">
                <a:effectLst>
                  <a:outerShdw blurRad="38100" dist="38100" dir="2700000" algn="tl">
                    <a:srgbClr val="C0C0C0"/>
                  </a:outerShdw>
                </a:effectLst>
                <a:latin typeface="Times New Roman" charset="0"/>
              </a:rPr>
              <a:t>=1+</a:t>
            </a:r>
            <a:r>
              <a:rPr lang="en-US" altLang="zh-CN" sz="2800" b="1" i="1">
                <a:effectLst>
                  <a:outerShdw blurRad="38100" dist="38100" dir="2700000" algn="tl">
                    <a:srgbClr val="C0C0C0"/>
                  </a:outerShdw>
                </a:effectLst>
                <a:latin typeface="Times New Roman" charset="0"/>
              </a:rPr>
              <a:t>n</a:t>
            </a:r>
            <a:r>
              <a:rPr lang="en-US" altLang="zh-CN" sz="2800" b="1" baseline="-30000">
                <a:effectLst>
                  <a:outerShdw blurRad="38100" dist="38100" dir="2700000" algn="tl">
                    <a:srgbClr val="C0C0C0"/>
                  </a:outerShdw>
                </a:effectLst>
                <a:latin typeface="Times New Roman" charset="0"/>
              </a:rPr>
              <a:t>2</a:t>
            </a:r>
            <a:r>
              <a:rPr lang="en-US" altLang="zh-CN" sz="2800" b="1">
                <a:effectLst>
                  <a:outerShdw blurRad="38100" dist="38100" dir="2700000" algn="tl">
                    <a:srgbClr val="C0C0C0"/>
                  </a:outerShdw>
                </a:effectLst>
                <a:latin typeface="Times New Roman" charset="0"/>
              </a:rPr>
              <a:t>+…+(</a:t>
            </a:r>
            <a:r>
              <a:rPr lang="en-US" altLang="zh-CN" sz="2800" b="1" i="1">
                <a:effectLst>
                  <a:outerShdw blurRad="38100" dist="38100" dir="2700000" algn="tl">
                    <a:srgbClr val="C0C0C0"/>
                  </a:outerShdw>
                </a:effectLst>
                <a:latin typeface="Times New Roman" charset="0"/>
              </a:rPr>
              <a:t>m</a:t>
            </a:r>
            <a:r>
              <a:rPr lang="en-US" altLang="zh-CN" sz="2800" b="1">
                <a:effectLst>
                  <a:outerShdw blurRad="38100" dist="38100" dir="2700000" algn="tl">
                    <a:srgbClr val="C0C0C0"/>
                  </a:outerShdw>
                </a:effectLst>
                <a:latin typeface="Times New Roman" charset="0"/>
              </a:rPr>
              <a:t>-1)</a:t>
            </a:r>
            <a:r>
              <a:rPr lang="en-US" altLang="zh-CN" sz="2800" b="1" i="1">
                <a:effectLst>
                  <a:outerShdw blurRad="38100" dist="38100" dir="2700000" algn="tl">
                    <a:srgbClr val="C0C0C0"/>
                  </a:outerShdw>
                </a:effectLst>
                <a:latin typeface="Times New Roman" charset="0"/>
              </a:rPr>
              <a:t>n</a:t>
            </a:r>
            <a:r>
              <a:rPr lang="en-US" altLang="zh-CN" sz="2800" b="1" i="1" baseline="-25000">
                <a:effectLst>
                  <a:outerShdw blurRad="38100" dist="38100" dir="2700000" algn="tl">
                    <a:srgbClr val="C0C0C0"/>
                  </a:outerShdw>
                </a:effectLst>
                <a:latin typeface="Times New Roman" charset="0"/>
              </a:rPr>
              <a:t>m</a:t>
            </a:r>
            <a:r>
              <a:rPr lang="en-US" altLang="zh-CN" sz="2800" b="1">
                <a:effectLst>
                  <a:outerShdw blurRad="38100" dist="38100" dir="2700000" algn="tl">
                    <a:srgbClr val="C0C0C0"/>
                  </a:outerShdw>
                </a:effectLst>
                <a:latin typeface="Times New Roman" charset="0"/>
              </a:rPr>
              <a:t>           </a:t>
            </a:r>
          </a:p>
        </p:txBody>
      </p:sp>
      <p:sp>
        <p:nvSpPr>
          <p:cNvPr id="185351" name="Rectangle 7"/>
          <p:cNvSpPr>
            <a:spLocks noChangeArrowheads="1"/>
          </p:cNvSpPr>
          <p:nvPr/>
        </p:nvSpPr>
        <p:spPr bwMode="auto">
          <a:xfrm>
            <a:off x="1524000" y="152400"/>
            <a:ext cx="2376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b="1">
                <a:ea typeface="楷体_GB2312" charset="0"/>
              </a:rPr>
              <a:t> </a:t>
            </a:r>
            <a:r>
              <a:rPr lang="zh-CN" altLang="en-US" sz="4000" b="1">
                <a:solidFill>
                  <a:schemeClr val="tx2"/>
                </a:solidFill>
                <a:ea typeface="楷体_GB2312" charset="0"/>
              </a:rPr>
              <a:t>性质 </a:t>
            </a:r>
            <a:r>
              <a:rPr lang="en-US" altLang="zh-CN" sz="4000" b="1">
                <a:solidFill>
                  <a:schemeClr val="tx2"/>
                </a:solidFill>
                <a:ea typeface="楷体_GB2312" charset="0"/>
              </a:rPr>
              <a:t>3 </a:t>
            </a:r>
            <a:r>
              <a:rPr lang="zh-CN" altLang="en-US" sz="4000" b="1">
                <a:solidFill>
                  <a:schemeClr val="tx2"/>
                </a:solidFill>
                <a:ea typeface="楷体_GB2312" charset="0"/>
              </a:rPr>
              <a:t>：</a:t>
            </a:r>
          </a:p>
        </p:txBody>
      </p:sp>
    </p:spTree>
    <p:extLst>
      <p:ext uri="{BB962C8B-B14F-4D97-AF65-F5344CB8AC3E}">
        <p14:creationId xmlns:p14="http://schemas.microsoft.com/office/powerpoint/2010/main" val="7862068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85347"/>
                                        </p:tgtEl>
                                        <p:attrNameLst>
                                          <p:attrName>style.visibility</p:attrName>
                                        </p:attrNameLst>
                                      </p:cBhvr>
                                      <p:to>
                                        <p:strVal val="visible"/>
                                      </p:to>
                                    </p:set>
                                    <p:animEffect transition="in" filter="wipe(left)">
                                      <p:cBhvr>
                                        <p:cTn id="7" dur="300"/>
                                        <p:tgtEl>
                                          <p:spTgt spid="185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5348"/>
                                        </p:tgtEl>
                                        <p:attrNameLst>
                                          <p:attrName>style.visibility</p:attrName>
                                        </p:attrNameLst>
                                      </p:cBhvr>
                                      <p:to>
                                        <p:strVal val="visible"/>
                                      </p:to>
                                    </p:set>
                                    <p:anim calcmode="lin" valueType="num">
                                      <p:cBhvr additive="base">
                                        <p:cTn id="12" dur="500" fill="hold"/>
                                        <p:tgtEl>
                                          <p:spTgt spid="185348"/>
                                        </p:tgtEl>
                                        <p:attrNameLst>
                                          <p:attrName>ppt_x</p:attrName>
                                        </p:attrNameLst>
                                      </p:cBhvr>
                                      <p:tavLst>
                                        <p:tav tm="0">
                                          <p:val>
                                            <p:strVal val="0-#ppt_w/2"/>
                                          </p:val>
                                        </p:tav>
                                        <p:tav tm="100000">
                                          <p:val>
                                            <p:strVal val="#ppt_x"/>
                                          </p:val>
                                        </p:tav>
                                      </p:tavLst>
                                    </p:anim>
                                    <p:anim calcmode="lin" valueType="num">
                                      <p:cBhvr additive="base">
                                        <p:cTn id="13" dur="500" fill="hold"/>
                                        <p:tgtEl>
                                          <p:spTgt spid="18534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85349"/>
                                        </p:tgtEl>
                                        <p:attrNameLst>
                                          <p:attrName>style.visibility</p:attrName>
                                        </p:attrNameLst>
                                      </p:cBhvr>
                                      <p:to>
                                        <p:strVal val="visible"/>
                                      </p:to>
                                    </p:set>
                                    <p:animEffect transition="in" filter="dissolve">
                                      <p:cBhvr>
                                        <p:cTn id="18" dur="500"/>
                                        <p:tgtEl>
                                          <p:spTgt spid="185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autoUpdateAnimBg="0"/>
      <p:bldP spid="185348" grpId="0" autoUpdateAnimBg="0"/>
      <p:bldP spid="18534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2"/>
          <p:cNvSpPr txBox="1">
            <a:spLocks noChangeArrowheads="1"/>
          </p:cNvSpPr>
          <p:nvPr/>
        </p:nvSpPr>
        <p:spPr bwMode="auto">
          <a:xfrm>
            <a:off x="1325563" y="279400"/>
            <a:ext cx="47704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latin typeface="Times New Roman" charset="0"/>
                <a:ea typeface="楷体_GB2312" charset="0"/>
              </a:rPr>
              <a:t>两类</a:t>
            </a:r>
            <a:r>
              <a:rPr kumimoji="1" lang="zh-CN" altLang="en-US" sz="4000" b="1">
                <a:solidFill>
                  <a:srgbClr val="993300"/>
                </a:solidFill>
                <a:latin typeface="Times New Roman" charset="0"/>
                <a:ea typeface="楷体_GB2312" charset="0"/>
              </a:rPr>
              <a:t>特殊</a:t>
            </a:r>
            <a:r>
              <a:rPr kumimoji="1" lang="zh-CN" altLang="en-US" sz="4000" b="1">
                <a:latin typeface="Times New Roman" charset="0"/>
                <a:ea typeface="楷体_GB2312" charset="0"/>
              </a:rPr>
              <a:t>的二叉树：</a:t>
            </a:r>
            <a:endParaRPr kumimoji="1" lang="zh-CN" altLang="en-US" sz="4000">
              <a:latin typeface="Times New Roman" charset="0"/>
            </a:endParaRPr>
          </a:p>
        </p:txBody>
      </p:sp>
      <p:sp>
        <p:nvSpPr>
          <p:cNvPr id="186371" name="Text Box 3"/>
          <p:cNvSpPr txBox="1">
            <a:spLocks noChangeArrowheads="1"/>
          </p:cNvSpPr>
          <p:nvPr/>
        </p:nvSpPr>
        <p:spPr bwMode="auto">
          <a:xfrm>
            <a:off x="0" y="1447800"/>
            <a:ext cx="4495800" cy="104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2800" b="1">
                <a:solidFill>
                  <a:srgbClr val="333399"/>
                </a:solidFill>
                <a:latin typeface="Times New Roman" charset="0"/>
                <a:ea typeface="楷体_GB2312" charset="0"/>
              </a:rPr>
              <a:t>满二叉树</a:t>
            </a:r>
            <a:r>
              <a:rPr kumimoji="1" lang="zh-CN" altLang="en-US" sz="2800">
                <a:solidFill>
                  <a:srgbClr val="333399"/>
                </a:solidFill>
                <a:latin typeface="Times New Roman" charset="0"/>
                <a:ea typeface="楷体_GB2312" charset="0"/>
              </a:rPr>
              <a:t>：</a:t>
            </a:r>
            <a:r>
              <a:rPr kumimoji="1" lang="zh-CN" altLang="en-US" sz="2400">
                <a:solidFill>
                  <a:srgbClr val="990000"/>
                </a:solidFill>
                <a:latin typeface="Times New Roman" charset="0"/>
                <a:ea typeface="楷体_GB2312" charset="0"/>
              </a:rPr>
              <a:t>指的是深度为</a:t>
            </a:r>
            <a:r>
              <a:rPr kumimoji="1" lang="en-US" altLang="zh-CN" sz="2400" b="1" i="1">
                <a:solidFill>
                  <a:srgbClr val="333399"/>
                </a:solidFill>
                <a:latin typeface="Times New Roman" charset="0"/>
                <a:ea typeface="楷体_GB2312" charset="0"/>
              </a:rPr>
              <a:t>k</a:t>
            </a:r>
            <a:r>
              <a:rPr kumimoji="1" lang="zh-CN" altLang="en-US" sz="2400">
                <a:solidFill>
                  <a:srgbClr val="990000"/>
                </a:solidFill>
                <a:latin typeface="Times New Roman" charset="0"/>
                <a:ea typeface="楷体_GB2312" charset="0"/>
              </a:rPr>
              <a:t>且含有</a:t>
            </a:r>
            <a:r>
              <a:rPr kumimoji="1" lang="en-US" altLang="zh-CN" sz="2400" b="1" i="1">
                <a:solidFill>
                  <a:srgbClr val="333399"/>
                </a:solidFill>
                <a:latin typeface="Times New Roman" charset="0"/>
                <a:ea typeface="楷体_GB2312" charset="0"/>
              </a:rPr>
              <a:t>2</a:t>
            </a:r>
            <a:r>
              <a:rPr kumimoji="1" lang="en-US" altLang="zh-CN" sz="2400" b="1" i="1" baseline="30000">
                <a:solidFill>
                  <a:srgbClr val="333399"/>
                </a:solidFill>
                <a:latin typeface="Times New Roman" charset="0"/>
                <a:ea typeface="楷体_GB2312" charset="0"/>
              </a:rPr>
              <a:t>k</a:t>
            </a:r>
            <a:r>
              <a:rPr kumimoji="1" lang="en-US" altLang="zh-CN" sz="2400" b="1" i="1">
                <a:solidFill>
                  <a:srgbClr val="333399"/>
                </a:solidFill>
                <a:latin typeface="Times New Roman" charset="0"/>
                <a:ea typeface="楷体_GB2312" charset="0"/>
              </a:rPr>
              <a:t>-1</a:t>
            </a:r>
            <a:r>
              <a:rPr kumimoji="1" lang="zh-CN" altLang="en-US" sz="2400">
                <a:solidFill>
                  <a:srgbClr val="990000"/>
                </a:solidFill>
                <a:latin typeface="Times New Roman" charset="0"/>
                <a:ea typeface="楷体_GB2312" charset="0"/>
              </a:rPr>
              <a:t>个结点的二叉树。</a:t>
            </a:r>
            <a:endParaRPr kumimoji="1" lang="zh-CN" altLang="en-US" sz="2400">
              <a:solidFill>
                <a:srgbClr val="990000"/>
              </a:solidFill>
              <a:latin typeface="Times New Roman" charset="0"/>
            </a:endParaRPr>
          </a:p>
        </p:txBody>
      </p:sp>
      <p:sp>
        <p:nvSpPr>
          <p:cNvPr id="186372" name="Text Box 4"/>
          <p:cNvSpPr txBox="1">
            <a:spLocks noChangeArrowheads="1"/>
          </p:cNvSpPr>
          <p:nvPr/>
        </p:nvSpPr>
        <p:spPr bwMode="auto">
          <a:xfrm>
            <a:off x="-76200" y="3021013"/>
            <a:ext cx="5257800" cy="223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lnSpc>
                <a:spcPct val="110000"/>
              </a:lnSpc>
            </a:pPr>
            <a:r>
              <a:rPr kumimoji="1" lang="zh-CN" altLang="en-US" sz="2000" b="1">
                <a:solidFill>
                  <a:srgbClr val="333399"/>
                </a:solidFill>
                <a:latin typeface="Times New Roman" charset="0"/>
                <a:ea typeface="楷体_GB2312" charset="0"/>
              </a:rPr>
              <a:t>完全二叉树</a:t>
            </a:r>
            <a:r>
              <a:rPr kumimoji="1" lang="zh-CN" altLang="en-US" sz="2000">
                <a:latin typeface="Times New Roman" charset="0"/>
                <a:ea typeface="楷体_GB2312" charset="0"/>
              </a:rPr>
              <a:t>：</a:t>
            </a:r>
            <a:r>
              <a:rPr kumimoji="1" lang="zh-CN" altLang="en-US">
                <a:solidFill>
                  <a:srgbClr val="990000"/>
                </a:solidFill>
                <a:latin typeface="Times New Roman" charset="0"/>
                <a:ea typeface="楷体_GB2312" charset="0"/>
              </a:rPr>
              <a:t>树中所含的 </a:t>
            </a:r>
            <a:r>
              <a:rPr kumimoji="1" lang="en-US" altLang="zh-CN" b="1" i="1">
                <a:solidFill>
                  <a:srgbClr val="333399"/>
                </a:solidFill>
                <a:latin typeface="Times New Roman" charset="0"/>
                <a:ea typeface="楷体_GB2312" charset="0"/>
              </a:rPr>
              <a:t>n </a:t>
            </a:r>
            <a:r>
              <a:rPr kumimoji="1" lang="zh-CN" altLang="en-US">
                <a:solidFill>
                  <a:srgbClr val="990000"/>
                </a:solidFill>
                <a:latin typeface="Times New Roman" charset="0"/>
                <a:ea typeface="楷体_GB2312" charset="0"/>
              </a:rPr>
              <a:t>个结点和满二叉树中</a:t>
            </a:r>
            <a:r>
              <a:rPr kumimoji="1" lang="zh-CN" altLang="en-US" b="1">
                <a:solidFill>
                  <a:srgbClr val="333399"/>
                </a:solidFill>
                <a:latin typeface="Times New Roman" charset="0"/>
                <a:ea typeface="楷体_GB2312" charset="0"/>
              </a:rPr>
              <a:t>编号为 </a:t>
            </a:r>
            <a:r>
              <a:rPr kumimoji="1" lang="en-US" altLang="zh-CN" b="1" i="1">
                <a:solidFill>
                  <a:srgbClr val="333399"/>
                </a:solidFill>
                <a:latin typeface="Times New Roman" charset="0"/>
                <a:ea typeface="楷体_GB2312" charset="0"/>
              </a:rPr>
              <a:t>1 </a:t>
            </a:r>
            <a:r>
              <a:rPr kumimoji="1" lang="zh-CN" altLang="en-US" b="1">
                <a:solidFill>
                  <a:srgbClr val="333399"/>
                </a:solidFill>
                <a:latin typeface="Times New Roman" charset="0"/>
                <a:ea typeface="楷体_GB2312" charset="0"/>
              </a:rPr>
              <a:t>至 </a:t>
            </a:r>
            <a:r>
              <a:rPr kumimoji="1" lang="en-US" altLang="zh-CN" b="1" i="1">
                <a:solidFill>
                  <a:srgbClr val="333399"/>
                </a:solidFill>
                <a:latin typeface="Times New Roman" charset="0"/>
                <a:ea typeface="楷体_GB2312" charset="0"/>
              </a:rPr>
              <a:t>n </a:t>
            </a:r>
            <a:r>
              <a:rPr kumimoji="1" lang="zh-CN" altLang="en-US" b="1">
                <a:solidFill>
                  <a:srgbClr val="333399"/>
                </a:solidFill>
                <a:latin typeface="Times New Roman" charset="0"/>
                <a:ea typeface="楷体_GB2312" charset="0"/>
              </a:rPr>
              <a:t>的结点</a:t>
            </a:r>
            <a:r>
              <a:rPr kumimoji="1" lang="zh-CN" altLang="en-US">
                <a:solidFill>
                  <a:srgbClr val="990000"/>
                </a:solidFill>
                <a:latin typeface="Times New Roman" charset="0"/>
                <a:ea typeface="楷体_GB2312" charset="0"/>
              </a:rPr>
              <a:t>一一对应。</a:t>
            </a:r>
          </a:p>
          <a:p>
            <a:pPr lvl="1">
              <a:lnSpc>
                <a:spcPct val="110000"/>
              </a:lnSpc>
              <a:buFontTx/>
              <a:buAutoNum type="arabicPeriod"/>
            </a:pPr>
            <a:r>
              <a:rPr kumimoji="1" lang="zh-CN" altLang="en-US">
                <a:latin typeface="Times New Roman" charset="0"/>
                <a:ea typeface="楷体_GB2312" charset="0"/>
              </a:rPr>
              <a:t> 前</a:t>
            </a:r>
            <a:r>
              <a:rPr kumimoji="1" lang="en-US" altLang="zh-CN">
                <a:latin typeface="Times New Roman" charset="0"/>
                <a:ea typeface="楷体_GB2312" charset="0"/>
              </a:rPr>
              <a:t>k-1</a:t>
            </a:r>
            <a:r>
              <a:rPr kumimoji="1" lang="zh-CN" altLang="en-US">
                <a:latin typeface="Times New Roman" charset="0"/>
                <a:ea typeface="楷体_GB2312" charset="0"/>
              </a:rPr>
              <a:t>层为满二叉树；</a:t>
            </a:r>
          </a:p>
          <a:p>
            <a:pPr lvl="1">
              <a:lnSpc>
                <a:spcPct val="110000"/>
              </a:lnSpc>
              <a:buFontTx/>
              <a:buAutoNum type="arabicPeriod"/>
            </a:pPr>
            <a:r>
              <a:rPr kumimoji="1" lang="zh-CN" altLang="en-US">
                <a:latin typeface="Times New Roman" charset="0"/>
                <a:ea typeface="楷体_GB2312" charset="0"/>
              </a:rPr>
              <a:t> 第</a:t>
            </a:r>
            <a:r>
              <a:rPr kumimoji="1" lang="en-US" altLang="zh-CN">
                <a:latin typeface="Times New Roman" charset="0"/>
                <a:ea typeface="楷体_GB2312" charset="0"/>
              </a:rPr>
              <a:t>k</a:t>
            </a:r>
            <a:r>
              <a:rPr kumimoji="1" lang="zh-CN" altLang="en-US">
                <a:latin typeface="Times New Roman" charset="0"/>
                <a:ea typeface="楷体_GB2312" charset="0"/>
              </a:rPr>
              <a:t>层结点依次占据最左边的位置；</a:t>
            </a:r>
          </a:p>
          <a:p>
            <a:pPr lvl="1">
              <a:lnSpc>
                <a:spcPct val="110000"/>
              </a:lnSpc>
              <a:buFontTx/>
              <a:buAutoNum type="arabicPeriod"/>
            </a:pPr>
            <a:r>
              <a:rPr kumimoji="1" lang="zh-CN" altLang="en-US">
                <a:latin typeface="Times New Roman" charset="0"/>
                <a:ea typeface="楷体_GB2312" charset="0"/>
              </a:rPr>
              <a:t> 一个结点有右孩子，则它必有左孩子；</a:t>
            </a:r>
          </a:p>
          <a:p>
            <a:pPr lvl="1">
              <a:lnSpc>
                <a:spcPct val="110000"/>
              </a:lnSpc>
              <a:buFontTx/>
              <a:buAutoNum type="arabicPeriod"/>
            </a:pPr>
            <a:r>
              <a:rPr kumimoji="1" lang="zh-CN" altLang="en-US">
                <a:latin typeface="Times New Roman" charset="0"/>
                <a:ea typeface="楷体_GB2312" charset="0"/>
              </a:rPr>
              <a:t> 度为</a:t>
            </a:r>
            <a:r>
              <a:rPr kumimoji="1" lang="en-US" altLang="zh-CN">
                <a:latin typeface="Times New Roman" charset="0"/>
                <a:ea typeface="楷体_GB2312" charset="0"/>
              </a:rPr>
              <a:t>1</a:t>
            </a:r>
            <a:r>
              <a:rPr kumimoji="1" lang="zh-CN" altLang="en-US">
                <a:latin typeface="Times New Roman" charset="0"/>
                <a:ea typeface="楷体_GB2312" charset="0"/>
              </a:rPr>
              <a:t>的结点个数为</a:t>
            </a:r>
            <a:r>
              <a:rPr kumimoji="1" lang="en-US" altLang="zh-CN">
                <a:latin typeface="Times New Roman" charset="0"/>
                <a:ea typeface="楷体_GB2312" charset="0"/>
              </a:rPr>
              <a:t>0</a:t>
            </a:r>
            <a:r>
              <a:rPr kumimoji="1" lang="zh-CN" altLang="en-US">
                <a:latin typeface="Times New Roman" charset="0"/>
                <a:ea typeface="楷体_GB2312" charset="0"/>
              </a:rPr>
              <a:t>或</a:t>
            </a:r>
            <a:r>
              <a:rPr kumimoji="1" lang="en-US" altLang="zh-CN">
                <a:latin typeface="Times New Roman" charset="0"/>
                <a:ea typeface="楷体_GB2312" charset="0"/>
              </a:rPr>
              <a:t>1</a:t>
            </a:r>
          </a:p>
          <a:p>
            <a:pPr lvl="1">
              <a:lnSpc>
                <a:spcPct val="110000"/>
              </a:lnSpc>
              <a:buFontTx/>
              <a:buAutoNum type="arabicPeriod"/>
            </a:pPr>
            <a:r>
              <a:rPr kumimoji="1" lang="zh-CN" altLang="en-US">
                <a:latin typeface="Times New Roman" charset="0"/>
                <a:ea typeface="楷体_GB2312" charset="0"/>
              </a:rPr>
              <a:t>叶结点只能在层次最大的两层上出现；</a:t>
            </a:r>
          </a:p>
        </p:txBody>
      </p:sp>
      <p:sp>
        <p:nvSpPr>
          <p:cNvPr id="186373" name="Oval 5"/>
          <p:cNvSpPr>
            <a:spLocks noChangeArrowheads="1"/>
          </p:cNvSpPr>
          <p:nvPr/>
        </p:nvSpPr>
        <p:spPr bwMode="auto">
          <a:xfrm>
            <a:off x="6553200" y="381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a:t>
            </a:r>
            <a:endParaRPr kumimoji="1" lang="en-US" altLang="zh-CN" sz="2400">
              <a:latin typeface="Times New Roman" charset="0"/>
            </a:endParaRPr>
          </a:p>
        </p:txBody>
      </p:sp>
      <p:sp>
        <p:nvSpPr>
          <p:cNvPr id="186374" name="Oval 6"/>
          <p:cNvSpPr>
            <a:spLocks noChangeArrowheads="1"/>
          </p:cNvSpPr>
          <p:nvPr/>
        </p:nvSpPr>
        <p:spPr bwMode="auto">
          <a:xfrm>
            <a:off x="5334000" y="1143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2</a:t>
            </a:r>
            <a:endParaRPr kumimoji="1" lang="en-US" altLang="zh-CN" sz="2400">
              <a:latin typeface="Times New Roman" charset="0"/>
            </a:endParaRPr>
          </a:p>
        </p:txBody>
      </p:sp>
      <p:sp>
        <p:nvSpPr>
          <p:cNvPr id="186375" name="Oval 7"/>
          <p:cNvSpPr>
            <a:spLocks noChangeArrowheads="1"/>
          </p:cNvSpPr>
          <p:nvPr/>
        </p:nvSpPr>
        <p:spPr bwMode="auto">
          <a:xfrm>
            <a:off x="7772400" y="1143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3</a:t>
            </a:r>
            <a:endParaRPr kumimoji="1" lang="en-US" altLang="zh-CN" sz="2400">
              <a:latin typeface="Times New Roman" charset="0"/>
            </a:endParaRPr>
          </a:p>
        </p:txBody>
      </p:sp>
      <p:sp>
        <p:nvSpPr>
          <p:cNvPr id="186376" name="Oval 8"/>
          <p:cNvSpPr>
            <a:spLocks noChangeArrowheads="1"/>
          </p:cNvSpPr>
          <p:nvPr/>
        </p:nvSpPr>
        <p:spPr bwMode="auto">
          <a:xfrm>
            <a:off x="4724400" y="1905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4</a:t>
            </a:r>
            <a:endParaRPr kumimoji="1" lang="en-US" altLang="zh-CN" sz="2400">
              <a:latin typeface="Times New Roman" charset="0"/>
            </a:endParaRPr>
          </a:p>
        </p:txBody>
      </p:sp>
      <p:sp>
        <p:nvSpPr>
          <p:cNvPr id="186377" name="Oval 9"/>
          <p:cNvSpPr>
            <a:spLocks noChangeArrowheads="1"/>
          </p:cNvSpPr>
          <p:nvPr/>
        </p:nvSpPr>
        <p:spPr bwMode="auto">
          <a:xfrm>
            <a:off x="5943600" y="1905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5</a:t>
            </a:r>
            <a:endParaRPr kumimoji="1" lang="en-US" altLang="zh-CN" sz="2400">
              <a:latin typeface="Times New Roman" charset="0"/>
            </a:endParaRPr>
          </a:p>
        </p:txBody>
      </p:sp>
      <p:sp>
        <p:nvSpPr>
          <p:cNvPr id="186378" name="Oval 10"/>
          <p:cNvSpPr>
            <a:spLocks noChangeArrowheads="1"/>
          </p:cNvSpPr>
          <p:nvPr/>
        </p:nvSpPr>
        <p:spPr bwMode="auto">
          <a:xfrm>
            <a:off x="7162800" y="1905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6</a:t>
            </a:r>
            <a:endParaRPr kumimoji="1" lang="en-US" altLang="zh-CN" sz="2400">
              <a:latin typeface="Times New Roman" charset="0"/>
            </a:endParaRPr>
          </a:p>
        </p:txBody>
      </p:sp>
      <p:sp>
        <p:nvSpPr>
          <p:cNvPr id="186379" name="Oval 11"/>
          <p:cNvSpPr>
            <a:spLocks noChangeArrowheads="1"/>
          </p:cNvSpPr>
          <p:nvPr/>
        </p:nvSpPr>
        <p:spPr bwMode="auto">
          <a:xfrm>
            <a:off x="8382000" y="1905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7</a:t>
            </a:r>
            <a:endParaRPr kumimoji="1" lang="en-US" altLang="zh-CN" sz="2400">
              <a:latin typeface="Times New Roman" charset="0"/>
            </a:endParaRPr>
          </a:p>
        </p:txBody>
      </p:sp>
      <p:sp>
        <p:nvSpPr>
          <p:cNvPr id="186380" name="Oval 12"/>
          <p:cNvSpPr>
            <a:spLocks noChangeArrowheads="1"/>
          </p:cNvSpPr>
          <p:nvPr/>
        </p:nvSpPr>
        <p:spPr bwMode="auto">
          <a:xfrm>
            <a:off x="44196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8</a:t>
            </a:r>
            <a:endParaRPr kumimoji="1" lang="en-US" altLang="zh-CN" sz="2400">
              <a:latin typeface="Times New Roman" charset="0"/>
            </a:endParaRPr>
          </a:p>
        </p:txBody>
      </p:sp>
      <p:sp>
        <p:nvSpPr>
          <p:cNvPr id="186381" name="Oval 13"/>
          <p:cNvSpPr>
            <a:spLocks noChangeArrowheads="1"/>
          </p:cNvSpPr>
          <p:nvPr/>
        </p:nvSpPr>
        <p:spPr bwMode="auto">
          <a:xfrm>
            <a:off x="50292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9</a:t>
            </a:r>
            <a:endParaRPr kumimoji="1" lang="en-US" altLang="zh-CN" sz="2400">
              <a:latin typeface="Times New Roman" charset="0"/>
            </a:endParaRPr>
          </a:p>
        </p:txBody>
      </p:sp>
      <p:sp>
        <p:nvSpPr>
          <p:cNvPr id="186382" name="Oval 14"/>
          <p:cNvSpPr>
            <a:spLocks noChangeArrowheads="1"/>
          </p:cNvSpPr>
          <p:nvPr/>
        </p:nvSpPr>
        <p:spPr bwMode="auto">
          <a:xfrm>
            <a:off x="56388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10</a:t>
            </a:r>
            <a:endParaRPr kumimoji="1" lang="en-US" altLang="zh-CN" sz="2400">
              <a:latin typeface="Times New Roman" charset="0"/>
            </a:endParaRPr>
          </a:p>
        </p:txBody>
      </p:sp>
      <p:sp>
        <p:nvSpPr>
          <p:cNvPr id="186383" name="Oval 15"/>
          <p:cNvSpPr>
            <a:spLocks noChangeArrowheads="1"/>
          </p:cNvSpPr>
          <p:nvPr/>
        </p:nvSpPr>
        <p:spPr bwMode="auto">
          <a:xfrm>
            <a:off x="62484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11</a:t>
            </a:r>
            <a:endParaRPr kumimoji="1" lang="en-US" altLang="zh-CN" sz="2400">
              <a:latin typeface="Times New Roman" charset="0"/>
            </a:endParaRPr>
          </a:p>
        </p:txBody>
      </p:sp>
      <p:sp>
        <p:nvSpPr>
          <p:cNvPr id="186384" name="Oval 16"/>
          <p:cNvSpPr>
            <a:spLocks noChangeArrowheads="1"/>
          </p:cNvSpPr>
          <p:nvPr/>
        </p:nvSpPr>
        <p:spPr bwMode="auto">
          <a:xfrm>
            <a:off x="68580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12</a:t>
            </a:r>
            <a:endParaRPr kumimoji="1" lang="en-US" altLang="zh-CN" sz="2400">
              <a:latin typeface="Times New Roman" charset="0"/>
            </a:endParaRPr>
          </a:p>
        </p:txBody>
      </p:sp>
      <p:sp>
        <p:nvSpPr>
          <p:cNvPr id="186385" name="Oval 17"/>
          <p:cNvSpPr>
            <a:spLocks noChangeArrowheads="1"/>
          </p:cNvSpPr>
          <p:nvPr/>
        </p:nvSpPr>
        <p:spPr bwMode="auto">
          <a:xfrm>
            <a:off x="74676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13</a:t>
            </a:r>
            <a:endParaRPr kumimoji="1" lang="en-US" altLang="zh-CN" sz="2400">
              <a:latin typeface="Times New Roman" charset="0"/>
            </a:endParaRPr>
          </a:p>
        </p:txBody>
      </p:sp>
      <p:sp>
        <p:nvSpPr>
          <p:cNvPr id="186386" name="Oval 18"/>
          <p:cNvSpPr>
            <a:spLocks noChangeArrowheads="1"/>
          </p:cNvSpPr>
          <p:nvPr/>
        </p:nvSpPr>
        <p:spPr bwMode="auto">
          <a:xfrm>
            <a:off x="80772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14</a:t>
            </a:r>
            <a:endParaRPr kumimoji="1" lang="en-US" altLang="zh-CN" sz="2400">
              <a:latin typeface="Times New Roman" charset="0"/>
            </a:endParaRPr>
          </a:p>
        </p:txBody>
      </p:sp>
      <p:sp>
        <p:nvSpPr>
          <p:cNvPr id="186387" name="Oval 19"/>
          <p:cNvSpPr>
            <a:spLocks noChangeArrowheads="1"/>
          </p:cNvSpPr>
          <p:nvPr/>
        </p:nvSpPr>
        <p:spPr bwMode="auto">
          <a:xfrm>
            <a:off x="8686800" y="26670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15</a:t>
            </a:r>
            <a:endParaRPr kumimoji="1" lang="en-US" altLang="zh-CN" sz="2400">
              <a:latin typeface="Times New Roman" charset="0"/>
            </a:endParaRPr>
          </a:p>
        </p:txBody>
      </p:sp>
      <p:sp>
        <p:nvSpPr>
          <p:cNvPr id="186388" name="Line 20"/>
          <p:cNvSpPr>
            <a:spLocks noChangeShapeType="1"/>
          </p:cNvSpPr>
          <p:nvPr/>
        </p:nvSpPr>
        <p:spPr bwMode="auto">
          <a:xfrm flipH="1">
            <a:off x="5562600" y="609600"/>
            <a:ext cx="990600" cy="5334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89" name="Line 21"/>
          <p:cNvSpPr>
            <a:spLocks noChangeShapeType="1"/>
          </p:cNvSpPr>
          <p:nvPr/>
        </p:nvSpPr>
        <p:spPr bwMode="auto">
          <a:xfrm>
            <a:off x="7010400" y="609600"/>
            <a:ext cx="990600" cy="5334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0" name="Line 22"/>
          <p:cNvSpPr>
            <a:spLocks noChangeShapeType="1"/>
          </p:cNvSpPr>
          <p:nvPr/>
        </p:nvSpPr>
        <p:spPr bwMode="auto">
          <a:xfrm flipH="1">
            <a:off x="4953000" y="12954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1" name="Line 23"/>
          <p:cNvSpPr>
            <a:spLocks noChangeShapeType="1"/>
          </p:cNvSpPr>
          <p:nvPr/>
        </p:nvSpPr>
        <p:spPr bwMode="auto">
          <a:xfrm>
            <a:off x="5791200" y="12954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2" name="Line 24"/>
          <p:cNvSpPr>
            <a:spLocks noChangeShapeType="1"/>
          </p:cNvSpPr>
          <p:nvPr/>
        </p:nvSpPr>
        <p:spPr bwMode="auto">
          <a:xfrm flipH="1">
            <a:off x="7391400" y="12954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3" name="Line 25"/>
          <p:cNvSpPr>
            <a:spLocks noChangeShapeType="1"/>
          </p:cNvSpPr>
          <p:nvPr/>
        </p:nvSpPr>
        <p:spPr bwMode="auto">
          <a:xfrm>
            <a:off x="8229600" y="12954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4" name="Line 26"/>
          <p:cNvSpPr>
            <a:spLocks noChangeShapeType="1"/>
          </p:cNvSpPr>
          <p:nvPr/>
        </p:nvSpPr>
        <p:spPr bwMode="auto">
          <a:xfrm flipH="1">
            <a:off x="46482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5" name="Line 27"/>
          <p:cNvSpPr>
            <a:spLocks noChangeShapeType="1"/>
          </p:cNvSpPr>
          <p:nvPr/>
        </p:nvSpPr>
        <p:spPr bwMode="auto">
          <a:xfrm>
            <a:off x="51816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6" name="Line 28"/>
          <p:cNvSpPr>
            <a:spLocks noChangeShapeType="1"/>
          </p:cNvSpPr>
          <p:nvPr/>
        </p:nvSpPr>
        <p:spPr bwMode="auto">
          <a:xfrm flipH="1">
            <a:off x="58674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7" name="Line 29"/>
          <p:cNvSpPr>
            <a:spLocks noChangeShapeType="1"/>
          </p:cNvSpPr>
          <p:nvPr/>
        </p:nvSpPr>
        <p:spPr bwMode="auto">
          <a:xfrm>
            <a:off x="64008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8" name="Line 30"/>
          <p:cNvSpPr>
            <a:spLocks noChangeShapeType="1"/>
          </p:cNvSpPr>
          <p:nvPr/>
        </p:nvSpPr>
        <p:spPr bwMode="auto">
          <a:xfrm flipH="1">
            <a:off x="70866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399" name="Line 31"/>
          <p:cNvSpPr>
            <a:spLocks noChangeShapeType="1"/>
          </p:cNvSpPr>
          <p:nvPr/>
        </p:nvSpPr>
        <p:spPr bwMode="auto">
          <a:xfrm>
            <a:off x="76200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00" name="Line 32"/>
          <p:cNvSpPr>
            <a:spLocks noChangeShapeType="1"/>
          </p:cNvSpPr>
          <p:nvPr/>
        </p:nvSpPr>
        <p:spPr bwMode="auto">
          <a:xfrm flipH="1">
            <a:off x="83058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01" name="Line 33"/>
          <p:cNvSpPr>
            <a:spLocks noChangeShapeType="1"/>
          </p:cNvSpPr>
          <p:nvPr/>
        </p:nvSpPr>
        <p:spPr bwMode="auto">
          <a:xfrm>
            <a:off x="8839200" y="20574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02" name="Oval 34"/>
          <p:cNvSpPr>
            <a:spLocks noChangeArrowheads="1"/>
          </p:cNvSpPr>
          <p:nvPr/>
        </p:nvSpPr>
        <p:spPr bwMode="auto">
          <a:xfrm>
            <a:off x="6477000" y="3657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a</a:t>
            </a:r>
            <a:endParaRPr kumimoji="1" lang="en-US" altLang="zh-CN" sz="2400">
              <a:latin typeface="Times New Roman" charset="0"/>
            </a:endParaRPr>
          </a:p>
        </p:txBody>
      </p:sp>
      <p:sp>
        <p:nvSpPr>
          <p:cNvPr id="186403" name="Oval 35"/>
          <p:cNvSpPr>
            <a:spLocks noChangeArrowheads="1"/>
          </p:cNvSpPr>
          <p:nvPr/>
        </p:nvSpPr>
        <p:spPr bwMode="auto">
          <a:xfrm>
            <a:off x="5257800" y="4419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b</a:t>
            </a:r>
            <a:endParaRPr kumimoji="1" lang="en-US" altLang="zh-CN" sz="2400">
              <a:latin typeface="Times New Roman" charset="0"/>
            </a:endParaRPr>
          </a:p>
        </p:txBody>
      </p:sp>
      <p:sp>
        <p:nvSpPr>
          <p:cNvPr id="186404" name="Oval 36"/>
          <p:cNvSpPr>
            <a:spLocks noChangeArrowheads="1"/>
          </p:cNvSpPr>
          <p:nvPr/>
        </p:nvSpPr>
        <p:spPr bwMode="auto">
          <a:xfrm>
            <a:off x="7696200" y="4419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c</a:t>
            </a:r>
            <a:endParaRPr kumimoji="1" lang="en-US" altLang="zh-CN" sz="2400">
              <a:latin typeface="Times New Roman" charset="0"/>
            </a:endParaRPr>
          </a:p>
        </p:txBody>
      </p:sp>
      <p:sp>
        <p:nvSpPr>
          <p:cNvPr id="186405" name="Oval 37"/>
          <p:cNvSpPr>
            <a:spLocks noChangeArrowheads="1"/>
          </p:cNvSpPr>
          <p:nvPr/>
        </p:nvSpPr>
        <p:spPr bwMode="auto">
          <a:xfrm>
            <a:off x="4648200" y="5181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d</a:t>
            </a:r>
            <a:endParaRPr kumimoji="1" lang="en-US" altLang="zh-CN" sz="2400">
              <a:latin typeface="Times New Roman" charset="0"/>
            </a:endParaRPr>
          </a:p>
        </p:txBody>
      </p:sp>
      <p:sp>
        <p:nvSpPr>
          <p:cNvPr id="186406" name="Oval 38"/>
          <p:cNvSpPr>
            <a:spLocks noChangeArrowheads="1"/>
          </p:cNvSpPr>
          <p:nvPr/>
        </p:nvSpPr>
        <p:spPr bwMode="auto">
          <a:xfrm>
            <a:off x="5867400" y="5181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e</a:t>
            </a:r>
            <a:endParaRPr kumimoji="1" lang="en-US" altLang="zh-CN" sz="2400">
              <a:latin typeface="Times New Roman" charset="0"/>
            </a:endParaRPr>
          </a:p>
        </p:txBody>
      </p:sp>
      <p:sp>
        <p:nvSpPr>
          <p:cNvPr id="186407" name="Oval 39"/>
          <p:cNvSpPr>
            <a:spLocks noChangeArrowheads="1"/>
          </p:cNvSpPr>
          <p:nvPr/>
        </p:nvSpPr>
        <p:spPr bwMode="auto">
          <a:xfrm>
            <a:off x="7086600" y="5181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f</a:t>
            </a:r>
            <a:endParaRPr kumimoji="1" lang="en-US" altLang="zh-CN" sz="2400">
              <a:latin typeface="Times New Roman" charset="0"/>
            </a:endParaRPr>
          </a:p>
        </p:txBody>
      </p:sp>
      <p:sp>
        <p:nvSpPr>
          <p:cNvPr id="186408" name="Oval 40"/>
          <p:cNvSpPr>
            <a:spLocks noChangeArrowheads="1"/>
          </p:cNvSpPr>
          <p:nvPr/>
        </p:nvSpPr>
        <p:spPr bwMode="auto">
          <a:xfrm>
            <a:off x="8305800" y="5181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g</a:t>
            </a:r>
            <a:endParaRPr kumimoji="1" lang="en-US" altLang="zh-CN" sz="2400">
              <a:latin typeface="Times New Roman" charset="0"/>
            </a:endParaRPr>
          </a:p>
        </p:txBody>
      </p:sp>
      <p:sp>
        <p:nvSpPr>
          <p:cNvPr id="186409" name="Oval 41"/>
          <p:cNvSpPr>
            <a:spLocks noChangeArrowheads="1"/>
          </p:cNvSpPr>
          <p:nvPr/>
        </p:nvSpPr>
        <p:spPr bwMode="auto">
          <a:xfrm>
            <a:off x="4343400" y="5943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h</a:t>
            </a:r>
            <a:endParaRPr kumimoji="1" lang="en-US" altLang="zh-CN" sz="2400">
              <a:latin typeface="Times New Roman" charset="0"/>
            </a:endParaRPr>
          </a:p>
        </p:txBody>
      </p:sp>
      <p:sp>
        <p:nvSpPr>
          <p:cNvPr id="186410" name="Oval 42"/>
          <p:cNvSpPr>
            <a:spLocks noChangeArrowheads="1"/>
          </p:cNvSpPr>
          <p:nvPr/>
        </p:nvSpPr>
        <p:spPr bwMode="auto">
          <a:xfrm>
            <a:off x="4953000" y="5943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i</a:t>
            </a:r>
            <a:endParaRPr kumimoji="1" lang="en-US" altLang="zh-CN" sz="2400">
              <a:latin typeface="Times New Roman" charset="0"/>
            </a:endParaRPr>
          </a:p>
        </p:txBody>
      </p:sp>
      <p:sp>
        <p:nvSpPr>
          <p:cNvPr id="186411" name="Oval 43"/>
          <p:cNvSpPr>
            <a:spLocks noChangeArrowheads="1"/>
          </p:cNvSpPr>
          <p:nvPr/>
        </p:nvSpPr>
        <p:spPr bwMode="auto">
          <a:xfrm>
            <a:off x="5562600" y="5943600"/>
            <a:ext cx="457200" cy="381000"/>
          </a:xfrm>
          <a:prstGeom prst="ellipse">
            <a:avLst/>
          </a:prstGeom>
          <a:solidFill>
            <a:srgbClr val="FCFEDC"/>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00"/>
                </a:solidFill>
                <a:latin typeface="Times New Roman" charset="0"/>
              </a:rPr>
              <a:t>j</a:t>
            </a:r>
            <a:endParaRPr kumimoji="1" lang="en-US" altLang="zh-CN" sz="2400">
              <a:latin typeface="Times New Roman" charset="0"/>
            </a:endParaRPr>
          </a:p>
        </p:txBody>
      </p:sp>
      <p:sp>
        <p:nvSpPr>
          <p:cNvPr id="186412" name="Line 44"/>
          <p:cNvSpPr>
            <a:spLocks noChangeShapeType="1"/>
          </p:cNvSpPr>
          <p:nvPr/>
        </p:nvSpPr>
        <p:spPr bwMode="auto">
          <a:xfrm flipH="1">
            <a:off x="5486400" y="3886200"/>
            <a:ext cx="990600" cy="5334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3" name="Line 45"/>
          <p:cNvSpPr>
            <a:spLocks noChangeShapeType="1"/>
          </p:cNvSpPr>
          <p:nvPr/>
        </p:nvSpPr>
        <p:spPr bwMode="auto">
          <a:xfrm>
            <a:off x="6934200" y="3886200"/>
            <a:ext cx="990600" cy="5334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4" name="Line 46"/>
          <p:cNvSpPr>
            <a:spLocks noChangeShapeType="1"/>
          </p:cNvSpPr>
          <p:nvPr/>
        </p:nvSpPr>
        <p:spPr bwMode="auto">
          <a:xfrm flipH="1">
            <a:off x="4876800" y="45720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5" name="Line 47"/>
          <p:cNvSpPr>
            <a:spLocks noChangeShapeType="1"/>
          </p:cNvSpPr>
          <p:nvPr/>
        </p:nvSpPr>
        <p:spPr bwMode="auto">
          <a:xfrm>
            <a:off x="5715000" y="45720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6" name="Line 48"/>
          <p:cNvSpPr>
            <a:spLocks noChangeShapeType="1"/>
          </p:cNvSpPr>
          <p:nvPr/>
        </p:nvSpPr>
        <p:spPr bwMode="auto">
          <a:xfrm flipH="1">
            <a:off x="7315200" y="45720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7" name="Line 49"/>
          <p:cNvSpPr>
            <a:spLocks noChangeShapeType="1"/>
          </p:cNvSpPr>
          <p:nvPr/>
        </p:nvSpPr>
        <p:spPr bwMode="auto">
          <a:xfrm>
            <a:off x="8153400" y="4572000"/>
            <a:ext cx="3810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8" name="Line 50"/>
          <p:cNvSpPr>
            <a:spLocks noChangeShapeType="1"/>
          </p:cNvSpPr>
          <p:nvPr/>
        </p:nvSpPr>
        <p:spPr bwMode="auto">
          <a:xfrm flipH="1">
            <a:off x="4572000" y="53340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19" name="Line 51"/>
          <p:cNvSpPr>
            <a:spLocks noChangeShapeType="1"/>
          </p:cNvSpPr>
          <p:nvPr/>
        </p:nvSpPr>
        <p:spPr bwMode="auto">
          <a:xfrm>
            <a:off x="5105400" y="53340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20" name="Line 52"/>
          <p:cNvSpPr>
            <a:spLocks noChangeShapeType="1"/>
          </p:cNvSpPr>
          <p:nvPr/>
        </p:nvSpPr>
        <p:spPr bwMode="auto">
          <a:xfrm flipH="1">
            <a:off x="5791200" y="5334000"/>
            <a:ext cx="76200" cy="609600"/>
          </a:xfrm>
          <a:prstGeom prst="line">
            <a:avLst/>
          </a:prstGeom>
          <a:noFill/>
          <a:ln w="1905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86421" name="AutoShape 53">
            <a:hlinkClick r:id="rId2" action="ppaction://hlinksldjump" highlightClick="1"/>
          </p:cNvPr>
          <p:cNvSpPr>
            <a:spLocks noChangeArrowheads="1"/>
          </p:cNvSpPr>
          <p:nvPr/>
        </p:nvSpPr>
        <p:spPr bwMode="auto">
          <a:xfrm>
            <a:off x="8229600" y="62484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3115303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6371"/>
                                        </p:tgtEl>
                                        <p:attrNameLst>
                                          <p:attrName>style.visibility</p:attrName>
                                        </p:attrNameLst>
                                      </p:cBhvr>
                                      <p:to>
                                        <p:strVal val="visible"/>
                                      </p:to>
                                    </p:set>
                                    <p:anim calcmode="lin" valueType="num">
                                      <p:cBhvr additive="base">
                                        <p:cTn id="7" dur="500" fill="hold"/>
                                        <p:tgtEl>
                                          <p:spTgt spid="186371"/>
                                        </p:tgtEl>
                                        <p:attrNameLst>
                                          <p:attrName>ppt_x</p:attrName>
                                        </p:attrNameLst>
                                      </p:cBhvr>
                                      <p:tavLst>
                                        <p:tav tm="0">
                                          <p:val>
                                            <p:strVal val="0-#ppt_w/2"/>
                                          </p:val>
                                        </p:tav>
                                        <p:tav tm="100000">
                                          <p:val>
                                            <p:strVal val="#ppt_x"/>
                                          </p:val>
                                        </p:tav>
                                      </p:tavLst>
                                    </p:anim>
                                    <p:anim calcmode="lin" valueType="num">
                                      <p:cBhvr additive="base">
                                        <p:cTn id="8" dur="500" fill="hold"/>
                                        <p:tgtEl>
                                          <p:spTgt spid="1863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86373"/>
                                        </p:tgtEl>
                                        <p:attrNameLst>
                                          <p:attrName>style.visibility</p:attrName>
                                        </p:attrNameLst>
                                      </p:cBhvr>
                                      <p:to>
                                        <p:strVal val="visible"/>
                                      </p:to>
                                    </p:set>
                                    <p:animEffect transition="in" filter="box(in)">
                                      <p:cBhvr>
                                        <p:cTn id="13" dur="500"/>
                                        <p:tgtEl>
                                          <p:spTgt spid="186373"/>
                                        </p:tgtEl>
                                      </p:cBhvr>
                                    </p:animEffect>
                                  </p:childTnLst>
                                </p:cTn>
                              </p:par>
                            </p:childTnLst>
                          </p:cTn>
                        </p:par>
                        <p:par>
                          <p:cTn id="14" fill="hold" nodeType="afterGroup">
                            <p:stCondLst>
                              <p:cond delay="500"/>
                            </p:stCondLst>
                            <p:childTnLst>
                              <p:par>
                                <p:cTn id="15" presetID="4" presetClass="entr" presetSubtype="16" fill="hold" grpId="0" nodeType="afterEffect">
                                  <p:stCondLst>
                                    <p:cond delay="0"/>
                                  </p:stCondLst>
                                  <p:childTnLst>
                                    <p:set>
                                      <p:cBhvr>
                                        <p:cTn id="16" dur="1" fill="hold">
                                          <p:stCondLst>
                                            <p:cond delay="0"/>
                                          </p:stCondLst>
                                        </p:cTn>
                                        <p:tgtEl>
                                          <p:spTgt spid="186374"/>
                                        </p:tgtEl>
                                        <p:attrNameLst>
                                          <p:attrName>style.visibility</p:attrName>
                                        </p:attrNameLst>
                                      </p:cBhvr>
                                      <p:to>
                                        <p:strVal val="visible"/>
                                      </p:to>
                                    </p:set>
                                    <p:animEffect transition="in" filter="box(in)">
                                      <p:cBhvr>
                                        <p:cTn id="17" dur="500"/>
                                        <p:tgtEl>
                                          <p:spTgt spid="186374"/>
                                        </p:tgtEl>
                                      </p:cBhvr>
                                    </p:animEffect>
                                  </p:childTnLst>
                                </p:cTn>
                              </p:par>
                            </p:childTnLst>
                          </p:cTn>
                        </p:par>
                        <p:par>
                          <p:cTn id="18" fill="hold" nodeType="afterGroup">
                            <p:stCondLst>
                              <p:cond delay="1000"/>
                            </p:stCondLst>
                            <p:childTnLst>
                              <p:par>
                                <p:cTn id="19" presetID="4" presetClass="entr" presetSubtype="16" fill="hold" grpId="0" nodeType="afterEffect">
                                  <p:stCondLst>
                                    <p:cond delay="0"/>
                                  </p:stCondLst>
                                  <p:childTnLst>
                                    <p:set>
                                      <p:cBhvr>
                                        <p:cTn id="20" dur="1" fill="hold">
                                          <p:stCondLst>
                                            <p:cond delay="0"/>
                                          </p:stCondLst>
                                        </p:cTn>
                                        <p:tgtEl>
                                          <p:spTgt spid="186375"/>
                                        </p:tgtEl>
                                        <p:attrNameLst>
                                          <p:attrName>style.visibility</p:attrName>
                                        </p:attrNameLst>
                                      </p:cBhvr>
                                      <p:to>
                                        <p:strVal val="visible"/>
                                      </p:to>
                                    </p:set>
                                    <p:animEffect transition="in" filter="box(in)">
                                      <p:cBhvr>
                                        <p:cTn id="21" dur="500"/>
                                        <p:tgtEl>
                                          <p:spTgt spid="186375"/>
                                        </p:tgtEl>
                                      </p:cBhvr>
                                    </p:animEffect>
                                  </p:childTnLst>
                                </p:cTn>
                              </p:par>
                            </p:childTnLst>
                          </p:cTn>
                        </p:par>
                        <p:par>
                          <p:cTn id="22" fill="hold" nodeType="afterGroup">
                            <p:stCondLst>
                              <p:cond delay="1500"/>
                            </p:stCondLst>
                            <p:childTnLst>
                              <p:par>
                                <p:cTn id="23" presetID="4" presetClass="entr" presetSubtype="16" fill="hold" grpId="0" nodeType="afterEffect">
                                  <p:stCondLst>
                                    <p:cond delay="0"/>
                                  </p:stCondLst>
                                  <p:childTnLst>
                                    <p:set>
                                      <p:cBhvr>
                                        <p:cTn id="24" dur="1" fill="hold">
                                          <p:stCondLst>
                                            <p:cond delay="0"/>
                                          </p:stCondLst>
                                        </p:cTn>
                                        <p:tgtEl>
                                          <p:spTgt spid="186376"/>
                                        </p:tgtEl>
                                        <p:attrNameLst>
                                          <p:attrName>style.visibility</p:attrName>
                                        </p:attrNameLst>
                                      </p:cBhvr>
                                      <p:to>
                                        <p:strVal val="visible"/>
                                      </p:to>
                                    </p:set>
                                    <p:animEffect transition="in" filter="box(in)">
                                      <p:cBhvr>
                                        <p:cTn id="25" dur="500"/>
                                        <p:tgtEl>
                                          <p:spTgt spid="186376"/>
                                        </p:tgtEl>
                                      </p:cBhvr>
                                    </p:animEffect>
                                  </p:childTnLst>
                                </p:cTn>
                              </p:par>
                            </p:childTnLst>
                          </p:cTn>
                        </p:par>
                        <p:par>
                          <p:cTn id="26" fill="hold" nodeType="afterGroup">
                            <p:stCondLst>
                              <p:cond delay="2000"/>
                            </p:stCondLst>
                            <p:childTnLst>
                              <p:par>
                                <p:cTn id="27" presetID="4" presetClass="entr" presetSubtype="16" fill="hold" grpId="0" nodeType="afterEffect">
                                  <p:stCondLst>
                                    <p:cond delay="0"/>
                                  </p:stCondLst>
                                  <p:childTnLst>
                                    <p:set>
                                      <p:cBhvr>
                                        <p:cTn id="28" dur="1" fill="hold">
                                          <p:stCondLst>
                                            <p:cond delay="0"/>
                                          </p:stCondLst>
                                        </p:cTn>
                                        <p:tgtEl>
                                          <p:spTgt spid="186377"/>
                                        </p:tgtEl>
                                        <p:attrNameLst>
                                          <p:attrName>style.visibility</p:attrName>
                                        </p:attrNameLst>
                                      </p:cBhvr>
                                      <p:to>
                                        <p:strVal val="visible"/>
                                      </p:to>
                                    </p:set>
                                    <p:animEffect transition="in" filter="box(in)">
                                      <p:cBhvr>
                                        <p:cTn id="29" dur="500"/>
                                        <p:tgtEl>
                                          <p:spTgt spid="186377"/>
                                        </p:tgtEl>
                                      </p:cBhvr>
                                    </p:animEffect>
                                  </p:childTnLst>
                                </p:cTn>
                              </p:par>
                            </p:childTnLst>
                          </p:cTn>
                        </p:par>
                        <p:par>
                          <p:cTn id="30" fill="hold" nodeType="afterGroup">
                            <p:stCondLst>
                              <p:cond delay="2500"/>
                            </p:stCondLst>
                            <p:childTnLst>
                              <p:par>
                                <p:cTn id="31" presetID="4" presetClass="entr" presetSubtype="16" fill="hold" grpId="0" nodeType="afterEffect">
                                  <p:stCondLst>
                                    <p:cond delay="0"/>
                                  </p:stCondLst>
                                  <p:childTnLst>
                                    <p:set>
                                      <p:cBhvr>
                                        <p:cTn id="32" dur="1" fill="hold">
                                          <p:stCondLst>
                                            <p:cond delay="0"/>
                                          </p:stCondLst>
                                        </p:cTn>
                                        <p:tgtEl>
                                          <p:spTgt spid="186378"/>
                                        </p:tgtEl>
                                        <p:attrNameLst>
                                          <p:attrName>style.visibility</p:attrName>
                                        </p:attrNameLst>
                                      </p:cBhvr>
                                      <p:to>
                                        <p:strVal val="visible"/>
                                      </p:to>
                                    </p:set>
                                    <p:animEffect transition="in" filter="box(in)">
                                      <p:cBhvr>
                                        <p:cTn id="33" dur="500"/>
                                        <p:tgtEl>
                                          <p:spTgt spid="186378"/>
                                        </p:tgtEl>
                                      </p:cBhvr>
                                    </p:animEffect>
                                  </p:childTnLst>
                                </p:cTn>
                              </p:par>
                            </p:childTnLst>
                          </p:cTn>
                        </p:par>
                        <p:par>
                          <p:cTn id="34" fill="hold" nodeType="afterGroup">
                            <p:stCondLst>
                              <p:cond delay="3000"/>
                            </p:stCondLst>
                            <p:childTnLst>
                              <p:par>
                                <p:cTn id="35" presetID="4" presetClass="entr" presetSubtype="16" fill="hold" grpId="0" nodeType="afterEffect">
                                  <p:stCondLst>
                                    <p:cond delay="0"/>
                                  </p:stCondLst>
                                  <p:childTnLst>
                                    <p:set>
                                      <p:cBhvr>
                                        <p:cTn id="36" dur="1" fill="hold">
                                          <p:stCondLst>
                                            <p:cond delay="0"/>
                                          </p:stCondLst>
                                        </p:cTn>
                                        <p:tgtEl>
                                          <p:spTgt spid="186379"/>
                                        </p:tgtEl>
                                        <p:attrNameLst>
                                          <p:attrName>style.visibility</p:attrName>
                                        </p:attrNameLst>
                                      </p:cBhvr>
                                      <p:to>
                                        <p:strVal val="visible"/>
                                      </p:to>
                                    </p:set>
                                    <p:animEffect transition="in" filter="box(in)">
                                      <p:cBhvr>
                                        <p:cTn id="37" dur="500"/>
                                        <p:tgtEl>
                                          <p:spTgt spid="186379"/>
                                        </p:tgtEl>
                                      </p:cBhvr>
                                    </p:animEffect>
                                  </p:childTnLst>
                                </p:cTn>
                              </p:par>
                            </p:childTnLst>
                          </p:cTn>
                        </p:par>
                        <p:par>
                          <p:cTn id="38" fill="hold" nodeType="afterGroup">
                            <p:stCondLst>
                              <p:cond delay="3500"/>
                            </p:stCondLst>
                            <p:childTnLst>
                              <p:par>
                                <p:cTn id="39" presetID="4" presetClass="entr" presetSubtype="16" fill="hold" grpId="0" nodeType="afterEffect">
                                  <p:stCondLst>
                                    <p:cond delay="0"/>
                                  </p:stCondLst>
                                  <p:childTnLst>
                                    <p:set>
                                      <p:cBhvr>
                                        <p:cTn id="40" dur="1" fill="hold">
                                          <p:stCondLst>
                                            <p:cond delay="0"/>
                                          </p:stCondLst>
                                        </p:cTn>
                                        <p:tgtEl>
                                          <p:spTgt spid="186380"/>
                                        </p:tgtEl>
                                        <p:attrNameLst>
                                          <p:attrName>style.visibility</p:attrName>
                                        </p:attrNameLst>
                                      </p:cBhvr>
                                      <p:to>
                                        <p:strVal val="visible"/>
                                      </p:to>
                                    </p:set>
                                    <p:animEffect transition="in" filter="box(in)">
                                      <p:cBhvr>
                                        <p:cTn id="41" dur="500"/>
                                        <p:tgtEl>
                                          <p:spTgt spid="186380"/>
                                        </p:tgtEl>
                                      </p:cBhvr>
                                    </p:animEffect>
                                  </p:childTnLst>
                                </p:cTn>
                              </p:par>
                            </p:childTnLst>
                          </p:cTn>
                        </p:par>
                        <p:par>
                          <p:cTn id="42" fill="hold" nodeType="afterGroup">
                            <p:stCondLst>
                              <p:cond delay="4000"/>
                            </p:stCondLst>
                            <p:childTnLst>
                              <p:par>
                                <p:cTn id="43" presetID="4" presetClass="entr" presetSubtype="16" fill="hold" grpId="0" nodeType="afterEffect">
                                  <p:stCondLst>
                                    <p:cond delay="0"/>
                                  </p:stCondLst>
                                  <p:childTnLst>
                                    <p:set>
                                      <p:cBhvr>
                                        <p:cTn id="44" dur="1" fill="hold">
                                          <p:stCondLst>
                                            <p:cond delay="0"/>
                                          </p:stCondLst>
                                        </p:cTn>
                                        <p:tgtEl>
                                          <p:spTgt spid="186381"/>
                                        </p:tgtEl>
                                        <p:attrNameLst>
                                          <p:attrName>style.visibility</p:attrName>
                                        </p:attrNameLst>
                                      </p:cBhvr>
                                      <p:to>
                                        <p:strVal val="visible"/>
                                      </p:to>
                                    </p:set>
                                    <p:animEffect transition="in" filter="box(in)">
                                      <p:cBhvr>
                                        <p:cTn id="45" dur="500"/>
                                        <p:tgtEl>
                                          <p:spTgt spid="186381"/>
                                        </p:tgtEl>
                                      </p:cBhvr>
                                    </p:animEffect>
                                  </p:childTnLst>
                                </p:cTn>
                              </p:par>
                            </p:childTnLst>
                          </p:cTn>
                        </p:par>
                        <p:par>
                          <p:cTn id="46" fill="hold" nodeType="afterGroup">
                            <p:stCondLst>
                              <p:cond delay="4500"/>
                            </p:stCondLst>
                            <p:childTnLst>
                              <p:par>
                                <p:cTn id="47" presetID="4" presetClass="entr" presetSubtype="16" fill="hold" grpId="0" nodeType="afterEffect">
                                  <p:stCondLst>
                                    <p:cond delay="0"/>
                                  </p:stCondLst>
                                  <p:childTnLst>
                                    <p:set>
                                      <p:cBhvr>
                                        <p:cTn id="48" dur="1" fill="hold">
                                          <p:stCondLst>
                                            <p:cond delay="0"/>
                                          </p:stCondLst>
                                        </p:cTn>
                                        <p:tgtEl>
                                          <p:spTgt spid="186382"/>
                                        </p:tgtEl>
                                        <p:attrNameLst>
                                          <p:attrName>style.visibility</p:attrName>
                                        </p:attrNameLst>
                                      </p:cBhvr>
                                      <p:to>
                                        <p:strVal val="visible"/>
                                      </p:to>
                                    </p:set>
                                    <p:animEffect transition="in" filter="box(in)">
                                      <p:cBhvr>
                                        <p:cTn id="49" dur="500"/>
                                        <p:tgtEl>
                                          <p:spTgt spid="186382"/>
                                        </p:tgtEl>
                                      </p:cBhvr>
                                    </p:animEffect>
                                  </p:childTnLst>
                                </p:cTn>
                              </p:par>
                            </p:childTnLst>
                          </p:cTn>
                        </p:par>
                        <p:par>
                          <p:cTn id="50" fill="hold" nodeType="afterGroup">
                            <p:stCondLst>
                              <p:cond delay="5000"/>
                            </p:stCondLst>
                            <p:childTnLst>
                              <p:par>
                                <p:cTn id="51" presetID="4" presetClass="entr" presetSubtype="16" fill="hold" grpId="0" nodeType="afterEffect">
                                  <p:stCondLst>
                                    <p:cond delay="0"/>
                                  </p:stCondLst>
                                  <p:childTnLst>
                                    <p:set>
                                      <p:cBhvr>
                                        <p:cTn id="52" dur="1" fill="hold">
                                          <p:stCondLst>
                                            <p:cond delay="0"/>
                                          </p:stCondLst>
                                        </p:cTn>
                                        <p:tgtEl>
                                          <p:spTgt spid="186383"/>
                                        </p:tgtEl>
                                        <p:attrNameLst>
                                          <p:attrName>style.visibility</p:attrName>
                                        </p:attrNameLst>
                                      </p:cBhvr>
                                      <p:to>
                                        <p:strVal val="visible"/>
                                      </p:to>
                                    </p:set>
                                    <p:animEffect transition="in" filter="box(in)">
                                      <p:cBhvr>
                                        <p:cTn id="53" dur="500"/>
                                        <p:tgtEl>
                                          <p:spTgt spid="186383"/>
                                        </p:tgtEl>
                                      </p:cBhvr>
                                    </p:animEffect>
                                  </p:childTnLst>
                                </p:cTn>
                              </p:par>
                            </p:childTnLst>
                          </p:cTn>
                        </p:par>
                        <p:par>
                          <p:cTn id="54" fill="hold" nodeType="afterGroup">
                            <p:stCondLst>
                              <p:cond delay="5500"/>
                            </p:stCondLst>
                            <p:childTnLst>
                              <p:par>
                                <p:cTn id="55" presetID="4" presetClass="entr" presetSubtype="16" fill="hold" grpId="0" nodeType="afterEffect">
                                  <p:stCondLst>
                                    <p:cond delay="0"/>
                                  </p:stCondLst>
                                  <p:childTnLst>
                                    <p:set>
                                      <p:cBhvr>
                                        <p:cTn id="56" dur="1" fill="hold">
                                          <p:stCondLst>
                                            <p:cond delay="0"/>
                                          </p:stCondLst>
                                        </p:cTn>
                                        <p:tgtEl>
                                          <p:spTgt spid="186384"/>
                                        </p:tgtEl>
                                        <p:attrNameLst>
                                          <p:attrName>style.visibility</p:attrName>
                                        </p:attrNameLst>
                                      </p:cBhvr>
                                      <p:to>
                                        <p:strVal val="visible"/>
                                      </p:to>
                                    </p:set>
                                    <p:animEffect transition="in" filter="box(in)">
                                      <p:cBhvr>
                                        <p:cTn id="57" dur="500"/>
                                        <p:tgtEl>
                                          <p:spTgt spid="186384"/>
                                        </p:tgtEl>
                                      </p:cBhvr>
                                    </p:animEffect>
                                  </p:childTnLst>
                                </p:cTn>
                              </p:par>
                            </p:childTnLst>
                          </p:cTn>
                        </p:par>
                        <p:par>
                          <p:cTn id="58" fill="hold" nodeType="afterGroup">
                            <p:stCondLst>
                              <p:cond delay="6000"/>
                            </p:stCondLst>
                            <p:childTnLst>
                              <p:par>
                                <p:cTn id="59" presetID="4" presetClass="entr" presetSubtype="16" fill="hold" grpId="0" nodeType="afterEffect">
                                  <p:stCondLst>
                                    <p:cond delay="0"/>
                                  </p:stCondLst>
                                  <p:childTnLst>
                                    <p:set>
                                      <p:cBhvr>
                                        <p:cTn id="60" dur="1" fill="hold">
                                          <p:stCondLst>
                                            <p:cond delay="0"/>
                                          </p:stCondLst>
                                        </p:cTn>
                                        <p:tgtEl>
                                          <p:spTgt spid="186385"/>
                                        </p:tgtEl>
                                        <p:attrNameLst>
                                          <p:attrName>style.visibility</p:attrName>
                                        </p:attrNameLst>
                                      </p:cBhvr>
                                      <p:to>
                                        <p:strVal val="visible"/>
                                      </p:to>
                                    </p:set>
                                    <p:animEffect transition="in" filter="box(in)">
                                      <p:cBhvr>
                                        <p:cTn id="61" dur="500"/>
                                        <p:tgtEl>
                                          <p:spTgt spid="186385"/>
                                        </p:tgtEl>
                                      </p:cBhvr>
                                    </p:animEffect>
                                  </p:childTnLst>
                                </p:cTn>
                              </p:par>
                            </p:childTnLst>
                          </p:cTn>
                        </p:par>
                        <p:par>
                          <p:cTn id="62" fill="hold" nodeType="afterGroup">
                            <p:stCondLst>
                              <p:cond delay="6500"/>
                            </p:stCondLst>
                            <p:childTnLst>
                              <p:par>
                                <p:cTn id="63" presetID="4" presetClass="entr" presetSubtype="16" fill="hold" grpId="0" nodeType="afterEffect">
                                  <p:stCondLst>
                                    <p:cond delay="0"/>
                                  </p:stCondLst>
                                  <p:childTnLst>
                                    <p:set>
                                      <p:cBhvr>
                                        <p:cTn id="64" dur="1" fill="hold">
                                          <p:stCondLst>
                                            <p:cond delay="0"/>
                                          </p:stCondLst>
                                        </p:cTn>
                                        <p:tgtEl>
                                          <p:spTgt spid="186386"/>
                                        </p:tgtEl>
                                        <p:attrNameLst>
                                          <p:attrName>style.visibility</p:attrName>
                                        </p:attrNameLst>
                                      </p:cBhvr>
                                      <p:to>
                                        <p:strVal val="visible"/>
                                      </p:to>
                                    </p:set>
                                    <p:animEffect transition="in" filter="box(in)">
                                      <p:cBhvr>
                                        <p:cTn id="65" dur="500"/>
                                        <p:tgtEl>
                                          <p:spTgt spid="186386"/>
                                        </p:tgtEl>
                                      </p:cBhvr>
                                    </p:animEffect>
                                  </p:childTnLst>
                                </p:cTn>
                              </p:par>
                            </p:childTnLst>
                          </p:cTn>
                        </p:par>
                        <p:par>
                          <p:cTn id="66" fill="hold" nodeType="afterGroup">
                            <p:stCondLst>
                              <p:cond delay="7000"/>
                            </p:stCondLst>
                            <p:childTnLst>
                              <p:par>
                                <p:cTn id="67" presetID="4" presetClass="entr" presetSubtype="16" fill="hold" grpId="0" nodeType="afterEffect">
                                  <p:stCondLst>
                                    <p:cond delay="0"/>
                                  </p:stCondLst>
                                  <p:childTnLst>
                                    <p:set>
                                      <p:cBhvr>
                                        <p:cTn id="68" dur="1" fill="hold">
                                          <p:stCondLst>
                                            <p:cond delay="0"/>
                                          </p:stCondLst>
                                        </p:cTn>
                                        <p:tgtEl>
                                          <p:spTgt spid="186387"/>
                                        </p:tgtEl>
                                        <p:attrNameLst>
                                          <p:attrName>style.visibility</p:attrName>
                                        </p:attrNameLst>
                                      </p:cBhvr>
                                      <p:to>
                                        <p:strVal val="visible"/>
                                      </p:to>
                                    </p:set>
                                    <p:animEffect transition="in" filter="box(in)">
                                      <p:cBhvr>
                                        <p:cTn id="69" dur="500"/>
                                        <p:tgtEl>
                                          <p:spTgt spid="186387"/>
                                        </p:tgtEl>
                                      </p:cBhvr>
                                    </p:animEffect>
                                  </p:childTnLst>
                                </p:cTn>
                              </p:par>
                            </p:childTnLst>
                          </p:cTn>
                        </p:par>
                        <p:par>
                          <p:cTn id="70" fill="hold" nodeType="afterGroup">
                            <p:stCondLst>
                              <p:cond delay="7500"/>
                            </p:stCondLst>
                            <p:childTnLst>
                              <p:par>
                                <p:cTn id="71" presetID="17" presetClass="entr" presetSubtype="1" fill="hold" grpId="0" nodeType="afterEffect">
                                  <p:stCondLst>
                                    <p:cond delay="0"/>
                                  </p:stCondLst>
                                  <p:childTnLst>
                                    <p:set>
                                      <p:cBhvr>
                                        <p:cTn id="72" dur="1" fill="hold">
                                          <p:stCondLst>
                                            <p:cond delay="0"/>
                                          </p:stCondLst>
                                        </p:cTn>
                                        <p:tgtEl>
                                          <p:spTgt spid="186388"/>
                                        </p:tgtEl>
                                        <p:attrNameLst>
                                          <p:attrName>style.visibility</p:attrName>
                                        </p:attrNameLst>
                                      </p:cBhvr>
                                      <p:to>
                                        <p:strVal val="visible"/>
                                      </p:to>
                                    </p:set>
                                    <p:anim calcmode="lin" valueType="num">
                                      <p:cBhvr>
                                        <p:cTn id="73" dur="500" fill="hold"/>
                                        <p:tgtEl>
                                          <p:spTgt spid="186388"/>
                                        </p:tgtEl>
                                        <p:attrNameLst>
                                          <p:attrName>ppt_x</p:attrName>
                                        </p:attrNameLst>
                                      </p:cBhvr>
                                      <p:tavLst>
                                        <p:tav tm="0">
                                          <p:val>
                                            <p:strVal val="#ppt_x"/>
                                          </p:val>
                                        </p:tav>
                                        <p:tav tm="100000">
                                          <p:val>
                                            <p:strVal val="#ppt_x"/>
                                          </p:val>
                                        </p:tav>
                                      </p:tavLst>
                                    </p:anim>
                                    <p:anim calcmode="lin" valueType="num">
                                      <p:cBhvr>
                                        <p:cTn id="74" dur="500" fill="hold"/>
                                        <p:tgtEl>
                                          <p:spTgt spid="186388"/>
                                        </p:tgtEl>
                                        <p:attrNameLst>
                                          <p:attrName>ppt_y</p:attrName>
                                        </p:attrNameLst>
                                      </p:cBhvr>
                                      <p:tavLst>
                                        <p:tav tm="0">
                                          <p:val>
                                            <p:strVal val="#ppt_y-#ppt_h/2"/>
                                          </p:val>
                                        </p:tav>
                                        <p:tav tm="100000">
                                          <p:val>
                                            <p:strVal val="#ppt_y"/>
                                          </p:val>
                                        </p:tav>
                                      </p:tavLst>
                                    </p:anim>
                                    <p:anim calcmode="lin" valueType="num">
                                      <p:cBhvr>
                                        <p:cTn id="75" dur="500" fill="hold"/>
                                        <p:tgtEl>
                                          <p:spTgt spid="186388"/>
                                        </p:tgtEl>
                                        <p:attrNameLst>
                                          <p:attrName>ppt_w</p:attrName>
                                        </p:attrNameLst>
                                      </p:cBhvr>
                                      <p:tavLst>
                                        <p:tav tm="0">
                                          <p:val>
                                            <p:strVal val="#ppt_w"/>
                                          </p:val>
                                        </p:tav>
                                        <p:tav tm="100000">
                                          <p:val>
                                            <p:strVal val="#ppt_w"/>
                                          </p:val>
                                        </p:tav>
                                      </p:tavLst>
                                    </p:anim>
                                    <p:anim calcmode="lin" valueType="num">
                                      <p:cBhvr>
                                        <p:cTn id="76" dur="500" fill="hold"/>
                                        <p:tgtEl>
                                          <p:spTgt spid="186388"/>
                                        </p:tgtEl>
                                        <p:attrNameLst>
                                          <p:attrName>ppt_h</p:attrName>
                                        </p:attrNameLst>
                                      </p:cBhvr>
                                      <p:tavLst>
                                        <p:tav tm="0">
                                          <p:val>
                                            <p:fltVal val="0"/>
                                          </p:val>
                                        </p:tav>
                                        <p:tav tm="100000">
                                          <p:val>
                                            <p:strVal val="#ppt_h"/>
                                          </p:val>
                                        </p:tav>
                                      </p:tavLst>
                                    </p:anim>
                                  </p:childTnLst>
                                </p:cTn>
                              </p:par>
                            </p:childTnLst>
                          </p:cTn>
                        </p:par>
                        <p:par>
                          <p:cTn id="77" fill="hold" nodeType="afterGroup">
                            <p:stCondLst>
                              <p:cond delay="8000"/>
                            </p:stCondLst>
                            <p:childTnLst>
                              <p:par>
                                <p:cTn id="78" presetID="17" presetClass="entr" presetSubtype="1" fill="hold" grpId="0" nodeType="afterEffect">
                                  <p:stCondLst>
                                    <p:cond delay="0"/>
                                  </p:stCondLst>
                                  <p:childTnLst>
                                    <p:set>
                                      <p:cBhvr>
                                        <p:cTn id="79" dur="1" fill="hold">
                                          <p:stCondLst>
                                            <p:cond delay="0"/>
                                          </p:stCondLst>
                                        </p:cTn>
                                        <p:tgtEl>
                                          <p:spTgt spid="186389"/>
                                        </p:tgtEl>
                                        <p:attrNameLst>
                                          <p:attrName>style.visibility</p:attrName>
                                        </p:attrNameLst>
                                      </p:cBhvr>
                                      <p:to>
                                        <p:strVal val="visible"/>
                                      </p:to>
                                    </p:set>
                                    <p:anim calcmode="lin" valueType="num">
                                      <p:cBhvr>
                                        <p:cTn id="80" dur="500" fill="hold"/>
                                        <p:tgtEl>
                                          <p:spTgt spid="186389"/>
                                        </p:tgtEl>
                                        <p:attrNameLst>
                                          <p:attrName>ppt_x</p:attrName>
                                        </p:attrNameLst>
                                      </p:cBhvr>
                                      <p:tavLst>
                                        <p:tav tm="0">
                                          <p:val>
                                            <p:strVal val="#ppt_x"/>
                                          </p:val>
                                        </p:tav>
                                        <p:tav tm="100000">
                                          <p:val>
                                            <p:strVal val="#ppt_x"/>
                                          </p:val>
                                        </p:tav>
                                      </p:tavLst>
                                    </p:anim>
                                    <p:anim calcmode="lin" valueType="num">
                                      <p:cBhvr>
                                        <p:cTn id="81" dur="500" fill="hold"/>
                                        <p:tgtEl>
                                          <p:spTgt spid="186389"/>
                                        </p:tgtEl>
                                        <p:attrNameLst>
                                          <p:attrName>ppt_y</p:attrName>
                                        </p:attrNameLst>
                                      </p:cBhvr>
                                      <p:tavLst>
                                        <p:tav tm="0">
                                          <p:val>
                                            <p:strVal val="#ppt_y-#ppt_h/2"/>
                                          </p:val>
                                        </p:tav>
                                        <p:tav tm="100000">
                                          <p:val>
                                            <p:strVal val="#ppt_y"/>
                                          </p:val>
                                        </p:tav>
                                      </p:tavLst>
                                    </p:anim>
                                    <p:anim calcmode="lin" valueType="num">
                                      <p:cBhvr>
                                        <p:cTn id="82" dur="500" fill="hold"/>
                                        <p:tgtEl>
                                          <p:spTgt spid="186389"/>
                                        </p:tgtEl>
                                        <p:attrNameLst>
                                          <p:attrName>ppt_w</p:attrName>
                                        </p:attrNameLst>
                                      </p:cBhvr>
                                      <p:tavLst>
                                        <p:tav tm="0">
                                          <p:val>
                                            <p:strVal val="#ppt_w"/>
                                          </p:val>
                                        </p:tav>
                                        <p:tav tm="100000">
                                          <p:val>
                                            <p:strVal val="#ppt_w"/>
                                          </p:val>
                                        </p:tav>
                                      </p:tavLst>
                                    </p:anim>
                                    <p:anim calcmode="lin" valueType="num">
                                      <p:cBhvr>
                                        <p:cTn id="83" dur="500" fill="hold"/>
                                        <p:tgtEl>
                                          <p:spTgt spid="186389"/>
                                        </p:tgtEl>
                                        <p:attrNameLst>
                                          <p:attrName>ppt_h</p:attrName>
                                        </p:attrNameLst>
                                      </p:cBhvr>
                                      <p:tavLst>
                                        <p:tav tm="0">
                                          <p:val>
                                            <p:fltVal val="0"/>
                                          </p:val>
                                        </p:tav>
                                        <p:tav tm="100000">
                                          <p:val>
                                            <p:strVal val="#ppt_h"/>
                                          </p:val>
                                        </p:tav>
                                      </p:tavLst>
                                    </p:anim>
                                  </p:childTnLst>
                                </p:cTn>
                              </p:par>
                            </p:childTnLst>
                          </p:cTn>
                        </p:par>
                        <p:par>
                          <p:cTn id="84" fill="hold" nodeType="afterGroup">
                            <p:stCondLst>
                              <p:cond delay="8500"/>
                            </p:stCondLst>
                            <p:childTnLst>
                              <p:par>
                                <p:cTn id="85" presetID="17" presetClass="entr" presetSubtype="1" fill="hold" grpId="0" nodeType="afterEffect">
                                  <p:stCondLst>
                                    <p:cond delay="0"/>
                                  </p:stCondLst>
                                  <p:childTnLst>
                                    <p:set>
                                      <p:cBhvr>
                                        <p:cTn id="86" dur="1" fill="hold">
                                          <p:stCondLst>
                                            <p:cond delay="0"/>
                                          </p:stCondLst>
                                        </p:cTn>
                                        <p:tgtEl>
                                          <p:spTgt spid="186390"/>
                                        </p:tgtEl>
                                        <p:attrNameLst>
                                          <p:attrName>style.visibility</p:attrName>
                                        </p:attrNameLst>
                                      </p:cBhvr>
                                      <p:to>
                                        <p:strVal val="visible"/>
                                      </p:to>
                                    </p:set>
                                    <p:anim calcmode="lin" valueType="num">
                                      <p:cBhvr>
                                        <p:cTn id="87" dur="500" fill="hold"/>
                                        <p:tgtEl>
                                          <p:spTgt spid="186390"/>
                                        </p:tgtEl>
                                        <p:attrNameLst>
                                          <p:attrName>ppt_x</p:attrName>
                                        </p:attrNameLst>
                                      </p:cBhvr>
                                      <p:tavLst>
                                        <p:tav tm="0">
                                          <p:val>
                                            <p:strVal val="#ppt_x"/>
                                          </p:val>
                                        </p:tav>
                                        <p:tav tm="100000">
                                          <p:val>
                                            <p:strVal val="#ppt_x"/>
                                          </p:val>
                                        </p:tav>
                                      </p:tavLst>
                                    </p:anim>
                                    <p:anim calcmode="lin" valueType="num">
                                      <p:cBhvr>
                                        <p:cTn id="88" dur="500" fill="hold"/>
                                        <p:tgtEl>
                                          <p:spTgt spid="186390"/>
                                        </p:tgtEl>
                                        <p:attrNameLst>
                                          <p:attrName>ppt_y</p:attrName>
                                        </p:attrNameLst>
                                      </p:cBhvr>
                                      <p:tavLst>
                                        <p:tav tm="0">
                                          <p:val>
                                            <p:strVal val="#ppt_y-#ppt_h/2"/>
                                          </p:val>
                                        </p:tav>
                                        <p:tav tm="100000">
                                          <p:val>
                                            <p:strVal val="#ppt_y"/>
                                          </p:val>
                                        </p:tav>
                                      </p:tavLst>
                                    </p:anim>
                                    <p:anim calcmode="lin" valueType="num">
                                      <p:cBhvr>
                                        <p:cTn id="89" dur="500" fill="hold"/>
                                        <p:tgtEl>
                                          <p:spTgt spid="186390"/>
                                        </p:tgtEl>
                                        <p:attrNameLst>
                                          <p:attrName>ppt_w</p:attrName>
                                        </p:attrNameLst>
                                      </p:cBhvr>
                                      <p:tavLst>
                                        <p:tav tm="0">
                                          <p:val>
                                            <p:strVal val="#ppt_w"/>
                                          </p:val>
                                        </p:tav>
                                        <p:tav tm="100000">
                                          <p:val>
                                            <p:strVal val="#ppt_w"/>
                                          </p:val>
                                        </p:tav>
                                      </p:tavLst>
                                    </p:anim>
                                    <p:anim calcmode="lin" valueType="num">
                                      <p:cBhvr>
                                        <p:cTn id="90" dur="500" fill="hold"/>
                                        <p:tgtEl>
                                          <p:spTgt spid="186390"/>
                                        </p:tgtEl>
                                        <p:attrNameLst>
                                          <p:attrName>ppt_h</p:attrName>
                                        </p:attrNameLst>
                                      </p:cBhvr>
                                      <p:tavLst>
                                        <p:tav tm="0">
                                          <p:val>
                                            <p:fltVal val="0"/>
                                          </p:val>
                                        </p:tav>
                                        <p:tav tm="100000">
                                          <p:val>
                                            <p:strVal val="#ppt_h"/>
                                          </p:val>
                                        </p:tav>
                                      </p:tavLst>
                                    </p:anim>
                                  </p:childTnLst>
                                </p:cTn>
                              </p:par>
                            </p:childTnLst>
                          </p:cTn>
                        </p:par>
                        <p:par>
                          <p:cTn id="91" fill="hold" nodeType="afterGroup">
                            <p:stCondLst>
                              <p:cond delay="9000"/>
                            </p:stCondLst>
                            <p:childTnLst>
                              <p:par>
                                <p:cTn id="92" presetID="17" presetClass="entr" presetSubtype="1" fill="hold" grpId="0" nodeType="afterEffect">
                                  <p:stCondLst>
                                    <p:cond delay="0"/>
                                  </p:stCondLst>
                                  <p:childTnLst>
                                    <p:set>
                                      <p:cBhvr>
                                        <p:cTn id="93" dur="1" fill="hold">
                                          <p:stCondLst>
                                            <p:cond delay="0"/>
                                          </p:stCondLst>
                                        </p:cTn>
                                        <p:tgtEl>
                                          <p:spTgt spid="186391"/>
                                        </p:tgtEl>
                                        <p:attrNameLst>
                                          <p:attrName>style.visibility</p:attrName>
                                        </p:attrNameLst>
                                      </p:cBhvr>
                                      <p:to>
                                        <p:strVal val="visible"/>
                                      </p:to>
                                    </p:set>
                                    <p:anim calcmode="lin" valueType="num">
                                      <p:cBhvr>
                                        <p:cTn id="94" dur="500" fill="hold"/>
                                        <p:tgtEl>
                                          <p:spTgt spid="186391"/>
                                        </p:tgtEl>
                                        <p:attrNameLst>
                                          <p:attrName>ppt_x</p:attrName>
                                        </p:attrNameLst>
                                      </p:cBhvr>
                                      <p:tavLst>
                                        <p:tav tm="0">
                                          <p:val>
                                            <p:strVal val="#ppt_x"/>
                                          </p:val>
                                        </p:tav>
                                        <p:tav tm="100000">
                                          <p:val>
                                            <p:strVal val="#ppt_x"/>
                                          </p:val>
                                        </p:tav>
                                      </p:tavLst>
                                    </p:anim>
                                    <p:anim calcmode="lin" valueType="num">
                                      <p:cBhvr>
                                        <p:cTn id="95" dur="500" fill="hold"/>
                                        <p:tgtEl>
                                          <p:spTgt spid="186391"/>
                                        </p:tgtEl>
                                        <p:attrNameLst>
                                          <p:attrName>ppt_y</p:attrName>
                                        </p:attrNameLst>
                                      </p:cBhvr>
                                      <p:tavLst>
                                        <p:tav tm="0">
                                          <p:val>
                                            <p:strVal val="#ppt_y-#ppt_h/2"/>
                                          </p:val>
                                        </p:tav>
                                        <p:tav tm="100000">
                                          <p:val>
                                            <p:strVal val="#ppt_y"/>
                                          </p:val>
                                        </p:tav>
                                      </p:tavLst>
                                    </p:anim>
                                    <p:anim calcmode="lin" valueType="num">
                                      <p:cBhvr>
                                        <p:cTn id="96" dur="500" fill="hold"/>
                                        <p:tgtEl>
                                          <p:spTgt spid="186391"/>
                                        </p:tgtEl>
                                        <p:attrNameLst>
                                          <p:attrName>ppt_w</p:attrName>
                                        </p:attrNameLst>
                                      </p:cBhvr>
                                      <p:tavLst>
                                        <p:tav tm="0">
                                          <p:val>
                                            <p:strVal val="#ppt_w"/>
                                          </p:val>
                                        </p:tav>
                                        <p:tav tm="100000">
                                          <p:val>
                                            <p:strVal val="#ppt_w"/>
                                          </p:val>
                                        </p:tav>
                                      </p:tavLst>
                                    </p:anim>
                                    <p:anim calcmode="lin" valueType="num">
                                      <p:cBhvr>
                                        <p:cTn id="97" dur="500" fill="hold"/>
                                        <p:tgtEl>
                                          <p:spTgt spid="186391"/>
                                        </p:tgtEl>
                                        <p:attrNameLst>
                                          <p:attrName>ppt_h</p:attrName>
                                        </p:attrNameLst>
                                      </p:cBhvr>
                                      <p:tavLst>
                                        <p:tav tm="0">
                                          <p:val>
                                            <p:fltVal val="0"/>
                                          </p:val>
                                        </p:tav>
                                        <p:tav tm="100000">
                                          <p:val>
                                            <p:strVal val="#ppt_h"/>
                                          </p:val>
                                        </p:tav>
                                      </p:tavLst>
                                    </p:anim>
                                  </p:childTnLst>
                                </p:cTn>
                              </p:par>
                            </p:childTnLst>
                          </p:cTn>
                        </p:par>
                        <p:par>
                          <p:cTn id="98" fill="hold" nodeType="afterGroup">
                            <p:stCondLst>
                              <p:cond delay="9500"/>
                            </p:stCondLst>
                            <p:childTnLst>
                              <p:par>
                                <p:cTn id="99" presetID="17" presetClass="entr" presetSubtype="1" fill="hold" grpId="0" nodeType="afterEffect">
                                  <p:stCondLst>
                                    <p:cond delay="0"/>
                                  </p:stCondLst>
                                  <p:childTnLst>
                                    <p:set>
                                      <p:cBhvr>
                                        <p:cTn id="100" dur="1" fill="hold">
                                          <p:stCondLst>
                                            <p:cond delay="0"/>
                                          </p:stCondLst>
                                        </p:cTn>
                                        <p:tgtEl>
                                          <p:spTgt spid="186392"/>
                                        </p:tgtEl>
                                        <p:attrNameLst>
                                          <p:attrName>style.visibility</p:attrName>
                                        </p:attrNameLst>
                                      </p:cBhvr>
                                      <p:to>
                                        <p:strVal val="visible"/>
                                      </p:to>
                                    </p:set>
                                    <p:anim calcmode="lin" valueType="num">
                                      <p:cBhvr>
                                        <p:cTn id="101" dur="500" fill="hold"/>
                                        <p:tgtEl>
                                          <p:spTgt spid="186392"/>
                                        </p:tgtEl>
                                        <p:attrNameLst>
                                          <p:attrName>ppt_x</p:attrName>
                                        </p:attrNameLst>
                                      </p:cBhvr>
                                      <p:tavLst>
                                        <p:tav tm="0">
                                          <p:val>
                                            <p:strVal val="#ppt_x"/>
                                          </p:val>
                                        </p:tav>
                                        <p:tav tm="100000">
                                          <p:val>
                                            <p:strVal val="#ppt_x"/>
                                          </p:val>
                                        </p:tav>
                                      </p:tavLst>
                                    </p:anim>
                                    <p:anim calcmode="lin" valueType="num">
                                      <p:cBhvr>
                                        <p:cTn id="102" dur="500" fill="hold"/>
                                        <p:tgtEl>
                                          <p:spTgt spid="186392"/>
                                        </p:tgtEl>
                                        <p:attrNameLst>
                                          <p:attrName>ppt_y</p:attrName>
                                        </p:attrNameLst>
                                      </p:cBhvr>
                                      <p:tavLst>
                                        <p:tav tm="0">
                                          <p:val>
                                            <p:strVal val="#ppt_y-#ppt_h/2"/>
                                          </p:val>
                                        </p:tav>
                                        <p:tav tm="100000">
                                          <p:val>
                                            <p:strVal val="#ppt_y"/>
                                          </p:val>
                                        </p:tav>
                                      </p:tavLst>
                                    </p:anim>
                                    <p:anim calcmode="lin" valueType="num">
                                      <p:cBhvr>
                                        <p:cTn id="103" dur="500" fill="hold"/>
                                        <p:tgtEl>
                                          <p:spTgt spid="186392"/>
                                        </p:tgtEl>
                                        <p:attrNameLst>
                                          <p:attrName>ppt_w</p:attrName>
                                        </p:attrNameLst>
                                      </p:cBhvr>
                                      <p:tavLst>
                                        <p:tav tm="0">
                                          <p:val>
                                            <p:strVal val="#ppt_w"/>
                                          </p:val>
                                        </p:tav>
                                        <p:tav tm="100000">
                                          <p:val>
                                            <p:strVal val="#ppt_w"/>
                                          </p:val>
                                        </p:tav>
                                      </p:tavLst>
                                    </p:anim>
                                    <p:anim calcmode="lin" valueType="num">
                                      <p:cBhvr>
                                        <p:cTn id="104" dur="500" fill="hold"/>
                                        <p:tgtEl>
                                          <p:spTgt spid="186392"/>
                                        </p:tgtEl>
                                        <p:attrNameLst>
                                          <p:attrName>ppt_h</p:attrName>
                                        </p:attrNameLst>
                                      </p:cBhvr>
                                      <p:tavLst>
                                        <p:tav tm="0">
                                          <p:val>
                                            <p:fltVal val="0"/>
                                          </p:val>
                                        </p:tav>
                                        <p:tav tm="100000">
                                          <p:val>
                                            <p:strVal val="#ppt_h"/>
                                          </p:val>
                                        </p:tav>
                                      </p:tavLst>
                                    </p:anim>
                                  </p:childTnLst>
                                </p:cTn>
                              </p:par>
                            </p:childTnLst>
                          </p:cTn>
                        </p:par>
                        <p:par>
                          <p:cTn id="105" fill="hold" nodeType="afterGroup">
                            <p:stCondLst>
                              <p:cond delay="10000"/>
                            </p:stCondLst>
                            <p:childTnLst>
                              <p:par>
                                <p:cTn id="106" presetID="17" presetClass="entr" presetSubtype="1" fill="hold" grpId="0" nodeType="afterEffect">
                                  <p:stCondLst>
                                    <p:cond delay="0"/>
                                  </p:stCondLst>
                                  <p:childTnLst>
                                    <p:set>
                                      <p:cBhvr>
                                        <p:cTn id="107" dur="1" fill="hold">
                                          <p:stCondLst>
                                            <p:cond delay="0"/>
                                          </p:stCondLst>
                                        </p:cTn>
                                        <p:tgtEl>
                                          <p:spTgt spid="186393"/>
                                        </p:tgtEl>
                                        <p:attrNameLst>
                                          <p:attrName>style.visibility</p:attrName>
                                        </p:attrNameLst>
                                      </p:cBhvr>
                                      <p:to>
                                        <p:strVal val="visible"/>
                                      </p:to>
                                    </p:set>
                                    <p:anim calcmode="lin" valueType="num">
                                      <p:cBhvr>
                                        <p:cTn id="108" dur="500" fill="hold"/>
                                        <p:tgtEl>
                                          <p:spTgt spid="186393"/>
                                        </p:tgtEl>
                                        <p:attrNameLst>
                                          <p:attrName>ppt_x</p:attrName>
                                        </p:attrNameLst>
                                      </p:cBhvr>
                                      <p:tavLst>
                                        <p:tav tm="0">
                                          <p:val>
                                            <p:strVal val="#ppt_x"/>
                                          </p:val>
                                        </p:tav>
                                        <p:tav tm="100000">
                                          <p:val>
                                            <p:strVal val="#ppt_x"/>
                                          </p:val>
                                        </p:tav>
                                      </p:tavLst>
                                    </p:anim>
                                    <p:anim calcmode="lin" valueType="num">
                                      <p:cBhvr>
                                        <p:cTn id="109" dur="500" fill="hold"/>
                                        <p:tgtEl>
                                          <p:spTgt spid="186393"/>
                                        </p:tgtEl>
                                        <p:attrNameLst>
                                          <p:attrName>ppt_y</p:attrName>
                                        </p:attrNameLst>
                                      </p:cBhvr>
                                      <p:tavLst>
                                        <p:tav tm="0">
                                          <p:val>
                                            <p:strVal val="#ppt_y-#ppt_h/2"/>
                                          </p:val>
                                        </p:tav>
                                        <p:tav tm="100000">
                                          <p:val>
                                            <p:strVal val="#ppt_y"/>
                                          </p:val>
                                        </p:tav>
                                      </p:tavLst>
                                    </p:anim>
                                    <p:anim calcmode="lin" valueType="num">
                                      <p:cBhvr>
                                        <p:cTn id="110" dur="500" fill="hold"/>
                                        <p:tgtEl>
                                          <p:spTgt spid="186393"/>
                                        </p:tgtEl>
                                        <p:attrNameLst>
                                          <p:attrName>ppt_w</p:attrName>
                                        </p:attrNameLst>
                                      </p:cBhvr>
                                      <p:tavLst>
                                        <p:tav tm="0">
                                          <p:val>
                                            <p:strVal val="#ppt_w"/>
                                          </p:val>
                                        </p:tav>
                                        <p:tav tm="100000">
                                          <p:val>
                                            <p:strVal val="#ppt_w"/>
                                          </p:val>
                                        </p:tav>
                                      </p:tavLst>
                                    </p:anim>
                                    <p:anim calcmode="lin" valueType="num">
                                      <p:cBhvr>
                                        <p:cTn id="111" dur="500" fill="hold"/>
                                        <p:tgtEl>
                                          <p:spTgt spid="186393"/>
                                        </p:tgtEl>
                                        <p:attrNameLst>
                                          <p:attrName>ppt_h</p:attrName>
                                        </p:attrNameLst>
                                      </p:cBhvr>
                                      <p:tavLst>
                                        <p:tav tm="0">
                                          <p:val>
                                            <p:fltVal val="0"/>
                                          </p:val>
                                        </p:tav>
                                        <p:tav tm="100000">
                                          <p:val>
                                            <p:strVal val="#ppt_h"/>
                                          </p:val>
                                        </p:tav>
                                      </p:tavLst>
                                    </p:anim>
                                  </p:childTnLst>
                                </p:cTn>
                              </p:par>
                            </p:childTnLst>
                          </p:cTn>
                        </p:par>
                        <p:par>
                          <p:cTn id="112" fill="hold" nodeType="afterGroup">
                            <p:stCondLst>
                              <p:cond delay="10500"/>
                            </p:stCondLst>
                            <p:childTnLst>
                              <p:par>
                                <p:cTn id="113" presetID="17" presetClass="entr" presetSubtype="1" fill="hold" grpId="0" nodeType="afterEffect">
                                  <p:stCondLst>
                                    <p:cond delay="0"/>
                                  </p:stCondLst>
                                  <p:childTnLst>
                                    <p:set>
                                      <p:cBhvr>
                                        <p:cTn id="114" dur="1" fill="hold">
                                          <p:stCondLst>
                                            <p:cond delay="0"/>
                                          </p:stCondLst>
                                        </p:cTn>
                                        <p:tgtEl>
                                          <p:spTgt spid="186394"/>
                                        </p:tgtEl>
                                        <p:attrNameLst>
                                          <p:attrName>style.visibility</p:attrName>
                                        </p:attrNameLst>
                                      </p:cBhvr>
                                      <p:to>
                                        <p:strVal val="visible"/>
                                      </p:to>
                                    </p:set>
                                    <p:anim calcmode="lin" valueType="num">
                                      <p:cBhvr>
                                        <p:cTn id="115" dur="500" fill="hold"/>
                                        <p:tgtEl>
                                          <p:spTgt spid="186394"/>
                                        </p:tgtEl>
                                        <p:attrNameLst>
                                          <p:attrName>ppt_x</p:attrName>
                                        </p:attrNameLst>
                                      </p:cBhvr>
                                      <p:tavLst>
                                        <p:tav tm="0">
                                          <p:val>
                                            <p:strVal val="#ppt_x"/>
                                          </p:val>
                                        </p:tav>
                                        <p:tav tm="100000">
                                          <p:val>
                                            <p:strVal val="#ppt_x"/>
                                          </p:val>
                                        </p:tav>
                                      </p:tavLst>
                                    </p:anim>
                                    <p:anim calcmode="lin" valueType="num">
                                      <p:cBhvr>
                                        <p:cTn id="116" dur="500" fill="hold"/>
                                        <p:tgtEl>
                                          <p:spTgt spid="186394"/>
                                        </p:tgtEl>
                                        <p:attrNameLst>
                                          <p:attrName>ppt_y</p:attrName>
                                        </p:attrNameLst>
                                      </p:cBhvr>
                                      <p:tavLst>
                                        <p:tav tm="0">
                                          <p:val>
                                            <p:strVal val="#ppt_y-#ppt_h/2"/>
                                          </p:val>
                                        </p:tav>
                                        <p:tav tm="100000">
                                          <p:val>
                                            <p:strVal val="#ppt_y"/>
                                          </p:val>
                                        </p:tav>
                                      </p:tavLst>
                                    </p:anim>
                                    <p:anim calcmode="lin" valueType="num">
                                      <p:cBhvr>
                                        <p:cTn id="117" dur="500" fill="hold"/>
                                        <p:tgtEl>
                                          <p:spTgt spid="186394"/>
                                        </p:tgtEl>
                                        <p:attrNameLst>
                                          <p:attrName>ppt_w</p:attrName>
                                        </p:attrNameLst>
                                      </p:cBhvr>
                                      <p:tavLst>
                                        <p:tav tm="0">
                                          <p:val>
                                            <p:strVal val="#ppt_w"/>
                                          </p:val>
                                        </p:tav>
                                        <p:tav tm="100000">
                                          <p:val>
                                            <p:strVal val="#ppt_w"/>
                                          </p:val>
                                        </p:tav>
                                      </p:tavLst>
                                    </p:anim>
                                    <p:anim calcmode="lin" valueType="num">
                                      <p:cBhvr>
                                        <p:cTn id="118" dur="500" fill="hold"/>
                                        <p:tgtEl>
                                          <p:spTgt spid="186394"/>
                                        </p:tgtEl>
                                        <p:attrNameLst>
                                          <p:attrName>ppt_h</p:attrName>
                                        </p:attrNameLst>
                                      </p:cBhvr>
                                      <p:tavLst>
                                        <p:tav tm="0">
                                          <p:val>
                                            <p:fltVal val="0"/>
                                          </p:val>
                                        </p:tav>
                                        <p:tav tm="100000">
                                          <p:val>
                                            <p:strVal val="#ppt_h"/>
                                          </p:val>
                                        </p:tav>
                                      </p:tavLst>
                                    </p:anim>
                                  </p:childTnLst>
                                </p:cTn>
                              </p:par>
                            </p:childTnLst>
                          </p:cTn>
                        </p:par>
                        <p:par>
                          <p:cTn id="119" fill="hold" nodeType="afterGroup">
                            <p:stCondLst>
                              <p:cond delay="11000"/>
                            </p:stCondLst>
                            <p:childTnLst>
                              <p:par>
                                <p:cTn id="120" presetID="17" presetClass="entr" presetSubtype="1" fill="hold" grpId="0" nodeType="afterEffect">
                                  <p:stCondLst>
                                    <p:cond delay="0"/>
                                  </p:stCondLst>
                                  <p:childTnLst>
                                    <p:set>
                                      <p:cBhvr>
                                        <p:cTn id="121" dur="1" fill="hold">
                                          <p:stCondLst>
                                            <p:cond delay="0"/>
                                          </p:stCondLst>
                                        </p:cTn>
                                        <p:tgtEl>
                                          <p:spTgt spid="186395"/>
                                        </p:tgtEl>
                                        <p:attrNameLst>
                                          <p:attrName>style.visibility</p:attrName>
                                        </p:attrNameLst>
                                      </p:cBhvr>
                                      <p:to>
                                        <p:strVal val="visible"/>
                                      </p:to>
                                    </p:set>
                                    <p:anim calcmode="lin" valueType="num">
                                      <p:cBhvr>
                                        <p:cTn id="122" dur="500" fill="hold"/>
                                        <p:tgtEl>
                                          <p:spTgt spid="186395"/>
                                        </p:tgtEl>
                                        <p:attrNameLst>
                                          <p:attrName>ppt_x</p:attrName>
                                        </p:attrNameLst>
                                      </p:cBhvr>
                                      <p:tavLst>
                                        <p:tav tm="0">
                                          <p:val>
                                            <p:strVal val="#ppt_x"/>
                                          </p:val>
                                        </p:tav>
                                        <p:tav tm="100000">
                                          <p:val>
                                            <p:strVal val="#ppt_x"/>
                                          </p:val>
                                        </p:tav>
                                      </p:tavLst>
                                    </p:anim>
                                    <p:anim calcmode="lin" valueType="num">
                                      <p:cBhvr>
                                        <p:cTn id="123" dur="500" fill="hold"/>
                                        <p:tgtEl>
                                          <p:spTgt spid="186395"/>
                                        </p:tgtEl>
                                        <p:attrNameLst>
                                          <p:attrName>ppt_y</p:attrName>
                                        </p:attrNameLst>
                                      </p:cBhvr>
                                      <p:tavLst>
                                        <p:tav tm="0">
                                          <p:val>
                                            <p:strVal val="#ppt_y-#ppt_h/2"/>
                                          </p:val>
                                        </p:tav>
                                        <p:tav tm="100000">
                                          <p:val>
                                            <p:strVal val="#ppt_y"/>
                                          </p:val>
                                        </p:tav>
                                      </p:tavLst>
                                    </p:anim>
                                    <p:anim calcmode="lin" valueType="num">
                                      <p:cBhvr>
                                        <p:cTn id="124" dur="500" fill="hold"/>
                                        <p:tgtEl>
                                          <p:spTgt spid="186395"/>
                                        </p:tgtEl>
                                        <p:attrNameLst>
                                          <p:attrName>ppt_w</p:attrName>
                                        </p:attrNameLst>
                                      </p:cBhvr>
                                      <p:tavLst>
                                        <p:tav tm="0">
                                          <p:val>
                                            <p:strVal val="#ppt_w"/>
                                          </p:val>
                                        </p:tav>
                                        <p:tav tm="100000">
                                          <p:val>
                                            <p:strVal val="#ppt_w"/>
                                          </p:val>
                                        </p:tav>
                                      </p:tavLst>
                                    </p:anim>
                                    <p:anim calcmode="lin" valueType="num">
                                      <p:cBhvr>
                                        <p:cTn id="125" dur="500" fill="hold"/>
                                        <p:tgtEl>
                                          <p:spTgt spid="186395"/>
                                        </p:tgtEl>
                                        <p:attrNameLst>
                                          <p:attrName>ppt_h</p:attrName>
                                        </p:attrNameLst>
                                      </p:cBhvr>
                                      <p:tavLst>
                                        <p:tav tm="0">
                                          <p:val>
                                            <p:fltVal val="0"/>
                                          </p:val>
                                        </p:tav>
                                        <p:tav tm="100000">
                                          <p:val>
                                            <p:strVal val="#ppt_h"/>
                                          </p:val>
                                        </p:tav>
                                      </p:tavLst>
                                    </p:anim>
                                  </p:childTnLst>
                                </p:cTn>
                              </p:par>
                            </p:childTnLst>
                          </p:cTn>
                        </p:par>
                        <p:par>
                          <p:cTn id="126" fill="hold" nodeType="afterGroup">
                            <p:stCondLst>
                              <p:cond delay="11500"/>
                            </p:stCondLst>
                            <p:childTnLst>
                              <p:par>
                                <p:cTn id="127" presetID="17" presetClass="entr" presetSubtype="1" fill="hold" grpId="0" nodeType="afterEffect">
                                  <p:stCondLst>
                                    <p:cond delay="0"/>
                                  </p:stCondLst>
                                  <p:childTnLst>
                                    <p:set>
                                      <p:cBhvr>
                                        <p:cTn id="128" dur="1" fill="hold">
                                          <p:stCondLst>
                                            <p:cond delay="0"/>
                                          </p:stCondLst>
                                        </p:cTn>
                                        <p:tgtEl>
                                          <p:spTgt spid="186396"/>
                                        </p:tgtEl>
                                        <p:attrNameLst>
                                          <p:attrName>style.visibility</p:attrName>
                                        </p:attrNameLst>
                                      </p:cBhvr>
                                      <p:to>
                                        <p:strVal val="visible"/>
                                      </p:to>
                                    </p:set>
                                    <p:anim calcmode="lin" valueType="num">
                                      <p:cBhvr>
                                        <p:cTn id="129" dur="500" fill="hold"/>
                                        <p:tgtEl>
                                          <p:spTgt spid="186396"/>
                                        </p:tgtEl>
                                        <p:attrNameLst>
                                          <p:attrName>ppt_x</p:attrName>
                                        </p:attrNameLst>
                                      </p:cBhvr>
                                      <p:tavLst>
                                        <p:tav tm="0">
                                          <p:val>
                                            <p:strVal val="#ppt_x"/>
                                          </p:val>
                                        </p:tav>
                                        <p:tav tm="100000">
                                          <p:val>
                                            <p:strVal val="#ppt_x"/>
                                          </p:val>
                                        </p:tav>
                                      </p:tavLst>
                                    </p:anim>
                                    <p:anim calcmode="lin" valueType="num">
                                      <p:cBhvr>
                                        <p:cTn id="130" dur="500" fill="hold"/>
                                        <p:tgtEl>
                                          <p:spTgt spid="186396"/>
                                        </p:tgtEl>
                                        <p:attrNameLst>
                                          <p:attrName>ppt_y</p:attrName>
                                        </p:attrNameLst>
                                      </p:cBhvr>
                                      <p:tavLst>
                                        <p:tav tm="0">
                                          <p:val>
                                            <p:strVal val="#ppt_y-#ppt_h/2"/>
                                          </p:val>
                                        </p:tav>
                                        <p:tav tm="100000">
                                          <p:val>
                                            <p:strVal val="#ppt_y"/>
                                          </p:val>
                                        </p:tav>
                                      </p:tavLst>
                                    </p:anim>
                                    <p:anim calcmode="lin" valueType="num">
                                      <p:cBhvr>
                                        <p:cTn id="131" dur="500" fill="hold"/>
                                        <p:tgtEl>
                                          <p:spTgt spid="186396"/>
                                        </p:tgtEl>
                                        <p:attrNameLst>
                                          <p:attrName>ppt_w</p:attrName>
                                        </p:attrNameLst>
                                      </p:cBhvr>
                                      <p:tavLst>
                                        <p:tav tm="0">
                                          <p:val>
                                            <p:strVal val="#ppt_w"/>
                                          </p:val>
                                        </p:tav>
                                        <p:tav tm="100000">
                                          <p:val>
                                            <p:strVal val="#ppt_w"/>
                                          </p:val>
                                        </p:tav>
                                      </p:tavLst>
                                    </p:anim>
                                    <p:anim calcmode="lin" valueType="num">
                                      <p:cBhvr>
                                        <p:cTn id="132" dur="500" fill="hold"/>
                                        <p:tgtEl>
                                          <p:spTgt spid="186396"/>
                                        </p:tgtEl>
                                        <p:attrNameLst>
                                          <p:attrName>ppt_h</p:attrName>
                                        </p:attrNameLst>
                                      </p:cBhvr>
                                      <p:tavLst>
                                        <p:tav tm="0">
                                          <p:val>
                                            <p:fltVal val="0"/>
                                          </p:val>
                                        </p:tav>
                                        <p:tav tm="100000">
                                          <p:val>
                                            <p:strVal val="#ppt_h"/>
                                          </p:val>
                                        </p:tav>
                                      </p:tavLst>
                                    </p:anim>
                                  </p:childTnLst>
                                </p:cTn>
                              </p:par>
                            </p:childTnLst>
                          </p:cTn>
                        </p:par>
                        <p:par>
                          <p:cTn id="133" fill="hold" nodeType="afterGroup">
                            <p:stCondLst>
                              <p:cond delay="12000"/>
                            </p:stCondLst>
                            <p:childTnLst>
                              <p:par>
                                <p:cTn id="134" presetID="17" presetClass="entr" presetSubtype="1" fill="hold" grpId="0" nodeType="afterEffect">
                                  <p:stCondLst>
                                    <p:cond delay="0"/>
                                  </p:stCondLst>
                                  <p:childTnLst>
                                    <p:set>
                                      <p:cBhvr>
                                        <p:cTn id="135" dur="1" fill="hold">
                                          <p:stCondLst>
                                            <p:cond delay="0"/>
                                          </p:stCondLst>
                                        </p:cTn>
                                        <p:tgtEl>
                                          <p:spTgt spid="186397"/>
                                        </p:tgtEl>
                                        <p:attrNameLst>
                                          <p:attrName>style.visibility</p:attrName>
                                        </p:attrNameLst>
                                      </p:cBhvr>
                                      <p:to>
                                        <p:strVal val="visible"/>
                                      </p:to>
                                    </p:set>
                                    <p:anim calcmode="lin" valueType="num">
                                      <p:cBhvr>
                                        <p:cTn id="136" dur="500" fill="hold"/>
                                        <p:tgtEl>
                                          <p:spTgt spid="186397"/>
                                        </p:tgtEl>
                                        <p:attrNameLst>
                                          <p:attrName>ppt_x</p:attrName>
                                        </p:attrNameLst>
                                      </p:cBhvr>
                                      <p:tavLst>
                                        <p:tav tm="0">
                                          <p:val>
                                            <p:strVal val="#ppt_x"/>
                                          </p:val>
                                        </p:tav>
                                        <p:tav tm="100000">
                                          <p:val>
                                            <p:strVal val="#ppt_x"/>
                                          </p:val>
                                        </p:tav>
                                      </p:tavLst>
                                    </p:anim>
                                    <p:anim calcmode="lin" valueType="num">
                                      <p:cBhvr>
                                        <p:cTn id="137" dur="500" fill="hold"/>
                                        <p:tgtEl>
                                          <p:spTgt spid="186397"/>
                                        </p:tgtEl>
                                        <p:attrNameLst>
                                          <p:attrName>ppt_y</p:attrName>
                                        </p:attrNameLst>
                                      </p:cBhvr>
                                      <p:tavLst>
                                        <p:tav tm="0">
                                          <p:val>
                                            <p:strVal val="#ppt_y-#ppt_h/2"/>
                                          </p:val>
                                        </p:tav>
                                        <p:tav tm="100000">
                                          <p:val>
                                            <p:strVal val="#ppt_y"/>
                                          </p:val>
                                        </p:tav>
                                      </p:tavLst>
                                    </p:anim>
                                    <p:anim calcmode="lin" valueType="num">
                                      <p:cBhvr>
                                        <p:cTn id="138" dur="500" fill="hold"/>
                                        <p:tgtEl>
                                          <p:spTgt spid="186397"/>
                                        </p:tgtEl>
                                        <p:attrNameLst>
                                          <p:attrName>ppt_w</p:attrName>
                                        </p:attrNameLst>
                                      </p:cBhvr>
                                      <p:tavLst>
                                        <p:tav tm="0">
                                          <p:val>
                                            <p:strVal val="#ppt_w"/>
                                          </p:val>
                                        </p:tav>
                                        <p:tav tm="100000">
                                          <p:val>
                                            <p:strVal val="#ppt_w"/>
                                          </p:val>
                                        </p:tav>
                                      </p:tavLst>
                                    </p:anim>
                                    <p:anim calcmode="lin" valueType="num">
                                      <p:cBhvr>
                                        <p:cTn id="139" dur="500" fill="hold"/>
                                        <p:tgtEl>
                                          <p:spTgt spid="186397"/>
                                        </p:tgtEl>
                                        <p:attrNameLst>
                                          <p:attrName>ppt_h</p:attrName>
                                        </p:attrNameLst>
                                      </p:cBhvr>
                                      <p:tavLst>
                                        <p:tav tm="0">
                                          <p:val>
                                            <p:fltVal val="0"/>
                                          </p:val>
                                        </p:tav>
                                        <p:tav tm="100000">
                                          <p:val>
                                            <p:strVal val="#ppt_h"/>
                                          </p:val>
                                        </p:tav>
                                      </p:tavLst>
                                    </p:anim>
                                  </p:childTnLst>
                                </p:cTn>
                              </p:par>
                            </p:childTnLst>
                          </p:cTn>
                        </p:par>
                        <p:par>
                          <p:cTn id="140" fill="hold" nodeType="afterGroup">
                            <p:stCondLst>
                              <p:cond delay="12500"/>
                            </p:stCondLst>
                            <p:childTnLst>
                              <p:par>
                                <p:cTn id="141" presetID="17" presetClass="entr" presetSubtype="1" fill="hold" grpId="0" nodeType="afterEffect">
                                  <p:stCondLst>
                                    <p:cond delay="0"/>
                                  </p:stCondLst>
                                  <p:childTnLst>
                                    <p:set>
                                      <p:cBhvr>
                                        <p:cTn id="142" dur="1" fill="hold">
                                          <p:stCondLst>
                                            <p:cond delay="0"/>
                                          </p:stCondLst>
                                        </p:cTn>
                                        <p:tgtEl>
                                          <p:spTgt spid="186398"/>
                                        </p:tgtEl>
                                        <p:attrNameLst>
                                          <p:attrName>style.visibility</p:attrName>
                                        </p:attrNameLst>
                                      </p:cBhvr>
                                      <p:to>
                                        <p:strVal val="visible"/>
                                      </p:to>
                                    </p:set>
                                    <p:anim calcmode="lin" valueType="num">
                                      <p:cBhvr>
                                        <p:cTn id="143" dur="500" fill="hold"/>
                                        <p:tgtEl>
                                          <p:spTgt spid="186398"/>
                                        </p:tgtEl>
                                        <p:attrNameLst>
                                          <p:attrName>ppt_x</p:attrName>
                                        </p:attrNameLst>
                                      </p:cBhvr>
                                      <p:tavLst>
                                        <p:tav tm="0">
                                          <p:val>
                                            <p:strVal val="#ppt_x"/>
                                          </p:val>
                                        </p:tav>
                                        <p:tav tm="100000">
                                          <p:val>
                                            <p:strVal val="#ppt_x"/>
                                          </p:val>
                                        </p:tav>
                                      </p:tavLst>
                                    </p:anim>
                                    <p:anim calcmode="lin" valueType="num">
                                      <p:cBhvr>
                                        <p:cTn id="144" dur="500" fill="hold"/>
                                        <p:tgtEl>
                                          <p:spTgt spid="186398"/>
                                        </p:tgtEl>
                                        <p:attrNameLst>
                                          <p:attrName>ppt_y</p:attrName>
                                        </p:attrNameLst>
                                      </p:cBhvr>
                                      <p:tavLst>
                                        <p:tav tm="0">
                                          <p:val>
                                            <p:strVal val="#ppt_y-#ppt_h/2"/>
                                          </p:val>
                                        </p:tav>
                                        <p:tav tm="100000">
                                          <p:val>
                                            <p:strVal val="#ppt_y"/>
                                          </p:val>
                                        </p:tav>
                                      </p:tavLst>
                                    </p:anim>
                                    <p:anim calcmode="lin" valueType="num">
                                      <p:cBhvr>
                                        <p:cTn id="145" dur="500" fill="hold"/>
                                        <p:tgtEl>
                                          <p:spTgt spid="186398"/>
                                        </p:tgtEl>
                                        <p:attrNameLst>
                                          <p:attrName>ppt_w</p:attrName>
                                        </p:attrNameLst>
                                      </p:cBhvr>
                                      <p:tavLst>
                                        <p:tav tm="0">
                                          <p:val>
                                            <p:strVal val="#ppt_w"/>
                                          </p:val>
                                        </p:tav>
                                        <p:tav tm="100000">
                                          <p:val>
                                            <p:strVal val="#ppt_w"/>
                                          </p:val>
                                        </p:tav>
                                      </p:tavLst>
                                    </p:anim>
                                    <p:anim calcmode="lin" valueType="num">
                                      <p:cBhvr>
                                        <p:cTn id="146" dur="500" fill="hold"/>
                                        <p:tgtEl>
                                          <p:spTgt spid="186398"/>
                                        </p:tgtEl>
                                        <p:attrNameLst>
                                          <p:attrName>ppt_h</p:attrName>
                                        </p:attrNameLst>
                                      </p:cBhvr>
                                      <p:tavLst>
                                        <p:tav tm="0">
                                          <p:val>
                                            <p:fltVal val="0"/>
                                          </p:val>
                                        </p:tav>
                                        <p:tav tm="100000">
                                          <p:val>
                                            <p:strVal val="#ppt_h"/>
                                          </p:val>
                                        </p:tav>
                                      </p:tavLst>
                                    </p:anim>
                                  </p:childTnLst>
                                </p:cTn>
                              </p:par>
                            </p:childTnLst>
                          </p:cTn>
                        </p:par>
                        <p:par>
                          <p:cTn id="147" fill="hold" nodeType="afterGroup">
                            <p:stCondLst>
                              <p:cond delay="13000"/>
                            </p:stCondLst>
                            <p:childTnLst>
                              <p:par>
                                <p:cTn id="148" presetID="17" presetClass="entr" presetSubtype="1" fill="hold" grpId="0" nodeType="afterEffect">
                                  <p:stCondLst>
                                    <p:cond delay="0"/>
                                  </p:stCondLst>
                                  <p:childTnLst>
                                    <p:set>
                                      <p:cBhvr>
                                        <p:cTn id="149" dur="1" fill="hold">
                                          <p:stCondLst>
                                            <p:cond delay="0"/>
                                          </p:stCondLst>
                                        </p:cTn>
                                        <p:tgtEl>
                                          <p:spTgt spid="186399"/>
                                        </p:tgtEl>
                                        <p:attrNameLst>
                                          <p:attrName>style.visibility</p:attrName>
                                        </p:attrNameLst>
                                      </p:cBhvr>
                                      <p:to>
                                        <p:strVal val="visible"/>
                                      </p:to>
                                    </p:set>
                                    <p:anim calcmode="lin" valueType="num">
                                      <p:cBhvr>
                                        <p:cTn id="150" dur="500" fill="hold"/>
                                        <p:tgtEl>
                                          <p:spTgt spid="186399"/>
                                        </p:tgtEl>
                                        <p:attrNameLst>
                                          <p:attrName>ppt_x</p:attrName>
                                        </p:attrNameLst>
                                      </p:cBhvr>
                                      <p:tavLst>
                                        <p:tav tm="0">
                                          <p:val>
                                            <p:strVal val="#ppt_x"/>
                                          </p:val>
                                        </p:tav>
                                        <p:tav tm="100000">
                                          <p:val>
                                            <p:strVal val="#ppt_x"/>
                                          </p:val>
                                        </p:tav>
                                      </p:tavLst>
                                    </p:anim>
                                    <p:anim calcmode="lin" valueType="num">
                                      <p:cBhvr>
                                        <p:cTn id="151" dur="500" fill="hold"/>
                                        <p:tgtEl>
                                          <p:spTgt spid="186399"/>
                                        </p:tgtEl>
                                        <p:attrNameLst>
                                          <p:attrName>ppt_y</p:attrName>
                                        </p:attrNameLst>
                                      </p:cBhvr>
                                      <p:tavLst>
                                        <p:tav tm="0">
                                          <p:val>
                                            <p:strVal val="#ppt_y-#ppt_h/2"/>
                                          </p:val>
                                        </p:tav>
                                        <p:tav tm="100000">
                                          <p:val>
                                            <p:strVal val="#ppt_y"/>
                                          </p:val>
                                        </p:tav>
                                      </p:tavLst>
                                    </p:anim>
                                    <p:anim calcmode="lin" valueType="num">
                                      <p:cBhvr>
                                        <p:cTn id="152" dur="500" fill="hold"/>
                                        <p:tgtEl>
                                          <p:spTgt spid="186399"/>
                                        </p:tgtEl>
                                        <p:attrNameLst>
                                          <p:attrName>ppt_w</p:attrName>
                                        </p:attrNameLst>
                                      </p:cBhvr>
                                      <p:tavLst>
                                        <p:tav tm="0">
                                          <p:val>
                                            <p:strVal val="#ppt_w"/>
                                          </p:val>
                                        </p:tav>
                                        <p:tav tm="100000">
                                          <p:val>
                                            <p:strVal val="#ppt_w"/>
                                          </p:val>
                                        </p:tav>
                                      </p:tavLst>
                                    </p:anim>
                                    <p:anim calcmode="lin" valueType="num">
                                      <p:cBhvr>
                                        <p:cTn id="153" dur="500" fill="hold"/>
                                        <p:tgtEl>
                                          <p:spTgt spid="186399"/>
                                        </p:tgtEl>
                                        <p:attrNameLst>
                                          <p:attrName>ppt_h</p:attrName>
                                        </p:attrNameLst>
                                      </p:cBhvr>
                                      <p:tavLst>
                                        <p:tav tm="0">
                                          <p:val>
                                            <p:fltVal val="0"/>
                                          </p:val>
                                        </p:tav>
                                        <p:tav tm="100000">
                                          <p:val>
                                            <p:strVal val="#ppt_h"/>
                                          </p:val>
                                        </p:tav>
                                      </p:tavLst>
                                    </p:anim>
                                  </p:childTnLst>
                                </p:cTn>
                              </p:par>
                            </p:childTnLst>
                          </p:cTn>
                        </p:par>
                        <p:par>
                          <p:cTn id="154" fill="hold" nodeType="afterGroup">
                            <p:stCondLst>
                              <p:cond delay="13500"/>
                            </p:stCondLst>
                            <p:childTnLst>
                              <p:par>
                                <p:cTn id="155" presetID="17" presetClass="entr" presetSubtype="1" fill="hold" grpId="0" nodeType="afterEffect">
                                  <p:stCondLst>
                                    <p:cond delay="0"/>
                                  </p:stCondLst>
                                  <p:childTnLst>
                                    <p:set>
                                      <p:cBhvr>
                                        <p:cTn id="156" dur="1" fill="hold">
                                          <p:stCondLst>
                                            <p:cond delay="0"/>
                                          </p:stCondLst>
                                        </p:cTn>
                                        <p:tgtEl>
                                          <p:spTgt spid="186400"/>
                                        </p:tgtEl>
                                        <p:attrNameLst>
                                          <p:attrName>style.visibility</p:attrName>
                                        </p:attrNameLst>
                                      </p:cBhvr>
                                      <p:to>
                                        <p:strVal val="visible"/>
                                      </p:to>
                                    </p:set>
                                    <p:anim calcmode="lin" valueType="num">
                                      <p:cBhvr>
                                        <p:cTn id="157" dur="500" fill="hold"/>
                                        <p:tgtEl>
                                          <p:spTgt spid="186400"/>
                                        </p:tgtEl>
                                        <p:attrNameLst>
                                          <p:attrName>ppt_x</p:attrName>
                                        </p:attrNameLst>
                                      </p:cBhvr>
                                      <p:tavLst>
                                        <p:tav tm="0">
                                          <p:val>
                                            <p:strVal val="#ppt_x"/>
                                          </p:val>
                                        </p:tav>
                                        <p:tav tm="100000">
                                          <p:val>
                                            <p:strVal val="#ppt_x"/>
                                          </p:val>
                                        </p:tav>
                                      </p:tavLst>
                                    </p:anim>
                                    <p:anim calcmode="lin" valueType="num">
                                      <p:cBhvr>
                                        <p:cTn id="158" dur="500" fill="hold"/>
                                        <p:tgtEl>
                                          <p:spTgt spid="186400"/>
                                        </p:tgtEl>
                                        <p:attrNameLst>
                                          <p:attrName>ppt_y</p:attrName>
                                        </p:attrNameLst>
                                      </p:cBhvr>
                                      <p:tavLst>
                                        <p:tav tm="0">
                                          <p:val>
                                            <p:strVal val="#ppt_y-#ppt_h/2"/>
                                          </p:val>
                                        </p:tav>
                                        <p:tav tm="100000">
                                          <p:val>
                                            <p:strVal val="#ppt_y"/>
                                          </p:val>
                                        </p:tav>
                                      </p:tavLst>
                                    </p:anim>
                                    <p:anim calcmode="lin" valueType="num">
                                      <p:cBhvr>
                                        <p:cTn id="159" dur="500" fill="hold"/>
                                        <p:tgtEl>
                                          <p:spTgt spid="186400"/>
                                        </p:tgtEl>
                                        <p:attrNameLst>
                                          <p:attrName>ppt_w</p:attrName>
                                        </p:attrNameLst>
                                      </p:cBhvr>
                                      <p:tavLst>
                                        <p:tav tm="0">
                                          <p:val>
                                            <p:strVal val="#ppt_w"/>
                                          </p:val>
                                        </p:tav>
                                        <p:tav tm="100000">
                                          <p:val>
                                            <p:strVal val="#ppt_w"/>
                                          </p:val>
                                        </p:tav>
                                      </p:tavLst>
                                    </p:anim>
                                    <p:anim calcmode="lin" valueType="num">
                                      <p:cBhvr>
                                        <p:cTn id="160" dur="500" fill="hold"/>
                                        <p:tgtEl>
                                          <p:spTgt spid="186400"/>
                                        </p:tgtEl>
                                        <p:attrNameLst>
                                          <p:attrName>ppt_h</p:attrName>
                                        </p:attrNameLst>
                                      </p:cBhvr>
                                      <p:tavLst>
                                        <p:tav tm="0">
                                          <p:val>
                                            <p:fltVal val="0"/>
                                          </p:val>
                                        </p:tav>
                                        <p:tav tm="100000">
                                          <p:val>
                                            <p:strVal val="#ppt_h"/>
                                          </p:val>
                                        </p:tav>
                                      </p:tavLst>
                                    </p:anim>
                                  </p:childTnLst>
                                </p:cTn>
                              </p:par>
                            </p:childTnLst>
                          </p:cTn>
                        </p:par>
                        <p:par>
                          <p:cTn id="161" fill="hold" nodeType="afterGroup">
                            <p:stCondLst>
                              <p:cond delay="14000"/>
                            </p:stCondLst>
                            <p:childTnLst>
                              <p:par>
                                <p:cTn id="162" presetID="17" presetClass="entr" presetSubtype="1" fill="hold" grpId="0" nodeType="afterEffect">
                                  <p:stCondLst>
                                    <p:cond delay="0"/>
                                  </p:stCondLst>
                                  <p:childTnLst>
                                    <p:set>
                                      <p:cBhvr>
                                        <p:cTn id="163" dur="1" fill="hold">
                                          <p:stCondLst>
                                            <p:cond delay="0"/>
                                          </p:stCondLst>
                                        </p:cTn>
                                        <p:tgtEl>
                                          <p:spTgt spid="186401"/>
                                        </p:tgtEl>
                                        <p:attrNameLst>
                                          <p:attrName>style.visibility</p:attrName>
                                        </p:attrNameLst>
                                      </p:cBhvr>
                                      <p:to>
                                        <p:strVal val="visible"/>
                                      </p:to>
                                    </p:set>
                                    <p:anim calcmode="lin" valueType="num">
                                      <p:cBhvr>
                                        <p:cTn id="164" dur="500" fill="hold"/>
                                        <p:tgtEl>
                                          <p:spTgt spid="186401"/>
                                        </p:tgtEl>
                                        <p:attrNameLst>
                                          <p:attrName>ppt_x</p:attrName>
                                        </p:attrNameLst>
                                      </p:cBhvr>
                                      <p:tavLst>
                                        <p:tav tm="0">
                                          <p:val>
                                            <p:strVal val="#ppt_x"/>
                                          </p:val>
                                        </p:tav>
                                        <p:tav tm="100000">
                                          <p:val>
                                            <p:strVal val="#ppt_x"/>
                                          </p:val>
                                        </p:tav>
                                      </p:tavLst>
                                    </p:anim>
                                    <p:anim calcmode="lin" valueType="num">
                                      <p:cBhvr>
                                        <p:cTn id="165" dur="500" fill="hold"/>
                                        <p:tgtEl>
                                          <p:spTgt spid="186401"/>
                                        </p:tgtEl>
                                        <p:attrNameLst>
                                          <p:attrName>ppt_y</p:attrName>
                                        </p:attrNameLst>
                                      </p:cBhvr>
                                      <p:tavLst>
                                        <p:tav tm="0">
                                          <p:val>
                                            <p:strVal val="#ppt_y-#ppt_h/2"/>
                                          </p:val>
                                        </p:tav>
                                        <p:tav tm="100000">
                                          <p:val>
                                            <p:strVal val="#ppt_y"/>
                                          </p:val>
                                        </p:tav>
                                      </p:tavLst>
                                    </p:anim>
                                    <p:anim calcmode="lin" valueType="num">
                                      <p:cBhvr>
                                        <p:cTn id="166" dur="500" fill="hold"/>
                                        <p:tgtEl>
                                          <p:spTgt spid="186401"/>
                                        </p:tgtEl>
                                        <p:attrNameLst>
                                          <p:attrName>ppt_w</p:attrName>
                                        </p:attrNameLst>
                                      </p:cBhvr>
                                      <p:tavLst>
                                        <p:tav tm="0">
                                          <p:val>
                                            <p:strVal val="#ppt_w"/>
                                          </p:val>
                                        </p:tav>
                                        <p:tav tm="100000">
                                          <p:val>
                                            <p:strVal val="#ppt_w"/>
                                          </p:val>
                                        </p:tav>
                                      </p:tavLst>
                                    </p:anim>
                                    <p:anim calcmode="lin" valueType="num">
                                      <p:cBhvr>
                                        <p:cTn id="167" dur="500" fill="hold"/>
                                        <p:tgtEl>
                                          <p:spTgt spid="186401"/>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186372"/>
                                        </p:tgtEl>
                                        <p:attrNameLst>
                                          <p:attrName>style.visibility</p:attrName>
                                        </p:attrNameLst>
                                      </p:cBhvr>
                                      <p:to>
                                        <p:strVal val="visible"/>
                                      </p:to>
                                    </p:set>
                                    <p:anim calcmode="lin" valueType="num">
                                      <p:cBhvr additive="base">
                                        <p:cTn id="172" dur="500" fill="hold"/>
                                        <p:tgtEl>
                                          <p:spTgt spid="186372"/>
                                        </p:tgtEl>
                                        <p:attrNameLst>
                                          <p:attrName>ppt_x</p:attrName>
                                        </p:attrNameLst>
                                      </p:cBhvr>
                                      <p:tavLst>
                                        <p:tav tm="0">
                                          <p:val>
                                            <p:strVal val="#ppt_x"/>
                                          </p:val>
                                        </p:tav>
                                        <p:tav tm="100000">
                                          <p:val>
                                            <p:strVal val="#ppt_x"/>
                                          </p:val>
                                        </p:tav>
                                      </p:tavLst>
                                    </p:anim>
                                    <p:anim calcmode="lin" valueType="num">
                                      <p:cBhvr additive="base">
                                        <p:cTn id="173" dur="500" fill="hold"/>
                                        <p:tgtEl>
                                          <p:spTgt spid="186372"/>
                                        </p:tgtEl>
                                        <p:attrNameLst>
                                          <p:attrName>ppt_y</p:attrName>
                                        </p:attrNameLst>
                                      </p:cBhvr>
                                      <p:tavLst>
                                        <p:tav tm="0">
                                          <p:val>
                                            <p:strVal val="1+#ppt_h/2"/>
                                          </p:val>
                                        </p:tav>
                                        <p:tav tm="100000">
                                          <p:val>
                                            <p:strVal val="#ppt_y"/>
                                          </p:val>
                                        </p:tav>
                                      </p:tavLst>
                                    </p:anim>
                                  </p:childTnLst>
                                </p:cTn>
                              </p:par>
                            </p:childTnLst>
                          </p:cTn>
                        </p:par>
                      </p:childTnLst>
                    </p:cTn>
                  </p:par>
                  <p:par>
                    <p:cTn id="174" fill="hold" nodeType="clickPar">
                      <p:stCondLst>
                        <p:cond delay="indefinite"/>
                      </p:stCondLst>
                      <p:childTnLst>
                        <p:par>
                          <p:cTn id="175" fill="hold" nodeType="withGroup">
                            <p:stCondLst>
                              <p:cond delay="0"/>
                            </p:stCondLst>
                            <p:childTnLst>
                              <p:par>
                                <p:cTn id="176" presetID="9" presetClass="entr" presetSubtype="0" fill="hold" grpId="0" nodeType="clickEffect">
                                  <p:stCondLst>
                                    <p:cond delay="0"/>
                                  </p:stCondLst>
                                  <p:childTnLst>
                                    <p:set>
                                      <p:cBhvr>
                                        <p:cTn id="177" dur="1" fill="hold">
                                          <p:stCondLst>
                                            <p:cond delay="0"/>
                                          </p:stCondLst>
                                        </p:cTn>
                                        <p:tgtEl>
                                          <p:spTgt spid="186402"/>
                                        </p:tgtEl>
                                        <p:attrNameLst>
                                          <p:attrName>style.visibility</p:attrName>
                                        </p:attrNameLst>
                                      </p:cBhvr>
                                      <p:to>
                                        <p:strVal val="visible"/>
                                      </p:to>
                                    </p:set>
                                    <p:animEffect transition="in" filter="dissolve">
                                      <p:cBhvr>
                                        <p:cTn id="178" dur="500"/>
                                        <p:tgtEl>
                                          <p:spTgt spid="186402"/>
                                        </p:tgtEl>
                                      </p:cBhvr>
                                    </p:animEffect>
                                  </p:childTnLst>
                                </p:cTn>
                              </p:par>
                            </p:childTnLst>
                          </p:cTn>
                        </p:par>
                        <p:par>
                          <p:cTn id="179" fill="hold" nodeType="afterGroup">
                            <p:stCondLst>
                              <p:cond delay="500"/>
                            </p:stCondLst>
                            <p:childTnLst>
                              <p:par>
                                <p:cTn id="180" presetID="9" presetClass="entr" presetSubtype="0" fill="hold" grpId="0" nodeType="afterEffect">
                                  <p:stCondLst>
                                    <p:cond delay="0"/>
                                  </p:stCondLst>
                                  <p:childTnLst>
                                    <p:set>
                                      <p:cBhvr>
                                        <p:cTn id="181" dur="1" fill="hold">
                                          <p:stCondLst>
                                            <p:cond delay="0"/>
                                          </p:stCondLst>
                                        </p:cTn>
                                        <p:tgtEl>
                                          <p:spTgt spid="186403"/>
                                        </p:tgtEl>
                                        <p:attrNameLst>
                                          <p:attrName>style.visibility</p:attrName>
                                        </p:attrNameLst>
                                      </p:cBhvr>
                                      <p:to>
                                        <p:strVal val="visible"/>
                                      </p:to>
                                    </p:set>
                                    <p:animEffect transition="in" filter="dissolve">
                                      <p:cBhvr>
                                        <p:cTn id="182" dur="500"/>
                                        <p:tgtEl>
                                          <p:spTgt spid="186403"/>
                                        </p:tgtEl>
                                      </p:cBhvr>
                                    </p:animEffect>
                                  </p:childTnLst>
                                </p:cTn>
                              </p:par>
                            </p:childTnLst>
                          </p:cTn>
                        </p:par>
                        <p:par>
                          <p:cTn id="183" fill="hold" nodeType="afterGroup">
                            <p:stCondLst>
                              <p:cond delay="1000"/>
                            </p:stCondLst>
                            <p:childTnLst>
                              <p:par>
                                <p:cTn id="184" presetID="9" presetClass="entr" presetSubtype="0" fill="hold" grpId="0" nodeType="afterEffect">
                                  <p:stCondLst>
                                    <p:cond delay="0"/>
                                  </p:stCondLst>
                                  <p:childTnLst>
                                    <p:set>
                                      <p:cBhvr>
                                        <p:cTn id="185" dur="1" fill="hold">
                                          <p:stCondLst>
                                            <p:cond delay="0"/>
                                          </p:stCondLst>
                                        </p:cTn>
                                        <p:tgtEl>
                                          <p:spTgt spid="186404"/>
                                        </p:tgtEl>
                                        <p:attrNameLst>
                                          <p:attrName>style.visibility</p:attrName>
                                        </p:attrNameLst>
                                      </p:cBhvr>
                                      <p:to>
                                        <p:strVal val="visible"/>
                                      </p:to>
                                    </p:set>
                                    <p:animEffect transition="in" filter="dissolve">
                                      <p:cBhvr>
                                        <p:cTn id="186" dur="500"/>
                                        <p:tgtEl>
                                          <p:spTgt spid="186404"/>
                                        </p:tgtEl>
                                      </p:cBhvr>
                                    </p:animEffect>
                                  </p:childTnLst>
                                </p:cTn>
                              </p:par>
                            </p:childTnLst>
                          </p:cTn>
                        </p:par>
                        <p:par>
                          <p:cTn id="187" fill="hold" nodeType="afterGroup">
                            <p:stCondLst>
                              <p:cond delay="1500"/>
                            </p:stCondLst>
                            <p:childTnLst>
                              <p:par>
                                <p:cTn id="188" presetID="9" presetClass="entr" presetSubtype="0" fill="hold" grpId="0" nodeType="afterEffect">
                                  <p:stCondLst>
                                    <p:cond delay="0"/>
                                  </p:stCondLst>
                                  <p:childTnLst>
                                    <p:set>
                                      <p:cBhvr>
                                        <p:cTn id="189" dur="1" fill="hold">
                                          <p:stCondLst>
                                            <p:cond delay="0"/>
                                          </p:stCondLst>
                                        </p:cTn>
                                        <p:tgtEl>
                                          <p:spTgt spid="186405"/>
                                        </p:tgtEl>
                                        <p:attrNameLst>
                                          <p:attrName>style.visibility</p:attrName>
                                        </p:attrNameLst>
                                      </p:cBhvr>
                                      <p:to>
                                        <p:strVal val="visible"/>
                                      </p:to>
                                    </p:set>
                                    <p:animEffect transition="in" filter="dissolve">
                                      <p:cBhvr>
                                        <p:cTn id="190" dur="500"/>
                                        <p:tgtEl>
                                          <p:spTgt spid="186405"/>
                                        </p:tgtEl>
                                      </p:cBhvr>
                                    </p:animEffect>
                                  </p:childTnLst>
                                </p:cTn>
                              </p:par>
                            </p:childTnLst>
                          </p:cTn>
                        </p:par>
                        <p:par>
                          <p:cTn id="191" fill="hold" nodeType="afterGroup">
                            <p:stCondLst>
                              <p:cond delay="2000"/>
                            </p:stCondLst>
                            <p:childTnLst>
                              <p:par>
                                <p:cTn id="192" presetID="9" presetClass="entr" presetSubtype="0" fill="hold" grpId="0" nodeType="afterEffect">
                                  <p:stCondLst>
                                    <p:cond delay="0"/>
                                  </p:stCondLst>
                                  <p:childTnLst>
                                    <p:set>
                                      <p:cBhvr>
                                        <p:cTn id="193" dur="1" fill="hold">
                                          <p:stCondLst>
                                            <p:cond delay="0"/>
                                          </p:stCondLst>
                                        </p:cTn>
                                        <p:tgtEl>
                                          <p:spTgt spid="186406"/>
                                        </p:tgtEl>
                                        <p:attrNameLst>
                                          <p:attrName>style.visibility</p:attrName>
                                        </p:attrNameLst>
                                      </p:cBhvr>
                                      <p:to>
                                        <p:strVal val="visible"/>
                                      </p:to>
                                    </p:set>
                                    <p:animEffect transition="in" filter="dissolve">
                                      <p:cBhvr>
                                        <p:cTn id="194" dur="500"/>
                                        <p:tgtEl>
                                          <p:spTgt spid="186406"/>
                                        </p:tgtEl>
                                      </p:cBhvr>
                                    </p:animEffect>
                                  </p:childTnLst>
                                </p:cTn>
                              </p:par>
                            </p:childTnLst>
                          </p:cTn>
                        </p:par>
                        <p:par>
                          <p:cTn id="195" fill="hold" nodeType="afterGroup">
                            <p:stCondLst>
                              <p:cond delay="2500"/>
                            </p:stCondLst>
                            <p:childTnLst>
                              <p:par>
                                <p:cTn id="196" presetID="9" presetClass="entr" presetSubtype="0" fill="hold" grpId="0" nodeType="afterEffect">
                                  <p:stCondLst>
                                    <p:cond delay="0"/>
                                  </p:stCondLst>
                                  <p:childTnLst>
                                    <p:set>
                                      <p:cBhvr>
                                        <p:cTn id="197" dur="1" fill="hold">
                                          <p:stCondLst>
                                            <p:cond delay="0"/>
                                          </p:stCondLst>
                                        </p:cTn>
                                        <p:tgtEl>
                                          <p:spTgt spid="186407"/>
                                        </p:tgtEl>
                                        <p:attrNameLst>
                                          <p:attrName>style.visibility</p:attrName>
                                        </p:attrNameLst>
                                      </p:cBhvr>
                                      <p:to>
                                        <p:strVal val="visible"/>
                                      </p:to>
                                    </p:set>
                                    <p:animEffect transition="in" filter="dissolve">
                                      <p:cBhvr>
                                        <p:cTn id="198" dur="500"/>
                                        <p:tgtEl>
                                          <p:spTgt spid="186407"/>
                                        </p:tgtEl>
                                      </p:cBhvr>
                                    </p:animEffect>
                                  </p:childTnLst>
                                </p:cTn>
                              </p:par>
                            </p:childTnLst>
                          </p:cTn>
                        </p:par>
                        <p:par>
                          <p:cTn id="199" fill="hold" nodeType="afterGroup">
                            <p:stCondLst>
                              <p:cond delay="3000"/>
                            </p:stCondLst>
                            <p:childTnLst>
                              <p:par>
                                <p:cTn id="200" presetID="9" presetClass="entr" presetSubtype="0" fill="hold" grpId="0" nodeType="afterEffect">
                                  <p:stCondLst>
                                    <p:cond delay="0"/>
                                  </p:stCondLst>
                                  <p:childTnLst>
                                    <p:set>
                                      <p:cBhvr>
                                        <p:cTn id="201" dur="1" fill="hold">
                                          <p:stCondLst>
                                            <p:cond delay="0"/>
                                          </p:stCondLst>
                                        </p:cTn>
                                        <p:tgtEl>
                                          <p:spTgt spid="186408"/>
                                        </p:tgtEl>
                                        <p:attrNameLst>
                                          <p:attrName>style.visibility</p:attrName>
                                        </p:attrNameLst>
                                      </p:cBhvr>
                                      <p:to>
                                        <p:strVal val="visible"/>
                                      </p:to>
                                    </p:set>
                                    <p:animEffect transition="in" filter="dissolve">
                                      <p:cBhvr>
                                        <p:cTn id="202" dur="500"/>
                                        <p:tgtEl>
                                          <p:spTgt spid="186408"/>
                                        </p:tgtEl>
                                      </p:cBhvr>
                                    </p:animEffect>
                                  </p:childTnLst>
                                </p:cTn>
                              </p:par>
                            </p:childTnLst>
                          </p:cTn>
                        </p:par>
                        <p:par>
                          <p:cTn id="203" fill="hold" nodeType="afterGroup">
                            <p:stCondLst>
                              <p:cond delay="3500"/>
                            </p:stCondLst>
                            <p:childTnLst>
                              <p:par>
                                <p:cTn id="204" presetID="9" presetClass="entr" presetSubtype="0" fill="hold" grpId="0" nodeType="afterEffect">
                                  <p:stCondLst>
                                    <p:cond delay="0"/>
                                  </p:stCondLst>
                                  <p:childTnLst>
                                    <p:set>
                                      <p:cBhvr>
                                        <p:cTn id="205" dur="1" fill="hold">
                                          <p:stCondLst>
                                            <p:cond delay="0"/>
                                          </p:stCondLst>
                                        </p:cTn>
                                        <p:tgtEl>
                                          <p:spTgt spid="186409"/>
                                        </p:tgtEl>
                                        <p:attrNameLst>
                                          <p:attrName>style.visibility</p:attrName>
                                        </p:attrNameLst>
                                      </p:cBhvr>
                                      <p:to>
                                        <p:strVal val="visible"/>
                                      </p:to>
                                    </p:set>
                                    <p:animEffect transition="in" filter="dissolve">
                                      <p:cBhvr>
                                        <p:cTn id="206" dur="500"/>
                                        <p:tgtEl>
                                          <p:spTgt spid="186409"/>
                                        </p:tgtEl>
                                      </p:cBhvr>
                                    </p:animEffect>
                                  </p:childTnLst>
                                </p:cTn>
                              </p:par>
                            </p:childTnLst>
                          </p:cTn>
                        </p:par>
                        <p:par>
                          <p:cTn id="207" fill="hold" nodeType="afterGroup">
                            <p:stCondLst>
                              <p:cond delay="4000"/>
                            </p:stCondLst>
                            <p:childTnLst>
                              <p:par>
                                <p:cTn id="208" presetID="9" presetClass="entr" presetSubtype="0" fill="hold" grpId="0" nodeType="afterEffect">
                                  <p:stCondLst>
                                    <p:cond delay="0"/>
                                  </p:stCondLst>
                                  <p:childTnLst>
                                    <p:set>
                                      <p:cBhvr>
                                        <p:cTn id="209" dur="1" fill="hold">
                                          <p:stCondLst>
                                            <p:cond delay="0"/>
                                          </p:stCondLst>
                                        </p:cTn>
                                        <p:tgtEl>
                                          <p:spTgt spid="186410"/>
                                        </p:tgtEl>
                                        <p:attrNameLst>
                                          <p:attrName>style.visibility</p:attrName>
                                        </p:attrNameLst>
                                      </p:cBhvr>
                                      <p:to>
                                        <p:strVal val="visible"/>
                                      </p:to>
                                    </p:set>
                                    <p:animEffect transition="in" filter="dissolve">
                                      <p:cBhvr>
                                        <p:cTn id="210" dur="500"/>
                                        <p:tgtEl>
                                          <p:spTgt spid="186410"/>
                                        </p:tgtEl>
                                      </p:cBhvr>
                                    </p:animEffect>
                                  </p:childTnLst>
                                </p:cTn>
                              </p:par>
                            </p:childTnLst>
                          </p:cTn>
                        </p:par>
                        <p:par>
                          <p:cTn id="211" fill="hold" nodeType="afterGroup">
                            <p:stCondLst>
                              <p:cond delay="4500"/>
                            </p:stCondLst>
                            <p:childTnLst>
                              <p:par>
                                <p:cTn id="212" presetID="9" presetClass="entr" presetSubtype="0" fill="hold" grpId="0" nodeType="afterEffect">
                                  <p:stCondLst>
                                    <p:cond delay="0"/>
                                  </p:stCondLst>
                                  <p:childTnLst>
                                    <p:set>
                                      <p:cBhvr>
                                        <p:cTn id="213" dur="1" fill="hold">
                                          <p:stCondLst>
                                            <p:cond delay="0"/>
                                          </p:stCondLst>
                                        </p:cTn>
                                        <p:tgtEl>
                                          <p:spTgt spid="186411"/>
                                        </p:tgtEl>
                                        <p:attrNameLst>
                                          <p:attrName>style.visibility</p:attrName>
                                        </p:attrNameLst>
                                      </p:cBhvr>
                                      <p:to>
                                        <p:strVal val="visible"/>
                                      </p:to>
                                    </p:set>
                                    <p:animEffect transition="in" filter="dissolve">
                                      <p:cBhvr>
                                        <p:cTn id="214" dur="500"/>
                                        <p:tgtEl>
                                          <p:spTgt spid="186411"/>
                                        </p:tgtEl>
                                      </p:cBhvr>
                                    </p:animEffect>
                                  </p:childTnLst>
                                </p:cTn>
                              </p:par>
                            </p:childTnLst>
                          </p:cTn>
                        </p:par>
                        <p:par>
                          <p:cTn id="215" fill="hold" nodeType="afterGroup">
                            <p:stCondLst>
                              <p:cond delay="5000"/>
                            </p:stCondLst>
                            <p:childTnLst>
                              <p:par>
                                <p:cTn id="216" presetID="17" presetClass="entr" presetSubtype="1" fill="hold" grpId="0" nodeType="afterEffect">
                                  <p:stCondLst>
                                    <p:cond delay="0"/>
                                  </p:stCondLst>
                                  <p:childTnLst>
                                    <p:set>
                                      <p:cBhvr>
                                        <p:cTn id="217" dur="1" fill="hold">
                                          <p:stCondLst>
                                            <p:cond delay="0"/>
                                          </p:stCondLst>
                                        </p:cTn>
                                        <p:tgtEl>
                                          <p:spTgt spid="186412"/>
                                        </p:tgtEl>
                                        <p:attrNameLst>
                                          <p:attrName>style.visibility</p:attrName>
                                        </p:attrNameLst>
                                      </p:cBhvr>
                                      <p:to>
                                        <p:strVal val="visible"/>
                                      </p:to>
                                    </p:set>
                                    <p:anim calcmode="lin" valueType="num">
                                      <p:cBhvr>
                                        <p:cTn id="218" dur="500" fill="hold"/>
                                        <p:tgtEl>
                                          <p:spTgt spid="186412"/>
                                        </p:tgtEl>
                                        <p:attrNameLst>
                                          <p:attrName>ppt_x</p:attrName>
                                        </p:attrNameLst>
                                      </p:cBhvr>
                                      <p:tavLst>
                                        <p:tav tm="0">
                                          <p:val>
                                            <p:strVal val="#ppt_x"/>
                                          </p:val>
                                        </p:tav>
                                        <p:tav tm="100000">
                                          <p:val>
                                            <p:strVal val="#ppt_x"/>
                                          </p:val>
                                        </p:tav>
                                      </p:tavLst>
                                    </p:anim>
                                    <p:anim calcmode="lin" valueType="num">
                                      <p:cBhvr>
                                        <p:cTn id="219" dur="500" fill="hold"/>
                                        <p:tgtEl>
                                          <p:spTgt spid="186412"/>
                                        </p:tgtEl>
                                        <p:attrNameLst>
                                          <p:attrName>ppt_y</p:attrName>
                                        </p:attrNameLst>
                                      </p:cBhvr>
                                      <p:tavLst>
                                        <p:tav tm="0">
                                          <p:val>
                                            <p:strVal val="#ppt_y-#ppt_h/2"/>
                                          </p:val>
                                        </p:tav>
                                        <p:tav tm="100000">
                                          <p:val>
                                            <p:strVal val="#ppt_y"/>
                                          </p:val>
                                        </p:tav>
                                      </p:tavLst>
                                    </p:anim>
                                    <p:anim calcmode="lin" valueType="num">
                                      <p:cBhvr>
                                        <p:cTn id="220" dur="500" fill="hold"/>
                                        <p:tgtEl>
                                          <p:spTgt spid="186412"/>
                                        </p:tgtEl>
                                        <p:attrNameLst>
                                          <p:attrName>ppt_w</p:attrName>
                                        </p:attrNameLst>
                                      </p:cBhvr>
                                      <p:tavLst>
                                        <p:tav tm="0">
                                          <p:val>
                                            <p:strVal val="#ppt_w"/>
                                          </p:val>
                                        </p:tav>
                                        <p:tav tm="100000">
                                          <p:val>
                                            <p:strVal val="#ppt_w"/>
                                          </p:val>
                                        </p:tav>
                                      </p:tavLst>
                                    </p:anim>
                                    <p:anim calcmode="lin" valueType="num">
                                      <p:cBhvr>
                                        <p:cTn id="221" dur="500" fill="hold"/>
                                        <p:tgtEl>
                                          <p:spTgt spid="186412"/>
                                        </p:tgtEl>
                                        <p:attrNameLst>
                                          <p:attrName>ppt_h</p:attrName>
                                        </p:attrNameLst>
                                      </p:cBhvr>
                                      <p:tavLst>
                                        <p:tav tm="0">
                                          <p:val>
                                            <p:fltVal val="0"/>
                                          </p:val>
                                        </p:tav>
                                        <p:tav tm="100000">
                                          <p:val>
                                            <p:strVal val="#ppt_h"/>
                                          </p:val>
                                        </p:tav>
                                      </p:tavLst>
                                    </p:anim>
                                  </p:childTnLst>
                                </p:cTn>
                              </p:par>
                            </p:childTnLst>
                          </p:cTn>
                        </p:par>
                        <p:par>
                          <p:cTn id="222" fill="hold" nodeType="afterGroup">
                            <p:stCondLst>
                              <p:cond delay="5500"/>
                            </p:stCondLst>
                            <p:childTnLst>
                              <p:par>
                                <p:cTn id="223" presetID="17" presetClass="entr" presetSubtype="1" fill="hold" grpId="0" nodeType="afterEffect">
                                  <p:stCondLst>
                                    <p:cond delay="0"/>
                                  </p:stCondLst>
                                  <p:childTnLst>
                                    <p:set>
                                      <p:cBhvr>
                                        <p:cTn id="224" dur="1" fill="hold">
                                          <p:stCondLst>
                                            <p:cond delay="0"/>
                                          </p:stCondLst>
                                        </p:cTn>
                                        <p:tgtEl>
                                          <p:spTgt spid="186413"/>
                                        </p:tgtEl>
                                        <p:attrNameLst>
                                          <p:attrName>style.visibility</p:attrName>
                                        </p:attrNameLst>
                                      </p:cBhvr>
                                      <p:to>
                                        <p:strVal val="visible"/>
                                      </p:to>
                                    </p:set>
                                    <p:anim calcmode="lin" valueType="num">
                                      <p:cBhvr>
                                        <p:cTn id="225" dur="500" fill="hold"/>
                                        <p:tgtEl>
                                          <p:spTgt spid="186413"/>
                                        </p:tgtEl>
                                        <p:attrNameLst>
                                          <p:attrName>ppt_x</p:attrName>
                                        </p:attrNameLst>
                                      </p:cBhvr>
                                      <p:tavLst>
                                        <p:tav tm="0">
                                          <p:val>
                                            <p:strVal val="#ppt_x"/>
                                          </p:val>
                                        </p:tav>
                                        <p:tav tm="100000">
                                          <p:val>
                                            <p:strVal val="#ppt_x"/>
                                          </p:val>
                                        </p:tav>
                                      </p:tavLst>
                                    </p:anim>
                                    <p:anim calcmode="lin" valueType="num">
                                      <p:cBhvr>
                                        <p:cTn id="226" dur="500" fill="hold"/>
                                        <p:tgtEl>
                                          <p:spTgt spid="186413"/>
                                        </p:tgtEl>
                                        <p:attrNameLst>
                                          <p:attrName>ppt_y</p:attrName>
                                        </p:attrNameLst>
                                      </p:cBhvr>
                                      <p:tavLst>
                                        <p:tav tm="0">
                                          <p:val>
                                            <p:strVal val="#ppt_y-#ppt_h/2"/>
                                          </p:val>
                                        </p:tav>
                                        <p:tav tm="100000">
                                          <p:val>
                                            <p:strVal val="#ppt_y"/>
                                          </p:val>
                                        </p:tav>
                                      </p:tavLst>
                                    </p:anim>
                                    <p:anim calcmode="lin" valueType="num">
                                      <p:cBhvr>
                                        <p:cTn id="227" dur="500" fill="hold"/>
                                        <p:tgtEl>
                                          <p:spTgt spid="186413"/>
                                        </p:tgtEl>
                                        <p:attrNameLst>
                                          <p:attrName>ppt_w</p:attrName>
                                        </p:attrNameLst>
                                      </p:cBhvr>
                                      <p:tavLst>
                                        <p:tav tm="0">
                                          <p:val>
                                            <p:strVal val="#ppt_w"/>
                                          </p:val>
                                        </p:tav>
                                        <p:tav tm="100000">
                                          <p:val>
                                            <p:strVal val="#ppt_w"/>
                                          </p:val>
                                        </p:tav>
                                      </p:tavLst>
                                    </p:anim>
                                    <p:anim calcmode="lin" valueType="num">
                                      <p:cBhvr>
                                        <p:cTn id="228" dur="500" fill="hold"/>
                                        <p:tgtEl>
                                          <p:spTgt spid="186413"/>
                                        </p:tgtEl>
                                        <p:attrNameLst>
                                          <p:attrName>ppt_h</p:attrName>
                                        </p:attrNameLst>
                                      </p:cBhvr>
                                      <p:tavLst>
                                        <p:tav tm="0">
                                          <p:val>
                                            <p:fltVal val="0"/>
                                          </p:val>
                                        </p:tav>
                                        <p:tav tm="100000">
                                          <p:val>
                                            <p:strVal val="#ppt_h"/>
                                          </p:val>
                                        </p:tav>
                                      </p:tavLst>
                                    </p:anim>
                                  </p:childTnLst>
                                </p:cTn>
                              </p:par>
                            </p:childTnLst>
                          </p:cTn>
                        </p:par>
                        <p:par>
                          <p:cTn id="229" fill="hold" nodeType="afterGroup">
                            <p:stCondLst>
                              <p:cond delay="6000"/>
                            </p:stCondLst>
                            <p:childTnLst>
                              <p:par>
                                <p:cTn id="230" presetID="17" presetClass="entr" presetSubtype="1" fill="hold" grpId="0" nodeType="afterEffect">
                                  <p:stCondLst>
                                    <p:cond delay="0"/>
                                  </p:stCondLst>
                                  <p:childTnLst>
                                    <p:set>
                                      <p:cBhvr>
                                        <p:cTn id="231" dur="1" fill="hold">
                                          <p:stCondLst>
                                            <p:cond delay="0"/>
                                          </p:stCondLst>
                                        </p:cTn>
                                        <p:tgtEl>
                                          <p:spTgt spid="186414"/>
                                        </p:tgtEl>
                                        <p:attrNameLst>
                                          <p:attrName>style.visibility</p:attrName>
                                        </p:attrNameLst>
                                      </p:cBhvr>
                                      <p:to>
                                        <p:strVal val="visible"/>
                                      </p:to>
                                    </p:set>
                                    <p:anim calcmode="lin" valueType="num">
                                      <p:cBhvr>
                                        <p:cTn id="232" dur="500" fill="hold"/>
                                        <p:tgtEl>
                                          <p:spTgt spid="186414"/>
                                        </p:tgtEl>
                                        <p:attrNameLst>
                                          <p:attrName>ppt_x</p:attrName>
                                        </p:attrNameLst>
                                      </p:cBhvr>
                                      <p:tavLst>
                                        <p:tav tm="0">
                                          <p:val>
                                            <p:strVal val="#ppt_x"/>
                                          </p:val>
                                        </p:tav>
                                        <p:tav tm="100000">
                                          <p:val>
                                            <p:strVal val="#ppt_x"/>
                                          </p:val>
                                        </p:tav>
                                      </p:tavLst>
                                    </p:anim>
                                    <p:anim calcmode="lin" valueType="num">
                                      <p:cBhvr>
                                        <p:cTn id="233" dur="500" fill="hold"/>
                                        <p:tgtEl>
                                          <p:spTgt spid="186414"/>
                                        </p:tgtEl>
                                        <p:attrNameLst>
                                          <p:attrName>ppt_y</p:attrName>
                                        </p:attrNameLst>
                                      </p:cBhvr>
                                      <p:tavLst>
                                        <p:tav tm="0">
                                          <p:val>
                                            <p:strVal val="#ppt_y-#ppt_h/2"/>
                                          </p:val>
                                        </p:tav>
                                        <p:tav tm="100000">
                                          <p:val>
                                            <p:strVal val="#ppt_y"/>
                                          </p:val>
                                        </p:tav>
                                      </p:tavLst>
                                    </p:anim>
                                    <p:anim calcmode="lin" valueType="num">
                                      <p:cBhvr>
                                        <p:cTn id="234" dur="500" fill="hold"/>
                                        <p:tgtEl>
                                          <p:spTgt spid="186414"/>
                                        </p:tgtEl>
                                        <p:attrNameLst>
                                          <p:attrName>ppt_w</p:attrName>
                                        </p:attrNameLst>
                                      </p:cBhvr>
                                      <p:tavLst>
                                        <p:tav tm="0">
                                          <p:val>
                                            <p:strVal val="#ppt_w"/>
                                          </p:val>
                                        </p:tav>
                                        <p:tav tm="100000">
                                          <p:val>
                                            <p:strVal val="#ppt_w"/>
                                          </p:val>
                                        </p:tav>
                                      </p:tavLst>
                                    </p:anim>
                                    <p:anim calcmode="lin" valueType="num">
                                      <p:cBhvr>
                                        <p:cTn id="235" dur="500" fill="hold"/>
                                        <p:tgtEl>
                                          <p:spTgt spid="186414"/>
                                        </p:tgtEl>
                                        <p:attrNameLst>
                                          <p:attrName>ppt_h</p:attrName>
                                        </p:attrNameLst>
                                      </p:cBhvr>
                                      <p:tavLst>
                                        <p:tav tm="0">
                                          <p:val>
                                            <p:fltVal val="0"/>
                                          </p:val>
                                        </p:tav>
                                        <p:tav tm="100000">
                                          <p:val>
                                            <p:strVal val="#ppt_h"/>
                                          </p:val>
                                        </p:tav>
                                      </p:tavLst>
                                    </p:anim>
                                  </p:childTnLst>
                                </p:cTn>
                              </p:par>
                            </p:childTnLst>
                          </p:cTn>
                        </p:par>
                        <p:par>
                          <p:cTn id="236" fill="hold" nodeType="afterGroup">
                            <p:stCondLst>
                              <p:cond delay="6500"/>
                            </p:stCondLst>
                            <p:childTnLst>
                              <p:par>
                                <p:cTn id="237" presetID="17" presetClass="entr" presetSubtype="1" fill="hold" grpId="0" nodeType="afterEffect">
                                  <p:stCondLst>
                                    <p:cond delay="0"/>
                                  </p:stCondLst>
                                  <p:childTnLst>
                                    <p:set>
                                      <p:cBhvr>
                                        <p:cTn id="238" dur="1" fill="hold">
                                          <p:stCondLst>
                                            <p:cond delay="0"/>
                                          </p:stCondLst>
                                        </p:cTn>
                                        <p:tgtEl>
                                          <p:spTgt spid="186415"/>
                                        </p:tgtEl>
                                        <p:attrNameLst>
                                          <p:attrName>style.visibility</p:attrName>
                                        </p:attrNameLst>
                                      </p:cBhvr>
                                      <p:to>
                                        <p:strVal val="visible"/>
                                      </p:to>
                                    </p:set>
                                    <p:anim calcmode="lin" valueType="num">
                                      <p:cBhvr>
                                        <p:cTn id="239" dur="500" fill="hold"/>
                                        <p:tgtEl>
                                          <p:spTgt spid="186415"/>
                                        </p:tgtEl>
                                        <p:attrNameLst>
                                          <p:attrName>ppt_x</p:attrName>
                                        </p:attrNameLst>
                                      </p:cBhvr>
                                      <p:tavLst>
                                        <p:tav tm="0">
                                          <p:val>
                                            <p:strVal val="#ppt_x"/>
                                          </p:val>
                                        </p:tav>
                                        <p:tav tm="100000">
                                          <p:val>
                                            <p:strVal val="#ppt_x"/>
                                          </p:val>
                                        </p:tav>
                                      </p:tavLst>
                                    </p:anim>
                                    <p:anim calcmode="lin" valueType="num">
                                      <p:cBhvr>
                                        <p:cTn id="240" dur="500" fill="hold"/>
                                        <p:tgtEl>
                                          <p:spTgt spid="186415"/>
                                        </p:tgtEl>
                                        <p:attrNameLst>
                                          <p:attrName>ppt_y</p:attrName>
                                        </p:attrNameLst>
                                      </p:cBhvr>
                                      <p:tavLst>
                                        <p:tav tm="0">
                                          <p:val>
                                            <p:strVal val="#ppt_y-#ppt_h/2"/>
                                          </p:val>
                                        </p:tav>
                                        <p:tav tm="100000">
                                          <p:val>
                                            <p:strVal val="#ppt_y"/>
                                          </p:val>
                                        </p:tav>
                                      </p:tavLst>
                                    </p:anim>
                                    <p:anim calcmode="lin" valueType="num">
                                      <p:cBhvr>
                                        <p:cTn id="241" dur="500" fill="hold"/>
                                        <p:tgtEl>
                                          <p:spTgt spid="186415"/>
                                        </p:tgtEl>
                                        <p:attrNameLst>
                                          <p:attrName>ppt_w</p:attrName>
                                        </p:attrNameLst>
                                      </p:cBhvr>
                                      <p:tavLst>
                                        <p:tav tm="0">
                                          <p:val>
                                            <p:strVal val="#ppt_w"/>
                                          </p:val>
                                        </p:tav>
                                        <p:tav tm="100000">
                                          <p:val>
                                            <p:strVal val="#ppt_w"/>
                                          </p:val>
                                        </p:tav>
                                      </p:tavLst>
                                    </p:anim>
                                    <p:anim calcmode="lin" valueType="num">
                                      <p:cBhvr>
                                        <p:cTn id="242" dur="500" fill="hold"/>
                                        <p:tgtEl>
                                          <p:spTgt spid="186415"/>
                                        </p:tgtEl>
                                        <p:attrNameLst>
                                          <p:attrName>ppt_h</p:attrName>
                                        </p:attrNameLst>
                                      </p:cBhvr>
                                      <p:tavLst>
                                        <p:tav tm="0">
                                          <p:val>
                                            <p:fltVal val="0"/>
                                          </p:val>
                                        </p:tav>
                                        <p:tav tm="100000">
                                          <p:val>
                                            <p:strVal val="#ppt_h"/>
                                          </p:val>
                                        </p:tav>
                                      </p:tavLst>
                                    </p:anim>
                                  </p:childTnLst>
                                </p:cTn>
                              </p:par>
                            </p:childTnLst>
                          </p:cTn>
                        </p:par>
                        <p:par>
                          <p:cTn id="243" fill="hold" nodeType="afterGroup">
                            <p:stCondLst>
                              <p:cond delay="7000"/>
                            </p:stCondLst>
                            <p:childTnLst>
                              <p:par>
                                <p:cTn id="244" presetID="17" presetClass="entr" presetSubtype="1" fill="hold" grpId="0" nodeType="afterEffect">
                                  <p:stCondLst>
                                    <p:cond delay="0"/>
                                  </p:stCondLst>
                                  <p:childTnLst>
                                    <p:set>
                                      <p:cBhvr>
                                        <p:cTn id="245" dur="1" fill="hold">
                                          <p:stCondLst>
                                            <p:cond delay="0"/>
                                          </p:stCondLst>
                                        </p:cTn>
                                        <p:tgtEl>
                                          <p:spTgt spid="186416"/>
                                        </p:tgtEl>
                                        <p:attrNameLst>
                                          <p:attrName>style.visibility</p:attrName>
                                        </p:attrNameLst>
                                      </p:cBhvr>
                                      <p:to>
                                        <p:strVal val="visible"/>
                                      </p:to>
                                    </p:set>
                                    <p:anim calcmode="lin" valueType="num">
                                      <p:cBhvr>
                                        <p:cTn id="246" dur="500" fill="hold"/>
                                        <p:tgtEl>
                                          <p:spTgt spid="186416"/>
                                        </p:tgtEl>
                                        <p:attrNameLst>
                                          <p:attrName>ppt_x</p:attrName>
                                        </p:attrNameLst>
                                      </p:cBhvr>
                                      <p:tavLst>
                                        <p:tav tm="0">
                                          <p:val>
                                            <p:strVal val="#ppt_x"/>
                                          </p:val>
                                        </p:tav>
                                        <p:tav tm="100000">
                                          <p:val>
                                            <p:strVal val="#ppt_x"/>
                                          </p:val>
                                        </p:tav>
                                      </p:tavLst>
                                    </p:anim>
                                    <p:anim calcmode="lin" valueType="num">
                                      <p:cBhvr>
                                        <p:cTn id="247" dur="500" fill="hold"/>
                                        <p:tgtEl>
                                          <p:spTgt spid="186416"/>
                                        </p:tgtEl>
                                        <p:attrNameLst>
                                          <p:attrName>ppt_y</p:attrName>
                                        </p:attrNameLst>
                                      </p:cBhvr>
                                      <p:tavLst>
                                        <p:tav tm="0">
                                          <p:val>
                                            <p:strVal val="#ppt_y-#ppt_h/2"/>
                                          </p:val>
                                        </p:tav>
                                        <p:tav tm="100000">
                                          <p:val>
                                            <p:strVal val="#ppt_y"/>
                                          </p:val>
                                        </p:tav>
                                      </p:tavLst>
                                    </p:anim>
                                    <p:anim calcmode="lin" valueType="num">
                                      <p:cBhvr>
                                        <p:cTn id="248" dur="500" fill="hold"/>
                                        <p:tgtEl>
                                          <p:spTgt spid="186416"/>
                                        </p:tgtEl>
                                        <p:attrNameLst>
                                          <p:attrName>ppt_w</p:attrName>
                                        </p:attrNameLst>
                                      </p:cBhvr>
                                      <p:tavLst>
                                        <p:tav tm="0">
                                          <p:val>
                                            <p:strVal val="#ppt_w"/>
                                          </p:val>
                                        </p:tav>
                                        <p:tav tm="100000">
                                          <p:val>
                                            <p:strVal val="#ppt_w"/>
                                          </p:val>
                                        </p:tav>
                                      </p:tavLst>
                                    </p:anim>
                                    <p:anim calcmode="lin" valueType="num">
                                      <p:cBhvr>
                                        <p:cTn id="249" dur="500" fill="hold"/>
                                        <p:tgtEl>
                                          <p:spTgt spid="186416"/>
                                        </p:tgtEl>
                                        <p:attrNameLst>
                                          <p:attrName>ppt_h</p:attrName>
                                        </p:attrNameLst>
                                      </p:cBhvr>
                                      <p:tavLst>
                                        <p:tav tm="0">
                                          <p:val>
                                            <p:fltVal val="0"/>
                                          </p:val>
                                        </p:tav>
                                        <p:tav tm="100000">
                                          <p:val>
                                            <p:strVal val="#ppt_h"/>
                                          </p:val>
                                        </p:tav>
                                      </p:tavLst>
                                    </p:anim>
                                  </p:childTnLst>
                                </p:cTn>
                              </p:par>
                            </p:childTnLst>
                          </p:cTn>
                        </p:par>
                        <p:par>
                          <p:cTn id="250" fill="hold" nodeType="afterGroup">
                            <p:stCondLst>
                              <p:cond delay="7500"/>
                            </p:stCondLst>
                            <p:childTnLst>
                              <p:par>
                                <p:cTn id="251" presetID="17" presetClass="entr" presetSubtype="1" fill="hold" grpId="0" nodeType="afterEffect">
                                  <p:stCondLst>
                                    <p:cond delay="0"/>
                                  </p:stCondLst>
                                  <p:childTnLst>
                                    <p:set>
                                      <p:cBhvr>
                                        <p:cTn id="252" dur="1" fill="hold">
                                          <p:stCondLst>
                                            <p:cond delay="0"/>
                                          </p:stCondLst>
                                        </p:cTn>
                                        <p:tgtEl>
                                          <p:spTgt spid="186417"/>
                                        </p:tgtEl>
                                        <p:attrNameLst>
                                          <p:attrName>style.visibility</p:attrName>
                                        </p:attrNameLst>
                                      </p:cBhvr>
                                      <p:to>
                                        <p:strVal val="visible"/>
                                      </p:to>
                                    </p:set>
                                    <p:anim calcmode="lin" valueType="num">
                                      <p:cBhvr>
                                        <p:cTn id="253" dur="500" fill="hold"/>
                                        <p:tgtEl>
                                          <p:spTgt spid="186417"/>
                                        </p:tgtEl>
                                        <p:attrNameLst>
                                          <p:attrName>ppt_x</p:attrName>
                                        </p:attrNameLst>
                                      </p:cBhvr>
                                      <p:tavLst>
                                        <p:tav tm="0">
                                          <p:val>
                                            <p:strVal val="#ppt_x"/>
                                          </p:val>
                                        </p:tav>
                                        <p:tav tm="100000">
                                          <p:val>
                                            <p:strVal val="#ppt_x"/>
                                          </p:val>
                                        </p:tav>
                                      </p:tavLst>
                                    </p:anim>
                                    <p:anim calcmode="lin" valueType="num">
                                      <p:cBhvr>
                                        <p:cTn id="254" dur="500" fill="hold"/>
                                        <p:tgtEl>
                                          <p:spTgt spid="186417"/>
                                        </p:tgtEl>
                                        <p:attrNameLst>
                                          <p:attrName>ppt_y</p:attrName>
                                        </p:attrNameLst>
                                      </p:cBhvr>
                                      <p:tavLst>
                                        <p:tav tm="0">
                                          <p:val>
                                            <p:strVal val="#ppt_y-#ppt_h/2"/>
                                          </p:val>
                                        </p:tav>
                                        <p:tav tm="100000">
                                          <p:val>
                                            <p:strVal val="#ppt_y"/>
                                          </p:val>
                                        </p:tav>
                                      </p:tavLst>
                                    </p:anim>
                                    <p:anim calcmode="lin" valueType="num">
                                      <p:cBhvr>
                                        <p:cTn id="255" dur="500" fill="hold"/>
                                        <p:tgtEl>
                                          <p:spTgt spid="186417"/>
                                        </p:tgtEl>
                                        <p:attrNameLst>
                                          <p:attrName>ppt_w</p:attrName>
                                        </p:attrNameLst>
                                      </p:cBhvr>
                                      <p:tavLst>
                                        <p:tav tm="0">
                                          <p:val>
                                            <p:strVal val="#ppt_w"/>
                                          </p:val>
                                        </p:tav>
                                        <p:tav tm="100000">
                                          <p:val>
                                            <p:strVal val="#ppt_w"/>
                                          </p:val>
                                        </p:tav>
                                      </p:tavLst>
                                    </p:anim>
                                    <p:anim calcmode="lin" valueType="num">
                                      <p:cBhvr>
                                        <p:cTn id="256" dur="500" fill="hold"/>
                                        <p:tgtEl>
                                          <p:spTgt spid="186417"/>
                                        </p:tgtEl>
                                        <p:attrNameLst>
                                          <p:attrName>ppt_h</p:attrName>
                                        </p:attrNameLst>
                                      </p:cBhvr>
                                      <p:tavLst>
                                        <p:tav tm="0">
                                          <p:val>
                                            <p:fltVal val="0"/>
                                          </p:val>
                                        </p:tav>
                                        <p:tav tm="100000">
                                          <p:val>
                                            <p:strVal val="#ppt_h"/>
                                          </p:val>
                                        </p:tav>
                                      </p:tavLst>
                                    </p:anim>
                                  </p:childTnLst>
                                </p:cTn>
                              </p:par>
                            </p:childTnLst>
                          </p:cTn>
                        </p:par>
                        <p:par>
                          <p:cTn id="257" fill="hold" nodeType="afterGroup">
                            <p:stCondLst>
                              <p:cond delay="8000"/>
                            </p:stCondLst>
                            <p:childTnLst>
                              <p:par>
                                <p:cTn id="258" presetID="17" presetClass="entr" presetSubtype="1" fill="hold" grpId="0" nodeType="afterEffect">
                                  <p:stCondLst>
                                    <p:cond delay="0"/>
                                  </p:stCondLst>
                                  <p:childTnLst>
                                    <p:set>
                                      <p:cBhvr>
                                        <p:cTn id="259" dur="1" fill="hold">
                                          <p:stCondLst>
                                            <p:cond delay="0"/>
                                          </p:stCondLst>
                                        </p:cTn>
                                        <p:tgtEl>
                                          <p:spTgt spid="186418"/>
                                        </p:tgtEl>
                                        <p:attrNameLst>
                                          <p:attrName>style.visibility</p:attrName>
                                        </p:attrNameLst>
                                      </p:cBhvr>
                                      <p:to>
                                        <p:strVal val="visible"/>
                                      </p:to>
                                    </p:set>
                                    <p:anim calcmode="lin" valueType="num">
                                      <p:cBhvr>
                                        <p:cTn id="260" dur="500" fill="hold"/>
                                        <p:tgtEl>
                                          <p:spTgt spid="186418"/>
                                        </p:tgtEl>
                                        <p:attrNameLst>
                                          <p:attrName>ppt_x</p:attrName>
                                        </p:attrNameLst>
                                      </p:cBhvr>
                                      <p:tavLst>
                                        <p:tav tm="0">
                                          <p:val>
                                            <p:strVal val="#ppt_x"/>
                                          </p:val>
                                        </p:tav>
                                        <p:tav tm="100000">
                                          <p:val>
                                            <p:strVal val="#ppt_x"/>
                                          </p:val>
                                        </p:tav>
                                      </p:tavLst>
                                    </p:anim>
                                    <p:anim calcmode="lin" valueType="num">
                                      <p:cBhvr>
                                        <p:cTn id="261" dur="500" fill="hold"/>
                                        <p:tgtEl>
                                          <p:spTgt spid="186418"/>
                                        </p:tgtEl>
                                        <p:attrNameLst>
                                          <p:attrName>ppt_y</p:attrName>
                                        </p:attrNameLst>
                                      </p:cBhvr>
                                      <p:tavLst>
                                        <p:tav tm="0">
                                          <p:val>
                                            <p:strVal val="#ppt_y-#ppt_h/2"/>
                                          </p:val>
                                        </p:tav>
                                        <p:tav tm="100000">
                                          <p:val>
                                            <p:strVal val="#ppt_y"/>
                                          </p:val>
                                        </p:tav>
                                      </p:tavLst>
                                    </p:anim>
                                    <p:anim calcmode="lin" valueType="num">
                                      <p:cBhvr>
                                        <p:cTn id="262" dur="500" fill="hold"/>
                                        <p:tgtEl>
                                          <p:spTgt spid="186418"/>
                                        </p:tgtEl>
                                        <p:attrNameLst>
                                          <p:attrName>ppt_w</p:attrName>
                                        </p:attrNameLst>
                                      </p:cBhvr>
                                      <p:tavLst>
                                        <p:tav tm="0">
                                          <p:val>
                                            <p:strVal val="#ppt_w"/>
                                          </p:val>
                                        </p:tav>
                                        <p:tav tm="100000">
                                          <p:val>
                                            <p:strVal val="#ppt_w"/>
                                          </p:val>
                                        </p:tav>
                                      </p:tavLst>
                                    </p:anim>
                                    <p:anim calcmode="lin" valueType="num">
                                      <p:cBhvr>
                                        <p:cTn id="263" dur="500" fill="hold"/>
                                        <p:tgtEl>
                                          <p:spTgt spid="186418"/>
                                        </p:tgtEl>
                                        <p:attrNameLst>
                                          <p:attrName>ppt_h</p:attrName>
                                        </p:attrNameLst>
                                      </p:cBhvr>
                                      <p:tavLst>
                                        <p:tav tm="0">
                                          <p:val>
                                            <p:fltVal val="0"/>
                                          </p:val>
                                        </p:tav>
                                        <p:tav tm="100000">
                                          <p:val>
                                            <p:strVal val="#ppt_h"/>
                                          </p:val>
                                        </p:tav>
                                      </p:tavLst>
                                    </p:anim>
                                  </p:childTnLst>
                                </p:cTn>
                              </p:par>
                            </p:childTnLst>
                          </p:cTn>
                        </p:par>
                        <p:par>
                          <p:cTn id="264" fill="hold" nodeType="afterGroup">
                            <p:stCondLst>
                              <p:cond delay="8500"/>
                            </p:stCondLst>
                            <p:childTnLst>
                              <p:par>
                                <p:cTn id="265" presetID="17" presetClass="entr" presetSubtype="1" fill="hold" grpId="0" nodeType="afterEffect">
                                  <p:stCondLst>
                                    <p:cond delay="0"/>
                                  </p:stCondLst>
                                  <p:childTnLst>
                                    <p:set>
                                      <p:cBhvr>
                                        <p:cTn id="266" dur="1" fill="hold">
                                          <p:stCondLst>
                                            <p:cond delay="0"/>
                                          </p:stCondLst>
                                        </p:cTn>
                                        <p:tgtEl>
                                          <p:spTgt spid="186419"/>
                                        </p:tgtEl>
                                        <p:attrNameLst>
                                          <p:attrName>style.visibility</p:attrName>
                                        </p:attrNameLst>
                                      </p:cBhvr>
                                      <p:to>
                                        <p:strVal val="visible"/>
                                      </p:to>
                                    </p:set>
                                    <p:anim calcmode="lin" valueType="num">
                                      <p:cBhvr>
                                        <p:cTn id="267" dur="500" fill="hold"/>
                                        <p:tgtEl>
                                          <p:spTgt spid="186419"/>
                                        </p:tgtEl>
                                        <p:attrNameLst>
                                          <p:attrName>ppt_x</p:attrName>
                                        </p:attrNameLst>
                                      </p:cBhvr>
                                      <p:tavLst>
                                        <p:tav tm="0">
                                          <p:val>
                                            <p:strVal val="#ppt_x"/>
                                          </p:val>
                                        </p:tav>
                                        <p:tav tm="100000">
                                          <p:val>
                                            <p:strVal val="#ppt_x"/>
                                          </p:val>
                                        </p:tav>
                                      </p:tavLst>
                                    </p:anim>
                                    <p:anim calcmode="lin" valueType="num">
                                      <p:cBhvr>
                                        <p:cTn id="268" dur="500" fill="hold"/>
                                        <p:tgtEl>
                                          <p:spTgt spid="186419"/>
                                        </p:tgtEl>
                                        <p:attrNameLst>
                                          <p:attrName>ppt_y</p:attrName>
                                        </p:attrNameLst>
                                      </p:cBhvr>
                                      <p:tavLst>
                                        <p:tav tm="0">
                                          <p:val>
                                            <p:strVal val="#ppt_y-#ppt_h/2"/>
                                          </p:val>
                                        </p:tav>
                                        <p:tav tm="100000">
                                          <p:val>
                                            <p:strVal val="#ppt_y"/>
                                          </p:val>
                                        </p:tav>
                                      </p:tavLst>
                                    </p:anim>
                                    <p:anim calcmode="lin" valueType="num">
                                      <p:cBhvr>
                                        <p:cTn id="269" dur="500" fill="hold"/>
                                        <p:tgtEl>
                                          <p:spTgt spid="186419"/>
                                        </p:tgtEl>
                                        <p:attrNameLst>
                                          <p:attrName>ppt_w</p:attrName>
                                        </p:attrNameLst>
                                      </p:cBhvr>
                                      <p:tavLst>
                                        <p:tav tm="0">
                                          <p:val>
                                            <p:strVal val="#ppt_w"/>
                                          </p:val>
                                        </p:tav>
                                        <p:tav tm="100000">
                                          <p:val>
                                            <p:strVal val="#ppt_w"/>
                                          </p:val>
                                        </p:tav>
                                      </p:tavLst>
                                    </p:anim>
                                    <p:anim calcmode="lin" valueType="num">
                                      <p:cBhvr>
                                        <p:cTn id="270" dur="500" fill="hold"/>
                                        <p:tgtEl>
                                          <p:spTgt spid="186419"/>
                                        </p:tgtEl>
                                        <p:attrNameLst>
                                          <p:attrName>ppt_h</p:attrName>
                                        </p:attrNameLst>
                                      </p:cBhvr>
                                      <p:tavLst>
                                        <p:tav tm="0">
                                          <p:val>
                                            <p:fltVal val="0"/>
                                          </p:val>
                                        </p:tav>
                                        <p:tav tm="100000">
                                          <p:val>
                                            <p:strVal val="#ppt_h"/>
                                          </p:val>
                                        </p:tav>
                                      </p:tavLst>
                                    </p:anim>
                                  </p:childTnLst>
                                </p:cTn>
                              </p:par>
                            </p:childTnLst>
                          </p:cTn>
                        </p:par>
                        <p:par>
                          <p:cTn id="271" fill="hold" nodeType="afterGroup">
                            <p:stCondLst>
                              <p:cond delay="9000"/>
                            </p:stCondLst>
                            <p:childTnLst>
                              <p:par>
                                <p:cTn id="272" presetID="17" presetClass="entr" presetSubtype="1" fill="hold" grpId="0" nodeType="afterEffect">
                                  <p:stCondLst>
                                    <p:cond delay="0"/>
                                  </p:stCondLst>
                                  <p:childTnLst>
                                    <p:set>
                                      <p:cBhvr>
                                        <p:cTn id="273" dur="1" fill="hold">
                                          <p:stCondLst>
                                            <p:cond delay="0"/>
                                          </p:stCondLst>
                                        </p:cTn>
                                        <p:tgtEl>
                                          <p:spTgt spid="186420"/>
                                        </p:tgtEl>
                                        <p:attrNameLst>
                                          <p:attrName>style.visibility</p:attrName>
                                        </p:attrNameLst>
                                      </p:cBhvr>
                                      <p:to>
                                        <p:strVal val="visible"/>
                                      </p:to>
                                    </p:set>
                                    <p:anim calcmode="lin" valueType="num">
                                      <p:cBhvr>
                                        <p:cTn id="274" dur="500" fill="hold"/>
                                        <p:tgtEl>
                                          <p:spTgt spid="186420"/>
                                        </p:tgtEl>
                                        <p:attrNameLst>
                                          <p:attrName>ppt_x</p:attrName>
                                        </p:attrNameLst>
                                      </p:cBhvr>
                                      <p:tavLst>
                                        <p:tav tm="0">
                                          <p:val>
                                            <p:strVal val="#ppt_x"/>
                                          </p:val>
                                        </p:tav>
                                        <p:tav tm="100000">
                                          <p:val>
                                            <p:strVal val="#ppt_x"/>
                                          </p:val>
                                        </p:tav>
                                      </p:tavLst>
                                    </p:anim>
                                    <p:anim calcmode="lin" valueType="num">
                                      <p:cBhvr>
                                        <p:cTn id="275" dur="500" fill="hold"/>
                                        <p:tgtEl>
                                          <p:spTgt spid="186420"/>
                                        </p:tgtEl>
                                        <p:attrNameLst>
                                          <p:attrName>ppt_y</p:attrName>
                                        </p:attrNameLst>
                                      </p:cBhvr>
                                      <p:tavLst>
                                        <p:tav tm="0">
                                          <p:val>
                                            <p:strVal val="#ppt_y-#ppt_h/2"/>
                                          </p:val>
                                        </p:tav>
                                        <p:tav tm="100000">
                                          <p:val>
                                            <p:strVal val="#ppt_y"/>
                                          </p:val>
                                        </p:tav>
                                      </p:tavLst>
                                    </p:anim>
                                    <p:anim calcmode="lin" valueType="num">
                                      <p:cBhvr>
                                        <p:cTn id="276" dur="500" fill="hold"/>
                                        <p:tgtEl>
                                          <p:spTgt spid="186420"/>
                                        </p:tgtEl>
                                        <p:attrNameLst>
                                          <p:attrName>ppt_w</p:attrName>
                                        </p:attrNameLst>
                                      </p:cBhvr>
                                      <p:tavLst>
                                        <p:tav tm="0">
                                          <p:val>
                                            <p:strVal val="#ppt_w"/>
                                          </p:val>
                                        </p:tav>
                                        <p:tav tm="100000">
                                          <p:val>
                                            <p:strVal val="#ppt_w"/>
                                          </p:val>
                                        </p:tav>
                                      </p:tavLst>
                                    </p:anim>
                                    <p:anim calcmode="lin" valueType="num">
                                      <p:cBhvr>
                                        <p:cTn id="277" dur="500" fill="hold"/>
                                        <p:tgtEl>
                                          <p:spTgt spid="186420"/>
                                        </p:tgtEl>
                                        <p:attrNameLst>
                                          <p:attrName>ppt_h</p:attrName>
                                        </p:attrNameLst>
                                      </p:cBhvr>
                                      <p:tavLst>
                                        <p:tav tm="0">
                                          <p:val>
                                            <p:fltVal val="0"/>
                                          </p:val>
                                        </p:tav>
                                        <p:tav tm="100000">
                                          <p:val>
                                            <p:strVal val="#ppt_h"/>
                                          </p:val>
                                        </p:tav>
                                      </p:tavLst>
                                    </p:anim>
                                  </p:childTnLst>
                                </p:cTn>
                              </p:par>
                            </p:childTnLst>
                          </p:cTn>
                        </p:par>
                        <p:par>
                          <p:cTn id="278" fill="hold" nodeType="afterGroup">
                            <p:stCondLst>
                              <p:cond delay="9500"/>
                            </p:stCondLst>
                            <p:childTnLst>
                              <p:par>
                                <p:cTn id="279" presetID="2" presetClass="entr" presetSubtype="8" fill="hold" grpId="0" nodeType="afterEffect">
                                  <p:stCondLst>
                                    <p:cond delay="0"/>
                                  </p:stCondLst>
                                  <p:childTnLst>
                                    <p:set>
                                      <p:cBhvr>
                                        <p:cTn id="280" dur="1" fill="hold">
                                          <p:stCondLst>
                                            <p:cond delay="0"/>
                                          </p:stCondLst>
                                        </p:cTn>
                                        <p:tgtEl>
                                          <p:spTgt spid="186421"/>
                                        </p:tgtEl>
                                        <p:attrNameLst>
                                          <p:attrName>style.visibility</p:attrName>
                                        </p:attrNameLst>
                                      </p:cBhvr>
                                      <p:to>
                                        <p:strVal val="visible"/>
                                      </p:to>
                                    </p:set>
                                    <p:anim calcmode="lin" valueType="num">
                                      <p:cBhvr additive="base">
                                        <p:cTn id="281" dur="500" fill="hold"/>
                                        <p:tgtEl>
                                          <p:spTgt spid="186421"/>
                                        </p:tgtEl>
                                        <p:attrNameLst>
                                          <p:attrName>ppt_x</p:attrName>
                                        </p:attrNameLst>
                                      </p:cBhvr>
                                      <p:tavLst>
                                        <p:tav tm="0">
                                          <p:val>
                                            <p:strVal val="0-#ppt_w/2"/>
                                          </p:val>
                                        </p:tav>
                                        <p:tav tm="100000">
                                          <p:val>
                                            <p:strVal val="#ppt_x"/>
                                          </p:val>
                                        </p:tav>
                                      </p:tavLst>
                                    </p:anim>
                                    <p:anim calcmode="lin" valueType="num">
                                      <p:cBhvr additive="base">
                                        <p:cTn id="282" dur="500" fill="hold"/>
                                        <p:tgtEl>
                                          <p:spTgt spid="1864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autoUpdateAnimBg="0"/>
      <p:bldP spid="186372" grpId="0" autoUpdateAnimBg="0"/>
      <p:bldP spid="186373" grpId="0" animBg="1" autoUpdateAnimBg="0"/>
      <p:bldP spid="186374" grpId="0" animBg="1" autoUpdateAnimBg="0"/>
      <p:bldP spid="186375" grpId="0" animBg="1" autoUpdateAnimBg="0"/>
      <p:bldP spid="186376" grpId="0" animBg="1" autoUpdateAnimBg="0"/>
      <p:bldP spid="186377" grpId="0" animBg="1" autoUpdateAnimBg="0"/>
      <p:bldP spid="186378" grpId="0" animBg="1" autoUpdateAnimBg="0"/>
      <p:bldP spid="186379" grpId="0" animBg="1" autoUpdateAnimBg="0"/>
      <p:bldP spid="186380" grpId="0" animBg="1" autoUpdateAnimBg="0"/>
      <p:bldP spid="186381" grpId="0" animBg="1" autoUpdateAnimBg="0"/>
      <p:bldP spid="186382" grpId="0" animBg="1" autoUpdateAnimBg="0"/>
      <p:bldP spid="186383" grpId="0" animBg="1" autoUpdateAnimBg="0"/>
      <p:bldP spid="186384" grpId="0" animBg="1" autoUpdateAnimBg="0"/>
      <p:bldP spid="186385" grpId="0" animBg="1" autoUpdateAnimBg="0"/>
      <p:bldP spid="186386" grpId="0" animBg="1" autoUpdateAnimBg="0"/>
      <p:bldP spid="186387" grpId="0" animBg="1" autoUpdateAnimBg="0"/>
      <p:bldP spid="186388" grpId="0" animBg="1"/>
      <p:bldP spid="186389" grpId="0" animBg="1"/>
      <p:bldP spid="186390" grpId="0" animBg="1"/>
      <p:bldP spid="186391" grpId="0" animBg="1"/>
      <p:bldP spid="186392" grpId="0" animBg="1"/>
      <p:bldP spid="186393" grpId="0" animBg="1"/>
      <p:bldP spid="186394" grpId="0" animBg="1"/>
      <p:bldP spid="186395" grpId="0" animBg="1"/>
      <p:bldP spid="186396" grpId="0" animBg="1"/>
      <p:bldP spid="186397" grpId="0" animBg="1"/>
      <p:bldP spid="186398" grpId="0" animBg="1"/>
      <p:bldP spid="186399" grpId="0" animBg="1"/>
      <p:bldP spid="186400" grpId="0" animBg="1"/>
      <p:bldP spid="186401" grpId="0" animBg="1"/>
      <p:bldP spid="186402" grpId="0" animBg="1" autoUpdateAnimBg="0"/>
      <p:bldP spid="186403" grpId="0" animBg="1" autoUpdateAnimBg="0"/>
      <p:bldP spid="186404" grpId="0" animBg="1" autoUpdateAnimBg="0"/>
      <p:bldP spid="186405" grpId="0" animBg="1" autoUpdateAnimBg="0"/>
      <p:bldP spid="186406" grpId="0" animBg="1" autoUpdateAnimBg="0"/>
      <p:bldP spid="186407" grpId="0" animBg="1" autoUpdateAnimBg="0"/>
      <p:bldP spid="186408" grpId="0" animBg="1" autoUpdateAnimBg="0"/>
      <p:bldP spid="186409" grpId="0" animBg="1" autoUpdateAnimBg="0"/>
      <p:bldP spid="186410" grpId="0" animBg="1" autoUpdateAnimBg="0"/>
      <p:bldP spid="186411" grpId="0" animBg="1" autoUpdateAnimBg="0"/>
      <p:bldP spid="186412" grpId="0" animBg="1"/>
      <p:bldP spid="186413" grpId="0" animBg="1"/>
      <p:bldP spid="186414" grpId="0" animBg="1"/>
      <p:bldP spid="186415" grpId="0" animBg="1"/>
      <p:bldP spid="186416" grpId="0" animBg="1"/>
      <p:bldP spid="186417" grpId="0" animBg="1"/>
      <p:bldP spid="186418" grpId="0" animBg="1"/>
      <p:bldP spid="186419" grpId="0" animBg="1"/>
      <p:bldP spid="186420" grpId="0" animBg="1"/>
      <p:bldP spid="1864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ChangeArrowheads="1"/>
          </p:cNvSpPr>
          <p:nvPr/>
        </p:nvSpPr>
        <p:spPr bwMode="auto">
          <a:xfrm>
            <a:off x="228600" y="1371600"/>
            <a:ext cx="8686800" cy="1547813"/>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lvl1pPr marL="342900" indent="-342900">
              <a:spcBef>
                <a:spcPct val="20000"/>
              </a:spcBef>
              <a:buChar char="•"/>
              <a:defRPr sz="3600">
                <a:solidFill>
                  <a:schemeClr val="tx1"/>
                </a:solidFill>
                <a:latin typeface="Arial" charset="0"/>
                <a:ea typeface="宋体" charset="-122"/>
              </a:defRPr>
            </a:lvl1pPr>
            <a:lvl2pPr marL="742950" indent="-285750">
              <a:spcBef>
                <a:spcPct val="20000"/>
              </a:spcBef>
              <a:buChar char="–"/>
              <a:defRPr sz="3200">
                <a:solidFill>
                  <a:schemeClr val="tx1"/>
                </a:solidFill>
                <a:latin typeface="Arial" charset="0"/>
                <a:ea typeface="宋体" charset="-122"/>
              </a:defRPr>
            </a:lvl2pPr>
            <a:lvl3pPr marL="1143000" indent="-228600">
              <a:spcBef>
                <a:spcPct val="20000"/>
              </a:spcBef>
              <a:buChar char="•"/>
              <a:defRPr sz="2800">
                <a:solidFill>
                  <a:schemeClr val="tx1"/>
                </a:solidFill>
                <a:latin typeface="Arial" charset="0"/>
                <a:ea typeface="宋体" charset="-122"/>
              </a:defRPr>
            </a:lvl3pPr>
            <a:lvl4pPr marL="1600200" indent="-228600">
              <a:spcBef>
                <a:spcPct val="20000"/>
              </a:spcBef>
              <a:buChar char="–"/>
              <a:defRPr sz="24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a:lnSpc>
                <a:spcPct val="115000"/>
              </a:lnSpc>
              <a:buFontTx/>
              <a:buNone/>
            </a:pPr>
            <a:r>
              <a:rPr lang="zh-CN" altLang="en-US" sz="4000">
                <a:ea typeface="楷体_GB2312" charset="0"/>
              </a:rPr>
              <a:t>具有 </a:t>
            </a:r>
            <a:r>
              <a:rPr lang="en-US" altLang="zh-CN" sz="4000" b="1" i="1">
                <a:solidFill>
                  <a:srgbClr val="0000FF"/>
                </a:solidFill>
                <a:ea typeface="楷体_GB2312" charset="0"/>
              </a:rPr>
              <a:t>n </a:t>
            </a:r>
            <a:r>
              <a:rPr lang="zh-CN" altLang="en-US" sz="4000">
                <a:ea typeface="楷体_GB2312" charset="0"/>
              </a:rPr>
              <a:t>个结点的完全二叉树的</a:t>
            </a:r>
            <a:r>
              <a:rPr lang="zh-CN" altLang="en-US" sz="4000" b="1">
                <a:solidFill>
                  <a:srgbClr val="0000FF"/>
                </a:solidFill>
                <a:ea typeface="楷体_GB2312" charset="0"/>
              </a:rPr>
              <a:t>深度</a:t>
            </a:r>
            <a:r>
              <a:rPr lang="zh-CN" altLang="en-US" sz="4000">
                <a:ea typeface="楷体_GB2312" charset="0"/>
              </a:rPr>
              <a:t>为 </a:t>
            </a:r>
            <a:r>
              <a:rPr lang="zh-CN" altLang="en-US" sz="4000" b="1" i="1">
                <a:solidFill>
                  <a:srgbClr val="0000FF"/>
                </a:solidFill>
                <a:ea typeface="楷体_GB2312" charset="0"/>
                <a:sym typeface="Symbol" charset="2"/>
              </a:rPr>
              <a:t></a:t>
            </a:r>
            <a:r>
              <a:rPr lang="zh-CN" altLang="en-US" sz="4000" b="1" i="1">
                <a:solidFill>
                  <a:srgbClr val="0000FF"/>
                </a:solidFill>
                <a:ea typeface="楷体_GB2312" charset="0"/>
              </a:rPr>
              <a:t>  </a:t>
            </a:r>
            <a:r>
              <a:rPr lang="en-US" altLang="zh-CN" sz="4000" b="1" i="1">
                <a:solidFill>
                  <a:srgbClr val="0000FF"/>
                </a:solidFill>
                <a:ea typeface="楷体_GB2312" charset="0"/>
              </a:rPr>
              <a:t>log</a:t>
            </a:r>
            <a:r>
              <a:rPr lang="en-US" altLang="zh-CN" sz="4000" b="1" i="1" baseline="-25000">
                <a:solidFill>
                  <a:srgbClr val="0000FF"/>
                </a:solidFill>
                <a:ea typeface="楷体_GB2312" charset="0"/>
              </a:rPr>
              <a:t>2</a:t>
            </a:r>
            <a:r>
              <a:rPr lang="en-US" altLang="zh-CN" sz="4000" b="1" i="1">
                <a:solidFill>
                  <a:srgbClr val="0000FF"/>
                </a:solidFill>
                <a:ea typeface="楷体_GB2312" charset="0"/>
              </a:rPr>
              <a:t>n</a:t>
            </a:r>
            <a:r>
              <a:rPr lang="en-US" altLang="zh-CN" sz="4000" b="1" i="1">
                <a:solidFill>
                  <a:srgbClr val="0000FF"/>
                </a:solidFill>
                <a:ea typeface="楷体_GB2312" charset="0"/>
                <a:sym typeface="Symbol" charset="2"/>
              </a:rPr>
              <a:t> </a:t>
            </a:r>
            <a:r>
              <a:rPr lang="en-US" altLang="zh-CN" sz="4000" b="1" i="1">
                <a:solidFill>
                  <a:srgbClr val="0000FF"/>
                </a:solidFill>
                <a:ea typeface="楷体_GB2312" charset="0"/>
              </a:rPr>
              <a:t>+1 </a:t>
            </a:r>
            <a:r>
              <a:rPr lang="zh-CN" altLang="en-US">
                <a:ea typeface="楷体_GB2312" charset="0"/>
              </a:rPr>
              <a:t>。</a:t>
            </a:r>
          </a:p>
        </p:txBody>
      </p:sp>
      <p:sp>
        <p:nvSpPr>
          <p:cNvPr id="187395" name="Text Box 3"/>
          <p:cNvSpPr txBox="1">
            <a:spLocks noChangeArrowheads="1"/>
          </p:cNvSpPr>
          <p:nvPr/>
        </p:nvSpPr>
        <p:spPr bwMode="auto">
          <a:xfrm>
            <a:off x="395288" y="2955925"/>
            <a:ext cx="8154987" cy="230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zh-CN" sz="2800" b="1">
                <a:solidFill>
                  <a:schemeClr val="tx2"/>
                </a:solidFill>
                <a:latin typeface="Times New Roman" charset="0"/>
                <a:ea typeface="楷体_GB2312" charset="0"/>
              </a:rPr>
              <a:t>证明：假设具有n个结点的完全二叉树的深度为k，根据完全二叉树的定义和性质2，有下式成立</a:t>
            </a:r>
            <a:r>
              <a:rPr kumimoji="1" lang="zh-CN" altLang="en-US" sz="2800" b="1">
                <a:solidFill>
                  <a:schemeClr val="tx2"/>
                </a:solidFill>
                <a:latin typeface="Times New Roman" charset="0"/>
                <a:ea typeface="楷体_GB2312" charset="0"/>
              </a:rPr>
              <a:t>         </a:t>
            </a:r>
            <a:r>
              <a:rPr kumimoji="1" lang="en-US" altLang="en-US" sz="2800" b="1" i="1">
                <a:solidFill>
                  <a:schemeClr val="tx2"/>
                </a:solidFill>
                <a:latin typeface="Times New Roman" charset="0"/>
                <a:ea typeface="楷体_GB2312" charset="0"/>
              </a:rPr>
              <a:t>2</a:t>
            </a:r>
            <a:r>
              <a:rPr kumimoji="1" lang="en-US" altLang="zh-CN" sz="2800" b="1" i="1" baseline="30000">
                <a:solidFill>
                  <a:schemeClr val="tx2"/>
                </a:solidFill>
                <a:latin typeface="Times New Roman" charset="0"/>
                <a:ea typeface="楷体_GB2312" charset="0"/>
              </a:rPr>
              <a:t>k-1</a:t>
            </a:r>
            <a:r>
              <a:rPr kumimoji="1" lang="en-US" altLang="zh-CN" sz="2800" b="1" i="1">
                <a:solidFill>
                  <a:schemeClr val="tx2"/>
                </a:solidFill>
                <a:latin typeface="Times New Roman" charset="0"/>
              </a:rPr>
              <a:t>≤  n </a:t>
            </a:r>
            <a:r>
              <a:rPr kumimoji="1" lang="en-US" altLang="zh-CN" sz="3200" b="1" i="1">
                <a:solidFill>
                  <a:schemeClr val="tx2"/>
                </a:solidFill>
                <a:latin typeface="Times New Roman" charset="0"/>
              </a:rPr>
              <a:t>&lt;</a:t>
            </a:r>
            <a:r>
              <a:rPr kumimoji="1" lang="en-US" altLang="zh-CN" sz="2800" b="1" i="1">
                <a:solidFill>
                  <a:schemeClr val="tx2"/>
                </a:solidFill>
                <a:latin typeface="Times New Roman" charset="0"/>
              </a:rPr>
              <a:t> 2</a:t>
            </a:r>
            <a:r>
              <a:rPr kumimoji="1" lang="en-US" altLang="zh-CN" sz="2800" b="1" i="1" baseline="30000">
                <a:solidFill>
                  <a:schemeClr val="tx2"/>
                </a:solidFill>
                <a:latin typeface="Times New Roman" charset="0"/>
              </a:rPr>
              <a:t>k </a:t>
            </a:r>
            <a:endParaRPr kumimoji="1" lang="zh-CN" altLang="zh-CN" sz="2800" b="1">
              <a:solidFill>
                <a:schemeClr val="tx2"/>
              </a:solidFill>
              <a:latin typeface="Times New Roman" charset="0"/>
              <a:ea typeface="楷体_GB2312" charset="0"/>
            </a:endParaRPr>
          </a:p>
          <a:p>
            <a:pPr>
              <a:lnSpc>
                <a:spcPct val="125000"/>
              </a:lnSpc>
            </a:pPr>
            <a:r>
              <a:rPr kumimoji="1" lang="zh-CN" altLang="zh-CN" sz="2800" b="1">
                <a:solidFill>
                  <a:schemeClr val="tx2"/>
                </a:solidFill>
                <a:latin typeface="Times New Roman" charset="0"/>
                <a:ea typeface="楷体_GB2312" charset="0"/>
              </a:rPr>
              <a:t> </a:t>
            </a:r>
            <a:endParaRPr kumimoji="1" lang="en-US" altLang="zh-CN" sz="2000">
              <a:latin typeface="Times New Roman" charset="0"/>
              <a:ea typeface="楷体_GB2312" charset="0"/>
            </a:endParaRPr>
          </a:p>
        </p:txBody>
      </p:sp>
      <p:grpSp>
        <p:nvGrpSpPr>
          <p:cNvPr id="187396" name="Group 4"/>
          <p:cNvGrpSpPr>
            <a:grpSpLocks/>
          </p:cNvGrpSpPr>
          <p:nvPr/>
        </p:nvGrpSpPr>
        <p:grpSpPr bwMode="auto">
          <a:xfrm>
            <a:off x="2339975" y="4945063"/>
            <a:ext cx="4924425" cy="1797050"/>
            <a:chOff x="2332" y="1997"/>
            <a:chExt cx="3102" cy="1132"/>
          </a:xfrm>
        </p:grpSpPr>
        <p:sp>
          <p:nvSpPr>
            <p:cNvPr id="187397" name="Rectangle 5"/>
            <p:cNvSpPr>
              <a:spLocks noChangeArrowheads="1"/>
            </p:cNvSpPr>
            <p:nvPr/>
          </p:nvSpPr>
          <p:spPr bwMode="auto">
            <a:xfrm>
              <a:off x="2766" y="1997"/>
              <a:ext cx="229" cy="327"/>
            </a:xfrm>
            <a:prstGeom prst="rect">
              <a:avLst/>
            </a:prstGeom>
            <a:noFill/>
            <a:ln>
              <a:noFill/>
            </a:ln>
            <a:effectLst/>
            <a:extLst>
              <a:ext uri="{909E8E84-426E-40DD-AFC4-6F175D3DCCD1}">
                <a14:hiddenFill xmlns:a14="http://schemas.microsoft.com/office/drawing/2010/main">
                  <a:solidFill>
                    <a:srgbClr val="3399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spcBef>
                  <a:spcPct val="50000"/>
                </a:spcBef>
              </a:pPr>
              <a:r>
                <a:rPr lang="en-US" altLang="zh-CN" sz="2800" b="1">
                  <a:solidFill>
                    <a:srgbClr val="000000"/>
                  </a:solidFill>
                  <a:latin typeface="宋体" charset="-122"/>
                </a:rPr>
                <a:t> </a:t>
              </a:r>
            </a:p>
          </p:txBody>
        </p:sp>
        <p:sp>
          <p:nvSpPr>
            <p:cNvPr id="187398" name="Freeform 6"/>
            <p:cNvSpPr>
              <a:spLocks/>
            </p:cNvSpPr>
            <p:nvPr/>
          </p:nvSpPr>
          <p:spPr bwMode="auto">
            <a:xfrm>
              <a:off x="2510" y="2376"/>
              <a:ext cx="231" cy="421"/>
            </a:xfrm>
            <a:custGeom>
              <a:avLst/>
              <a:gdLst>
                <a:gd name="T0" fmla="*/ 300 w 300"/>
                <a:gd name="T1" fmla="*/ 0 h 465"/>
                <a:gd name="T2" fmla="*/ 0 w 300"/>
                <a:gd name="T3" fmla="*/ 465 h 465"/>
              </a:gdLst>
              <a:ahLst/>
              <a:cxnLst>
                <a:cxn ang="0">
                  <a:pos x="T0" y="T1"/>
                </a:cxn>
                <a:cxn ang="0">
                  <a:pos x="T2" y="T3"/>
                </a:cxn>
              </a:cxnLst>
              <a:rect l="0" t="0" r="r" b="b"/>
              <a:pathLst>
                <a:path w="300" h="465">
                  <a:moveTo>
                    <a:pt x="300" y="0"/>
                  </a:moveTo>
                  <a:lnTo>
                    <a:pt x="0" y="465"/>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72000"/>
            <a:lstStyle/>
            <a:p>
              <a:endParaRPr lang="zh-CN" altLang="en-US"/>
            </a:p>
          </p:txBody>
        </p:sp>
        <p:sp>
          <p:nvSpPr>
            <p:cNvPr id="187399" name="Text Box 7"/>
            <p:cNvSpPr txBox="1">
              <a:spLocks noChangeArrowheads="1"/>
            </p:cNvSpPr>
            <p:nvPr/>
          </p:nvSpPr>
          <p:spPr bwMode="auto">
            <a:xfrm>
              <a:off x="3581" y="2135"/>
              <a:ext cx="409"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72000" rIns="0" bIns="0"/>
            <a:lstStyle/>
            <a:p>
              <a:pPr algn="ctr"/>
              <a:r>
                <a:rPr lang="en-US" altLang="zh-CN" sz="2000" b="1">
                  <a:solidFill>
                    <a:srgbClr val="000000"/>
                  </a:solidFill>
                  <a:latin typeface="Times New Roman" charset="0"/>
                  <a:cs typeface="Angsana New" charset="0"/>
                </a:rPr>
                <a:t>2</a:t>
              </a:r>
              <a:r>
                <a:rPr lang="en-US" altLang="zh-CN" sz="2000" b="1" i="1" baseline="30000">
                  <a:solidFill>
                    <a:srgbClr val="000000"/>
                  </a:solidFill>
                  <a:latin typeface="Times New Roman" charset="0"/>
                  <a:cs typeface="Angsana New" charset="0"/>
                </a:rPr>
                <a:t>k</a:t>
              </a:r>
              <a:r>
                <a:rPr lang="en-US" altLang="zh-CN" sz="2000" b="1" baseline="30000">
                  <a:solidFill>
                    <a:srgbClr val="000000"/>
                  </a:solidFill>
                  <a:latin typeface="Times New Roman" charset="0"/>
                  <a:cs typeface="Angsana New" charset="0"/>
                </a:rPr>
                <a:t>-1</a:t>
              </a:r>
              <a:r>
                <a:rPr lang="en-US" altLang="zh-CN" sz="2000" b="1">
                  <a:solidFill>
                    <a:srgbClr val="000000"/>
                  </a:solidFill>
                  <a:latin typeface="Times New Roman" charset="0"/>
                  <a:cs typeface="Angsana New" charset="0"/>
                </a:rPr>
                <a:t>-1</a:t>
              </a:r>
            </a:p>
          </p:txBody>
        </p:sp>
        <p:sp>
          <p:nvSpPr>
            <p:cNvPr id="187400" name="Oval 8"/>
            <p:cNvSpPr>
              <a:spLocks noChangeArrowheads="1"/>
            </p:cNvSpPr>
            <p:nvPr/>
          </p:nvSpPr>
          <p:spPr bwMode="auto">
            <a:xfrm>
              <a:off x="3593" y="2123"/>
              <a:ext cx="349" cy="318"/>
            </a:xfrm>
            <a:prstGeom prst="ellipse">
              <a:avLst/>
            </a:prstGeom>
            <a:noFill/>
            <a:ln w="28575">
              <a:solidFill>
                <a:srgbClr val="3399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72000"/>
            <a:lstStyle/>
            <a:p>
              <a:endParaRPr lang="zh-CN" altLang="en-US"/>
            </a:p>
          </p:txBody>
        </p:sp>
        <p:sp>
          <p:nvSpPr>
            <p:cNvPr id="187401" name="Freeform 9"/>
            <p:cNvSpPr>
              <a:spLocks/>
            </p:cNvSpPr>
            <p:nvPr/>
          </p:nvSpPr>
          <p:spPr bwMode="auto">
            <a:xfrm>
              <a:off x="3874" y="2411"/>
              <a:ext cx="243" cy="413"/>
            </a:xfrm>
            <a:custGeom>
              <a:avLst/>
              <a:gdLst>
                <a:gd name="T0" fmla="*/ 0 w 316"/>
                <a:gd name="T1" fmla="*/ 0 h 456"/>
                <a:gd name="T2" fmla="*/ 316 w 316"/>
                <a:gd name="T3" fmla="*/ 456 h 456"/>
              </a:gdLst>
              <a:ahLst/>
              <a:cxnLst>
                <a:cxn ang="0">
                  <a:pos x="T0" y="T1"/>
                </a:cxn>
                <a:cxn ang="0">
                  <a:pos x="T2" y="T3"/>
                </a:cxn>
              </a:cxnLst>
              <a:rect l="0" t="0" r="r" b="b"/>
              <a:pathLst>
                <a:path w="316" h="456">
                  <a:moveTo>
                    <a:pt x="0" y="0"/>
                  </a:moveTo>
                  <a:lnTo>
                    <a:pt x="316" y="45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72000"/>
            <a:lstStyle/>
            <a:p>
              <a:endParaRPr lang="zh-CN" altLang="en-US"/>
            </a:p>
          </p:txBody>
        </p:sp>
        <p:sp>
          <p:nvSpPr>
            <p:cNvPr id="187402" name="Text Box 10"/>
            <p:cNvSpPr txBox="1">
              <a:spLocks noChangeArrowheads="1"/>
            </p:cNvSpPr>
            <p:nvPr/>
          </p:nvSpPr>
          <p:spPr bwMode="auto">
            <a:xfrm>
              <a:off x="3098" y="2072"/>
              <a:ext cx="41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2000" bIns="0"/>
            <a:lstStyle/>
            <a:p>
              <a:pPr algn="just"/>
              <a:r>
                <a:rPr lang="en-US" altLang="zh-CN" sz="2400" b="1">
                  <a:solidFill>
                    <a:srgbClr val="000000"/>
                  </a:solidFill>
                  <a:latin typeface="Times New Roman" charset="0"/>
                  <a:cs typeface="Angsana New" charset="0"/>
                </a:rPr>
                <a:t>…</a:t>
              </a:r>
            </a:p>
          </p:txBody>
        </p:sp>
        <p:sp>
          <p:nvSpPr>
            <p:cNvPr id="187403" name="Oval 11"/>
            <p:cNvSpPr>
              <a:spLocks noChangeArrowheads="1"/>
            </p:cNvSpPr>
            <p:nvPr/>
          </p:nvSpPr>
          <p:spPr bwMode="auto">
            <a:xfrm>
              <a:off x="2709" y="2132"/>
              <a:ext cx="283" cy="280"/>
            </a:xfrm>
            <a:prstGeom prst="ellipse">
              <a:avLst/>
            </a:prstGeom>
            <a:noFill/>
            <a:ln w="28575">
              <a:solidFill>
                <a:srgbClr val="3399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72000"/>
            <a:lstStyle/>
            <a:p>
              <a:endParaRPr lang="zh-CN" altLang="en-US"/>
            </a:p>
          </p:txBody>
        </p:sp>
        <p:sp>
          <p:nvSpPr>
            <p:cNvPr id="187404" name="Text Box 12"/>
            <p:cNvSpPr txBox="1">
              <a:spLocks noChangeArrowheads="1"/>
            </p:cNvSpPr>
            <p:nvPr/>
          </p:nvSpPr>
          <p:spPr bwMode="auto">
            <a:xfrm>
              <a:off x="2354" y="2798"/>
              <a:ext cx="328" cy="30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72000" rIns="0" bIns="0"/>
            <a:lstStyle/>
            <a:p>
              <a:pPr algn="ctr"/>
              <a:r>
                <a:rPr lang="en-US" altLang="zh-CN" sz="2000" b="1">
                  <a:solidFill>
                    <a:srgbClr val="000000"/>
                  </a:solidFill>
                  <a:latin typeface="Times New Roman" charset="0"/>
                  <a:cs typeface="Angsana New" charset="0"/>
                </a:rPr>
                <a:t>2</a:t>
              </a:r>
              <a:r>
                <a:rPr lang="en-US" altLang="zh-CN" sz="2000" b="1" i="1" baseline="30000">
                  <a:solidFill>
                    <a:srgbClr val="000000"/>
                  </a:solidFill>
                  <a:latin typeface="Times New Roman" charset="0"/>
                  <a:cs typeface="Angsana New" charset="0"/>
                </a:rPr>
                <a:t>k</a:t>
              </a:r>
              <a:r>
                <a:rPr lang="en-US" altLang="zh-CN" sz="2000" b="1" baseline="30000">
                  <a:solidFill>
                    <a:srgbClr val="000000"/>
                  </a:solidFill>
                  <a:latin typeface="Times New Roman" charset="0"/>
                  <a:cs typeface="Angsana New" charset="0"/>
                </a:rPr>
                <a:t>-1</a:t>
              </a:r>
              <a:endParaRPr lang="en-US" altLang="zh-CN" sz="2000" b="1">
                <a:solidFill>
                  <a:srgbClr val="000000"/>
                </a:solidFill>
                <a:latin typeface="Times New Roman" charset="0"/>
                <a:cs typeface="Angsana New" charset="0"/>
              </a:endParaRPr>
            </a:p>
          </p:txBody>
        </p:sp>
        <p:sp>
          <p:nvSpPr>
            <p:cNvPr id="187405" name="Oval 13"/>
            <p:cNvSpPr>
              <a:spLocks noChangeArrowheads="1"/>
            </p:cNvSpPr>
            <p:nvPr/>
          </p:nvSpPr>
          <p:spPr bwMode="auto">
            <a:xfrm>
              <a:off x="2332" y="2799"/>
              <a:ext cx="345" cy="319"/>
            </a:xfrm>
            <a:prstGeom prst="ellipse">
              <a:avLst/>
            </a:prstGeom>
            <a:noFill/>
            <a:ln w="28575">
              <a:solidFill>
                <a:srgbClr val="3399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72000"/>
            <a:lstStyle/>
            <a:p>
              <a:endParaRPr lang="zh-CN" altLang="en-US"/>
            </a:p>
          </p:txBody>
        </p:sp>
        <p:sp>
          <p:nvSpPr>
            <p:cNvPr id="187406" name="Text Box 14"/>
            <p:cNvSpPr txBox="1">
              <a:spLocks noChangeArrowheads="1"/>
            </p:cNvSpPr>
            <p:nvPr/>
          </p:nvSpPr>
          <p:spPr bwMode="auto">
            <a:xfrm>
              <a:off x="3962" y="2810"/>
              <a:ext cx="327" cy="30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72000" rIns="0" bIns="0"/>
            <a:lstStyle/>
            <a:p>
              <a:pPr algn="ctr"/>
              <a:r>
                <a:rPr lang="en-US" altLang="zh-CN" sz="2000" b="1">
                  <a:solidFill>
                    <a:srgbClr val="000000"/>
                  </a:solidFill>
                  <a:latin typeface="Times New Roman" charset="0"/>
                  <a:cs typeface="Angsana New" charset="0"/>
                </a:rPr>
                <a:t>2</a:t>
              </a:r>
              <a:r>
                <a:rPr lang="en-US" altLang="zh-CN" sz="2000" b="1" i="1" baseline="30000">
                  <a:solidFill>
                    <a:srgbClr val="000000"/>
                  </a:solidFill>
                  <a:latin typeface="Times New Roman" charset="0"/>
                  <a:cs typeface="Angsana New" charset="0"/>
                </a:rPr>
                <a:t>k</a:t>
              </a:r>
              <a:r>
                <a:rPr lang="en-US" altLang="zh-CN" sz="2000" b="1">
                  <a:solidFill>
                    <a:srgbClr val="000000"/>
                  </a:solidFill>
                  <a:latin typeface="Times New Roman" charset="0"/>
                  <a:cs typeface="Angsana New" charset="0"/>
                </a:rPr>
                <a:t>-1</a:t>
              </a:r>
            </a:p>
          </p:txBody>
        </p:sp>
        <p:sp>
          <p:nvSpPr>
            <p:cNvPr id="187407" name="Oval 15"/>
            <p:cNvSpPr>
              <a:spLocks noChangeArrowheads="1"/>
            </p:cNvSpPr>
            <p:nvPr/>
          </p:nvSpPr>
          <p:spPr bwMode="auto">
            <a:xfrm>
              <a:off x="3939" y="2811"/>
              <a:ext cx="345" cy="318"/>
            </a:xfrm>
            <a:prstGeom prst="ellipse">
              <a:avLst/>
            </a:prstGeom>
            <a:noFill/>
            <a:ln w="28575">
              <a:solidFill>
                <a:srgbClr val="339933"/>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72000"/>
            <a:lstStyle/>
            <a:p>
              <a:pPr algn="ctr"/>
              <a:endParaRPr lang="zh-CN" altLang="zh-CN" sz="2000" b="1">
                <a:latin typeface="Times New Roman" charset="0"/>
              </a:endParaRPr>
            </a:p>
          </p:txBody>
        </p:sp>
        <p:sp>
          <p:nvSpPr>
            <p:cNvPr id="187408" name="Text Box 16"/>
            <p:cNvSpPr txBox="1">
              <a:spLocks noChangeArrowheads="1"/>
            </p:cNvSpPr>
            <p:nvPr/>
          </p:nvSpPr>
          <p:spPr bwMode="auto">
            <a:xfrm>
              <a:off x="4389" y="2202"/>
              <a:ext cx="104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0"/>
            <a:lstStyle/>
            <a:p>
              <a:pPr algn="just">
                <a:lnSpc>
                  <a:spcPct val="80000"/>
                </a:lnSpc>
              </a:pPr>
              <a:r>
                <a:rPr lang="en-US" altLang="zh-CN" sz="2000" b="1">
                  <a:solidFill>
                    <a:srgbClr val="000000"/>
                  </a:solidFill>
                  <a:latin typeface="Times New Roman" charset="0"/>
                  <a:cs typeface="Angsana New" charset="0"/>
                </a:rPr>
                <a:t>———</a:t>
              </a:r>
              <a:r>
                <a:rPr lang="zh-CN" altLang="en-US" sz="2000" b="1">
                  <a:solidFill>
                    <a:srgbClr val="000000"/>
                  </a:solidFill>
                  <a:latin typeface="Times New Roman" charset="0"/>
                  <a:cs typeface="Angsana New" charset="0"/>
                </a:rPr>
                <a:t>第</a:t>
              </a:r>
              <a:r>
                <a:rPr lang="en-US" altLang="zh-CN" sz="2000" b="1" i="1">
                  <a:solidFill>
                    <a:srgbClr val="000000"/>
                  </a:solidFill>
                  <a:latin typeface="Times New Roman" charset="0"/>
                  <a:cs typeface="Angsana New" charset="0"/>
                </a:rPr>
                <a:t>k</a:t>
              </a:r>
              <a:r>
                <a:rPr lang="en-US" altLang="zh-CN" sz="2000" b="1">
                  <a:solidFill>
                    <a:srgbClr val="000000"/>
                  </a:solidFill>
                  <a:latin typeface="Times New Roman" charset="0"/>
                  <a:cs typeface="Angsana New" charset="0"/>
                </a:rPr>
                <a:t>-1</a:t>
              </a:r>
              <a:r>
                <a:rPr lang="zh-CN" altLang="en-US" sz="2000" b="1">
                  <a:solidFill>
                    <a:srgbClr val="000000"/>
                  </a:solidFill>
                  <a:latin typeface="Times New Roman" charset="0"/>
                  <a:cs typeface="Angsana New" charset="0"/>
                </a:rPr>
                <a:t>层</a:t>
              </a:r>
            </a:p>
          </p:txBody>
        </p:sp>
        <p:sp>
          <p:nvSpPr>
            <p:cNvPr id="187409" name="Text Box 17"/>
            <p:cNvSpPr txBox="1">
              <a:spLocks noChangeArrowheads="1"/>
            </p:cNvSpPr>
            <p:nvPr/>
          </p:nvSpPr>
          <p:spPr bwMode="auto">
            <a:xfrm>
              <a:off x="4389" y="2873"/>
              <a:ext cx="104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2000" rIns="0" bIns="0"/>
            <a:lstStyle/>
            <a:p>
              <a:pPr algn="just">
                <a:lnSpc>
                  <a:spcPct val="80000"/>
                </a:lnSpc>
              </a:pPr>
              <a:r>
                <a:rPr lang="en-US" altLang="zh-CN" sz="2000" b="1">
                  <a:solidFill>
                    <a:srgbClr val="000000"/>
                  </a:solidFill>
                  <a:latin typeface="Times New Roman" charset="0"/>
                  <a:cs typeface="Angsana New" charset="0"/>
                </a:rPr>
                <a:t>———</a:t>
              </a:r>
              <a:r>
                <a:rPr lang="zh-CN" altLang="en-US" sz="2000" b="1">
                  <a:solidFill>
                    <a:srgbClr val="000000"/>
                  </a:solidFill>
                  <a:latin typeface="Times New Roman" charset="0"/>
                  <a:cs typeface="Angsana New" charset="0"/>
                </a:rPr>
                <a:t>第</a:t>
              </a:r>
              <a:r>
                <a:rPr lang="en-US" altLang="zh-CN" sz="2000" b="1" i="1">
                  <a:solidFill>
                    <a:srgbClr val="000000"/>
                  </a:solidFill>
                  <a:latin typeface="Times New Roman" charset="0"/>
                  <a:cs typeface="Angsana New" charset="0"/>
                </a:rPr>
                <a:t>k</a:t>
              </a:r>
              <a:r>
                <a:rPr lang="zh-CN" altLang="en-US" sz="2000" b="1">
                  <a:solidFill>
                    <a:srgbClr val="000000"/>
                  </a:solidFill>
                  <a:latin typeface="Times New Roman" charset="0"/>
                  <a:cs typeface="Angsana New" charset="0"/>
                </a:rPr>
                <a:t>层</a:t>
              </a:r>
            </a:p>
          </p:txBody>
        </p:sp>
        <p:sp>
          <p:nvSpPr>
            <p:cNvPr id="187410" name="Text Box 18"/>
            <p:cNvSpPr txBox="1">
              <a:spLocks noChangeArrowheads="1"/>
            </p:cNvSpPr>
            <p:nvPr/>
          </p:nvSpPr>
          <p:spPr bwMode="auto">
            <a:xfrm>
              <a:off x="3121" y="2832"/>
              <a:ext cx="41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2000" bIns="0"/>
            <a:lstStyle/>
            <a:p>
              <a:pPr algn="just"/>
              <a:r>
                <a:rPr lang="en-US" altLang="zh-CN" sz="2400" b="1">
                  <a:solidFill>
                    <a:srgbClr val="000000"/>
                  </a:solidFill>
                  <a:latin typeface="Times New Roman" charset="0"/>
                  <a:cs typeface="Angsana New" charset="0"/>
                </a:rPr>
                <a:t>…</a:t>
              </a:r>
            </a:p>
          </p:txBody>
        </p:sp>
      </p:grpSp>
      <p:sp>
        <p:nvSpPr>
          <p:cNvPr id="187412" name="Rectangle 20"/>
          <p:cNvSpPr>
            <a:spLocks noChangeArrowheads="1"/>
          </p:cNvSpPr>
          <p:nvPr/>
        </p:nvSpPr>
        <p:spPr bwMode="auto">
          <a:xfrm>
            <a:off x="1524000" y="2286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ea typeface="楷体_GB2312" charset="0"/>
              </a:rPr>
              <a:t> </a:t>
            </a:r>
            <a:r>
              <a:rPr lang="zh-CN" altLang="en-US" sz="3600" b="1">
                <a:solidFill>
                  <a:schemeClr val="tx2"/>
                </a:solidFill>
                <a:ea typeface="楷体_GB2312" charset="0"/>
              </a:rPr>
              <a:t>性质 </a:t>
            </a:r>
            <a:r>
              <a:rPr lang="en-US" altLang="zh-CN" sz="3600" b="1">
                <a:solidFill>
                  <a:schemeClr val="tx2"/>
                </a:solidFill>
                <a:ea typeface="楷体_GB2312" charset="0"/>
              </a:rPr>
              <a:t>4 </a:t>
            </a:r>
            <a:r>
              <a:rPr lang="zh-CN" altLang="en-US" sz="3600" b="1">
                <a:solidFill>
                  <a:schemeClr val="tx2"/>
                </a:solidFill>
                <a:ea typeface="楷体_GB2312" charset="0"/>
              </a:rPr>
              <a:t>：</a:t>
            </a:r>
          </a:p>
        </p:txBody>
      </p:sp>
    </p:spTree>
    <p:extLst>
      <p:ext uri="{BB962C8B-B14F-4D97-AF65-F5344CB8AC3E}">
        <p14:creationId xmlns:p14="http://schemas.microsoft.com/office/powerpoint/2010/main" val="4169076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87395"/>
                                        </p:tgtEl>
                                        <p:attrNameLst>
                                          <p:attrName>style.visibility</p:attrName>
                                        </p:attrNameLst>
                                      </p:cBhvr>
                                      <p:to>
                                        <p:strVal val="visible"/>
                                      </p:to>
                                    </p:set>
                                    <p:animEffect transition="in" filter="wipe(left)">
                                      <p:cBhvr>
                                        <p:cTn id="7" dur="300"/>
                                        <p:tgtEl>
                                          <p:spTgt spid="187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87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ChangeArrowheads="1"/>
          </p:cNvSpPr>
          <p:nvPr/>
        </p:nvSpPr>
        <p:spPr bwMode="auto">
          <a:xfrm>
            <a:off x="152400" y="1195388"/>
            <a:ext cx="8686800" cy="1547812"/>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lvl1pPr marL="342900" indent="-342900">
              <a:spcBef>
                <a:spcPct val="20000"/>
              </a:spcBef>
              <a:buChar char="•"/>
              <a:defRPr sz="3600">
                <a:solidFill>
                  <a:schemeClr val="tx1"/>
                </a:solidFill>
                <a:latin typeface="Arial" charset="0"/>
                <a:ea typeface="宋体" charset="-122"/>
              </a:defRPr>
            </a:lvl1pPr>
            <a:lvl2pPr marL="742950" indent="-285750">
              <a:spcBef>
                <a:spcPct val="20000"/>
              </a:spcBef>
              <a:buChar char="–"/>
              <a:defRPr sz="3200">
                <a:solidFill>
                  <a:schemeClr val="tx1"/>
                </a:solidFill>
                <a:latin typeface="Arial" charset="0"/>
                <a:ea typeface="宋体" charset="-122"/>
              </a:defRPr>
            </a:lvl2pPr>
            <a:lvl3pPr marL="1143000" indent="-228600">
              <a:spcBef>
                <a:spcPct val="20000"/>
              </a:spcBef>
              <a:buChar char="•"/>
              <a:defRPr sz="2800">
                <a:solidFill>
                  <a:schemeClr val="tx1"/>
                </a:solidFill>
                <a:latin typeface="Arial" charset="0"/>
                <a:ea typeface="宋体" charset="-122"/>
              </a:defRPr>
            </a:lvl3pPr>
            <a:lvl4pPr marL="1600200" indent="-228600">
              <a:spcBef>
                <a:spcPct val="20000"/>
              </a:spcBef>
              <a:buChar char="–"/>
              <a:defRPr sz="24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a:lnSpc>
                <a:spcPct val="115000"/>
              </a:lnSpc>
            </a:pPr>
            <a:r>
              <a:rPr lang="zh-CN" altLang="en-US">
                <a:ea typeface="楷体_GB2312" charset="0"/>
              </a:rPr>
              <a:t>具有 </a:t>
            </a:r>
            <a:r>
              <a:rPr lang="en-US" altLang="zh-CN" b="1" i="1">
                <a:solidFill>
                  <a:srgbClr val="0000FF"/>
                </a:solidFill>
                <a:ea typeface="楷体_GB2312" charset="0"/>
              </a:rPr>
              <a:t>n </a:t>
            </a:r>
            <a:r>
              <a:rPr lang="zh-CN" altLang="en-US">
                <a:ea typeface="楷体_GB2312" charset="0"/>
              </a:rPr>
              <a:t>个结点的完全二叉树的</a:t>
            </a:r>
            <a:r>
              <a:rPr lang="zh-CN" altLang="en-US" b="1">
                <a:solidFill>
                  <a:srgbClr val="0000FF"/>
                </a:solidFill>
                <a:ea typeface="楷体_GB2312" charset="0"/>
              </a:rPr>
              <a:t>深度</a:t>
            </a:r>
            <a:r>
              <a:rPr lang="zh-CN" altLang="en-US">
                <a:ea typeface="楷体_GB2312" charset="0"/>
              </a:rPr>
              <a:t>为     </a:t>
            </a:r>
            <a:r>
              <a:rPr lang="zh-CN" altLang="en-US" b="1" i="1">
                <a:solidFill>
                  <a:srgbClr val="0000FF"/>
                </a:solidFill>
                <a:ea typeface="楷体_GB2312" charset="0"/>
                <a:sym typeface="Symbol" charset="2"/>
              </a:rPr>
              <a:t></a:t>
            </a:r>
            <a:r>
              <a:rPr lang="zh-CN" altLang="en-US" b="1" i="1">
                <a:solidFill>
                  <a:srgbClr val="0000FF"/>
                </a:solidFill>
                <a:ea typeface="楷体_GB2312" charset="0"/>
              </a:rPr>
              <a:t>  </a:t>
            </a:r>
            <a:r>
              <a:rPr lang="en-US" altLang="zh-CN" b="1" i="1">
                <a:solidFill>
                  <a:srgbClr val="0000FF"/>
                </a:solidFill>
                <a:ea typeface="楷体_GB2312" charset="0"/>
              </a:rPr>
              <a:t>log</a:t>
            </a:r>
            <a:r>
              <a:rPr lang="en-US" altLang="zh-CN" b="1" i="1" baseline="-25000">
                <a:solidFill>
                  <a:srgbClr val="0000FF"/>
                </a:solidFill>
                <a:ea typeface="楷体_GB2312" charset="0"/>
              </a:rPr>
              <a:t>2</a:t>
            </a:r>
            <a:r>
              <a:rPr lang="en-US" altLang="zh-CN" b="1" i="1">
                <a:solidFill>
                  <a:srgbClr val="0000FF"/>
                </a:solidFill>
                <a:ea typeface="楷体_GB2312" charset="0"/>
              </a:rPr>
              <a:t>n</a:t>
            </a:r>
            <a:r>
              <a:rPr lang="en-US" altLang="zh-CN" b="1" i="1">
                <a:solidFill>
                  <a:srgbClr val="0000FF"/>
                </a:solidFill>
                <a:ea typeface="楷体_GB2312" charset="0"/>
                <a:sym typeface="Symbol" charset="2"/>
              </a:rPr>
              <a:t> </a:t>
            </a:r>
            <a:r>
              <a:rPr lang="en-US" altLang="zh-CN" b="1" i="1">
                <a:solidFill>
                  <a:srgbClr val="0000FF"/>
                </a:solidFill>
                <a:ea typeface="楷体_GB2312" charset="0"/>
              </a:rPr>
              <a:t>+1 </a:t>
            </a:r>
            <a:r>
              <a:rPr lang="zh-CN" altLang="en-US" sz="3200">
                <a:ea typeface="楷体_GB2312" charset="0"/>
              </a:rPr>
              <a:t>。</a:t>
            </a:r>
          </a:p>
        </p:txBody>
      </p:sp>
      <p:sp>
        <p:nvSpPr>
          <p:cNvPr id="188419" name="Text Box 3"/>
          <p:cNvSpPr txBox="1">
            <a:spLocks noChangeArrowheads="1"/>
          </p:cNvSpPr>
          <p:nvPr/>
        </p:nvSpPr>
        <p:spPr bwMode="auto">
          <a:xfrm>
            <a:off x="395288" y="2541588"/>
            <a:ext cx="8154987" cy="230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zh-CN" sz="2800" b="1">
                <a:solidFill>
                  <a:schemeClr val="tx2"/>
                </a:solidFill>
                <a:latin typeface="Times New Roman" charset="0"/>
                <a:ea typeface="楷体_GB2312" charset="0"/>
              </a:rPr>
              <a:t>证明：假设具有n个结点的完全二叉树的深度为k，根据完全二叉树的定义和性质2，有下式成立</a:t>
            </a:r>
            <a:r>
              <a:rPr kumimoji="1" lang="zh-CN" altLang="en-US" sz="2800" b="1">
                <a:solidFill>
                  <a:schemeClr val="tx2"/>
                </a:solidFill>
                <a:latin typeface="Times New Roman" charset="0"/>
                <a:ea typeface="楷体_GB2312" charset="0"/>
              </a:rPr>
              <a:t>        </a:t>
            </a:r>
            <a:r>
              <a:rPr kumimoji="1" lang="en-US" altLang="en-US" sz="2800" b="1" i="1">
                <a:solidFill>
                  <a:schemeClr val="tx2"/>
                </a:solidFill>
                <a:latin typeface="Times New Roman" charset="0"/>
                <a:ea typeface="楷体_GB2312" charset="0"/>
              </a:rPr>
              <a:t>2</a:t>
            </a:r>
            <a:r>
              <a:rPr kumimoji="1" lang="en-US" altLang="zh-CN" sz="2800" b="1" i="1" baseline="30000">
                <a:solidFill>
                  <a:schemeClr val="tx2"/>
                </a:solidFill>
                <a:latin typeface="Times New Roman" charset="0"/>
                <a:ea typeface="楷体_GB2312" charset="0"/>
              </a:rPr>
              <a:t>k-1</a:t>
            </a:r>
            <a:r>
              <a:rPr kumimoji="1" lang="en-US" altLang="zh-CN" sz="2800" b="1" i="1">
                <a:solidFill>
                  <a:schemeClr val="tx2"/>
                </a:solidFill>
                <a:latin typeface="Times New Roman" charset="0"/>
              </a:rPr>
              <a:t>≤  n </a:t>
            </a:r>
            <a:r>
              <a:rPr kumimoji="1" lang="en-US" altLang="zh-CN" sz="3200" b="1" i="1">
                <a:solidFill>
                  <a:schemeClr val="tx2"/>
                </a:solidFill>
                <a:latin typeface="Times New Roman" charset="0"/>
              </a:rPr>
              <a:t>&lt;</a:t>
            </a:r>
            <a:r>
              <a:rPr kumimoji="1" lang="en-US" altLang="zh-CN" sz="2800" b="1" i="1">
                <a:solidFill>
                  <a:schemeClr val="tx2"/>
                </a:solidFill>
                <a:latin typeface="Times New Roman" charset="0"/>
              </a:rPr>
              <a:t> 2</a:t>
            </a:r>
            <a:r>
              <a:rPr kumimoji="1" lang="en-US" altLang="zh-CN" sz="2800" b="1" i="1" baseline="30000">
                <a:solidFill>
                  <a:schemeClr val="tx2"/>
                </a:solidFill>
                <a:latin typeface="Times New Roman" charset="0"/>
              </a:rPr>
              <a:t>k </a:t>
            </a:r>
            <a:endParaRPr kumimoji="1" lang="zh-CN" altLang="zh-CN" sz="2800" b="1">
              <a:solidFill>
                <a:schemeClr val="tx2"/>
              </a:solidFill>
              <a:latin typeface="Times New Roman" charset="0"/>
              <a:ea typeface="楷体_GB2312" charset="0"/>
            </a:endParaRPr>
          </a:p>
          <a:p>
            <a:pPr>
              <a:lnSpc>
                <a:spcPct val="125000"/>
              </a:lnSpc>
            </a:pPr>
            <a:r>
              <a:rPr kumimoji="1" lang="zh-CN" altLang="zh-CN" sz="2800" b="1">
                <a:solidFill>
                  <a:schemeClr val="tx2"/>
                </a:solidFill>
                <a:latin typeface="Times New Roman" charset="0"/>
                <a:ea typeface="楷体_GB2312" charset="0"/>
              </a:rPr>
              <a:t> </a:t>
            </a:r>
            <a:endParaRPr kumimoji="1" lang="en-US" altLang="zh-CN" sz="2000">
              <a:latin typeface="Times New Roman" charset="0"/>
              <a:ea typeface="楷体_GB2312" charset="0"/>
            </a:endParaRPr>
          </a:p>
        </p:txBody>
      </p:sp>
      <p:sp>
        <p:nvSpPr>
          <p:cNvPr id="188420" name="Rectangle 4"/>
          <p:cNvSpPr>
            <a:spLocks noChangeArrowheads="1"/>
          </p:cNvSpPr>
          <p:nvPr/>
        </p:nvSpPr>
        <p:spPr bwMode="auto">
          <a:xfrm>
            <a:off x="323850" y="4341813"/>
            <a:ext cx="62642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2800" b="1">
                <a:solidFill>
                  <a:schemeClr val="tx2"/>
                </a:solidFill>
                <a:latin typeface="Times New Roman" charset="0"/>
                <a:ea typeface="楷体_GB2312" charset="0"/>
              </a:rPr>
              <a:t>对不等式取对数，有：</a:t>
            </a:r>
            <a:r>
              <a:rPr kumimoji="1" lang="en-US" altLang="zh-CN" sz="2800" i="1">
                <a:solidFill>
                  <a:schemeClr val="tx2"/>
                </a:solidFill>
                <a:latin typeface="Times New Roman" charset="0"/>
                <a:ea typeface="楷体_GB2312" charset="0"/>
              </a:rPr>
              <a:t>k-1≤log</a:t>
            </a:r>
            <a:r>
              <a:rPr kumimoji="1" lang="en-US" altLang="zh-CN" sz="2800" i="1" baseline="-25000">
                <a:solidFill>
                  <a:schemeClr val="tx2"/>
                </a:solidFill>
                <a:latin typeface="Times New Roman" charset="0"/>
                <a:ea typeface="楷体_GB2312" charset="0"/>
              </a:rPr>
              <a:t>2</a:t>
            </a:r>
            <a:r>
              <a:rPr kumimoji="1" lang="en-US" altLang="zh-CN" sz="2800" i="1">
                <a:solidFill>
                  <a:schemeClr val="tx2"/>
                </a:solidFill>
                <a:latin typeface="Times New Roman" charset="0"/>
                <a:ea typeface="楷体_GB2312" charset="0"/>
              </a:rPr>
              <a:t>n</a:t>
            </a:r>
            <a:r>
              <a:rPr kumimoji="1" lang="zh-CN" altLang="en-US" sz="2800" i="1">
                <a:solidFill>
                  <a:schemeClr val="tx2"/>
                </a:solidFill>
                <a:latin typeface="Times New Roman" charset="0"/>
                <a:ea typeface="楷体_GB2312" charset="0"/>
              </a:rPr>
              <a:t>＜</a:t>
            </a:r>
            <a:r>
              <a:rPr kumimoji="1" lang="en-US" altLang="zh-CN" sz="2800" i="1">
                <a:solidFill>
                  <a:schemeClr val="tx2"/>
                </a:solidFill>
                <a:latin typeface="Times New Roman" charset="0"/>
                <a:ea typeface="楷体_GB2312" charset="0"/>
              </a:rPr>
              <a:t>k</a:t>
            </a:r>
          </a:p>
          <a:p>
            <a:r>
              <a:rPr kumimoji="1" lang="zh-CN" altLang="en-US" sz="2800" b="1">
                <a:solidFill>
                  <a:schemeClr val="tx2"/>
                </a:solidFill>
                <a:latin typeface="Times New Roman" charset="0"/>
                <a:ea typeface="楷体_GB2312" charset="0"/>
              </a:rPr>
              <a:t>即：  </a:t>
            </a:r>
            <a:r>
              <a:rPr kumimoji="1" lang="en-US" altLang="zh-CN" sz="2800" i="1">
                <a:solidFill>
                  <a:schemeClr val="tx2"/>
                </a:solidFill>
                <a:latin typeface="Times New Roman" charset="0"/>
                <a:ea typeface="楷体_GB2312" charset="0"/>
              </a:rPr>
              <a:t>log</a:t>
            </a:r>
            <a:r>
              <a:rPr kumimoji="1" lang="en-US" altLang="zh-CN" sz="2800" i="1" baseline="-25000">
                <a:solidFill>
                  <a:schemeClr val="tx2"/>
                </a:solidFill>
                <a:latin typeface="Times New Roman" charset="0"/>
                <a:ea typeface="楷体_GB2312" charset="0"/>
              </a:rPr>
              <a:t>2</a:t>
            </a:r>
            <a:r>
              <a:rPr kumimoji="1" lang="en-US" altLang="zh-CN" sz="2800" i="1">
                <a:solidFill>
                  <a:schemeClr val="tx2"/>
                </a:solidFill>
                <a:latin typeface="Times New Roman" charset="0"/>
                <a:ea typeface="楷体_GB2312" charset="0"/>
              </a:rPr>
              <a:t>n</a:t>
            </a:r>
            <a:r>
              <a:rPr kumimoji="1" lang="zh-CN" altLang="en-US" sz="2800" i="1">
                <a:solidFill>
                  <a:schemeClr val="tx2"/>
                </a:solidFill>
                <a:latin typeface="Times New Roman" charset="0"/>
                <a:ea typeface="楷体_GB2312" charset="0"/>
              </a:rPr>
              <a:t>＜</a:t>
            </a:r>
            <a:r>
              <a:rPr kumimoji="1" lang="en-US" altLang="zh-CN" sz="2800" i="1">
                <a:solidFill>
                  <a:schemeClr val="tx2"/>
                </a:solidFill>
                <a:latin typeface="Times New Roman" charset="0"/>
                <a:ea typeface="楷体_GB2312" charset="0"/>
              </a:rPr>
              <a:t>k≤log</a:t>
            </a:r>
            <a:r>
              <a:rPr kumimoji="1" lang="en-US" altLang="zh-CN" sz="2800" i="1" baseline="-25000">
                <a:solidFill>
                  <a:schemeClr val="tx2"/>
                </a:solidFill>
                <a:latin typeface="Times New Roman" charset="0"/>
                <a:ea typeface="楷体_GB2312" charset="0"/>
              </a:rPr>
              <a:t>2</a:t>
            </a:r>
            <a:r>
              <a:rPr kumimoji="1" lang="en-US" altLang="zh-CN" sz="2800" i="1">
                <a:solidFill>
                  <a:schemeClr val="tx2"/>
                </a:solidFill>
                <a:latin typeface="Times New Roman" charset="0"/>
                <a:ea typeface="楷体_GB2312" charset="0"/>
              </a:rPr>
              <a:t>n+1</a:t>
            </a:r>
          </a:p>
          <a:p>
            <a:r>
              <a:rPr kumimoji="1" lang="zh-CN" altLang="en-US" sz="2800" b="1">
                <a:solidFill>
                  <a:schemeClr val="tx2"/>
                </a:solidFill>
                <a:latin typeface="Times New Roman" charset="0"/>
                <a:ea typeface="楷体_GB2312" charset="0"/>
              </a:rPr>
              <a:t>由于</a:t>
            </a:r>
            <a:r>
              <a:rPr kumimoji="1" lang="en-US" altLang="zh-CN" sz="2800" i="1">
                <a:solidFill>
                  <a:schemeClr val="tx2"/>
                </a:solidFill>
                <a:latin typeface="Times New Roman" charset="0"/>
                <a:ea typeface="楷体_GB2312" charset="0"/>
              </a:rPr>
              <a:t>k</a:t>
            </a:r>
            <a:r>
              <a:rPr kumimoji="1" lang="zh-CN" altLang="en-US" sz="2800" b="1">
                <a:solidFill>
                  <a:schemeClr val="tx2"/>
                </a:solidFill>
                <a:latin typeface="Times New Roman" charset="0"/>
                <a:ea typeface="楷体_GB2312" charset="0"/>
              </a:rPr>
              <a:t>是整数，故必有</a:t>
            </a:r>
            <a:r>
              <a:rPr kumimoji="1" lang="en-US" altLang="zh-CN" sz="2800" i="1">
                <a:solidFill>
                  <a:schemeClr val="tx2"/>
                </a:solidFill>
                <a:latin typeface="Times New Roman" charset="0"/>
                <a:ea typeface="楷体_GB2312" charset="0"/>
              </a:rPr>
              <a:t>k</a:t>
            </a:r>
            <a:r>
              <a:rPr kumimoji="1" lang="zh-CN" altLang="en-US" sz="2800">
                <a:solidFill>
                  <a:schemeClr val="tx2"/>
                </a:solidFill>
                <a:latin typeface="Times New Roman" charset="0"/>
                <a:ea typeface="楷体_GB2312" charset="0"/>
              </a:rPr>
              <a:t>＝ </a:t>
            </a:r>
            <a:r>
              <a:rPr kumimoji="1" lang="zh-CN" altLang="en-US" sz="2400" b="1" i="1">
                <a:solidFill>
                  <a:srgbClr val="0000FF"/>
                </a:solidFill>
                <a:latin typeface="Times New Roman" charset="0"/>
                <a:sym typeface="Symbol" charset="2"/>
              </a:rPr>
              <a:t></a:t>
            </a:r>
            <a:r>
              <a:rPr kumimoji="1" lang="zh-CN" altLang="en-US" sz="2400" b="1" i="1">
                <a:solidFill>
                  <a:srgbClr val="0000FF"/>
                </a:solidFill>
                <a:latin typeface="Times New Roman" charset="0"/>
              </a:rPr>
              <a:t>  </a:t>
            </a:r>
            <a:r>
              <a:rPr kumimoji="1" lang="en-US" altLang="zh-CN" sz="2400" b="1" i="1">
                <a:solidFill>
                  <a:srgbClr val="0000FF"/>
                </a:solidFill>
                <a:latin typeface="Times New Roman" charset="0"/>
              </a:rPr>
              <a:t>log2n</a:t>
            </a:r>
            <a:r>
              <a:rPr kumimoji="1" lang="en-US" altLang="zh-CN" sz="2400" b="1" i="1">
                <a:solidFill>
                  <a:srgbClr val="0000FF"/>
                </a:solidFill>
                <a:latin typeface="Times New Roman" charset="0"/>
                <a:sym typeface="Symbol" charset="2"/>
              </a:rPr>
              <a:t> </a:t>
            </a:r>
            <a:r>
              <a:rPr kumimoji="1" lang="en-US" altLang="zh-CN" sz="2400" b="1" i="1">
                <a:solidFill>
                  <a:srgbClr val="0000FF"/>
                </a:solidFill>
                <a:latin typeface="Times New Roman" charset="0"/>
              </a:rPr>
              <a:t>+1</a:t>
            </a:r>
            <a:r>
              <a:rPr kumimoji="1" lang="en-US" altLang="zh-CN" sz="2400">
                <a:latin typeface="Times New Roman" charset="0"/>
              </a:rPr>
              <a:t> </a:t>
            </a:r>
          </a:p>
        </p:txBody>
      </p:sp>
      <p:grpSp>
        <p:nvGrpSpPr>
          <p:cNvPr id="188421" name="Group 5"/>
          <p:cNvGrpSpPr>
            <a:grpSpLocks/>
          </p:cNvGrpSpPr>
          <p:nvPr/>
        </p:nvGrpSpPr>
        <p:grpSpPr bwMode="auto">
          <a:xfrm>
            <a:off x="4235450" y="5084763"/>
            <a:ext cx="4659313" cy="1916112"/>
            <a:chOff x="3048" y="9188"/>
            <a:chExt cx="4200" cy="1482"/>
          </a:xfrm>
        </p:grpSpPr>
        <p:sp>
          <p:nvSpPr>
            <p:cNvPr id="188422" name="Text Box 6"/>
            <p:cNvSpPr txBox="1">
              <a:spLocks noChangeArrowheads="1"/>
            </p:cNvSpPr>
            <p:nvPr/>
          </p:nvSpPr>
          <p:spPr bwMode="auto">
            <a:xfrm>
              <a:off x="6018" y="9950"/>
              <a:ext cx="94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lstStyle/>
            <a:p>
              <a:pPr algn="just" eaLnBrk="0" hangingPunct="0"/>
              <a:r>
                <a:rPr lang="en-US" altLang="zh-CN" sz="1600" b="1">
                  <a:latin typeface="Times New Roman" charset="0"/>
                  <a:cs typeface="Angsana New" charset="0"/>
                </a:rPr>
                <a:t>log</a:t>
              </a:r>
              <a:r>
                <a:rPr lang="en-US" altLang="zh-CN" sz="1600" b="1" baseline="-25000">
                  <a:latin typeface="Times New Roman" charset="0"/>
                  <a:cs typeface="Angsana New" charset="0"/>
                </a:rPr>
                <a:t>2</a:t>
              </a:r>
              <a:r>
                <a:rPr lang="en-US" altLang="zh-CN" sz="1600" b="1" i="1">
                  <a:latin typeface="Times New Roman" charset="0"/>
                  <a:cs typeface="Angsana New" charset="0"/>
                </a:rPr>
                <a:t>n</a:t>
              </a:r>
              <a:r>
                <a:rPr lang="en-US" altLang="zh-CN" sz="1600" b="1">
                  <a:latin typeface="Times New Roman" charset="0"/>
                  <a:cs typeface="Angsana New" charset="0"/>
                </a:rPr>
                <a:t> + 1</a:t>
              </a:r>
            </a:p>
          </p:txBody>
        </p:sp>
        <p:sp>
          <p:nvSpPr>
            <p:cNvPr id="188423" name="Text Box 7"/>
            <p:cNvSpPr txBox="1">
              <a:spLocks noChangeArrowheads="1"/>
            </p:cNvSpPr>
            <p:nvPr/>
          </p:nvSpPr>
          <p:spPr bwMode="auto">
            <a:xfrm>
              <a:off x="3231" y="10016"/>
              <a:ext cx="8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p>
              <a:pPr algn="just" eaLnBrk="0" hangingPunct="0">
                <a:lnSpc>
                  <a:spcPct val="96000"/>
                </a:lnSpc>
              </a:pPr>
              <a:r>
                <a:rPr lang="en-US" altLang="zh-CN" sz="1600" b="1">
                  <a:latin typeface="Times New Roman" charset="0"/>
                  <a:cs typeface="Angsana New" charset="0"/>
                </a:rPr>
                <a:t>[log</a:t>
              </a:r>
              <a:r>
                <a:rPr lang="en-US" altLang="zh-CN" sz="1600" b="1" baseline="-25000">
                  <a:latin typeface="Times New Roman" charset="0"/>
                  <a:cs typeface="Angsana New" charset="0"/>
                </a:rPr>
                <a:t>2</a:t>
              </a:r>
              <a:r>
                <a:rPr lang="en-US" altLang="zh-CN" sz="1600" b="1" i="1">
                  <a:latin typeface="Times New Roman" charset="0"/>
                  <a:cs typeface="Angsana New" charset="0"/>
                </a:rPr>
                <a:t>n</a:t>
              </a:r>
              <a:r>
                <a:rPr lang="en-US" altLang="zh-CN" sz="1600" b="1">
                  <a:latin typeface="Times New Roman" charset="0"/>
                  <a:cs typeface="Angsana New" charset="0"/>
                </a:rPr>
                <a:t>]</a:t>
              </a:r>
            </a:p>
          </p:txBody>
        </p:sp>
        <p:sp>
          <p:nvSpPr>
            <p:cNvPr id="188424" name="Text Box 8"/>
            <p:cNvSpPr txBox="1">
              <a:spLocks noChangeArrowheads="1"/>
            </p:cNvSpPr>
            <p:nvPr/>
          </p:nvSpPr>
          <p:spPr bwMode="auto">
            <a:xfrm>
              <a:off x="4278" y="9965"/>
              <a:ext cx="63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lstStyle/>
            <a:p>
              <a:pPr algn="just" eaLnBrk="0" hangingPunct="0"/>
              <a:r>
                <a:rPr lang="en-US" altLang="zh-CN" sz="1600" b="1">
                  <a:latin typeface="Times New Roman" charset="0"/>
                  <a:cs typeface="Angsana New" charset="0"/>
                </a:rPr>
                <a:t>log</a:t>
              </a:r>
              <a:r>
                <a:rPr lang="en-US" altLang="zh-CN" sz="1600" b="1" baseline="-25000">
                  <a:latin typeface="Times New Roman" charset="0"/>
                  <a:cs typeface="Angsana New" charset="0"/>
                </a:rPr>
                <a:t>2</a:t>
              </a:r>
              <a:r>
                <a:rPr lang="en-US" altLang="zh-CN" sz="1600" b="1" i="1">
                  <a:latin typeface="Times New Roman" charset="0"/>
                  <a:cs typeface="Angsana New" charset="0"/>
                </a:rPr>
                <a:t>n</a:t>
              </a:r>
              <a:endParaRPr lang="en-US" altLang="zh-CN" sz="1600" b="1">
                <a:latin typeface="Times New Roman" charset="0"/>
                <a:cs typeface="Angsana New" charset="0"/>
              </a:endParaRPr>
            </a:p>
          </p:txBody>
        </p:sp>
        <p:sp>
          <p:nvSpPr>
            <p:cNvPr id="188425" name="Text Box 9"/>
            <p:cNvSpPr txBox="1">
              <a:spLocks noChangeArrowheads="1"/>
            </p:cNvSpPr>
            <p:nvPr/>
          </p:nvSpPr>
          <p:spPr bwMode="auto">
            <a:xfrm>
              <a:off x="4983" y="9965"/>
              <a:ext cx="9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lstStyle/>
            <a:p>
              <a:pPr algn="just" eaLnBrk="0" hangingPunct="0"/>
              <a:r>
                <a:rPr lang="en-US" altLang="zh-CN" sz="1600" b="1">
                  <a:latin typeface="Times New Roman" charset="0"/>
                  <a:cs typeface="Angsana New" charset="0"/>
                </a:rPr>
                <a:t>[log</a:t>
              </a:r>
              <a:r>
                <a:rPr lang="en-US" altLang="zh-CN" sz="1600" b="1" baseline="-25000">
                  <a:latin typeface="Times New Roman" charset="0"/>
                  <a:cs typeface="Angsana New" charset="0"/>
                </a:rPr>
                <a:t>2</a:t>
              </a:r>
              <a:r>
                <a:rPr lang="en-US" altLang="zh-CN" sz="1600" b="1" i="1">
                  <a:latin typeface="Times New Roman" charset="0"/>
                  <a:cs typeface="Angsana New" charset="0"/>
                </a:rPr>
                <a:t>n</a:t>
              </a:r>
              <a:r>
                <a:rPr lang="en-US" altLang="zh-CN" sz="1600" b="1">
                  <a:latin typeface="Times New Roman" charset="0"/>
                  <a:cs typeface="Angsana New" charset="0"/>
                </a:rPr>
                <a:t>]+1</a:t>
              </a:r>
            </a:p>
          </p:txBody>
        </p:sp>
        <p:sp>
          <p:nvSpPr>
            <p:cNvPr id="188426" name="Oval 10"/>
            <p:cNvSpPr>
              <a:spLocks noChangeArrowheads="1"/>
            </p:cNvSpPr>
            <p:nvPr/>
          </p:nvSpPr>
          <p:spPr bwMode="auto">
            <a:xfrm>
              <a:off x="3576" y="9904"/>
              <a:ext cx="102" cy="102"/>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lIns="54000" rIns="54000"/>
            <a:lstStyle/>
            <a:p>
              <a:endParaRPr lang="zh-CN" altLang="en-US"/>
            </a:p>
          </p:txBody>
        </p:sp>
        <p:sp>
          <p:nvSpPr>
            <p:cNvPr id="188427" name="Oval 11"/>
            <p:cNvSpPr>
              <a:spLocks noChangeArrowheads="1"/>
            </p:cNvSpPr>
            <p:nvPr/>
          </p:nvSpPr>
          <p:spPr bwMode="auto">
            <a:xfrm>
              <a:off x="6363" y="9904"/>
              <a:ext cx="102" cy="102"/>
            </a:xfrm>
            <a:prstGeom prst="ellipse">
              <a:avLst/>
            </a:prstGeom>
            <a:solidFill>
              <a:schemeClr val="bg2"/>
            </a:solidFill>
            <a:ln w="9525">
              <a:solidFill>
                <a:srgbClr val="000000"/>
              </a:solidFill>
              <a:round/>
              <a:headEnd/>
              <a:tailEnd/>
            </a:ln>
          </p:spPr>
          <p:txBody>
            <a:bodyPr lIns="54000" rIns="54000"/>
            <a:lstStyle/>
            <a:p>
              <a:endParaRPr lang="zh-CN" altLang="en-US"/>
            </a:p>
          </p:txBody>
        </p:sp>
        <p:sp>
          <p:nvSpPr>
            <p:cNvPr id="188428" name="Oval 12"/>
            <p:cNvSpPr>
              <a:spLocks noChangeArrowheads="1"/>
            </p:cNvSpPr>
            <p:nvPr/>
          </p:nvSpPr>
          <p:spPr bwMode="auto">
            <a:xfrm>
              <a:off x="5361" y="9904"/>
              <a:ext cx="102" cy="102"/>
            </a:xfrm>
            <a:prstGeom prst="ellipse">
              <a:avLst/>
            </a:prstGeom>
            <a:solidFill>
              <a:schemeClr val="bg2"/>
            </a:solidFill>
            <a:ln w="9525">
              <a:solidFill>
                <a:srgbClr val="000000"/>
              </a:solidFill>
              <a:round/>
              <a:headEnd/>
              <a:tailEnd/>
            </a:ln>
          </p:spPr>
          <p:txBody>
            <a:bodyPr lIns="54000" rIns="54000"/>
            <a:lstStyle/>
            <a:p>
              <a:endParaRPr lang="zh-CN" altLang="en-US"/>
            </a:p>
          </p:txBody>
        </p:sp>
        <p:sp>
          <p:nvSpPr>
            <p:cNvPr id="188429" name="Oval 13"/>
            <p:cNvSpPr>
              <a:spLocks noChangeArrowheads="1"/>
            </p:cNvSpPr>
            <p:nvPr/>
          </p:nvSpPr>
          <p:spPr bwMode="auto">
            <a:xfrm>
              <a:off x="4578" y="9904"/>
              <a:ext cx="102" cy="102"/>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lIns="54000" rIns="54000"/>
            <a:lstStyle/>
            <a:p>
              <a:endParaRPr lang="zh-CN" altLang="en-US"/>
            </a:p>
          </p:txBody>
        </p:sp>
        <p:sp>
          <p:nvSpPr>
            <p:cNvPr id="188430" name="Text Box 14"/>
            <p:cNvSpPr txBox="1">
              <a:spLocks noChangeArrowheads="1"/>
            </p:cNvSpPr>
            <p:nvPr/>
          </p:nvSpPr>
          <p:spPr bwMode="auto">
            <a:xfrm>
              <a:off x="5057" y="9188"/>
              <a:ext cx="1003"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8000" tIns="0" rIns="18000" bIns="0"/>
            <a:lstStyle/>
            <a:p>
              <a:pPr algn="just" eaLnBrk="0" hangingPunct="0"/>
              <a:r>
                <a:rPr lang="en-US" altLang="zh-CN" sz="1600" b="1" i="1">
                  <a:latin typeface="Times New Roman" charset="0"/>
                  <a:cs typeface="Angsana New" charset="0"/>
                </a:rPr>
                <a:t>k</a:t>
              </a:r>
              <a:r>
                <a:rPr lang="zh-CN" altLang="en-US" sz="1600" b="1">
                  <a:latin typeface="Times New Roman" charset="0"/>
                  <a:cs typeface="Angsana New" charset="0"/>
                </a:rPr>
                <a:t>所在区间</a:t>
              </a:r>
            </a:p>
          </p:txBody>
        </p:sp>
        <p:sp>
          <p:nvSpPr>
            <p:cNvPr id="188431" name="Line 15"/>
            <p:cNvSpPr>
              <a:spLocks noChangeShapeType="1"/>
            </p:cNvSpPr>
            <p:nvPr/>
          </p:nvSpPr>
          <p:spPr bwMode="auto">
            <a:xfrm>
              <a:off x="3048" y="9950"/>
              <a:ext cx="4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432" name="AutoShape 16"/>
            <p:cNvSpPr>
              <a:spLocks/>
            </p:cNvSpPr>
            <p:nvPr/>
          </p:nvSpPr>
          <p:spPr bwMode="auto">
            <a:xfrm rot="5400000">
              <a:off x="5284" y="8835"/>
              <a:ext cx="468" cy="1780"/>
            </a:xfrm>
            <a:prstGeom prst="leftBrace">
              <a:avLst>
                <a:gd name="adj1" fmla="val 31695"/>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8433" name="Text Box 17"/>
            <p:cNvSpPr txBox="1">
              <a:spLocks noChangeArrowheads="1"/>
            </p:cNvSpPr>
            <p:nvPr/>
          </p:nvSpPr>
          <p:spPr bwMode="auto">
            <a:xfrm>
              <a:off x="3873" y="10403"/>
              <a:ext cx="2998"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8000" tIns="0" rIns="18000" bIns="0"/>
            <a:lstStyle/>
            <a:p>
              <a:pPr algn="just" eaLnBrk="0" hangingPunct="0"/>
              <a:endParaRPr lang="zh-CN" altLang="zh-CN" sz="1600" b="1">
                <a:latin typeface="Times New Roman" charset="0"/>
              </a:endParaRPr>
            </a:p>
          </p:txBody>
        </p:sp>
        <p:sp>
          <p:nvSpPr>
            <p:cNvPr id="188434" name="AutoShape 18"/>
            <p:cNvSpPr>
              <a:spLocks/>
            </p:cNvSpPr>
            <p:nvPr/>
          </p:nvSpPr>
          <p:spPr bwMode="auto">
            <a:xfrm rot="-5394359">
              <a:off x="4475" y="8969"/>
              <a:ext cx="89" cy="1769"/>
            </a:xfrm>
            <a:prstGeom prst="rightBracket">
              <a:avLst>
                <a:gd name="adj" fmla="val 165637"/>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88436" name="Rectangle 20"/>
          <p:cNvSpPr>
            <a:spLocks noChangeArrowheads="1"/>
          </p:cNvSpPr>
          <p:nvPr/>
        </p:nvSpPr>
        <p:spPr bwMode="auto">
          <a:xfrm>
            <a:off x="1600200" y="1524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ea typeface="楷体_GB2312" charset="0"/>
              </a:rPr>
              <a:t> </a:t>
            </a:r>
            <a:r>
              <a:rPr lang="zh-CN" altLang="en-US" sz="3600" b="1">
                <a:solidFill>
                  <a:schemeClr val="tx2"/>
                </a:solidFill>
                <a:ea typeface="楷体_GB2312" charset="0"/>
              </a:rPr>
              <a:t>性质 </a:t>
            </a:r>
            <a:r>
              <a:rPr lang="en-US" altLang="zh-CN" sz="3600" b="1">
                <a:solidFill>
                  <a:schemeClr val="tx2"/>
                </a:solidFill>
                <a:ea typeface="楷体_GB2312" charset="0"/>
              </a:rPr>
              <a:t>4 </a:t>
            </a:r>
            <a:r>
              <a:rPr lang="zh-CN" altLang="en-US" sz="3600" b="1">
                <a:solidFill>
                  <a:schemeClr val="tx2"/>
                </a:solidFill>
                <a:ea typeface="楷体_GB2312" charset="0"/>
              </a:rPr>
              <a:t>：</a:t>
            </a:r>
          </a:p>
        </p:txBody>
      </p:sp>
    </p:spTree>
    <p:extLst>
      <p:ext uri="{BB962C8B-B14F-4D97-AF65-F5344CB8AC3E}">
        <p14:creationId xmlns:p14="http://schemas.microsoft.com/office/powerpoint/2010/main" val="8791910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8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3" name="Text Box 3"/>
          <p:cNvSpPr txBox="1">
            <a:spLocks noChangeArrowheads="1"/>
          </p:cNvSpPr>
          <p:nvPr/>
        </p:nvSpPr>
        <p:spPr bwMode="auto">
          <a:xfrm>
            <a:off x="288925" y="990600"/>
            <a:ext cx="8855075"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95250" indent="285750">
              <a:defRPr>
                <a:solidFill>
                  <a:schemeClr val="tx1"/>
                </a:solidFill>
                <a:latin typeface="Arial" charset="0"/>
                <a:ea typeface="宋体" charset="-122"/>
              </a:defRPr>
            </a:lvl1pPr>
            <a:lvl2pPr marL="666750">
              <a:defRPr>
                <a:solidFill>
                  <a:schemeClr val="tx1"/>
                </a:solidFill>
                <a:latin typeface="Arial" charset="0"/>
                <a:ea typeface="宋体" charset="-122"/>
              </a:defRPr>
            </a:lvl2pPr>
            <a:lvl3pPr>
              <a:defRPr>
                <a:solidFill>
                  <a:schemeClr val="tx1"/>
                </a:solidFill>
                <a:latin typeface="Arial" charset="0"/>
                <a:ea typeface="宋体" charset="-122"/>
              </a:defRPr>
            </a:lvl3pPr>
            <a:lvl4pPr>
              <a:defRPr>
                <a:solidFill>
                  <a:schemeClr val="tx1"/>
                </a:solidFill>
                <a:latin typeface="Arial" charset="0"/>
                <a:ea typeface="宋体" charset="-122"/>
              </a:defRPr>
            </a:lvl4pPr>
            <a:lvl5pPr>
              <a:defRPr>
                <a:solidFill>
                  <a:schemeClr val="tx1"/>
                </a:solidFill>
                <a:latin typeface="Arial" charset="0"/>
                <a:ea typeface="宋体" charset="-122"/>
              </a:defRPr>
            </a:lvl5pPr>
            <a:lvl6pPr fontAlgn="base">
              <a:spcBef>
                <a:spcPct val="0"/>
              </a:spcBef>
              <a:spcAft>
                <a:spcPct val="0"/>
              </a:spcAft>
              <a:defRPr>
                <a:solidFill>
                  <a:schemeClr val="tx1"/>
                </a:solidFill>
                <a:latin typeface="Arial" charset="0"/>
                <a:ea typeface="宋体" charset="-122"/>
              </a:defRPr>
            </a:lvl6pPr>
            <a:lvl7pPr fontAlgn="base">
              <a:spcBef>
                <a:spcPct val="0"/>
              </a:spcBef>
              <a:spcAft>
                <a:spcPct val="0"/>
              </a:spcAft>
              <a:defRPr>
                <a:solidFill>
                  <a:schemeClr val="tx1"/>
                </a:solidFill>
                <a:latin typeface="Arial" charset="0"/>
                <a:ea typeface="宋体" charset="-122"/>
              </a:defRPr>
            </a:lvl7pPr>
            <a:lvl8pPr fontAlgn="base">
              <a:spcBef>
                <a:spcPct val="0"/>
              </a:spcBef>
              <a:spcAft>
                <a:spcPct val="0"/>
              </a:spcAft>
              <a:defRPr>
                <a:solidFill>
                  <a:schemeClr val="tx1"/>
                </a:solidFill>
                <a:latin typeface="Arial" charset="0"/>
                <a:ea typeface="宋体" charset="-122"/>
              </a:defRPr>
            </a:lvl8pPr>
            <a:lvl9pPr fontAlgn="base">
              <a:spcBef>
                <a:spcPct val="0"/>
              </a:spcBef>
              <a:spcAft>
                <a:spcPct val="0"/>
              </a:spcAft>
              <a:defRPr>
                <a:solidFill>
                  <a:schemeClr val="tx1"/>
                </a:solidFill>
                <a:latin typeface="Arial" charset="0"/>
                <a:ea typeface="宋体" charset="-122"/>
              </a:defRPr>
            </a:lvl9pPr>
          </a:lstStyle>
          <a:p>
            <a:pPr>
              <a:lnSpc>
                <a:spcPct val="125000"/>
              </a:lnSpc>
            </a:pPr>
            <a:r>
              <a:rPr kumimoji="1" lang="zh-CN" altLang="en-US" sz="3200">
                <a:solidFill>
                  <a:srgbClr val="800000"/>
                </a:solidFill>
                <a:latin typeface="Times New Roman" charset="0"/>
                <a:ea typeface="楷体_GB2312" charset="0"/>
              </a:rPr>
              <a:t>若对含 </a:t>
            </a:r>
            <a:r>
              <a:rPr kumimoji="1" lang="en-US" altLang="zh-CN" sz="3200" b="1" i="1">
                <a:solidFill>
                  <a:srgbClr val="800000"/>
                </a:solidFill>
                <a:latin typeface="Times New Roman" charset="0"/>
                <a:ea typeface="楷体_GB2312" charset="0"/>
              </a:rPr>
              <a:t>n </a:t>
            </a:r>
            <a:r>
              <a:rPr kumimoji="1" lang="zh-CN" altLang="en-US" sz="3200">
                <a:solidFill>
                  <a:srgbClr val="800000"/>
                </a:solidFill>
                <a:latin typeface="Times New Roman" charset="0"/>
                <a:ea typeface="楷体_GB2312" charset="0"/>
              </a:rPr>
              <a:t>个结点的完全二叉树从上到下且从左至右进行 </a:t>
            </a:r>
            <a:r>
              <a:rPr kumimoji="1" lang="en-US" altLang="zh-CN" sz="3200" b="1" i="1">
                <a:solidFill>
                  <a:srgbClr val="800000"/>
                </a:solidFill>
                <a:latin typeface="Times New Roman" charset="0"/>
                <a:ea typeface="楷体_GB2312" charset="0"/>
              </a:rPr>
              <a:t>1</a:t>
            </a:r>
            <a:r>
              <a:rPr kumimoji="1" lang="en-US" altLang="zh-CN" sz="3200">
                <a:solidFill>
                  <a:srgbClr val="800000"/>
                </a:solidFill>
                <a:latin typeface="Times New Roman" charset="0"/>
                <a:ea typeface="楷体_GB2312" charset="0"/>
              </a:rPr>
              <a:t> </a:t>
            </a:r>
            <a:r>
              <a:rPr kumimoji="1" lang="zh-CN" altLang="en-US" sz="3200">
                <a:solidFill>
                  <a:srgbClr val="800000"/>
                </a:solidFill>
                <a:latin typeface="Times New Roman" charset="0"/>
                <a:ea typeface="楷体_GB2312" charset="0"/>
              </a:rPr>
              <a:t>至 </a:t>
            </a:r>
            <a:r>
              <a:rPr kumimoji="1" lang="en-US" altLang="zh-CN" sz="3200" b="1" i="1">
                <a:solidFill>
                  <a:srgbClr val="800000"/>
                </a:solidFill>
                <a:latin typeface="Times New Roman" charset="0"/>
                <a:ea typeface="楷体_GB2312" charset="0"/>
              </a:rPr>
              <a:t>n</a:t>
            </a:r>
            <a:r>
              <a:rPr kumimoji="1" lang="en-US" altLang="zh-CN" sz="3200">
                <a:solidFill>
                  <a:srgbClr val="800000"/>
                </a:solidFill>
                <a:latin typeface="Times New Roman" charset="0"/>
                <a:ea typeface="楷体_GB2312" charset="0"/>
              </a:rPr>
              <a:t> </a:t>
            </a:r>
            <a:r>
              <a:rPr kumimoji="1" lang="zh-CN" altLang="en-US" sz="3200">
                <a:solidFill>
                  <a:srgbClr val="800000"/>
                </a:solidFill>
                <a:latin typeface="Times New Roman" charset="0"/>
                <a:ea typeface="楷体_GB2312" charset="0"/>
              </a:rPr>
              <a:t>的编号，则对完全二叉树中任意一个编号为 </a:t>
            </a:r>
            <a:r>
              <a:rPr kumimoji="1" lang="en-US" altLang="zh-CN" sz="3200" b="1" i="1">
                <a:solidFill>
                  <a:srgbClr val="800000"/>
                </a:solidFill>
                <a:latin typeface="Times New Roman" charset="0"/>
                <a:ea typeface="楷体_GB2312" charset="0"/>
              </a:rPr>
              <a:t>i</a:t>
            </a:r>
            <a:r>
              <a:rPr kumimoji="1" lang="en-US" altLang="zh-CN" sz="3200">
                <a:solidFill>
                  <a:srgbClr val="800000"/>
                </a:solidFill>
                <a:latin typeface="Times New Roman" charset="0"/>
                <a:ea typeface="楷体_GB2312" charset="0"/>
              </a:rPr>
              <a:t> </a:t>
            </a:r>
            <a:r>
              <a:rPr kumimoji="1" lang="zh-CN" altLang="en-US" sz="3200">
                <a:solidFill>
                  <a:srgbClr val="800000"/>
                </a:solidFill>
                <a:latin typeface="Times New Roman" charset="0"/>
                <a:ea typeface="楷体_GB2312" charset="0"/>
              </a:rPr>
              <a:t>的结点：</a:t>
            </a:r>
            <a:br>
              <a:rPr kumimoji="1" lang="zh-CN" altLang="en-US" sz="3200">
                <a:solidFill>
                  <a:srgbClr val="800000"/>
                </a:solidFill>
                <a:latin typeface="Times New Roman" charset="0"/>
                <a:ea typeface="楷体_GB2312" charset="0"/>
              </a:rPr>
            </a:br>
            <a:r>
              <a:rPr kumimoji="1" lang="en-US" altLang="zh-CN" sz="3200">
                <a:solidFill>
                  <a:srgbClr val="800000"/>
                </a:solidFill>
                <a:latin typeface="Times New Roman" charset="0"/>
                <a:ea typeface="楷体_GB2312" charset="0"/>
              </a:rPr>
              <a:t>(1) </a:t>
            </a:r>
            <a:r>
              <a:rPr kumimoji="1" lang="zh-CN" altLang="en-US" sz="3200">
                <a:solidFill>
                  <a:srgbClr val="800000"/>
                </a:solidFill>
                <a:latin typeface="Times New Roman" charset="0"/>
                <a:ea typeface="楷体_GB2312" charset="0"/>
              </a:rPr>
              <a:t>若 </a:t>
            </a:r>
            <a:r>
              <a:rPr kumimoji="1" lang="en-US" altLang="zh-CN" sz="3200" b="1" i="1">
                <a:solidFill>
                  <a:srgbClr val="800000"/>
                </a:solidFill>
                <a:latin typeface="Times New Roman" charset="0"/>
                <a:ea typeface="楷体_GB2312" charset="0"/>
              </a:rPr>
              <a:t>i=1</a:t>
            </a:r>
            <a:r>
              <a:rPr kumimoji="1" lang="zh-CN" altLang="en-US" sz="3200">
                <a:solidFill>
                  <a:srgbClr val="800000"/>
                </a:solidFill>
                <a:latin typeface="Times New Roman" charset="0"/>
                <a:ea typeface="楷体_GB2312" charset="0"/>
              </a:rPr>
              <a:t>，则该结点是二叉树的根，无双亲，</a:t>
            </a:r>
          </a:p>
          <a:p>
            <a:pPr>
              <a:lnSpc>
                <a:spcPct val="125000"/>
              </a:lnSpc>
            </a:pPr>
            <a:r>
              <a:rPr kumimoji="1" lang="zh-CN" altLang="en-US" sz="3200">
                <a:solidFill>
                  <a:srgbClr val="800000"/>
                </a:solidFill>
                <a:latin typeface="Times New Roman" charset="0"/>
                <a:ea typeface="楷体_GB2312" charset="0"/>
              </a:rPr>
              <a:t>否则，编号为 </a:t>
            </a:r>
            <a:r>
              <a:rPr kumimoji="1" lang="zh-CN" altLang="en-US" sz="3200" b="1" i="1">
                <a:solidFill>
                  <a:srgbClr val="FF3300"/>
                </a:solidFill>
                <a:latin typeface="Times New Roman" charset="0"/>
                <a:ea typeface="楷体_GB2312" charset="0"/>
                <a:sym typeface="Symbol" charset="2"/>
              </a:rPr>
              <a:t></a:t>
            </a:r>
            <a:r>
              <a:rPr kumimoji="1" lang="en-US" altLang="zh-CN" sz="3200" b="1" i="1">
                <a:solidFill>
                  <a:srgbClr val="FF3300"/>
                </a:solidFill>
                <a:latin typeface="Times New Roman" charset="0"/>
                <a:ea typeface="楷体_GB2312" charset="0"/>
              </a:rPr>
              <a:t>i/2</a:t>
            </a:r>
            <a:r>
              <a:rPr kumimoji="1" lang="en-US" altLang="zh-CN" sz="3200" b="1" i="1">
                <a:solidFill>
                  <a:srgbClr val="FF3300"/>
                </a:solidFill>
                <a:latin typeface="Times New Roman" charset="0"/>
                <a:ea typeface="楷体_GB2312" charset="0"/>
                <a:sym typeface="Symbol" charset="2"/>
              </a:rPr>
              <a:t> </a:t>
            </a:r>
            <a:r>
              <a:rPr kumimoji="1" lang="zh-CN" altLang="en-US" sz="3200">
                <a:solidFill>
                  <a:srgbClr val="800000"/>
                </a:solidFill>
                <a:latin typeface="Times New Roman" charset="0"/>
                <a:ea typeface="楷体_GB2312" charset="0"/>
              </a:rPr>
              <a:t>的结点为其</a:t>
            </a:r>
            <a:r>
              <a:rPr kumimoji="1" lang="zh-CN" altLang="en-US" sz="3200" b="1">
                <a:solidFill>
                  <a:srgbClr val="FF3300"/>
                </a:solidFill>
                <a:latin typeface="Times New Roman" charset="0"/>
                <a:ea typeface="楷体_GB2312" charset="0"/>
              </a:rPr>
              <a:t>双亲</a:t>
            </a:r>
            <a:r>
              <a:rPr kumimoji="1" lang="zh-CN" altLang="en-US" sz="3200">
                <a:solidFill>
                  <a:srgbClr val="800000"/>
                </a:solidFill>
                <a:latin typeface="Times New Roman" charset="0"/>
                <a:ea typeface="楷体_GB2312" charset="0"/>
              </a:rPr>
              <a:t>结点；</a:t>
            </a:r>
            <a:br>
              <a:rPr kumimoji="1" lang="zh-CN" altLang="en-US" sz="3200">
                <a:solidFill>
                  <a:srgbClr val="800000"/>
                </a:solidFill>
                <a:latin typeface="Times New Roman" charset="0"/>
                <a:ea typeface="楷体_GB2312" charset="0"/>
              </a:rPr>
            </a:br>
            <a:r>
              <a:rPr kumimoji="1" lang="en-US" altLang="zh-CN" sz="3200">
                <a:solidFill>
                  <a:srgbClr val="800000"/>
                </a:solidFill>
                <a:latin typeface="Times New Roman" charset="0"/>
                <a:ea typeface="楷体_GB2312" charset="0"/>
              </a:rPr>
              <a:t>(2) </a:t>
            </a:r>
            <a:r>
              <a:rPr kumimoji="1" lang="zh-CN" altLang="en-US" sz="3200">
                <a:solidFill>
                  <a:srgbClr val="800000"/>
                </a:solidFill>
                <a:latin typeface="Times New Roman" charset="0"/>
                <a:ea typeface="楷体_GB2312" charset="0"/>
              </a:rPr>
              <a:t>若 </a:t>
            </a:r>
            <a:r>
              <a:rPr kumimoji="1" lang="en-US" altLang="zh-CN" sz="3200" b="1" i="1">
                <a:solidFill>
                  <a:srgbClr val="800000"/>
                </a:solidFill>
                <a:latin typeface="Times New Roman" charset="0"/>
                <a:ea typeface="楷体_GB2312" charset="0"/>
              </a:rPr>
              <a:t>2i&gt;n</a:t>
            </a:r>
            <a:r>
              <a:rPr kumimoji="1" lang="zh-CN" altLang="en-US" sz="3200">
                <a:solidFill>
                  <a:srgbClr val="800000"/>
                </a:solidFill>
                <a:latin typeface="Times New Roman" charset="0"/>
                <a:ea typeface="楷体_GB2312" charset="0"/>
              </a:rPr>
              <a:t>，则该结点无左孩子，</a:t>
            </a:r>
            <a:br>
              <a:rPr kumimoji="1" lang="zh-CN" altLang="en-US" sz="3200">
                <a:solidFill>
                  <a:srgbClr val="800000"/>
                </a:solidFill>
                <a:latin typeface="Times New Roman" charset="0"/>
                <a:ea typeface="楷体_GB2312" charset="0"/>
              </a:rPr>
            </a:br>
            <a:r>
              <a:rPr kumimoji="1" lang="zh-CN" altLang="en-US" sz="3200">
                <a:solidFill>
                  <a:srgbClr val="800000"/>
                </a:solidFill>
                <a:latin typeface="Times New Roman" charset="0"/>
                <a:ea typeface="楷体_GB2312" charset="0"/>
              </a:rPr>
              <a:t>  否则，编号为 </a:t>
            </a:r>
            <a:r>
              <a:rPr kumimoji="1" lang="en-US" altLang="zh-CN" sz="3200" b="1" i="1">
                <a:solidFill>
                  <a:srgbClr val="FF3300"/>
                </a:solidFill>
                <a:latin typeface="Times New Roman" charset="0"/>
                <a:ea typeface="楷体_GB2312" charset="0"/>
              </a:rPr>
              <a:t>2i </a:t>
            </a:r>
            <a:r>
              <a:rPr kumimoji="1" lang="zh-CN" altLang="en-US" sz="3200">
                <a:solidFill>
                  <a:srgbClr val="800000"/>
                </a:solidFill>
                <a:latin typeface="Times New Roman" charset="0"/>
                <a:ea typeface="楷体_GB2312" charset="0"/>
              </a:rPr>
              <a:t>的结点为其</a:t>
            </a:r>
            <a:r>
              <a:rPr kumimoji="1" lang="zh-CN" altLang="en-US" sz="3200" b="1">
                <a:solidFill>
                  <a:srgbClr val="FF3300"/>
                </a:solidFill>
                <a:latin typeface="Times New Roman" charset="0"/>
                <a:ea typeface="楷体_GB2312" charset="0"/>
              </a:rPr>
              <a:t>左孩子</a:t>
            </a:r>
            <a:r>
              <a:rPr kumimoji="1" lang="zh-CN" altLang="en-US" sz="3200">
                <a:solidFill>
                  <a:srgbClr val="800000"/>
                </a:solidFill>
                <a:latin typeface="Times New Roman" charset="0"/>
                <a:ea typeface="楷体_GB2312" charset="0"/>
              </a:rPr>
              <a:t>结点；</a:t>
            </a:r>
            <a:br>
              <a:rPr kumimoji="1" lang="zh-CN" altLang="en-US" sz="3200">
                <a:solidFill>
                  <a:srgbClr val="800000"/>
                </a:solidFill>
                <a:latin typeface="Times New Roman" charset="0"/>
                <a:ea typeface="楷体_GB2312" charset="0"/>
              </a:rPr>
            </a:br>
            <a:r>
              <a:rPr kumimoji="1" lang="en-US" altLang="zh-CN" sz="3200">
                <a:solidFill>
                  <a:srgbClr val="800000"/>
                </a:solidFill>
                <a:latin typeface="Times New Roman" charset="0"/>
                <a:ea typeface="楷体_GB2312" charset="0"/>
              </a:rPr>
              <a:t>(3) </a:t>
            </a:r>
            <a:r>
              <a:rPr kumimoji="1" lang="zh-CN" altLang="en-US" sz="3200">
                <a:solidFill>
                  <a:srgbClr val="800000"/>
                </a:solidFill>
                <a:latin typeface="Times New Roman" charset="0"/>
                <a:ea typeface="楷体_GB2312" charset="0"/>
              </a:rPr>
              <a:t>若 </a:t>
            </a:r>
            <a:r>
              <a:rPr kumimoji="1" lang="en-US" altLang="zh-CN" sz="3200" b="1" i="1">
                <a:solidFill>
                  <a:srgbClr val="800000"/>
                </a:solidFill>
                <a:latin typeface="Times New Roman" charset="0"/>
                <a:ea typeface="楷体_GB2312" charset="0"/>
              </a:rPr>
              <a:t>2i+1&gt;n</a:t>
            </a:r>
            <a:r>
              <a:rPr kumimoji="1" lang="zh-CN" altLang="en-US" sz="3200">
                <a:solidFill>
                  <a:srgbClr val="800000"/>
                </a:solidFill>
                <a:latin typeface="Times New Roman" charset="0"/>
                <a:ea typeface="楷体_GB2312" charset="0"/>
              </a:rPr>
              <a:t>，则该结点无右孩子结点，</a:t>
            </a:r>
            <a:br>
              <a:rPr kumimoji="1" lang="zh-CN" altLang="en-US" sz="3200">
                <a:solidFill>
                  <a:srgbClr val="800000"/>
                </a:solidFill>
                <a:latin typeface="Times New Roman" charset="0"/>
                <a:ea typeface="楷体_GB2312" charset="0"/>
              </a:rPr>
            </a:br>
            <a:r>
              <a:rPr kumimoji="1" lang="zh-CN" altLang="en-US" sz="3200">
                <a:solidFill>
                  <a:srgbClr val="800000"/>
                </a:solidFill>
                <a:latin typeface="Times New Roman" charset="0"/>
                <a:ea typeface="楷体_GB2312" charset="0"/>
              </a:rPr>
              <a:t>  否则，编号为</a:t>
            </a:r>
            <a:r>
              <a:rPr kumimoji="1" lang="en-US" altLang="zh-CN" sz="3200" b="1" i="1">
                <a:solidFill>
                  <a:srgbClr val="FF3300"/>
                </a:solidFill>
                <a:latin typeface="Times New Roman" charset="0"/>
                <a:ea typeface="楷体_GB2312" charset="0"/>
              </a:rPr>
              <a:t>2i+1 </a:t>
            </a:r>
            <a:r>
              <a:rPr kumimoji="1" lang="zh-CN" altLang="en-US" sz="3200">
                <a:solidFill>
                  <a:srgbClr val="800000"/>
                </a:solidFill>
                <a:latin typeface="Times New Roman" charset="0"/>
                <a:ea typeface="楷体_GB2312" charset="0"/>
              </a:rPr>
              <a:t>的结点为其</a:t>
            </a:r>
            <a:r>
              <a:rPr kumimoji="1" lang="zh-CN" altLang="en-US" sz="3200" b="1">
                <a:solidFill>
                  <a:srgbClr val="FF3300"/>
                </a:solidFill>
                <a:latin typeface="Times New Roman" charset="0"/>
                <a:ea typeface="楷体_GB2312" charset="0"/>
              </a:rPr>
              <a:t>右孩子</a:t>
            </a:r>
            <a:r>
              <a:rPr kumimoji="1" lang="zh-CN" altLang="en-US" sz="3200">
                <a:solidFill>
                  <a:srgbClr val="800000"/>
                </a:solidFill>
                <a:latin typeface="Times New Roman" charset="0"/>
                <a:ea typeface="楷体_GB2312" charset="0"/>
              </a:rPr>
              <a:t>结点</a:t>
            </a:r>
            <a:r>
              <a:rPr kumimoji="1" lang="zh-CN" altLang="en-US" sz="3200">
                <a:latin typeface="Times New Roman" charset="0"/>
                <a:ea typeface="楷体_GB2312" charset="0"/>
              </a:rPr>
              <a:t>。</a:t>
            </a:r>
            <a:endParaRPr kumimoji="1" lang="zh-CN" altLang="en-US" sz="2800">
              <a:latin typeface="Times New Roman" charset="0"/>
              <a:ea typeface="楷体_GB2312" charset="0"/>
            </a:endParaRPr>
          </a:p>
        </p:txBody>
      </p:sp>
      <p:sp>
        <p:nvSpPr>
          <p:cNvPr id="189444" name="AutoShape 4">
            <a:hlinkClick r:id="rId2" action="ppaction://hlinksldjump" highlightClick="1"/>
          </p:cNvPr>
          <p:cNvSpPr>
            <a:spLocks noChangeArrowheads="1"/>
          </p:cNvSpPr>
          <p:nvPr/>
        </p:nvSpPr>
        <p:spPr bwMode="auto">
          <a:xfrm>
            <a:off x="8229600" y="62484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189446" name="Rectangle 6"/>
          <p:cNvSpPr>
            <a:spLocks noChangeArrowheads="1"/>
          </p:cNvSpPr>
          <p:nvPr/>
        </p:nvSpPr>
        <p:spPr bwMode="auto">
          <a:xfrm>
            <a:off x="1524000" y="1524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4000" b="1">
                <a:ea typeface="楷体_GB2312" charset="0"/>
              </a:rPr>
              <a:t> </a:t>
            </a:r>
            <a:r>
              <a:rPr lang="zh-CN" altLang="en-US" sz="3600" b="1">
                <a:solidFill>
                  <a:schemeClr val="tx2"/>
                </a:solidFill>
                <a:ea typeface="楷体_GB2312" charset="0"/>
              </a:rPr>
              <a:t>性质 </a:t>
            </a:r>
            <a:r>
              <a:rPr lang="en-US" altLang="zh-CN" sz="3600" b="1">
                <a:solidFill>
                  <a:schemeClr val="tx2"/>
                </a:solidFill>
                <a:ea typeface="楷体_GB2312" charset="0"/>
              </a:rPr>
              <a:t>5 </a:t>
            </a:r>
            <a:r>
              <a:rPr lang="zh-CN" altLang="en-US" sz="3600" b="1">
                <a:solidFill>
                  <a:schemeClr val="tx2"/>
                </a:solidFill>
                <a:ea typeface="楷体_GB2312" charset="0"/>
              </a:rPr>
              <a:t>：</a:t>
            </a:r>
          </a:p>
        </p:txBody>
      </p:sp>
    </p:spTree>
    <p:extLst>
      <p:ext uri="{BB962C8B-B14F-4D97-AF65-F5344CB8AC3E}">
        <p14:creationId xmlns:p14="http://schemas.microsoft.com/office/powerpoint/2010/main" val="1585976377"/>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9443"/>
                                        </p:tgtEl>
                                        <p:attrNameLst>
                                          <p:attrName>style.visibility</p:attrName>
                                        </p:attrNameLst>
                                      </p:cBhvr>
                                      <p:to>
                                        <p:strVal val="visible"/>
                                      </p:to>
                                    </p:set>
                                    <p:animEffect transition="in" filter="strips(downRight)">
                                      <p:cBhvr>
                                        <p:cTn id="7" dur="500"/>
                                        <p:tgtEl>
                                          <p:spTgt spid="189443"/>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89444"/>
                                        </p:tgtEl>
                                        <p:attrNameLst>
                                          <p:attrName>style.visibility</p:attrName>
                                        </p:attrNameLst>
                                      </p:cBhvr>
                                      <p:to>
                                        <p:strVal val="visible"/>
                                      </p:to>
                                    </p:set>
                                    <p:anim calcmode="lin" valueType="num">
                                      <p:cBhvr additive="base">
                                        <p:cTn id="11" dur="500" fill="hold"/>
                                        <p:tgtEl>
                                          <p:spTgt spid="189444"/>
                                        </p:tgtEl>
                                        <p:attrNameLst>
                                          <p:attrName>ppt_x</p:attrName>
                                        </p:attrNameLst>
                                      </p:cBhvr>
                                      <p:tavLst>
                                        <p:tav tm="0">
                                          <p:val>
                                            <p:strVal val="0-#ppt_w/2"/>
                                          </p:val>
                                        </p:tav>
                                        <p:tav tm="100000">
                                          <p:val>
                                            <p:strVal val="#ppt_x"/>
                                          </p:val>
                                        </p:tav>
                                      </p:tavLst>
                                    </p:anim>
                                    <p:anim calcmode="lin" valueType="num">
                                      <p:cBhvr additive="base">
                                        <p:cTn id="12" dur="500" fill="hold"/>
                                        <p:tgtEl>
                                          <p:spTgt spid="189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autoUpdateAnimBg="0"/>
      <p:bldP spid="18944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endParaRPr lang="zh-CN" altLang="zh-CN"/>
          </a:p>
        </p:txBody>
      </p:sp>
      <p:sp>
        <p:nvSpPr>
          <p:cNvPr id="312323" name="Rectangle 3"/>
          <p:cNvSpPr>
            <a:spLocks noGrp="1" noChangeArrowheads="1"/>
          </p:cNvSpPr>
          <p:nvPr>
            <p:ph type="body" idx="1"/>
          </p:nvPr>
        </p:nvSpPr>
        <p:spPr/>
        <p:txBody>
          <a:bodyPr/>
          <a:lstStyle/>
          <a:p>
            <a:pPr lvl="1">
              <a:lnSpc>
                <a:spcPct val="110000"/>
              </a:lnSpc>
            </a:pPr>
            <a:r>
              <a:rPr kumimoji="1" lang="zh-CN" altLang="en-US" b="1">
                <a:solidFill>
                  <a:srgbClr val="000000"/>
                </a:solidFill>
                <a:latin typeface="Times New Roman" charset="0"/>
                <a:ea typeface="楷体_GB2312" charset="0"/>
              </a:rPr>
              <a:t>例：若一个完全二叉树有</a:t>
            </a:r>
            <a:r>
              <a:rPr kumimoji="1" lang="en-US" altLang="zh-CN" b="1">
                <a:solidFill>
                  <a:srgbClr val="FF0000"/>
                </a:solidFill>
                <a:latin typeface="Times New Roman" charset="0"/>
                <a:ea typeface="楷体_GB2312" charset="0"/>
              </a:rPr>
              <a:t>1450</a:t>
            </a:r>
            <a:r>
              <a:rPr kumimoji="1" lang="zh-CN" altLang="en-US" b="1">
                <a:solidFill>
                  <a:srgbClr val="000000"/>
                </a:solidFill>
                <a:latin typeface="Times New Roman" charset="0"/>
                <a:ea typeface="楷体_GB2312" charset="0"/>
              </a:rPr>
              <a:t>个结点，则度为</a:t>
            </a:r>
            <a:r>
              <a:rPr kumimoji="1" lang="en-US" altLang="zh-CN" b="1">
                <a:solidFill>
                  <a:srgbClr val="000000"/>
                </a:solidFill>
                <a:latin typeface="Times New Roman" charset="0"/>
                <a:ea typeface="楷体_GB2312" charset="0"/>
              </a:rPr>
              <a:t>1</a:t>
            </a:r>
            <a:r>
              <a:rPr kumimoji="1" lang="zh-CN" altLang="en-US" b="1">
                <a:solidFill>
                  <a:srgbClr val="000000"/>
                </a:solidFill>
                <a:latin typeface="Times New Roman" charset="0"/>
                <a:ea typeface="楷体_GB2312" charset="0"/>
              </a:rPr>
              <a:t>的结点个数为</a:t>
            </a:r>
            <a:r>
              <a:rPr kumimoji="1" lang="zh-CN" altLang="en-US" b="1" u="sng">
                <a:solidFill>
                  <a:srgbClr val="0000FF"/>
                </a:solidFill>
                <a:latin typeface="Times New Roman" charset="0"/>
                <a:ea typeface="楷体_GB2312" charset="0"/>
              </a:rPr>
              <a:t>  </a:t>
            </a:r>
            <a:r>
              <a:rPr kumimoji="1" lang="en-US" altLang="zh-CN" b="1" u="sng">
                <a:solidFill>
                  <a:srgbClr val="0000FF"/>
                </a:solidFill>
                <a:latin typeface="Times New Roman" charset="0"/>
                <a:ea typeface="楷体_GB2312" charset="0"/>
              </a:rPr>
              <a:t>1   </a:t>
            </a:r>
            <a:r>
              <a:rPr kumimoji="1" lang="zh-CN" altLang="en-US" b="1">
                <a:solidFill>
                  <a:srgbClr val="000000"/>
                </a:solidFill>
                <a:latin typeface="Times New Roman" charset="0"/>
                <a:ea typeface="楷体_GB2312" charset="0"/>
              </a:rPr>
              <a:t>，度为</a:t>
            </a:r>
            <a:r>
              <a:rPr kumimoji="1" lang="en-US" altLang="zh-CN" b="1">
                <a:solidFill>
                  <a:srgbClr val="000000"/>
                </a:solidFill>
                <a:latin typeface="Times New Roman" charset="0"/>
                <a:ea typeface="楷体_GB2312" charset="0"/>
              </a:rPr>
              <a:t>2</a:t>
            </a:r>
            <a:r>
              <a:rPr kumimoji="1" lang="zh-CN" altLang="en-US" b="1">
                <a:solidFill>
                  <a:srgbClr val="000000"/>
                </a:solidFill>
                <a:latin typeface="Times New Roman" charset="0"/>
                <a:ea typeface="楷体_GB2312" charset="0"/>
              </a:rPr>
              <a:t>的结点个数为</a:t>
            </a:r>
            <a:r>
              <a:rPr kumimoji="1" lang="zh-CN" altLang="en-US" b="1" u="sng">
                <a:solidFill>
                  <a:srgbClr val="0000FF"/>
                </a:solidFill>
                <a:latin typeface="Times New Roman" charset="0"/>
                <a:ea typeface="楷体_GB2312" charset="0"/>
              </a:rPr>
              <a:t>  </a:t>
            </a:r>
            <a:r>
              <a:rPr kumimoji="1" lang="en-US" altLang="zh-CN" b="1" u="sng">
                <a:solidFill>
                  <a:srgbClr val="0000FF"/>
                </a:solidFill>
                <a:latin typeface="Times New Roman" charset="0"/>
                <a:ea typeface="楷体_GB2312" charset="0"/>
              </a:rPr>
              <a:t>724   </a:t>
            </a:r>
            <a:r>
              <a:rPr kumimoji="1" lang="zh-CN" altLang="en-US" b="1">
                <a:solidFill>
                  <a:srgbClr val="000000"/>
                </a:solidFill>
                <a:latin typeface="Times New Roman" charset="0"/>
                <a:ea typeface="楷体_GB2312" charset="0"/>
              </a:rPr>
              <a:t>，叶子结点的个数为</a:t>
            </a:r>
            <a:r>
              <a:rPr kumimoji="1" lang="zh-CN" altLang="en-US" b="1" u="sng">
                <a:solidFill>
                  <a:srgbClr val="0000FF"/>
                </a:solidFill>
                <a:latin typeface="Times New Roman" charset="0"/>
                <a:ea typeface="楷体_GB2312" charset="0"/>
              </a:rPr>
              <a:t>  </a:t>
            </a:r>
            <a:r>
              <a:rPr kumimoji="1" lang="en-US" altLang="zh-CN" b="1" u="sng">
                <a:solidFill>
                  <a:srgbClr val="0000FF"/>
                </a:solidFill>
                <a:latin typeface="Times New Roman" charset="0"/>
                <a:ea typeface="楷体_GB2312" charset="0"/>
              </a:rPr>
              <a:t>725   </a:t>
            </a:r>
            <a:r>
              <a:rPr kumimoji="1" lang="zh-CN" altLang="en-US" b="1">
                <a:solidFill>
                  <a:srgbClr val="000000"/>
                </a:solidFill>
                <a:latin typeface="Times New Roman" charset="0"/>
                <a:ea typeface="楷体_GB2312" charset="0"/>
              </a:rPr>
              <a:t>，有</a:t>
            </a:r>
            <a:r>
              <a:rPr kumimoji="1" lang="zh-CN" altLang="en-US" b="1" u="sng">
                <a:solidFill>
                  <a:srgbClr val="0000FF"/>
                </a:solidFill>
                <a:latin typeface="Times New Roman" charset="0"/>
                <a:ea typeface="楷体_GB2312" charset="0"/>
              </a:rPr>
              <a:t>  </a:t>
            </a:r>
            <a:r>
              <a:rPr kumimoji="1" lang="en-US" altLang="zh-CN" b="1" u="sng">
                <a:solidFill>
                  <a:srgbClr val="0000FF"/>
                </a:solidFill>
                <a:latin typeface="Times New Roman" charset="0"/>
                <a:ea typeface="楷体_GB2312" charset="0"/>
              </a:rPr>
              <a:t>725  </a:t>
            </a:r>
            <a:r>
              <a:rPr kumimoji="1" lang="zh-CN" altLang="en-US" b="1">
                <a:solidFill>
                  <a:srgbClr val="000000"/>
                </a:solidFill>
                <a:latin typeface="Times New Roman" charset="0"/>
                <a:ea typeface="楷体_GB2312" charset="0"/>
              </a:rPr>
              <a:t>个结点有左孩子，有</a:t>
            </a:r>
            <a:r>
              <a:rPr kumimoji="1" lang="zh-CN" altLang="en-US" b="1" u="sng">
                <a:solidFill>
                  <a:srgbClr val="0000FF"/>
                </a:solidFill>
                <a:latin typeface="Times New Roman" charset="0"/>
                <a:ea typeface="楷体_GB2312" charset="0"/>
              </a:rPr>
              <a:t>  </a:t>
            </a:r>
            <a:r>
              <a:rPr kumimoji="1" lang="en-US" altLang="zh-CN" b="1" u="sng">
                <a:solidFill>
                  <a:srgbClr val="0000FF"/>
                </a:solidFill>
                <a:latin typeface="Times New Roman" charset="0"/>
                <a:ea typeface="楷体_GB2312" charset="0"/>
              </a:rPr>
              <a:t>724  </a:t>
            </a:r>
            <a:r>
              <a:rPr kumimoji="1" lang="zh-CN" altLang="en-US" b="1">
                <a:solidFill>
                  <a:srgbClr val="000000"/>
                </a:solidFill>
                <a:latin typeface="Times New Roman" charset="0"/>
                <a:ea typeface="楷体_GB2312" charset="0"/>
              </a:rPr>
              <a:t>个结点有右孩子；该树的高度为</a:t>
            </a:r>
            <a:r>
              <a:rPr kumimoji="1" lang="zh-CN" altLang="en-US" b="1" u="sng">
                <a:solidFill>
                  <a:srgbClr val="0000FF"/>
                </a:solidFill>
                <a:latin typeface="Times New Roman" charset="0"/>
                <a:ea typeface="楷体_GB2312" charset="0"/>
              </a:rPr>
              <a:t>  </a:t>
            </a:r>
            <a:r>
              <a:rPr kumimoji="1" lang="en-US" altLang="zh-CN" b="1" u="sng">
                <a:solidFill>
                  <a:srgbClr val="0000FF"/>
                </a:solidFill>
                <a:latin typeface="Times New Roman" charset="0"/>
                <a:ea typeface="楷体_GB2312" charset="0"/>
              </a:rPr>
              <a:t>11  </a:t>
            </a:r>
            <a:r>
              <a:rPr kumimoji="1" lang="zh-CN" altLang="en-US" b="1">
                <a:solidFill>
                  <a:srgbClr val="000000"/>
                </a:solidFill>
                <a:latin typeface="Times New Roman" charset="0"/>
                <a:ea typeface="楷体_GB2312" charset="0"/>
              </a:rPr>
              <a:t>。</a:t>
            </a:r>
            <a:r>
              <a:rPr kumimoji="1" lang="en-US" altLang="zh-CN" b="1">
                <a:solidFill>
                  <a:srgbClr val="000000"/>
                </a:solidFill>
                <a:latin typeface="Times New Roman" charset="0"/>
                <a:ea typeface="楷体_GB2312" charset="0"/>
              </a:rPr>
              <a:t>(</a:t>
            </a:r>
            <a:r>
              <a:rPr kumimoji="1" lang="zh-CN" altLang="en-US" b="1">
                <a:solidFill>
                  <a:srgbClr val="000000"/>
                </a:solidFill>
                <a:latin typeface="Times New Roman" charset="0"/>
                <a:ea typeface="楷体_GB2312" charset="0"/>
              </a:rPr>
              <a:t>性质</a:t>
            </a:r>
            <a:r>
              <a:rPr kumimoji="1" lang="en-US" altLang="zh-CN" b="1">
                <a:solidFill>
                  <a:srgbClr val="000000"/>
                </a:solidFill>
                <a:latin typeface="Times New Roman" charset="0"/>
                <a:ea typeface="楷体_GB2312" charset="0"/>
              </a:rPr>
              <a:t>3</a:t>
            </a:r>
            <a:r>
              <a:rPr kumimoji="1" lang="zh-CN" altLang="en-US" b="1">
                <a:solidFill>
                  <a:srgbClr val="000000"/>
                </a:solidFill>
                <a:latin typeface="Times New Roman" charset="0"/>
                <a:ea typeface="楷体_GB2312" charset="0"/>
              </a:rPr>
              <a:t>、性质</a:t>
            </a:r>
            <a:r>
              <a:rPr kumimoji="1" lang="en-US" altLang="zh-CN" b="1">
                <a:solidFill>
                  <a:srgbClr val="000000"/>
                </a:solidFill>
                <a:latin typeface="Times New Roman" charset="0"/>
                <a:ea typeface="楷体_GB2312" charset="0"/>
              </a:rPr>
              <a:t>4</a:t>
            </a:r>
            <a:r>
              <a:rPr kumimoji="1" lang="zh-CN" altLang="en-US" b="1">
                <a:solidFill>
                  <a:srgbClr val="000000"/>
                </a:solidFill>
                <a:latin typeface="Times New Roman" charset="0"/>
                <a:ea typeface="楷体_GB2312" charset="0"/>
              </a:rPr>
              <a:t>以及完全二叉树的特征</a:t>
            </a:r>
            <a:r>
              <a:rPr kumimoji="1" lang="en-US" altLang="zh-CN" b="1">
                <a:solidFill>
                  <a:srgbClr val="000000"/>
                </a:solidFill>
                <a:latin typeface="Times New Roman" charset="0"/>
                <a:ea typeface="楷体_GB2312" charset="0"/>
              </a:rPr>
              <a:t>)</a:t>
            </a:r>
          </a:p>
          <a:p>
            <a:endParaRPr lang="en-US" altLang="zh-CN" sz="4000"/>
          </a:p>
        </p:txBody>
      </p:sp>
    </p:spTree>
    <p:extLst>
      <p:ext uri="{BB962C8B-B14F-4D97-AF65-F5344CB8AC3E}">
        <p14:creationId xmlns:p14="http://schemas.microsoft.com/office/powerpoint/2010/main" val="14557627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p:cNvSpPr txBox="1">
            <a:spLocks noChangeArrowheads="1"/>
          </p:cNvSpPr>
          <p:nvPr/>
        </p:nvSpPr>
        <p:spPr bwMode="auto">
          <a:xfrm>
            <a:off x="1143000" y="1108075"/>
            <a:ext cx="6915150" cy="2397125"/>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120000"/>
              </a:lnSpc>
            </a:pPr>
            <a:r>
              <a:rPr kumimoji="1" lang="en-US" altLang="zh-CN" sz="6000" b="1">
                <a:solidFill>
                  <a:srgbClr val="008080"/>
                </a:solidFill>
                <a:latin typeface="Times New Roman" charset="0"/>
                <a:ea typeface="楷体_GB2312" charset="0"/>
              </a:rPr>
              <a:t>6.3 </a:t>
            </a:r>
          </a:p>
          <a:p>
            <a:pPr algn="ctr">
              <a:lnSpc>
                <a:spcPct val="120000"/>
              </a:lnSpc>
            </a:pPr>
            <a:r>
              <a:rPr kumimoji="1" lang="zh-CN" altLang="en-US" sz="6600" b="1">
                <a:solidFill>
                  <a:srgbClr val="008080"/>
                </a:solidFill>
                <a:latin typeface="Times New Roman" charset="0"/>
                <a:ea typeface="隶书" charset="0"/>
              </a:rPr>
              <a:t>二叉树的存储结构</a:t>
            </a:r>
            <a:endParaRPr kumimoji="1" lang="zh-CN" altLang="en-US" sz="2400">
              <a:latin typeface="Times New Roman" charset="0"/>
            </a:endParaRPr>
          </a:p>
        </p:txBody>
      </p:sp>
      <p:graphicFrame>
        <p:nvGraphicFramePr>
          <p:cNvPr id="190467" name="Object 3"/>
          <p:cNvGraphicFramePr>
            <a:graphicFrameLocks noChangeAspect="1"/>
          </p:cNvGraphicFramePr>
          <p:nvPr/>
        </p:nvGraphicFramePr>
        <p:xfrm>
          <a:off x="457200" y="4038600"/>
          <a:ext cx="2355850" cy="2463800"/>
        </p:xfrm>
        <a:graphic>
          <a:graphicData uri="http://schemas.openxmlformats.org/presentationml/2006/ole">
            <mc:AlternateContent xmlns:mc="http://schemas.openxmlformats.org/markup-compatibility/2006">
              <mc:Choice xmlns:v="urn:schemas-microsoft-com:vml" Requires="v">
                <p:oleObj spid="_x0000_s819202" name="剪辑" r:id="rId3" imgW="2501280" imgH="2615760" progId="MS_ClipArt_Gallery.2">
                  <p:embed/>
                </p:oleObj>
              </mc:Choice>
              <mc:Fallback>
                <p:oleObj name="剪辑" r:id="rId3" imgW="2501280" imgH="261576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038600"/>
                        <a:ext cx="2355850" cy="246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90468" name="Text Box 4">
            <a:hlinkClick r:id="rId5" action="ppaction://hlinksldjump"/>
          </p:cNvPr>
          <p:cNvSpPr txBox="1">
            <a:spLocks noChangeArrowheads="1"/>
          </p:cNvSpPr>
          <p:nvPr/>
        </p:nvSpPr>
        <p:spPr bwMode="auto">
          <a:xfrm>
            <a:off x="2895600" y="5040313"/>
            <a:ext cx="60960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b="1">
                <a:solidFill>
                  <a:srgbClr val="333399"/>
                </a:solidFill>
                <a:latin typeface="楷体_GB2312" charset="0"/>
                <a:ea typeface="楷体_GB2312" charset="0"/>
              </a:rPr>
              <a:t>二、二叉树的链式存储表示</a:t>
            </a:r>
            <a:endParaRPr kumimoji="1" lang="zh-CN" altLang="en-US" sz="5400">
              <a:latin typeface="Times New Roman" charset="0"/>
            </a:endParaRPr>
          </a:p>
        </p:txBody>
      </p:sp>
      <p:sp>
        <p:nvSpPr>
          <p:cNvPr id="190469" name="Text Box 5">
            <a:hlinkClick r:id="" action="ppaction://hlinkshowjump?jump=nextslide"/>
          </p:cNvPr>
          <p:cNvSpPr txBox="1">
            <a:spLocks noChangeArrowheads="1"/>
          </p:cNvSpPr>
          <p:nvPr/>
        </p:nvSpPr>
        <p:spPr bwMode="auto">
          <a:xfrm>
            <a:off x="2895600" y="4125913"/>
            <a:ext cx="60960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b="1">
                <a:solidFill>
                  <a:srgbClr val="333399"/>
                </a:solidFill>
                <a:latin typeface="Times New Roman" charset="0"/>
                <a:ea typeface="楷体_GB2312" charset="0"/>
              </a:rPr>
              <a:t>一、 二叉树的顺序存储表示</a:t>
            </a:r>
            <a:endParaRPr kumimoji="1" lang="zh-CN" altLang="en-US" sz="2400" b="1">
              <a:solidFill>
                <a:srgbClr val="0000FF"/>
              </a:solidFill>
              <a:latin typeface="Times New Roman" charset="0"/>
              <a:ea typeface="楷体_GB2312" charset="0"/>
            </a:endParaRPr>
          </a:p>
        </p:txBody>
      </p:sp>
      <p:sp>
        <p:nvSpPr>
          <p:cNvPr id="190470" name="AutoShape 6">
            <a:hlinkClick r:id="rId6" action="ppaction://hlinksldjump" highlightClick="1"/>
          </p:cNvPr>
          <p:cNvSpPr>
            <a:spLocks noChangeArrowheads="1"/>
          </p:cNvSpPr>
          <p:nvPr/>
        </p:nvSpPr>
        <p:spPr bwMode="auto">
          <a:xfrm>
            <a:off x="8229600" y="62484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1564717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0469"/>
                                        </p:tgtEl>
                                        <p:attrNameLst>
                                          <p:attrName>style.visibility</p:attrName>
                                        </p:attrNameLst>
                                      </p:cBhvr>
                                      <p:to>
                                        <p:strVal val="visible"/>
                                      </p:to>
                                    </p:set>
                                    <p:anim calcmode="lin" valueType="num">
                                      <p:cBhvr additive="base">
                                        <p:cTn id="7" dur="500" fill="hold"/>
                                        <p:tgtEl>
                                          <p:spTgt spid="190469"/>
                                        </p:tgtEl>
                                        <p:attrNameLst>
                                          <p:attrName>ppt_x</p:attrName>
                                        </p:attrNameLst>
                                      </p:cBhvr>
                                      <p:tavLst>
                                        <p:tav tm="0">
                                          <p:val>
                                            <p:strVal val="1+#ppt_w/2"/>
                                          </p:val>
                                        </p:tav>
                                        <p:tav tm="100000">
                                          <p:val>
                                            <p:strVal val="#ppt_x"/>
                                          </p:val>
                                        </p:tav>
                                      </p:tavLst>
                                    </p:anim>
                                    <p:anim calcmode="lin" valueType="num">
                                      <p:cBhvr additive="base">
                                        <p:cTn id="8" dur="500" fill="hold"/>
                                        <p:tgtEl>
                                          <p:spTgt spid="190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0468"/>
                                        </p:tgtEl>
                                        <p:attrNameLst>
                                          <p:attrName>style.visibility</p:attrName>
                                        </p:attrNameLst>
                                      </p:cBhvr>
                                      <p:to>
                                        <p:strVal val="visible"/>
                                      </p:to>
                                    </p:set>
                                    <p:anim calcmode="lin" valueType="num">
                                      <p:cBhvr additive="base">
                                        <p:cTn id="13" dur="500" fill="hold"/>
                                        <p:tgtEl>
                                          <p:spTgt spid="190468"/>
                                        </p:tgtEl>
                                        <p:attrNameLst>
                                          <p:attrName>ppt_x</p:attrName>
                                        </p:attrNameLst>
                                      </p:cBhvr>
                                      <p:tavLst>
                                        <p:tav tm="0">
                                          <p:val>
                                            <p:strVal val="1+#ppt_w/2"/>
                                          </p:val>
                                        </p:tav>
                                        <p:tav tm="100000">
                                          <p:val>
                                            <p:strVal val="#ppt_x"/>
                                          </p:val>
                                        </p:tav>
                                      </p:tavLst>
                                    </p:anim>
                                    <p:anim calcmode="lin" valueType="num">
                                      <p:cBhvr additive="base">
                                        <p:cTn id="14" dur="500" fill="hold"/>
                                        <p:tgtEl>
                                          <p:spTgt spid="190468"/>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90470"/>
                                        </p:tgtEl>
                                        <p:attrNameLst>
                                          <p:attrName>style.visibility</p:attrName>
                                        </p:attrNameLst>
                                      </p:cBhvr>
                                      <p:to>
                                        <p:strVal val="visible"/>
                                      </p:to>
                                    </p:set>
                                    <p:anim calcmode="lin" valueType="num">
                                      <p:cBhvr additive="base">
                                        <p:cTn id="18" dur="500" fill="hold"/>
                                        <p:tgtEl>
                                          <p:spTgt spid="190470"/>
                                        </p:tgtEl>
                                        <p:attrNameLst>
                                          <p:attrName>ppt_x</p:attrName>
                                        </p:attrNameLst>
                                      </p:cBhvr>
                                      <p:tavLst>
                                        <p:tav tm="0">
                                          <p:val>
                                            <p:strVal val="0-#ppt_w/2"/>
                                          </p:val>
                                        </p:tav>
                                        <p:tav tm="100000">
                                          <p:val>
                                            <p:strVal val="#ppt_x"/>
                                          </p:val>
                                        </p:tav>
                                      </p:tavLst>
                                    </p:anim>
                                    <p:anim calcmode="lin" valueType="num">
                                      <p:cBhvr additive="base">
                                        <p:cTn id="19" dur="500" fill="hold"/>
                                        <p:tgtEl>
                                          <p:spTgt spid="1904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8" grpId="0" autoUpdateAnimBg="0"/>
      <p:bldP spid="190469" grpId="0" autoUpdateAnimBg="0"/>
      <p:bldP spid="19047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228600" y="1757363"/>
            <a:ext cx="8154988" cy="448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b="1">
                <a:solidFill>
                  <a:srgbClr val="800000"/>
                </a:solidFill>
                <a:latin typeface="Times New Roman" charset="0"/>
              </a:rPr>
              <a:t>#define</a:t>
            </a:r>
            <a:r>
              <a:rPr kumimoji="1" lang="en-US" altLang="zh-CN" sz="4000">
                <a:solidFill>
                  <a:srgbClr val="800000"/>
                </a:solidFill>
                <a:latin typeface="Times New Roman" charset="0"/>
              </a:rPr>
              <a:t>  MAX_TREE_SIZE  100      </a:t>
            </a:r>
          </a:p>
          <a:p>
            <a:pPr>
              <a:lnSpc>
                <a:spcPct val="120000"/>
              </a:lnSpc>
            </a:pPr>
            <a:r>
              <a:rPr kumimoji="1" lang="en-US" altLang="zh-CN" sz="4000">
                <a:solidFill>
                  <a:srgbClr val="800000"/>
                </a:solidFill>
                <a:latin typeface="Times New Roman" charset="0"/>
              </a:rPr>
              <a:t>             // </a:t>
            </a:r>
            <a:r>
              <a:rPr kumimoji="1" lang="zh-CN" altLang="en-US" sz="4000">
                <a:solidFill>
                  <a:srgbClr val="800000"/>
                </a:solidFill>
                <a:latin typeface="Times New Roman" charset="0"/>
                <a:ea typeface="楷体_GB2312" charset="0"/>
              </a:rPr>
              <a:t>二叉树的最大结点数</a:t>
            </a:r>
            <a:endParaRPr kumimoji="1" lang="zh-CN" altLang="en-US" sz="4000" b="1">
              <a:solidFill>
                <a:srgbClr val="800000"/>
              </a:solidFill>
              <a:latin typeface="Times New Roman" charset="0"/>
            </a:endParaRPr>
          </a:p>
          <a:p>
            <a:pPr>
              <a:lnSpc>
                <a:spcPct val="120000"/>
              </a:lnSpc>
            </a:pPr>
            <a:r>
              <a:rPr kumimoji="1" lang="en-US" altLang="zh-CN" sz="4000" b="1">
                <a:solidFill>
                  <a:srgbClr val="800000"/>
                </a:solidFill>
                <a:latin typeface="Times New Roman" charset="0"/>
              </a:rPr>
              <a:t>typedef </a:t>
            </a:r>
            <a:r>
              <a:rPr kumimoji="1" lang="en-US" altLang="zh-CN" sz="4000">
                <a:solidFill>
                  <a:srgbClr val="800000"/>
                </a:solidFill>
                <a:latin typeface="Times New Roman" charset="0"/>
              </a:rPr>
              <a:t>TElemType  SqBiTree[MAX_</a:t>
            </a:r>
          </a:p>
          <a:p>
            <a:pPr>
              <a:lnSpc>
                <a:spcPct val="120000"/>
              </a:lnSpc>
            </a:pPr>
            <a:r>
              <a:rPr kumimoji="1" lang="en-US" altLang="zh-CN" sz="4000">
                <a:solidFill>
                  <a:srgbClr val="800000"/>
                </a:solidFill>
                <a:latin typeface="Times New Roman" charset="0"/>
              </a:rPr>
              <a:t>                TREE_SIZE];   </a:t>
            </a:r>
          </a:p>
          <a:p>
            <a:pPr>
              <a:lnSpc>
                <a:spcPct val="120000"/>
              </a:lnSpc>
            </a:pPr>
            <a:r>
              <a:rPr kumimoji="1" lang="en-US" altLang="zh-CN" sz="4000">
                <a:solidFill>
                  <a:srgbClr val="800000"/>
                </a:solidFill>
                <a:latin typeface="Times New Roman" charset="0"/>
              </a:rPr>
              <a:t>             // 0</a:t>
            </a:r>
            <a:r>
              <a:rPr kumimoji="1" lang="zh-CN" altLang="en-US" sz="4000">
                <a:solidFill>
                  <a:srgbClr val="800000"/>
                </a:solidFill>
                <a:latin typeface="Times New Roman" charset="0"/>
                <a:ea typeface="楷体_GB2312" charset="0"/>
              </a:rPr>
              <a:t>号单元存储根结点</a:t>
            </a:r>
          </a:p>
          <a:p>
            <a:pPr>
              <a:lnSpc>
                <a:spcPct val="120000"/>
              </a:lnSpc>
            </a:pPr>
            <a:r>
              <a:rPr kumimoji="1" lang="en-US" altLang="zh-CN" sz="4000">
                <a:solidFill>
                  <a:srgbClr val="800000"/>
                </a:solidFill>
                <a:latin typeface="Times New Roman" charset="0"/>
              </a:rPr>
              <a:t>SqBiTree  bt;</a:t>
            </a:r>
            <a:endParaRPr kumimoji="1" lang="en-US" altLang="zh-CN" sz="4000">
              <a:latin typeface="Times New Roman" charset="0"/>
            </a:endParaRPr>
          </a:p>
        </p:txBody>
      </p:sp>
      <p:sp>
        <p:nvSpPr>
          <p:cNvPr id="191491" name="Text Box 3"/>
          <p:cNvSpPr txBox="1">
            <a:spLocks noChangeArrowheads="1"/>
          </p:cNvSpPr>
          <p:nvPr/>
        </p:nvSpPr>
        <p:spPr bwMode="auto">
          <a:xfrm>
            <a:off x="1447800" y="228600"/>
            <a:ext cx="70485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333399"/>
                </a:solidFill>
                <a:latin typeface="Times New Roman" charset="0"/>
                <a:ea typeface="楷体_GB2312" charset="0"/>
              </a:rPr>
              <a:t>一、 二叉树的顺序存储表示</a:t>
            </a:r>
            <a:endParaRPr kumimoji="1" lang="zh-CN" altLang="en-US" sz="2400" b="1">
              <a:solidFill>
                <a:srgbClr val="0000FF"/>
              </a:solidFill>
              <a:latin typeface="Times New Roman" charset="0"/>
              <a:ea typeface="楷体_GB2312" charset="0"/>
            </a:endParaRPr>
          </a:p>
        </p:txBody>
      </p:sp>
    </p:spTree>
    <p:extLst>
      <p:ext uri="{BB962C8B-B14F-4D97-AF65-F5344CB8AC3E}">
        <p14:creationId xmlns:p14="http://schemas.microsoft.com/office/powerpoint/2010/main" val="2833546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91490"/>
                                        </p:tgtEl>
                                        <p:attrNameLst>
                                          <p:attrName>style.visibility</p:attrName>
                                        </p:attrNameLst>
                                      </p:cBhvr>
                                      <p:to>
                                        <p:strVal val="visible"/>
                                      </p:to>
                                    </p:set>
                                    <p:anim calcmode="lin" valueType="num">
                                      <p:cBhvr>
                                        <p:cTn id="7" dur="500" fill="hold"/>
                                        <p:tgtEl>
                                          <p:spTgt spid="191490"/>
                                        </p:tgtEl>
                                        <p:attrNameLst>
                                          <p:attrName>ppt_x</p:attrName>
                                        </p:attrNameLst>
                                      </p:cBhvr>
                                      <p:tavLst>
                                        <p:tav tm="0">
                                          <p:val>
                                            <p:strVal val="#ppt_x-#ppt_w/2"/>
                                          </p:val>
                                        </p:tav>
                                        <p:tav tm="100000">
                                          <p:val>
                                            <p:strVal val="#ppt_x"/>
                                          </p:val>
                                        </p:tav>
                                      </p:tavLst>
                                    </p:anim>
                                    <p:anim calcmode="lin" valueType="num">
                                      <p:cBhvr>
                                        <p:cTn id="8" dur="500" fill="hold"/>
                                        <p:tgtEl>
                                          <p:spTgt spid="191490"/>
                                        </p:tgtEl>
                                        <p:attrNameLst>
                                          <p:attrName>ppt_y</p:attrName>
                                        </p:attrNameLst>
                                      </p:cBhvr>
                                      <p:tavLst>
                                        <p:tav tm="0">
                                          <p:val>
                                            <p:strVal val="#ppt_y"/>
                                          </p:val>
                                        </p:tav>
                                        <p:tav tm="100000">
                                          <p:val>
                                            <p:strVal val="#ppt_y"/>
                                          </p:val>
                                        </p:tav>
                                      </p:tavLst>
                                    </p:anim>
                                    <p:anim calcmode="lin" valueType="num">
                                      <p:cBhvr>
                                        <p:cTn id="9" dur="500" fill="hold"/>
                                        <p:tgtEl>
                                          <p:spTgt spid="191490"/>
                                        </p:tgtEl>
                                        <p:attrNameLst>
                                          <p:attrName>ppt_w</p:attrName>
                                        </p:attrNameLst>
                                      </p:cBhvr>
                                      <p:tavLst>
                                        <p:tav tm="0">
                                          <p:val>
                                            <p:fltVal val="0"/>
                                          </p:val>
                                        </p:tav>
                                        <p:tav tm="100000">
                                          <p:val>
                                            <p:strVal val="#ppt_w"/>
                                          </p:val>
                                        </p:tav>
                                      </p:tavLst>
                                    </p:anim>
                                    <p:anim calcmode="lin" valueType="num">
                                      <p:cBhvr>
                                        <p:cTn id="10" dur="500" fill="hold"/>
                                        <p:tgtEl>
                                          <p:spTgt spid="19149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p:cNvSpPr txBox="1">
            <a:spLocks noChangeArrowheads="1"/>
          </p:cNvSpPr>
          <p:nvPr/>
        </p:nvSpPr>
        <p:spPr bwMode="auto">
          <a:xfrm>
            <a:off x="1447800" y="152400"/>
            <a:ext cx="14906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3333CC"/>
                </a:solidFill>
                <a:latin typeface="Times New Roman" charset="0"/>
                <a:ea typeface="隶书" charset="0"/>
              </a:rPr>
              <a:t>例如</a:t>
            </a:r>
            <a:r>
              <a:rPr kumimoji="1" lang="en-US" altLang="zh-CN" sz="4400" b="1">
                <a:solidFill>
                  <a:srgbClr val="3333CC"/>
                </a:solidFill>
                <a:latin typeface="Times New Roman" charset="0"/>
                <a:ea typeface="隶书" charset="0"/>
              </a:rPr>
              <a:t>:</a:t>
            </a:r>
            <a:endParaRPr kumimoji="1" lang="en-US" altLang="zh-CN" sz="2400">
              <a:latin typeface="Times New Roman" charset="0"/>
            </a:endParaRPr>
          </a:p>
        </p:txBody>
      </p:sp>
      <p:sp useBgFill="1">
        <p:nvSpPr>
          <p:cNvPr id="192515" name="Oval 3"/>
          <p:cNvSpPr>
            <a:spLocks noChangeArrowheads="1"/>
          </p:cNvSpPr>
          <p:nvPr/>
        </p:nvSpPr>
        <p:spPr bwMode="auto">
          <a:xfrm>
            <a:off x="4191000" y="381000"/>
            <a:ext cx="762000" cy="762000"/>
          </a:xfrm>
          <a:prstGeom prst="ellipse">
            <a:avLst/>
          </a:prstGeom>
          <a:ln w="38100"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990033"/>
                </a:solidFill>
                <a:latin typeface="Times New Roman" charset="0"/>
              </a:rPr>
              <a:t>A</a:t>
            </a:r>
            <a:endParaRPr kumimoji="1" lang="en-US" altLang="zh-CN" sz="2400">
              <a:latin typeface="Times New Roman" charset="0"/>
            </a:endParaRPr>
          </a:p>
        </p:txBody>
      </p:sp>
      <p:sp useBgFill="1">
        <p:nvSpPr>
          <p:cNvPr id="192516" name="Oval 4"/>
          <p:cNvSpPr>
            <a:spLocks noChangeArrowheads="1"/>
          </p:cNvSpPr>
          <p:nvPr/>
        </p:nvSpPr>
        <p:spPr bwMode="auto">
          <a:xfrm>
            <a:off x="2209800" y="1219200"/>
            <a:ext cx="838200" cy="838200"/>
          </a:xfrm>
          <a:prstGeom prst="ellipse">
            <a:avLst/>
          </a:prstGeom>
          <a:ln w="28575"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990033"/>
                </a:solidFill>
                <a:latin typeface="Times New Roman" charset="0"/>
              </a:rPr>
              <a:t>B</a:t>
            </a:r>
            <a:endParaRPr kumimoji="1" lang="en-US" altLang="zh-CN" sz="2400">
              <a:latin typeface="Times New Roman" charset="0"/>
            </a:endParaRPr>
          </a:p>
        </p:txBody>
      </p:sp>
      <p:sp useBgFill="1">
        <p:nvSpPr>
          <p:cNvPr id="192517" name="Oval 5"/>
          <p:cNvSpPr>
            <a:spLocks noChangeArrowheads="1"/>
          </p:cNvSpPr>
          <p:nvPr/>
        </p:nvSpPr>
        <p:spPr bwMode="auto">
          <a:xfrm>
            <a:off x="3200400" y="2286000"/>
            <a:ext cx="762000" cy="762000"/>
          </a:xfrm>
          <a:prstGeom prst="ellipse">
            <a:avLst/>
          </a:prstGeom>
          <a:ln w="28575"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990033"/>
                </a:solidFill>
                <a:latin typeface="Times New Roman" charset="0"/>
              </a:rPr>
              <a:t>C</a:t>
            </a:r>
            <a:endParaRPr kumimoji="1" lang="en-US" altLang="zh-CN" sz="2400">
              <a:latin typeface="Times New Roman" charset="0"/>
            </a:endParaRPr>
          </a:p>
        </p:txBody>
      </p:sp>
      <p:sp useBgFill="1">
        <p:nvSpPr>
          <p:cNvPr id="192518" name="Oval 6"/>
          <p:cNvSpPr>
            <a:spLocks noChangeArrowheads="1"/>
          </p:cNvSpPr>
          <p:nvPr/>
        </p:nvSpPr>
        <p:spPr bwMode="auto">
          <a:xfrm>
            <a:off x="6096000" y="1219200"/>
            <a:ext cx="838200" cy="838200"/>
          </a:xfrm>
          <a:prstGeom prst="ellipse">
            <a:avLst/>
          </a:prstGeom>
          <a:ln w="28575"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990033"/>
                </a:solidFill>
                <a:latin typeface="Times New Roman" charset="0"/>
              </a:rPr>
              <a:t>D</a:t>
            </a:r>
            <a:endParaRPr kumimoji="1" lang="en-US" altLang="zh-CN" sz="2400">
              <a:latin typeface="Times New Roman" charset="0"/>
            </a:endParaRPr>
          </a:p>
        </p:txBody>
      </p:sp>
      <p:sp useBgFill="1">
        <p:nvSpPr>
          <p:cNvPr id="192519" name="Oval 7"/>
          <p:cNvSpPr>
            <a:spLocks noChangeArrowheads="1"/>
          </p:cNvSpPr>
          <p:nvPr/>
        </p:nvSpPr>
        <p:spPr bwMode="auto">
          <a:xfrm>
            <a:off x="7924800" y="2209800"/>
            <a:ext cx="838200" cy="838200"/>
          </a:xfrm>
          <a:prstGeom prst="ellipse">
            <a:avLst/>
          </a:prstGeom>
          <a:ln w="28575"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990033"/>
                </a:solidFill>
                <a:latin typeface="Times New Roman" charset="0"/>
              </a:rPr>
              <a:t>E</a:t>
            </a:r>
            <a:endParaRPr kumimoji="1" lang="en-US" altLang="zh-CN" sz="2400" b="1">
              <a:latin typeface="Times New Roman" charset="0"/>
            </a:endParaRPr>
          </a:p>
        </p:txBody>
      </p:sp>
      <p:sp useBgFill="1">
        <p:nvSpPr>
          <p:cNvPr id="192520" name="Oval 8"/>
          <p:cNvSpPr>
            <a:spLocks noChangeArrowheads="1"/>
          </p:cNvSpPr>
          <p:nvPr/>
        </p:nvSpPr>
        <p:spPr bwMode="auto">
          <a:xfrm>
            <a:off x="7010400" y="3276600"/>
            <a:ext cx="838200" cy="762000"/>
          </a:xfrm>
          <a:prstGeom prst="ellipse">
            <a:avLst/>
          </a:prstGeom>
          <a:ln w="28575"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990033"/>
                </a:solidFill>
                <a:latin typeface="Times New Roman" charset="0"/>
              </a:rPr>
              <a:t>F</a:t>
            </a:r>
            <a:endParaRPr kumimoji="1" lang="en-US" altLang="zh-CN" sz="2400">
              <a:latin typeface="Times New Roman" charset="0"/>
            </a:endParaRPr>
          </a:p>
        </p:txBody>
      </p:sp>
      <p:sp>
        <p:nvSpPr>
          <p:cNvPr id="192521" name="Line 9"/>
          <p:cNvSpPr>
            <a:spLocks noChangeShapeType="1"/>
          </p:cNvSpPr>
          <p:nvPr/>
        </p:nvSpPr>
        <p:spPr bwMode="auto">
          <a:xfrm>
            <a:off x="381000" y="5105400"/>
            <a:ext cx="8458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2" name="Line 10"/>
          <p:cNvSpPr>
            <a:spLocks noChangeShapeType="1"/>
          </p:cNvSpPr>
          <p:nvPr/>
        </p:nvSpPr>
        <p:spPr bwMode="auto">
          <a:xfrm>
            <a:off x="381000" y="5791200"/>
            <a:ext cx="8458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3" name="Line 11"/>
          <p:cNvSpPr>
            <a:spLocks noChangeShapeType="1"/>
          </p:cNvSpPr>
          <p:nvPr/>
        </p:nvSpPr>
        <p:spPr bwMode="auto">
          <a:xfrm>
            <a:off x="9144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4" name="Text Box 12"/>
          <p:cNvSpPr txBox="1">
            <a:spLocks noChangeArrowheads="1"/>
          </p:cNvSpPr>
          <p:nvPr/>
        </p:nvSpPr>
        <p:spPr bwMode="auto">
          <a:xfrm>
            <a:off x="304800" y="5105400"/>
            <a:ext cx="846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a:latin typeface="Times New Roman" charset="0"/>
              </a:rPr>
              <a:t> </a:t>
            </a:r>
            <a:r>
              <a:rPr kumimoji="1" lang="en-US" altLang="zh-CN" sz="3600">
                <a:solidFill>
                  <a:srgbClr val="990033"/>
                </a:solidFill>
                <a:latin typeface="Times New Roman" charset="0"/>
              </a:rPr>
              <a:t>A  B   D        C         E                                  F</a:t>
            </a:r>
          </a:p>
        </p:txBody>
      </p:sp>
      <p:sp>
        <p:nvSpPr>
          <p:cNvPr id="192525" name="Line 13"/>
          <p:cNvSpPr>
            <a:spLocks noChangeShapeType="1"/>
          </p:cNvSpPr>
          <p:nvPr/>
        </p:nvSpPr>
        <p:spPr bwMode="auto">
          <a:xfrm>
            <a:off x="15240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6" name="Line 14"/>
          <p:cNvSpPr>
            <a:spLocks noChangeShapeType="1"/>
          </p:cNvSpPr>
          <p:nvPr/>
        </p:nvSpPr>
        <p:spPr bwMode="auto">
          <a:xfrm>
            <a:off x="21336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7" name="Line 15"/>
          <p:cNvSpPr>
            <a:spLocks noChangeShapeType="1"/>
          </p:cNvSpPr>
          <p:nvPr/>
        </p:nvSpPr>
        <p:spPr bwMode="auto">
          <a:xfrm>
            <a:off x="27432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8" name="Line 16"/>
          <p:cNvSpPr>
            <a:spLocks noChangeShapeType="1"/>
          </p:cNvSpPr>
          <p:nvPr/>
        </p:nvSpPr>
        <p:spPr bwMode="auto">
          <a:xfrm>
            <a:off x="33528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29" name="Line 17"/>
          <p:cNvSpPr>
            <a:spLocks noChangeShapeType="1"/>
          </p:cNvSpPr>
          <p:nvPr/>
        </p:nvSpPr>
        <p:spPr bwMode="auto">
          <a:xfrm>
            <a:off x="40386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0" name="Line 18"/>
          <p:cNvSpPr>
            <a:spLocks noChangeShapeType="1"/>
          </p:cNvSpPr>
          <p:nvPr/>
        </p:nvSpPr>
        <p:spPr bwMode="auto">
          <a:xfrm>
            <a:off x="47244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1" name="Line 19"/>
          <p:cNvSpPr>
            <a:spLocks noChangeShapeType="1"/>
          </p:cNvSpPr>
          <p:nvPr/>
        </p:nvSpPr>
        <p:spPr bwMode="auto">
          <a:xfrm>
            <a:off x="53340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2" name="Line 20"/>
          <p:cNvSpPr>
            <a:spLocks noChangeShapeType="1"/>
          </p:cNvSpPr>
          <p:nvPr/>
        </p:nvSpPr>
        <p:spPr bwMode="auto">
          <a:xfrm>
            <a:off x="59436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3" name="Line 21"/>
          <p:cNvSpPr>
            <a:spLocks noChangeShapeType="1"/>
          </p:cNvSpPr>
          <p:nvPr/>
        </p:nvSpPr>
        <p:spPr bwMode="auto">
          <a:xfrm>
            <a:off x="64770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4" name="Line 22"/>
          <p:cNvSpPr>
            <a:spLocks noChangeShapeType="1"/>
          </p:cNvSpPr>
          <p:nvPr/>
        </p:nvSpPr>
        <p:spPr bwMode="auto">
          <a:xfrm>
            <a:off x="70866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5" name="Line 23"/>
          <p:cNvSpPr>
            <a:spLocks noChangeShapeType="1"/>
          </p:cNvSpPr>
          <p:nvPr/>
        </p:nvSpPr>
        <p:spPr bwMode="auto">
          <a:xfrm>
            <a:off x="76962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6" name="Line 24"/>
          <p:cNvSpPr>
            <a:spLocks noChangeShapeType="1"/>
          </p:cNvSpPr>
          <p:nvPr/>
        </p:nvSpPr>
        <p:spPr bwMode="auto">
          <a:xfrm>
            <a:off x="82296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7" name="Line 25"/>
          <p:cNvSpPr>
            <a:spLocks noChangeShapeType="1"/>
          </p:cNvSpPr>
          <p:nvPr/>
        </p:nvSpPr>
        <p:spPr bwMode="auto">
          <a:xfrm>
            <a:off x="88392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8" name="Line 26"/>
          <p:cNvSpPr>
            <a:spLocks noChangeShapeType="1"/>
          </p:cNvSpPr>
          <p:nvPr/>
        </p:nvSpPr>
        <p:spPr bwMode="auto">
          <a:xfrm>
            <a:off x="381000" y="5105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39" name="Text Box 27"/>
          <p:cNvSpPr txBox="1">
            <a:spLocks noChangeArrowheads="1"/>
          </p:cNvSpPr>
          <p:nvPr/>
        </p:nvSpPr>
        <p:spPr bwMode="auto">
          <a:xfrm>
            <a:off x="304800" y="4495800"/>
            <a:ext cx="848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a:latin typeface="Times New Roman" charset="0"/>
              </a:rPr>
              <a:t> </a:t>
            </a:r>
            <a:r>
              <a:rPr kumimoji="1" lang="en-US" altLang="zh-CN" sz="3600">
                <a:latin typeface="Times New Roman" charset="0"/>
              </a:rPr>
              <a:t>0   1   2    3   4    5    6    7   8   9  10 11 12 13</a:t>
            </a:r>
          </a:p>
        </p:txBody>
      </p:sp>
      <p:sp>
        <p:nvSpPr>
          <p:cNvPr id="192540" name="Line 28"/>
          <p:cNvSpPr>
            <a:spLocks noChangeShapeType="1"/>
          </p:cNvSpPr>
          <p:nvPr/>
        </p:nvSpPr>
        <p:spPr bwMode="auto">
          <a:xfrm flipH="1">
            <a:off x="2667000" y="762000"/>
            <a:ext cx="1524000" cy="457200"/>
          </a:xfrm>
          <a:prstGeom prst="line">
            <a:avLst/>
          </a:prstGeom>
          <a:noFill/>
          <a:ln w="28575" cap="sq">
            <a:solidFill>
              <a:srgbClr val="AE68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41" name="Line 29"/>
          <p:cNvSpPr>
            <a:spLocks noChangeShapeType="1"/>
          </p:cNvSpPr>
          <p:nvPr/>
        </p:nvSpPr>
        <p:spPr bwMode="auto">
          <a:xfrm>
            <a:off x="3048000" y="1600200"/>
            <a:ext cx="533400" cy="685800"/>
          </a:xfrm>
          <a:prstGeom prst="line">
            <a:avLst/>
          </a:prstGeom>
          <a:noFill/>
          <a:ln w="28575" cap="sq">
            <a:solidFill>
              <a:srgbClr val="AE68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42" name="Line 30"/>
          <p:cNvSpPr>
            <a:spLocks noChangeShapeType="1"/>
          </p:cNvSpPr>
          <p:nvPr/>
        </p:nvSpPr>
        <p:spPr bwMode="auto">
          <a:xfrm>
            <a:off x="4953000" y="762000"/>
            <a:ext cx="1524000" cy="457200"/>
          </a:xfrm>
          <a:prstGeom prst="line">
            <a:avLst/>
          </a:prstGeom>
          <a:noFill/>
          <a:ln w="28575" cap="sq">
            <a:solidFill>
              <a:srgbClr val="AE68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43" name="Line 31"/>
          <p:cNvSpPr>
            <a:spLocks noChangeShapeType="1"/>
          </p:cNvSpPr>
          <p:nvPr/>
        </p:nvSpPr>
        <p:spPr bwMode="auto">
          <a:xfrm>
            <a:off x="6934200" y="1600200"/>
            <a:ext cx="1447800" cy="609600"/>
          </a:xfrm>
          <a:prstGeom prst="line">
            <a:avLst/>
          </a:prstGeom>
          <a:noFill/>
          <a:ln w="28575" cap="sq">
            <a:solidFill>
              <a:srgbClr val="AE68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44" name="Line 32"/>
          <p:cNvSpPr>
            <a:spLocks noChangeShapeType="1"/>
          </p:cNvSpPr>
          <p:nvPr/>
        </p:nvSpPr>
        <p:spPr bwMode="auto">
          <a:xfrm flipH="1">
            <a:off x="7467600" y="2590800"/>
            <a:ext cx="457200" cy="685800"/>
          </a:xfrm>
          <a:prstGeom prst="line">
            <a:avLst/>
          </a:prstGeom>
          <a:noFill/>
          <a:ln w="28575" cap="sq">
            <a:solidFill>
              <a:srgbClr val="AE68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2545" name="Text Box 33"/>
          <p:cNvSpPr txBox="1">
            <a:spLocks noChangeArrowheads="1"/>
          </p:cNvSpPr>
          <p:nvPr/>
        </p:nvSpPr>
        <p:spPr bwMode="auto">
          <a:xfrm>
            <a:off x="2025650" y="8382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1</a:t>
            </a:r>
          </a:p>
        </p:txBody>
      </p:sp>
      <p:sp>
        <p:nvSpPr>
          <p:cNvPr id="192546" name="Text Box 34"/>
          <p:cNvSpPr txBox="1">
            <a:spLocks noChangeArrowheads="1"/>
          </p:cNvSpPr>
          <p:nvPr/>
        </p:nvSpPr>
        <p:spPr bwMode="auto">
          <a:xfrm>
            <a:off x="3048000" y="18732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4</a:t>
            </a:r>
          </a:p>
        </p:txBody>
      </p:sp>
      <p:sp>
        <p:nvSpPr>
          <p:cNvPr id="192547" name="Text Box 35"/>
          <p:cNvSpPr txBox="1">
            <a:spLocks noChangeArrowheads="1"/>
          </p:cNvSpPr>
          <p:nvPr/>
        </p:nvSpPr>
        <p:spPr bwMode="auto">
          <a:xfrm>
            <a:off x="4006850" y="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0</a:t>
            </a:r>
          </a:p>
        </p:txBody>
      </p:sp>
      <p:sp>
        <p:nvSpPr>
          <p:cNvPr id="192548" name="Text Box 36"/>
          <p:cNvSpPr txBox="1">
            <a:spLocks noChangeArrowheads="1"/>
          </p:cNvSpPr>
          <p:nvPr/>
        </p:nvSpPr>
        <p:spPr bwMode="auto">
          <a:xfrm>
            <a:off x="6826250" y="27876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13</a:t>
            </a:r>
          </a:p>
        </p:txBody>
      </p:sp>
      <p:sp>
        <p:nvSpPr>
          <p:cNvPr id="192549" name="Text Box 37"/>
          <p:cNvSpPr txBox="1">
            <a:spLocks noChangeArrowheads="1"/>
          </p:cNvSpPr>
          <p:nvPr/>
        </p:nvSpPr>
        <p:spPr bwMode="auto">
          <a:xfrm>
            <a:off x="6705600" y="7620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2</a:t>
            </a:r>
          </a:p>
        </p:txBody>
      </p:sp>
      <p:sp>
        <p:nvSpPr>
          <p:cNvPr id="192550" name="Text Box 38"/>
          <p:cNvSpPr txBox="1">
            <a:spLocks noChangeArrowheads="1"/>
          </p:cNvSpPr>
          <p:nvPr/>
        </p:nvSpPr>
        <p:spPr bwMode="auto">
          <a:xfrm>
            <a:off x="8382000" y="1676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6</a:t>
            </a:r>
          </a:p>
        </p:txBody>
      </p:sp>
      <p:sp>
        <p:nvSpPr>
          <p:cNvPr id="192551" name="AutoShape 39">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220018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2515"/>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92516"/>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92517"/>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92518"/>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92520"/>
                                        </p:tgtEl>
                                        <p:attrNameLst>
                                          <p:attrName>style.visibility</p:attrName>
                                        </p:attrNameLst>
                                      </p:cBhvr>
                                      <p:to>
                                        <p:strVal val="visible"/>
                                      </p:to>
                                    </p:set>
                                  </p:childTnLst>
                                </p:cTn>
                              </p:par>
                            </p:childTnLst>
                          </p:cTn>
                        </p:par>
                        <p:par>
                          <p:cTn id="19" fill="hold" nodeType="afterGroup">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92519"/>
                                        </p:tgtEl>
                                        <p:attrNameLst>
                                          <p:attrName>style.visibility</p:attrName>
                                        </p:attrNameLst>
                                      </p:cBhvr>
                                      <p:to>
                                        <p:strVal val="visible"/>
                                      </p:to>
                                    </p:set>
                                  </p:childTnLst>
                                </p:cTn>
                              </p:par>
                            </p:childTnLst>
                          </p:cTn>
                        </p:par>
                        <p:par>
                          <p:cTn id="22" fill="hold" nodeType="afterGroup">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92540"/>
                                        </p:tgtEl>
                                        <p:attrNameLst>
                                          <p:attrName>style.visibility</p:attrName>
                                        </p:attrNameLst>
                                      </p:cBhvr>
                                      <p:to>
                                        <p:strVal val="visible"/>
                                      </p:to>
                                    </p:set>
                                  </p:childTnLst>
                                </p:cTn>
                              </p:par>
                            </p:childTnLst>
                          </p:cTn>
                        </p:par>
                        <p:par>
                          <p:cTn id="25" fill="hold" nodeType="afterGroup">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92541"/>
                                        </p:tgtEl>
                                        <p:attrNameLst>
                                          <p:attrName>style.visibility</p:attrName>
                                        </p:attrNameLst>
                                      </p:cBhvr>
                                      <p:to>
                                        <p:strVal val="visible"/>
                                      </p:to>
                                    </p:set>
                                  </p:childTnLst>
                                </p:cTn>
                              </p:par>
                            </p:childTnLst>
                          </p:cTn>
                        </p:par>
                        <p:par>
                          <p:cTn id="28" fill="hold" nodeType="afterGroup">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92542"/>
                                        </p:tgtEl>
                                        <p:attrNameLst>
                                          <p:attrName>style.visibility</p:attrName>
                                        </p:attrNameLst>
                                      </p:cBhvr>
                                      <p:to>
                                        <p:strVal val="visible"/>
                                      </p:to>
                                    </p:set>
                                  </p:childTnLst>
                                </p:cTn>
                              </p:par>
                            </p:childTnLst>
                          </p:cTn>
                        </p:par>
                        <p:par>
                          <p:cTn id="31" fill="hold" nodeType="afterGroup">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92543"/>
                                        </p:tgtEl>
                                        <p:attrNameLst>
                                          <p:attrName>style.visibility</p:attrName>
                                        </p:attrNameLst>
                                      </p:cBhvr>
                                      <p:to>
                                        <p:strVal val="visible"/>
                                      </p:to>
                                    </p:set>
                                  </p:childTnLst>
                                </p:cTn>
                              </p:par>
                            </p:childTnLst>
                          </p:cTn>
                        </p:par>
                        <p:par>
                          <p:cTn id="34" fill="hold" nodeType="afterGroup">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192544"/>
                                        </p:tgtEl>
                                        <p:attrNameLst>
                                          <p:attrName>style.visibility</p:attrName>
                                        </p:attrNameLst>
                                      </p:cBhvr>
                                      <p:to>
                                        <p:strVal val="visible"/>
                                      </p:to>
                                    </p:set>
                                  </p:childTnLst>
                                </p:cTn>
                              </p:par>
                            </p:childTnLst>
                          </p:cTn>
                        </p:par>
                        <p:par>
                          <p:cTn id="37" fill="hold" nodeType="afterGroup">
                            <p:stCondLst>
                              <p:cond delay="5500"/>
                            </p:stCondLst>
                            <p:childTnLst>
                              <p:par>
                                <p:cTn id="38" presetID="1" presetClass="entr" presetSubtype="0" fill="hold" grpId="0" nodeType="afterEffect">
                                  <p:stCondLst>
                                    <p:cond delay="0"/>
                                  </p:stCondLst>
                                  <p:childTnLst>
                                    <p:set>
                                      <p:cBhvr>
                                        <p:cTn id="39" dur="1" fill="hold">
                                          <p:stCondLst>
                                            <p:cond delay="499"/>
                                          </p:stCondLst>
                                        </p:cTn>
                                        <p:tgtEl>
                                          <p:spTgt spid="192545"/>
                                        </p:tgtEl>
                                        <p:attrNameLst>
                                          <p:attrName>style.visibility</p:attrName>
                                        </p:attrNameLst>
                                      </p:cBhvr>
                                      <p:to>
                                        <p:strVal val="visible"/>
                                      </p:to>
                                    </p:set>
                                  </p:childTnLst>
                                </p:cTn>
                              </p:par>
                            </p:childTnLst>
                          </p:cTn>
                        </p:par>
                        <p:par>
                          <p:cTn id="40" fill="hold" nodeType="afterGroup">
                            <p:stCondLst>
                              <p:cond delay="6000"/>
                            </p:stCondLst>
                            <p:childTnLst>
                              <p:par>
                                <p:cTn id="41" presetID="1" presetClass="entr" presetSubtype="0" fill="hold" grpId="0" nodeType="afterEffect">
                                  <p:stCondLst>
                                    <p:cond delay="0"/>
                                  </p:stCondLst>
                                  <p:childTnLst>
                                    <p:set>
                                      <p:cBhvr>
                                        <p:cTn id="42" dur="1" fill="hold">
                                          <p:stCondLst>
                                            <p:cond delay="499"/>
                                          </p:stCondLst>
                                        </p:cTn>
                                        <p:tgtEl>
                                          <p:spTgt spid="192546"/>
                                        </p:tgtEl>
                                        <p:attrNameLst>
                                          <p:attrName>style.visibility</p:attrName>
                                        </p:attrNameLst>
                                      </p:cBhvr>
                                      <p:to>
                                        <p:strVal val="visible"/>
                                      </p:to>
                                    </p:set>
                                  </p:childTnLst>
                                </p:cTn>
                              </p:par>
                            </p:childTnLst>
                          </p:cTn>
                        </p:par>
                        <p:par>
                          <p:cTn id="43" fill="hold" nodeType="afterGroup">
                            <p:stCondLst>
                              <p:cond delay="6500"/>
                            </p:stCondLst>
                            <p:childTnLst>
                              <p:par>
                                <p:cTn id="44" presetID="1" presetClass="entr" presetSubtype="0" fill="hold" grpId="0" nodeType="afterEffect">
                                  <p:stCondLst>
                                    <p:cond delay="0"/>
                                  </p:stCondLst>
                                  <p:childTnLst>
                                    <p:set>
                                      <p:cBhvr>
                                        <p:cTn id="45" dur="1" fill="hold">
                                          <p:stCondLst>
                                            <p:cond delay="499"/>
                                          </p:stCondLst>
                                        </p:cTn>
                                        <p:tgtEl>
                                          <p:spTgt spid="192547"/>
                                        </p:tgtEl>
                                        <p:attrNameLst>
                                          <p:attrName>style.visibility</p:attrName>
                                        </p:attrNameLst>
                                      </p:cBhvr>
                                      <p:to>
                                        <p:strVal val="visible"/>
                                      </p:to>
                                    </p:set>
                                  </p:childTnLst>
                                </p:cTn>
                              </p:par>
                            </p:childTnLst>
                          </p:cTn>
                        </p:par>
                        <p:par>
                          <p:cTn id="46" fill="hold" nodeType="afterGroup">
                            <p:stCondLst>
                              <p:cond delay="7000"/>
                            </p:stCondLst>
                            <p:childTnLst>
                              <p:par>
                                <p:cTn id="47" presetID="1" presetClass="entr" presetSubtype="0" fill="hold" grpId="0" nodeType="afterEffect">
                                  <p:stCondLst>
                                    <p:cond delay="0"/>
                                  </p:stCondLst>
                                  <p:childTnLst>
                                    <p:set>
                                      <p:cBhvr>
                                        <p:cTn id="48" dur="1" fill="hold">
                                          <p:stCondLst>
                                            <p:cond delay="499"/>
                                          </p:stCondLst>
                                        </p:cTn>
                                        <p:tgtEl>
                                          <p:spTgt spid="192548"/>
                                        </p:tgtEl>
                                        <p:attrNameLst>
                                          <p:attrName>style.visibility</p:attrName>
                                        </p:attrNameLst>
                                      </p:cBhvr>
                                      <p:to>
                                        <p:strVal val="visible"/>
                                      </p:to>
                                    </p:set>
                                  </p:childTnLst>
                                </p:cTn>
                              </p:par>
                            </p:childTnLst>
                          </p:cTn>
                        </p:par>
                        <p:par>
                          <p:cTn id="49" fill="hold" nodeType="afterGroup">
                            <p:stCondLst>
                              <p:cond delay="7500"/>
                            </p:stCondLst>
                            <p:childTnLst>
                              <p:par>
                                <p:cTn id="50" presetID="2" presetClass="entr" presetSubtype="6" fill="hold" grpId="0" nodeType="afterEffect">
                                  <p:stCondLst>
                                    <p:cond delay="0"/>
                                  </p:stCondLst>
                                  <p:childTnLst>
                                    <p:set>
                                      <p:cBhvr>
                                        <p:cTn id="51" dur="1" fill="hold">
                                          <p:stCondLst>
                                            <p:cond delay="0"/>
                                          </p:stCondLst>
                                        </p:cTn>
                                        <p:tgtEl>
                                          <p:spTgt spid="192551"/>
                                        </p:tgtEl>
                                        <p:attrNameLst>
                                          <p:attrName>style.visibility</p:attrName>
                                        </p:attrNameLst>
                                      </p:cBhvr>
                                      <p:to>
                                        <p:strVal val="visible"/>
                                      </p:to>
                                    </p:set>
                                    <p:anim calcmode="lin" valueType="num">
                                      <p:cBhvr additive="base">
                                        <p:cTn id="52" dur="500" fill="hold"/>
                                        <p:tgtEl>
                                          <p:spTgt spid="192551"/>
                                        </p:tgtEl>
                                        <p:attrNameLst>
                                          <p:attrName>ppt_x</p:attrName>
                                        </p:attrNameLst>
                                      </p:cBhvr>
                                      <p:tavLst>
                                        <p:tav tm="0">
                                          <p:val>
                                            <p:strVal val="1+#ppt_w/2"/>
                                          </p:val>
                                        </p:tav>
                                        <p:tav tm="100000">
                                          <p:val>
                                            <p:strVal val="#ppt_x"/>
                                          </p:val>
                                        </p:tav>
                                      </p:tavLst>
                                    </p:anim>
                                    <p:anim calcmode="lin" valueType="num">
                                      <p:cBhvr additive="base">
                                        <p:cTn id="53" dur="500" fill="hold"/>
                                        <p:tgtEl>
                                          <p:spTgt spid="192551"/>
                                        </p:tgtEl>
                                        <p:attrNameLst>
                                          <p:attrName>ppt_y</p:attrName>
                                        </p:attrNameLst>
                                      </p:cBhvr>
                                      <p:tavLst>
                                        <p:tav tm="0">
                                          <p:val>
                                            <p:strVal val="1+#ppt_h/2"/>
                                          </p:val>
                                        </p:tav>
                                        <p:tav tm="100000">
                                          <p:val>
                                            <p:strVal val="#ppt_y"/>
                                          </p:val>
                                        </p:tav>
                                      </p:tavLst>
                                    </p:anim>
                                  </p:childTnLst>
                                </p:cTn>
                              </p:par>
                            </p:childTnLst>
                          </p:cTn>
                        </p:par>
                        <p:par>
                          <p:cTn id="54" fill="hold" nodeType="afterGroup">
                            <p:stCondLst>
                              <p:cond delay="8000"/>
                            </p:stCondLst>
                            <p:childTnLst>
                              <p:par>
                                <p:cTn id="55" presetID="1" presetClass="entr" presetSubtype="0" fill="hold" grpId="0" nodeType="afterEffect">
                                  <p:stCondLst>
                                    <p:cond delay="0"/>
                                  </p:stCondLst>
                                  <p:childTnLst>
                                    <p:set>
                                      <p:cBhvr>
                                        <p:cTn id="56" dur="1" fill="hold">
                                          <p:stCondLst>
                                            <p:cond delay="499"/>
                                          </p:stCondLst>
                                        </p:cTn>
                                        <p:tgtEl>
                                          <p:spTgt spid="192549"/>
                                        </p:tgtEl>
                                        <p:attrNameLst>
                                          <p:attrName>style.visibility</p:attrName>
                                        </p:attrNameLst>
                                      </p:cBhvr>
                                      <p:to>
                                        <p:strVal val="visible"/>
                                      </p:to>
                                    </p:set>
                                  </p:childTnLst>
                                </p:cTn>
                              </p:par>
                            </p:childTnLst>
                          </p:cTn>
                        </p:par>
                        <p:par>
                          <p:cTn id="57" fill="hold" nodeType="afterGroup">
                            <p:stCondLst>
                              <p:cond delay="8500"/>
                            </p:stCondLst>
                            <p:childTnLst>
                              <p:par>
                                <p:cTn id="58" presetID="1" presetClass="entr" presetSubtype="0" fill="hold" grpId="0" nodeType="afterEffect">
                                  <p:stCondLst>
                                    <p:cond delay="0"/>
                                  </p:stCondLst>
                                  <p:childTnLst>
                                    <p:set>
                                      <p:cBhvr>
                                        <p:cTn id="59" dur="1" fill="hold">
                                          <p:stCondLst>
                                            <p:cond delay="499"/>
                                          </p:stCondLst>
                                        </p:cTn>
                                        <p:tgtEl>
                                          <p:spTgt spid="192550"/>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192524"/>
                                        </p:tgtEl>
                                        <p:attrNameLst>
                                          <p:attrName>style.visibility</p:attrName>
                                        </p:attrNameLst>
                                      </p:cBhvr>
                                      <p:to>
                                        <p:strVal val="visible"/>
                                      </p:to>
                                    </p:set>
                                  </p:childTnLst>
                                </p:cTn>
                              </p:par>
                            </p:childTnLst>
                          </p:cTn>
                        </p:par>
                        <p:par>
                          <p:cTn id="64" fill="hold" nodeType="afterGroup">
                            <p:stCondLst>
                              <p:cond delay="500"/>
                            </p:stCondLst>
                            <p:childTnLst>
                              <p:par>
                                <p:cTn id="65" presetID="1" presetClass="entr" presetSubtype="0" fill="hold" grpId="0" nodeType="afterEffect">
                                  <p:stCondLst>
                                    <p:cond delay="0"/>
                                  </p:stCondLst>
                                  <p:childTnLst>
                                    <p:set>
                                      <p:cBhvr>
                                        <p:cTn id="66" dur="1" fill="hold">
                                          <p:stCondLst>
                                            <p:cond delay="499"/>
                                          </p:stCondLst>
                                        </p:cTn>
                                        <p:tgtEl>
                                          <p:spTgt spid="192538"/>
                                        </p:tgtEl>
                                        <p:attrNameLst>
                                          <p:attrName>style.visibility</p:attrName>
                                        </p:attrNameLst>
                                      </p:cBhvr>
                                      <p:to>
                                        <p:strVal val="visible"/>
                                      </p:to>
                                    </p:set>
                                  </p:childTnLst>
                                </p:cTn>
                              </p:par>
                            </p:childTnLst>
                          </p:cTn>
                        </p:par>
                        <p:par>
                          <p:cTn id="67" fill="hold" nodeType="afterGroup">
                            <p:stCondLst>
                              <p:cond delay="1000"/>
                            </p:stCondLst>
                            <p:childTnLst>
                              <p:par>
                                <p:cTn id="68" presetID="1" presetClass="entr" presetSubtype="0" fill="hold" grpId="0" nodeType="afterEffect">
                                  <p:stCondLst>
                                    <p:cond delay="0"/>
                                  </p:stCondLst>
                                  <p:childTnLst>
                                    <p:set>
                                      <p:cBhvr>
                                        <p:cTn id="69" dur="1" fill="hold">
                                          <p:stCondLst>
                                            <p:cond delay="499"/>
                                          </p:stCondLst>
                                        </p:cTn>
                                        <p:tgtEl>
                                          <p:spTgt spid="192521"/>
                                        </p:tgtEl>
                                        <p:attrNameLst>
                                          <p:attrName>style.visibility</p:attrName>
                                        </p:attrNameLst>
                                      </p:cBhvr>
                                      <p:to>
                                        <p:strVal val="visible"/>
                                      </p:to>
                                    </p:set>
                                  </p:childTnLst>
                                </p:cTn>
                              </p:par>
                            </p:childTnLst>
                          </p:cTn>
                        </p:par>
                        <p:par>
                          <p:cTn id="70" fill="hold" nodeType="afterGroup">
                            <p:stCondLst>
                              <p:cond delay="1500"/>
                            </p:stCondLst>
                            <p:childTnLst>
                              <p:par>
                                <p:cTn id="71" presetID="1" presetClass="entr" presetSubtype="0" fill="hold" grpId="0" nodeType="afterEffect">
                                  <p:stCondLst>
                                    <p:cond delay="0"/>
                                  </p:stCondLst>
                                  <p:childTnLst>
                                    <p:set>
                                      <p:cBhvr>
                                        <p:cTn id="72" dur="1" fill="hold">
                                          <p:stCondLst>
                                            <p:cond delay="499"/>
                                          </p:stCondLst>
                                        </p:cTn>
                                        <p:tgtEl>
                                          <p:spTgt spid="192522"/>
                                        </p:tgtEl>
                                        <p:attrNameLst>
                                          <p:attrName>style.visibility</p:attrName>
                                        </p:attrNameLst>
                                      </p:cBhvr>
                                      <p:to>
                                        <p:strVal val="visible"/>
                                      </p:to>
                                    </p:set>
                                  </p:childTnLst>
                                </p:cTn>
                              </p:par>
                            </p:childTnLst>
                          </p:cTn>
                        </p:par>
                        <p:par>
                          <p:cTn id="73" fill="hold" nodeType="afterGroup">
                            <p:stCondLst>
                              <p:cond delay="2000"/>
                            </p:stCondLst>
                            <p:childTnLst>
                              <p:par>
                                <p:cTn id="74" presetID="1" presetClass="entr" presetSubtype="0" fill="hold" grpId="0" nodeType="afterEffect">
                                  <p:stCondLst>
                                    <p:cond delay="0"/>
                                  </p:stCondLst>
                                  <p:childTnLst>
                                    <p:set>
                                      <p:cBhvr>
                                        <p:cTn id="75" dur="1" fill="hold">
                                          <p:stCondLst>
                                            <p:cond delay="499"/>
                                          </p:stCondLst>
                                        </p:cTn>
                                        <p:tgtEl>
                                          <p:spTgt spid="192523"/>
                                        </p:tgtEl>
                                        <p:attrNameLst>
                                          <p:attrName>style.visibility</p:attrName>
                                        </p:attrNameLst>
                                      </p:cBhvr>
                                      <p:to>
                                        <p:strVal val="visible"/>
                                      </p:to>
                                    </p:set>
                                  </p:childTnLst>
                                </p:cTn>
                              </p:par>
                            </p:childTnLst>
                          </p:cTn>
                        </p:par>
                        <p:par>
                          <p:cTn id="76" fill="hold" nodeType="afterGroup">
                            <p:stCondLst>
                              <p:cond delay="2500"/>
                            </p:stCondLst>
                            <p:childTnLst>
                              <p:par>
                                <p:cTn id="77" presetID="1" presetClass="entr" presetSubtype="0" fill="hold" grpId="0" nodeType="afterEffect">
                                  <p:stCondLst>
                                    <p:cond delay="0"/>
                                  </p:stCondLst>
                                  <p:childTnLst>
                                    <p:set>
                                      <p:cBhvr>
                                        <p:cTn id="78" dur="1" fill="hold">
                                          <p:stCondLst>
                                            <p:cond delay="499"/>
                                          </p:stCondLst>
                                        </p:cTn>
                                        <p:tgtEl>
                                          <p:spTgt spid="192525"/>
                                        </p:tgtEl>
                                        <p:attrNameLst>
                                          <p:attrName>style.visibility</p:attrName>
                                        </p:attrNameLst>
                                      </p:cBhvr>
                                      <p:to>
                                        <p:strVal val="visible"/>
                                      </p:to>
                                    </p:set>
                                  </p:childTnLst>
                                </p:cTn>
                              </p:par>
                            </p:childTnLst>
                          </p:cTn>
                        </p:par>
                        <p:par>
                          <p:cTn id="79" fill="hold" nodeType="afterGroup">
                            <p:stCondLst>
                              <p:cond delay="3000"/>
                            </p:stCondLst>
                            <p:childTnLst>
                              <p:par>
                                <p:cTn id="80" presetID="1" presetClass="entr" presetSubtype="0" fill="hold" grpId="0" nodeType="afterEffect">
                                  <p:stCondLst>
                                    <p:cond delay="0"/>
                                  </p:stCondLst>
                                  <p:childTnLst>
                                    <p:set>
                                      <p:cBhvr>
                                        <p:cTn id="81" dur="1" fill="hold">
                                          <p:stCondLst>
                                            <p:cond delay="499"/>
                                          </p:stCondLst>
                                        </p:cTn>
                                        <p:tgtEl>
                                          <p:spTgt spid="192526"/>
                                        </p:tgtEl>
                                        <p:attrNameLst>
                                          <p:attrName>style.visibility</p:attrName>
                                        </p:attrNameLst>
                                      </p:cBhvr>
                                      <p:to>
                                        <p:strVal val="visible"/>
                                      </p:to>
                                    </p:set>
                                  </p:childTnLst>
                                </p:cTn>
                              </p:par>
                            </p:childTnLst>
                          </p:cTn>
                        </p:par>
                        <p:par>
                          <p:cTn id="82" fill="hold" nodeType="afterGroup">
                            <p:stCondLst>
                              <p:cond delay="3500"/>
                            </p:stCondLst>
                            <p:childTnLst>
                              <p:par>
                                <p:cTn id="83" presetID="1" presetClass="entr" presetSubtype="0" fill="hold" grpId="0" nodeType="afterEffect">
                                  <p:stCondLst>
                                    <p:cond delay="0"/>
                                  </p:stCondLst>
                                  <p:childTnLst>
                                    <p:set>
                                      <p:cBhvr>
                                        <p:cTn id="84" dur="1" fill="hold">
                                          <p:stCondLst>
                                            <p:cond delay="499"/>
                                          </p:stCondLst>
                                        </p:cTn>
                                        <p:tgtEl>
                                          <p:spTgt spid="192527"/>
                                        </p:tgtEl>
                                        <p:attrNameLst>
                                          <p:attrName>style.visibility</p:attrName>
                                        </p:attrNameLst>
                                      </p:cBhvr>
                                      <p:to>
                                        <p:strVal val="visible"/>
                                      </p:to>
                                    </p:set>
                                  </p:childTnLst>
                                </p:cTn>
                              </p:par>
                            </p:childTnLst>
                          </p:cTn>
                        </p:par>
                        <p:par>
                          <p:cTn id="85" fill="hold" nodeType="afterGroup">
                            <p:stCondLst>
                              <p:cond delay="4000"/>
                            </p:stCondLst>
                            <p:childTnLst>
                              <p:par>
                                <p:cTn id="86" presetID="1" presetClass="entr" presetSubtype="0" fill="hold" grpId="0" nodeType="afterEffect">
                                  <p:stCondLst>
                                    <p:cond delay="0"/>
                                  </p:stCondLst>
                                  <p:childTnLst>
                                    <p:set>
                                      <p:cBhvr>
                                        <p:cTn id="87" dur="1" fill="hold">
                                          <p:stCondLst>
                                            <p:cond delay="499"/>
                                          </p:stCondLst>
                                        </p:cTn>
                                        <p:tgtEl>
                                          <p:spTgt spid="192528"/>
                                        </p:tgtEl>
                                        <p:attrNameLst>
                                          <p:attrName>style.visibility</p:attrName>
                                        </p:attrNameLst>
                                      </p:cBhvr>
                                      <p:to>
                                        <p:strVal val="visible"/>
                                      </p:to>
                                    </p:set>
                                  </p:childTnLst>
                                </p:cTn>
                              </p:par>
                            </p:childTnLst>
                          </p:cTn>
                        </p:par>
                        <p:par>
                          <p:cTn id="88" fill="hold" nodeType="afterGroup">
                            <p:stCondLst>
                              <p:cond delay="4500"/>
                            </p:stCondLst>
                            <p:childTnLst>
                              <p:par>
                                <p:cTn id="89" presetID="1" presetClass="entr" presetSubtype="0" fill="hold" grpId="0" nodeType="afterEffect">
                                  <p:stCondLst>
                                    <p:cond delay="0"/>
                                  </p:stCondLst>
                                  <p:childTnLst>
                                    <p:set>
                                      <p:cBhvr>
                                        <p:cTn id="90" dur="1" fill="hold">
                                          <p:stCondLst>
                                            <p:cond delay="499"/>
                                          </p:stCondLst>
                                        </p:cTn>
                                        <p:tgtEl>
                                          <p:spTgt spid="192529"/>
                                        </p:tgtEl>
                                        <p:attrNameLst>
                                          <p:attrName>style.visibility</p:attrName>
                                        </p:attrNameLst>
                                      </p:cBhvr>
                                      <p:to>
                                        <p:strVal val="visible"/>
                                      </p:to>
                                    </p:set>
                                  </p:childTnLst>
                                </p:cTn>
                              </p:par>
                            </p:childTnLst>
                          </p:cTn>
                        </p:par>
                        <p:par>
                          <p:cTn id="91" fill="hold" nodeType="afterGroup">
                            <p:stCondLst>
                              <p:cond delay="5000"/>
                            </p:stCondLst>
                            <p:childTnLst>
                              <p:par>
                                <p:cTn id="92" presetID="1" presetClass="entr" presetSubtype="0" fill="hold" grpId="0" nodeType="afterEffect">
                                  <p:stCondLst>
                                    <p:cond delay="0"/>
                                  </p:stCondLst>
                                  <p:childTnLst>
                                    <p:set>
                                      <p:cBhvr>
                                        <p:cTn id="93" dur="1" fill="hold">
                                          <p:stCondLst>
                                            <p:cond delay="499"/>
                                          </p:stCondLst>
                                        </p:cTn>
                                        <p:tgtEl>
                                          <p:spTgt spid="192530"/>
                                        </p:tgtEl>
                                        <p:attrNameLst>
                                          <p:attrName>style.visibility</p:attrName>
                                        </p:attrNameLst>
                                      </p:cBhvr>
                                      <p:to>
                                        <p:strVal val="visible"/>
                                      </p:to>
                                    </p:set>
                                  </p:childTnLst>
                                </p:cTn>
                              </p:par>
                            </p:childTnLst>
                          </p:cTn>
                        </p:par>
                        <p:par>
                          <p:cTn id="94" fill="hold" nodeType="afterGroup">
                            <p:stCondLst>
                              <p:cond delay="5500"/>
                            </p:stCondLst>
                            <p:childTnLst>
                              <p:par>
                                <p:cTn id="95" presetID="1" presetClass="entr" presetSubtype="0" fill="hold" grpId="0" nodeType="afterEffect">
                                  <p:stCondLst>
                                    <p:cond delay="0"/>
                                  </p:stCondLst>
                                  <p:childTnLst>
                                    <p:set>
                                      <p:cBhvr>
                                        <p:cTn id="96" dur="1" fill="hold">
                                          <p:stCondLst>
                                            <p:cond delay="499"/>
                                          </p:stCondLst>
                                        </p:cTn>
                                        <p:tgtEl>
                                          <p:spTgt spid="192531"/>
                                        </p:tgtEl>
                                        <p:attrNameLst>
                                          <p:attrName>style.visibility</p:attrName>
                                        </p:attrNameLst>
                                      </p:cBhvr>
                                      <p:to>
                                        <p:strVal val="visible"/>
                                      </p:to>
                                    </p:set>
                                  </p:childTnLst>
                                </p:cTn>
                              </p:par>
                            </p:childTnLst>
                          </p:cTn>
                        </p:par>
                        <p:par>
                          <p:cTn id="97" fill="hold" nodeType="afterGroup">
                            <p:stCondLst>
                              <p:cond delay="6000"/>
                            </p:stCondLst>
                            <p:childTnLst>
                              <p:par>
                                <p:cTn id="98" presetID="1" presetClass="entr" presetSubtype="0" fill="hold" grpId="0" nodeType="afterEffect">
                                  <p:stCondLst>
                                    <p:cond delay="0"/>
                                  </p:stCondLst>
                                  <p:childTnLst>
                                    <p:set>
                                      <p:cBhvr>
                                        <p:cTn id="99" dur="1" fill="hold">
                                          <p:stCondLst>
                                            <p:cond delay="499"/>
                                          </p:stCondLst>
                                        </p:cTn>
                                        <p:tgtEl>
                                          <p:spTgt spid="192532"/>
                                        </p:tgtEl>
                                        <p:attrNameLst>
                                          <p:attrName>style.visibility</p:attrName>
                                        </p:attrNameLst>
                                      </p:cBhvr>
                                      <p:to>
                                        <p:strVal val="visible"/>
                                      </p:to>
                                    </p:set>
                                  </p:childTnLst>
                                </p:cTn>
                              </p:par>
                            </p:childTnLst>
                          </p:cTn>
                        </p:par>
                        <p:par>
                          <p:cTn id="100" fill="hold" nodeType="afterGroup">
                            <p:stCondLst>
                              <p:cond delay="6500"/>
                            </p:stCondLst>
                            <p:childTnLst>
                              <p:par>
                                <p:cTn id="101" presetID="1" presetClass="entr" presetSubtype="0" fill="hold" grpId="0" nodeType="afterEffect">
                                  <p:stCondLst>
                                    <p:cond delay="0"/>
                                  </p:stCondLst>
                                  <p:childTnLst>
                                    <p:set>
                                      <p:cBhvr>
                                        <p:cTn id="102" dur="1" fill="hold">
                                          <p:stCondLst>
                                            <p:cond delay="499"/>
                                          </p:stCondLst>
                                        </p:cTn>
                                        <p:tgtEl>
                                          <p:spTgt spid="192533"/>
                                        </p:tgtEl>
                                        <p:attrNameLst>
                                          <p:attrName>style.visibility</p:attrName>
                                        </p:attrNameLst>
                                      </p:cBhvr>
                                      <p:to>
                                        <p:strVal val="visible"/>
                                      </p:to>
                                    </p:set>
                                  </p:childTnLst>
                                </p:cTn>
                              </p:par>
                            </p:childTnLst>
                          </p:cTn>
                        </p:par>
                        <p:par>
                          <p:cTn id="103" fill="hold" nodeType="afterGroup">
                            <p:stCondLst>
                              <p:cond delay="7000"/>
                            </p:stCondLst>
                            <p:childTnLst>
                              <p:par>
                                <p:cTn id="104" presetID="1" presetClass="entr" presetSubtype="0" fill="hold" grpId="0" nodeType="afterEffect">
                                  <p:stCondLst>
                                    <p:cond delay="0"/>
                                  </p:stCondLst>
                                  <p:childTnLst>
                                    <p:set>
                                      <p:cBhvr>
                                        <p:cTn id="105" dur="1" fill="hold">
                                          <p:stCondLst>
                                            <p:cond delay="499"/>
                                          </p:stCondLst>
                                        </p:cTn>
                                        <p:tgtEl>
                                          <p:spTgt spid="192534"/>
                                        </p:tgtEl>
                                        <p:attrNameLst>
                                          <p:attrName>style.visibility</p:attrName>
                                        </p:attrNameLst>
                                      </p:cBhvr>
                                      <p:to>
                                        <p:strVal val="visible"/>
                                      </p:to>
                                    </p:set>
                                  </p:childTnLst>
                                </p:cTn>
                              </p:par>
                            </p:childTnLst>
                          </p:cTn>
                        </p:par>
                        <p:par>
                          <p:cTn id="106" fill="hold" nodeType="afterGroup">
                            <p:stCondLst>
                              <p:cond delay="7500"/>
                            </p:stCondLst>
                            <p:childTnLst>
                              <p:par>
                                <p:cTn id="107" presetID="1" presetClass="entr" presetSubtype="0" fill="hold" grpId="0" nodeType="afterEffect">
                                  <p:stCondLst>
                                    <p:cond delay="0"/>
                                  </p:stCondLst>
                                  <p:childTnLst>
                                    <p:set>
                                      <p:cBhvr>
                                        <p:cTn id="108" dur="1" fill="hold">
                                          <p:stCondLst>
                                            <p:cond delay="499"/>
                                          </p:stCondLst>
                                        </p:cTn>
                                        <p:tgtEl>
                                          <p:spTgt spid="192535"/>
                                        </p:tgtEl>
                                        <p:attrNameLst>
                                          <p:attrName>style.visibility</p:attrName>
                                        </p:attrNameLst>
                                      </p:cBhvr>
                                      <p:to>
                                        <p:strVal val="visible"/>
                                      </p:to>
                                    </p:set>
                                  </p:childTnLst>
                                </p:cTn>
                              </p:par>
                            </p:childTnLst>
                          </p:cTn>
                        </p:par>
                        <p:par>
                          <p:cTn id="109" fill="hold" nodeType="afterGroup">
                            <p:stCondLst>
                              <p:cond delay="8000"/>
                            </p:stCondLst>
                            <p:childTnLst>
                              <p:par>
                                <p:cTn id="110" presetID="1" presetClass="entr" presetSubtype="0" fill="hold" grpId="0" nodeType="afterEffect">
                                  <p:stCondLst>
                                    <p:cond delay="0"/>
                                  </p:stCondLst>
                                  <p:childTnLst>
                                    <p:set>
                                      <p:cBhvr>
                                        <p:cTn id="111" dur="1" fill="hold">
                                          <p:stCondLst>
                                            <p:cond delay="499"/>
                                          </p:stCondLst>
                                        </p:cTn>
                                        <p:tgtEl>
                                          <p:spTgt spid="192536"/>
                                        </p:tgtEl>
                                        <p:attrNameLst>
                                          <p:attrName>style.visibility</p:attrName>
                                        </p:attrNameLst>
                                      </p:cBhvr>
                                      <p:to>
                                        <p:strVal val="visible"/>
                                      </p:to>
                                    </p:set>
                                  </p:childTnLst>
                                </p:cTn>
                              </p:par>
                            </p:childTnLst>
                          </p:cTn>
                        </p:par>
                        <p:par>
                          <p:cTn id="112" fill="hold" nodeType="afterGroup">
                            <p:stCondLst>
                              <p:cond delay="8500"/>
                            </p:stCondLst>
                            <p:childTnLst>
                              <p:par>
                                <p:cTn id="113" presetID="1" presetClass="entr" presetSubtype="0" fill="hold" grpId="0" nodeType="afterEffect">
                                  <p:stCondLst>
                                    <p:cond delay="0"/>
                                  </p:stCondLst>
                                  <p:childTnLst>
                                    <p:set>
                                      <p:cBhvr>
                                        <p:cTn id="114" dur="1" fill="hold">
                                          <p:stCondLst>
                                            <p:cond delay="499"/>
                                          </p:stCondLst>
                                        </p:cTn>
                                        <p:tgtEl>
                                          <p:spTgt spid="192537"/>
                                        </p:tgtEl>
                                        <p:attrNameLst>
                                          <p:attrName>style.visibility</p:attrName>
                                        </p:attrNameLst>
                                      </p:cBhvr>
                                      <p:to>
                                        <p:strVal val="visible"/>
                                      </p:to>
                                    </p:set>
                                  </p:childTnLst>
                                </p:cTn>
                              </p:par>
                            </p:childTnLst>
                          </p:cTn>
                        </p:par>
                        <p:par>
                          <p:cTn id="115" fill="hold" nodeType="afterGroup">
                            <p:stCondLst>
                              <p:cond delay="9000"/>
                            </p:stCondLst>
                            <p:childTnLst>
                              <p:par>
                                <p:cTn id="116" presetID="1" presetClass="entr" presetSubtype="0" fill="hold" grpId="0" nodeType="afterEffect">
                                  <p:stCondLst>
                                    <p:cond delay="0"/>
                                  </p:stCondLst>
                                  <p:childTnLst>
                                    <p:set>
                                      <p:cBhvr>
                                        <p:cTn id="117" dur="1" fill="hold">
                                          <p:stCondLst>
                                            <p:cond delay="499"/>
                                          </p:stCondLst>
                                        </p:cTn>
                                        <p:tgtEl>
                                          <p:spTgt spid="1925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animBg="1" autoUpdateAnimBg="0"/>
      <p:bldP spid="192516" grpId="0" animBg="1" autoUpdateAnimBg="0"/>
      <p:bldP spid="192517" grpId="0" animBg="1" autoUpdateAnimBg="0"/>
      <p:bldP spid="192518" grpId="0" animBg="1" autoUpdateAnimBg="0"/>
      <p:bldP spid="192519" grpId="0" animBg="1" autoUpdateAnimBg="0"/>
      <p:bldP spid="192520" grpId="0" animBg="1" autoUpdateAnimBg="0"/>
      <p:bldP spid="192521" grpId="0" animBg="1"/>
      <p:bldP spid="192522" grpId="0" animBg="1"/>
      <p:bldP spid="192523" grpId="0" animBg="1"/>
      <p:bldP spid="192524" grpId="0" autoUpdateAnimBg="0"/>
      <p:bldP spid="192525" grpId="0" animBg="1"/>
      <p:bldP spid="192526" grpId="0" animBg="1"/>
      <p:bldP spid="192527" grpId="0" animBg="1"/>
      <p:bldP spid="192528" grpId="0" animBg="1"/>
      <p:bldP spid="192529" grpId="0" animBg="1"/>
      <p:bldP spid="192530" grpId="0" animBg="1"/>
      <p:bldP spid="192531" grpId="0" animBg="1"/>
      <p:bldP spid="192532" grpId="0" animBg="1"/>
      <p:bldP spid="192533" grpId="0" animBg="1"/>
      <p:bldP spid="192534" grpId="0" animBg="1"/>
      <p:bldP spid="192535" grpId="0" animBg="1"/>
      <p:bldP spid="192536" grpId="0" animBg="1"/>
      <p:bldP spid="192537" grpId="0" animBg="1"/>
      <p:bldP spid="192538" grpId="0" animBg="1"/>
      <p:bldP spid="192539" grpId="0" autoUpdateAnimBg="0"/>
      <p:bldP spid="192540" grpId="0" animBg="1"/>
      <p:bldP spid="192541" grpId="0" animBg="1"/>
      <p:bldP spid="192542" grpId="0" animBg="1"/>
      <p:bldP spid="192543" grpId="0" animBg="1"/>
      <p:bldP spid="192544" grpId="0" animBg="1"/>
      <p:bldP spid="192545" grpId="0" autoUpdateAnimBg="0"/>
      <p:bldP spid="192546" grpId="0" autoUpdateAnimBg="0"/>
      <p:bldP spid="192547" grpId="0" autoUpdateAnimBg="0"/>
      <p:bldP spid="192548" grpId="0" autoUpdateAnimBg="0"/>
      <p:bldP spid="192549" grpId="0" autoUpdateAnimBg="0"/>
      <p:bldP spid="192550" grpId="0" autoUpdateAnimBg="0"/>
      <p:bldP spid="19255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ext Box 2"/>
          <p:cNvSpPr txBox="1">
            <a:spLocks noChangeArrowheads="1"/>
          </p:cNvSpPr>
          <p:nvPr/>
        </p:nvSpPr>
        <p:spPr bwMode="auto">
          <a:xfrm>
            <a:off x="838200" y="1371600"/>
            <a:ext cx="75565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0000FF"/>
                </a:solidFill>
                <a:latin typeface="楷体_GB2312" charset="0"/>
                <a:ea typeface="楷体_GB2312" charset="0"/>
              </a:rPr>
              <a:t>二、二叉树的链式存储表示</a:t>
            </a:r>
            <a:endParaRPr kumimoji="1" lang="zh-CN" altLang="en-US" sz="5400">
              <a:latin typeface="Times New Roman" charset="0"/>
            </a:endParaRPr>
          </a:p>
        </p:txBody>
      </p:sp>
      <p:sp>
        <p:nvSpPr>
          <p:cNvPr id="193539" name="Text Box 3">
            <a:hlinkClick r:id="rId2" action="ppaction://hlinksldjump" highlightClick="1"/>
          </p:cNvPr>
          <p:cNvSpPr txBox="1">
            <a:spLocks noChangeArrowheads="1"/>
          </p:cNvSpPr>
          <p:nvPr/>
        </p:nvSpPr>
        <p:spPr bwMode="auto">
          <a:xfrm>
            <a:off x="838200" y="3276600"/>
            <a:ext cx="299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00FF"/>
                </a:solidFill>
                <a:latin typeface="楷体_GB2312" charset="0"/>
                <a:ea typeface="楷体_GB2312" charset="0"/>
              </a:rPr>
              <a:t>1. </a:t>
            </a:r>
            <a:r>
              <a:rPr kumimoji="1" lang="zh-CN" altLang="en-US" sz="4000" b="1">
                <a:solidFill>
                  <a:srgbClr val="FF00FF"/>
                </a:solidFill>
                <a:latin typeface="楷体_GB2312" charset="0"/>
                <a:ea typeface="楷体_GB2312" charset="0"/>
              </a:rPr>
              <a:t>二叉链表</a:t>
            </a:r>
            <a:endParaRPr kumimoji="1" lang="zh-CN" altLang="en-US" sz="2400">
              <a:latin typeface="Times New Roman" charset="0"/>
            </a:endParaRPr>
          </a:p>
        </p:txBody>
      </p:sp>
      <p:sp>
        <p:nvSpPr>
          <p:cNvPr id="193540" name="Text Box 4">
            <a:hlinkClick r:id="rId3" action="ppaction://hlinksldjump" highlightClick="1"/>
          </p:cNvPr>
          <p:cNvSpPr txBox="1">
            <a:spLocks noChangeArrowheads="1"/>
          </p:cNvSpPr>
          <p:nvPr/>
        </p:nvSpPr>
        <p:spPr bwMode="auto">
          <a:xfrm>
            <a:off x="914400" y="4572000"/>
            <a:ext cx="3001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00FF"/>
                </a:solidFill>
                <a:latin typeface="Times New Roman" charset="0"/>
                <a:ea typeface="楷体_GB2312" charset="0"/>
              </a:rPr>
              <a:t>2</a:t>
            </a:r>
            <a:r>
              <a:rPr kumimoji="1" lang="zh-CN" altLang="en-US" sz="4000" b="1">
                <a:solidFill>
                  <a:srgbClr val="FF00FF"/>
                </a:solidFill>
                <a:latin typeface="Times New Roman" charset="0"/>
                <a:ea typeface="楷体_GB2312" charset="0"/>
              </a:rPr>
              <a:t>．</a:t>
            </a:r>
            <a:r>
              <a:rPr kumimoji="1" lang="zh-CN" altLang="en-US" sz="4000" b="1">
                <a:solidFill>
                  <a:srgbClr val="FF00FF"/>
                </a:solidFill>
                <a:latin typeface="楷体_GB2312" charset="0"/>
                <a:ea typeface="楷体_GB2312" charset="0"/>
              </a:rPr>
              <a:t>三叉链表</a:t>
            </a:r>
            <a:endParaRPr kumimoji="1" lang="zh-CN" altLang="en-US" sz="2400">
              <a:latin typeface="Times New Roman" charset="0"/>
            </a:endParaRPr>
          </a:p>
        </p:txBody>
      </p:sp>
      <p:sp>
        <p:nvSpPr>
          <p:cNvPr id="193541" name="Text Box 5">
            <a:hlinkClick r:id="rId4" action="ppaction://hlinksldjump" highlightClick="1"/>
          </p:cNvPr>
          <p:cNvSpPr txBox="1">
            <a:spLocks noChangeArrowheads="1"/>
          </p:cNvSpPr>
          <p:nvPr/>
        </p:nvSpPr>
        <p:spPr bwMode="auto">
          <a:xfrm>
            <a:off x="5029200" y="3276600"/>
            <a:ext cx="3001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00FF"/>
                </a:solidFill>
                <a:latin typeface="楷体_GB2312" charset="0"/>
                <a:ea typeface="楷体_GB2312" charset="0"/>
              </a:rPr>
              <a:t>3</a:t>
            </a:r>
            <a:r>
              <a:rPr kumimoji="1" lang="zh-CN" altLang="en-US" sz="4000" b="1">
                <a:solidFill>
                  <a:srgbClr val="FF00FF"/>
                </a:solidFill>
                <a:latin typeface="楷体_GB2312" charset="0"/>
                <a:ea typeface="楷体_GB2312" charset="0"/>
              </a:rPr>
              <a:t>．双亲链表</a:t>
            </a:r>
            <a:endParaRPr kumimoji="1" lang="zh-CN" altLang="en-US" sz="2400">
              <a:latin typeface="Times New Roman" charset="0"/>
            </a:endParaRPr>
          </a:p>
        </p:txBody>
      </p:sp>
      <p:sp>
        <p:nvSpPr>
          <p:cNvPr id="193542" name="Text Box 6"/>
          <p:cNvSpPr txBox="1">
            <a:spLocks noChangeArrowheads="1"/>
          </p:cNvSpPr>
          <p:nvPr/>
        </p:nvSpPr>
        <p:spPr bwMode="auto">
          <a:xfrm>
            <a:off x="5029200" y="4495800"/>
            <a:ext cx="3001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00FF"/>
                </a:solidFill>
                <a:latin typeface="Times New Roman" charset="0"/>
                <a:ea typeface="楷体_GB2312" charset="0"/>
              </a:rPr>
              <a:t>4</a:t>
            </a:r>
            <a:r>
              <a:rPr kumimoji="1" lang="zh-CN" altLang="en-US" sz="4000" b="1">
                <a:solidFill>
                  <a:srgbClr val="FF00FF"/>
                </a:solidFill>
                <a:latin typeface="Times New Roman" charset="0"/>
                <a:ea typeface="楷体_GB2312" charset="0"/>
              </a:rPr>
              <a:t>．线索链表</a:t>
            </a:r>
            <a:endParaRPr kumimoji="1" lang="zh-CN" altLang="en-US" sz="2400">
              <a:latin typeface="Times New Roman" charset="0"/>
            </a:endParaRPr>
          </a:p>
        </p:txBody>
      </p:sp>
      <p:sp>
        <p:nvSpPr>
          <p:cNvPr id="193543" name="AutoShape 7">
            <a:hlinkClick r:id="rId5"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506412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39"/>
                                        </p:tgtEl>
                                        <p:attrNameLst>
                                          <p:attrName>style.visibility</p:attrName>
                                        </p:attrNameLst>
                                      </p:cBhvr>
                                      <p:to>
                                        <p:strVal val="visible"/>
                                      </p:to>
                                    </p:set>
                                    <p:animEffect transition="in" filter="wipe(left)">
                                      <p:cBhvr>
                                        <p:cTn id="7" dur="500"/>
                                        <p:tgtEl>
                                          <p:spTgt spid="1935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3540"/>
                                        </p:tgtEl>
                                        <p:attrNameLst>
                                          <p:attrName>style.visibility</p:attrName>
                                        </p:attrNameLst>
                                      </p:cBhvr>
                                      <p:to>
                                        <p:strVal val="visible"/>
                                      </p:to>
                                    </p:set>
                                    <p:animEffect transition="in" filter="wipe(left)">
                                      <p:cBhvr>
                                        <p:cTn id="12" dur="500"/>
                                        <p:tgtEl>
                                          <p:spTgt spid="1935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41"/>
                                        </p:tgtEl>
                                        <p:attrNameLst>
                                          <p:attrName>style.visibility</p:attrName>
                                        </p:attrNameLst>
                                      </p:cBhvr>
                                      <p:to>
                                        <p:strVal val="visible"/>
                                      </p:to>
                                    </p:set>
                                    <p:animEffect transition="in" filter="wipe(left)">
                                      <p:cBhvr>
                                        <p:cTn id="17" dur="500"/>
                                        <p:tgtEl>
                                          <p:spTgt spid="1935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3542"/>
                                        </p:tgtEl>
                                        <p:attrNameLst>
                                          <p:attrName>style.visibility</p:attrName>
                                        </p:attrNameLst>
                                      </p:cBhvr>
                                      <p:to>
                                        <p:strVal val="visible"/>
                                      </p:to>
                                    </p:set>
                                    <p:animEffect transition="in" filter="wipe(left)">
                                      <p:cBhvr>
                                        <p:cTn id="22" dur="500"/>
                                        <p:tgtEl>
                                          <p:spTgt spid="193542"/>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93543"/>
                                        </p:tgtEl>
                                        <p:attrNameLst>
                                          <p:attrName>style.visibility</p:attrName>
                                        </p:attrNameLst>
                                      </p:cBhvr>
                                      <p:to>
                                        <p:strVal val="visible"/>
                                      </p:to>
                                    </p:set>
                                    <p:anim calcmode="lin" valueType="num">
                                      <p:cBhvr additive="base">
                                        <p:cTn id="26" dur="500" fill="hold"/>
                                        <p:tgtEl>
                                          <p:spTgt spid="193543"/>
                                        </p:tgtEl>
                                        <p:attrNameLst>
                                          <p:attrName>ppt_x</p:attrName>
                                        </p:attrNameLst>
                                      </p:cBhvr>
                                      <p:tavLst>
                                        <p:tav tm="0">
                                          <p:val>
                                            <p:strVal val="1+#ppt_w/2"/>
                                          </p:val>
                                        </p:tav>
                                        <p:tav tm="100000">
                                          <p:val>
                                            <p:strVal val="#ppt_x"/>
                                          </p:val>
                                        </p:tav>
                                      </p:tavLst>
                                    </p:anim>
                                    <p:anim calcmode="lin" valueType="num">
                                      <p:cBhvr additive="base">
                                        <p:cTn id="27" dur="500" fill="hold"/>
                                        <p:tgtEl>
                                          <p:spTgt spid="1935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autoUpdateAnimBg="0"/>
      <p:bldP spid="193540" grpId="0" autoUpdateAnimBg="0"/>
      <p:bldP spid="193541" grpId="0" autoUpdateAnimBg="0"/>
      <p:bldP spid="193542" grpId="0" autoUpdateAnimBg="0"/>
      <p:bldP spid="19354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ChangeArrowheads="1"/>
          </p:cNvSpPr>
          <p:nvPr/>
        </p:nvSpPr>
        <p:spPr bwMode="auto">
          <a:xfrm>
            <a:off x="2743200" y="23463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A</a:t>
            </a:r>
            <a:endParaRPr kumimoji="1" lang="en-US" altLang="zh-CN" sz="2400">
              <a:latin typeface="Times New Roman" charset="0"/>
            </a:endParaRPr>
          </a:p>
        </p:txBody>
      </p:sp>
      <p:sp>
        <p:nvSpPr>
          <p:cNvPr id="194563" name="Line 3"/>
          <p:cNvSpPr>
            <a:spLocks noChangeShapeType="1"/>
          </p:cNvSpPr>
          <p:nvPr/>
        </p:nvSpPr>
        <p:spPr bwMode="auto">
          <a:xfrm>
            <a:off x="3124200" y="2346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64" name="Line 4"/>
          <p:cNvSpPr>
            <a:spLocks noChangeShapeType="1"/>
          </p:cNvSpPr>
          <p:nvPr/>
        </p:nvSpPr>
        <p:spPr bwMode="auto">
          <a:xfrm>
            <a:off x="3886200" y="2346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65" name="Rectangle 5"/>
          <p:cNvSpPr>
            <a:spLocks noChangeArrowheads="1"/>
          </p:cNvSpPr>
          <p:nvPr/>
        </p:nvSpPr>
        <p:spPr bwMode="auto">
          <a:xfrm>
            <a:off x="4648200" y="34893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D</a:t>
            </a:r>
            <a:endParaRPr kumimoji="1" lang="en-US" altLang="zh-CN" sz="2400">
              <a:latin typeface="Times New Roman" charset="0"/>
            </a:endParaRPr>
          </a:p>
        </p:txBody>
      </p:sp>
      <p:sp>
        <p:nvSpPr>
          <p:cNvPr id="194566" name="Line 6"/>
          <p:cNvSpPr>
            <a:spLocks noChangeShapeType="1"/>
          </p:cNvSpPr>
          <p:nvPr/>
        </p:nvSpPr>
        <p:spPr bwMode="auto">
          <a:xfrm>
            <a:off x="5029200" y="3489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67" name="Line 7"/>
          <p:cNvSpPr>
            <a:spLocks noChangeShapeType="1"/>
          </p:cNvSpPr>
          <p:nvPr/>
        </p:nvSpPr>
        <p:spPr bwMode="auto">
          <a:xfrm>
            <a:off x="5791200" y="3489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68" name="Rectangle 8"/>
          <p:cNvSpPr>
            <a:spLocks noChangeArrowheads="1"/>
          </p:cNvSpPr>
          <p:nvPr/>
        </p:nvSpPr>
        <p:spPr bwMode="auto">
          <a:xfrm>
            <a:off x="6553200" y="46323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E</a:t>
            </a:r>
            <a:endParaRPr kumimoji="1" lang="en-US" altLang="zh-CN" sz="2400">
              <a:latin typeface="Times New Roman" charset="0"/>
            </a:endParaRPr>
          </a:p>
        </p:txBody>
      </p:sp>
      <p:sp>
        <p:nvSpPr>
          <p:cNvPr id="194569" name="Line 9"/>
          <p:cNvSpPr>
            <a:spLocks noChangeShapeType="1"/>
          </p:cNvSpPr>
          <p:nvPr/>
        </p:nvSpPr>
        <p:spPr bwMode="auto">
          <a:xfrm>
            <a:off x="6934200" y="4632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0" name="Line 10"/>
          <p:cNvSpPr>
            <a:spLocks noChangeShapeType="1"/>
          </p:cNvSpPr>
          <p:nvPr/>
        </p:nvSpPr>
        <p:spPr bwMode="auto">
          <a:xfrm>
            <a:off x="7696200" y="4632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1" name="Rectangle 11"/>
          <p:cNvSpPr>
            <a:spLocks noChangeArrowheads="1"/>
          </p:cNvSpPr>
          <p:nvPr/>
        </p:nvSpPr>
        <p:spPr bwMode="auto">
          <a:xfrm>
            <a:off x="838200" y="34893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B</a:t>
            </a:r>
            <a:endParaRPr kumimoji="1" lang="en-US" altLang="zh-CN" sz="2400">
              <a:latin typeface="Times New Roman" charset="0"/>
            </a:endParaRPr>
          </a:p>
        </p:txBody>
      </p:sp>
      <p:sp>
        <p:nvSpPr>
          <p:cNvPr id="194572" name="Line 12"/>
          <p:cNvSpPr>
            <a:spLocks noChangeShapeType="1"/>
          </p:cNvSpPr>
          <p:nvPr/>
        </p:nvSpPr>
        <p:spPr bwMode="auto">
          <a:xfrm>
            <a:off x="1219200" y="3489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3" name="Line 13"/>
          <p:cNvSpPr>
            <a:spLocks noChangeShapeType="1"/>
          </p:cNvSpPr>
          <p:nvPr/>
        </p:nvSpPr>
        <p:spPr bwMode="auto">
          <a:xfrm>
            <a:off x="1981200" y="3489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4" name="Rectangle 14"/>
          <p:cNvSpPr>
            <a:spLocks noChangeArrowheads="1"/>
          </p:cNvSpPr>
          <p:nvPr/>
        </p:nvSpPr>
        <p:spPr bwMode="auto">
          <a:xfrm>
            <a:off x="1752600" y="46323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C</a:t>
            </a:r>
            <a:endParaRPr kumimoji="1" lang="en-US" altLang="zh-CN" sz="2400">
              <a:latin typeface="Times New Roman" charset="0"/>
            </a:endParaRPr>
          </a:p>
        </p:txBody>
      </p:sp>
      <p:sp>
        <p:nvSpPr>
          <p:cNvPr id="194575" name="Line 15"/>
          <p:cNvSpPr>
            <a:spLocks noChangeShapeType="1"/>
          </p:cNvSpPr>
          <p:nvPr/>
        </p:nvSpPr>
        <p:spPr bwMode="auto">
          <a:xfrm>
            <a:off x="2133600" y="4632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6" name="Line 16"/>
          <p:cNvSpPr>
            <a:spLocks noChangeShapeType="1"/>
          </p:cNvSpPr>
          <p:nvPr/>
        </p:nvSpPr>
        <p:spPr bwMode="auto">
          <a:xfrm>
            <a:off x="2895600" y="4632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7" name="Rectangle 17"/>
          <p:cNvSpPr>
            <a:spLocks noChangeArrowheads="1"/>
          </p:cNvSpPr>
          <p:nvPr/>
        </p:nvSpPr>
        <p:spPr bwMode="auto">
          <a:xfrm>
            <a:off x="5638800" y="57753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F</a:t>
            </a:r>
            <a:endParaRPr kumimoji="1" lang="en-US" altLang="zh-CN" sz="2400">
              <a:latin typeface="Times New Roman" charset="0"/>
            </a:endParaRPr>
          </a:p>
        </p:txBody>
      </p:sp>
      <p:sp>
        <p:nvSpPr>
          <p:cNvPr id="194578" name="Line 18"/>
          <p:cNvSpPr>
            <a:spLocks noChangeShapeType="1"/>
          </p:cNvSpPr>
          <p:nvPr/>
        </p:nvSpPr>
        <p:spPr bwMode="auto">
          <a:xfrm>
            <a:off x="6019800" y="5775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79" name="Line 19"/>
          <p:cNvSpPr>
            <a:spLocks noChangeShapeType="1"/>
          </p:cNvSpPr>
          <p:nvPr/>
        </p:nvSpPr>
        <p:spPr bwMode="auto">
          <a:xfrm>
            <a:off x="6781800" y="57753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0" name="Text Box 20"/>
          <p:cNvSpPr txBox="1">
            <a:spLocks noChangeArrowheads="1"/>
          </p:cNvSpPr>
          <p:nvPr/>
        </p:nvSpPr>
        <p:spPr bwMode="auto">
          <a:xfrm>
            <a:off x="5605463" y="56229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1" name="Text Box 21"/>
          <p:cNvSpPr txBox="1">
            <a:spLocks noChangeArrowheads="1"/>
          </p:cNvSpPr>
          <p:nvPr/>
        </p:nvSpPr>
        <p:spPr bwMode="auto">
          <a:xfrm>
            <a:off x="6748463" y="56229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2" name="Text Box 22"/>
          <p:cNvSpPr txBox="1">
            <a:spLocks noChangeArrowheads="1"/>
          </p:cNvSpPr>
          <p:nvPr/>
        </p:nvSpPr>
        <p:spPr bwMode="auto">
          <a:xfrm>
            <a:off x="7662863" y="44799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3" name="Text Box 23"/>
          <p:cNvSpPr txBox="1">
            <a:spLocks noChangeArrowheads="1"/>
          </p:cNvSpPr>
          <p:nvPr/>
        </p:nvSpPr>
        <p:spPr bwMode="auto">
          <a:xfrm>
            <a:off x="4572000" y="3336925"/>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4" name="Text Box 24"/>
          <p:cNvSpPr txBox="1">
            <a:spLocks noChangeArrowheads="1"/>
          </p:cNvSpPr>
          <p:nvPr/>
        </p:nvSpPr>
        <p:spPr bwMode="auto">
          <a:xfrm>
            <a:off x="1676400" y="446405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5" name="Text Box 25"/>
          <p:cNvSpPr txBox="1">
            <a:spLocks noChangeArrowheads="1"/>
          </p:cNvSpPr>
          <p:nvPr/>
        </p:nvSpPr>
        <p:spPr bwMode="auto">
          <a:xfrm>
            <a:off x="2862263" y="44799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6" name="Text Box 26"/>
          <p:cNvSpPr txBox="1">
            <a:spLocks noChangeArrowheads="1"/>
          </p:cNvSpPr>
          <p:nvPr/>
        </p:nvSpPr>
        <p:spPr bwMode="auto">
          <a:xfrm>
            <a:off x="762000" y="3336925"/>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4587" name="Line 27"/>
          <p:cNvSpPr>
            <a:spLocks noChangeShapeType="1"/>
          </p:cNvSpPr>
          <p:nvPr/>
        </p:nvSpPr>
        <p:spPr bwMode="auto">
          <a:xfrm flipH="1">
            <a:off x="1600200" y="2574925"/>
            <a:ext cx="12954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8" name="Line 28"/>
          <p:cNvSpPr>
            <a:spLocks noChangeShapeType="1"/>
          </p:cNvSpPr>
          <p:nvPr/>
        </p:nvSpPr>
        <p:spPr bwMode="auto">
          <a:xfrm>
            <a:off x="4038600" y="2574925"/>
            <a:ext cx="13716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89" name="Line 29"/>
          <p:cNvSpPr>
            <a:spLocks noChangeShapeType="1"/>
          </p:cNvSpPr>
          <p:nvPr/>
        </p:nvSpPr>
        <p:spPr bwMode="auto">
          <a:xfrm>
            <a:off x="2133600" y="3717925"/>
            <a:ext cx="3810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0" name="Line 30"/>
          <p:cNvSpPr>
            <a:spLocks noChangeShapeType="1"/>
          </p:cNvSpPr>
          <p:nvPr/>
        </p:nvSpPr>
        <p:spPr bwMode="auto">
          <a:xfrm>
            <a:off x="5943600" y="3717925"/>
            <a:ext cx="13716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1" name="Line 31"/>
          <p:cNvSpPr>
            <a:spLocks noChangeShapeType="1"/>
          </p:cNvSpPr>
          <p:nvPr/>
        </p:nvSpPr>
        <p:spPr bwMode="auto">
          <a:xfrm flipH="1">
            <a:off x="6400800" y="4860925"/>
            <a:ext cx="3048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2" name="Freeform 32"/>
          <p:cNvSpPr>
            <a:spLocks/>
          </p:cNvSpPr>
          <p:nvPr/>
        </p:nvSpPr>
        <p:spPr bwMode="auto">
          <a:xfrm>
            <a:off x="1676400" y="1524000"/>
            <a:ext cx="1828800" cy="838200"/>
          </a:xfrm>
          <a:custGeom>
            <a:avLst/>
            <a:gdLst>
              <a:gd name="T0" fmla="*/ 0 w 720"/>
              <a:gd name="T1" fmla="*/ 0 h 528"/>
              <a:gd name="T2" fmla="*/ 576 w 720"/>
              <a:gd name="T3" fmla="*/ 48 h 528"/>
              <a:gd name="T4" fmla="*/ 336 w 720"/>
              <a:gd name="T5" fmla="*/ 240 h 528"/>
              <a:gd name="T6" fmla="*/ 720 w 720"/>
              <a:gd name="T7" fmla="*/ 528 h 528"/>
            </a:gdLst>
            <a:ahLst/>
            <a:cxnLst>
              <a:cxn ang="0">
                <a:pos x="T0" y="T1"/>
              </a:cxn>
              <a:cxn ang="0">
                <a:pos x="T2" y="T3"/>
              </a:cxn>
              <a:cxn ang="0">
                <a:pos x="T4" y="T5"/>
              </a:cxn>
              <a:cxn ang="0">
                <a:pos x="T6" y="T7"/>
              </a:cxn>
            </a:cxnLst>
            <a:rect l="0" t="0" r="r" b="b"/>
            <a:pathLst>
              <a:path w="720" h="528">
                <a:moveTo>
                  <a:pt x="0" y="0"/>
                </a:moveTo>
                <a:cubicBezTo>
                  <a:pt x="260" y="4"/>
                  <a:pt x="520" y="8"/>
                  <a:pt x="576" y="48"/>
                </a:cubicBezTo>
                <a:cubicBezTo>
                  <a:pt x="632" y="88"/>
                  <a:pt x="312" y="160"/>
                  <a:pt x="336" y="240"/>
                </a:cubicBezTo>
                <a:cubicBezTo>
                  <a:pt x="360" y="320"/>
                  <a:pt x="656" y="480"/>
                  <a:pt x="720" y="528"/>
                </a:cubicBezTo>
              </a:path>
            </a:pathLst>
          </a:custGeom>
          <a:noFill/>
          <a:ln w="38100" cap="sq" cmpd="sng">
            <a:solidFill>
              <a:schemeClr val="tx1"/>
            </a:solidFill>
            <a:prstDash val="solid"/>
            <a:round/>
            <a:headEnd type="none" w="sm" len="sm"/>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3" name="Text Box 33"/>
          <p:cNvSpPr txBox="1">
            <a:spLocks noChangeArrowheads="1"/>
          </p:cNvSpPr>
          <p:nvPr/>
        </p:nvSpPr>
        <p:spPr bwMode="auto">
          <a:xfrm>
            <a:off x="1066800" y="898525"/>
            <a:ext cx="1087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rPr>
              <a:t>root</a:t>
            </a:r>
            <a:endParaRPr kumimoji="1" lang="en-US" altLang="zh-CN" sz="2400">
              <a:latin typeface="Times New Roman" charset="0"/>
            </a:endParaRPr>
          </a:p>
        </p:txBody>
      </p:sp>
      <p:sp>
        <p:nvSpPr>
          <p:cNvPr id="194594" name="Text Box 34"/>
          <p:cNvSpPr txBox="1">
            <a:spLocks noChangeArrowheads="1"/>
          </p:cNvSpPr>
          <p:nvPr/>
        </p:nvSpPr>
        <p:spPr bwMode="auto">
          <a:xfrm>
            <a:off x="5257800" y="1143000"/>
            <a:ext cx="3562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chemeClr val="bg2"/>
                </a:solidFill>
                <a:latin typeface="Times New Roman" charset="0"/>
              </a:rPr>
              <a:t>l</a:t>
            </a:r>
            <a:r>
              <a:rPr kumimoji="1" lang="en-US" altLang="zh-CN" sz="3600">
                <a:solidFill>
                  <a:schemeClr val="bg2"/>
                </a:solidFill>
                <a:latin typeface="Times New Roman" charset="0"/>
              </a:rPr>
              <a:t>child  data  </a:t>
            </a:r>
            <a:r>
              <a:rPr kumimoji="1" lang="en-US" altLang="zh-CN" sz="3600" b="1">
                <a:solidFill>
                  <a:schemeClr val="bg2"/>
                </a:solidFill>
                <a:latin typeface="Times New Roman" charset="0"/>
              </a:rPr>
              <a:t>r</a:t>
            </a:r>
            <a:r>
              <a:rPr kumimoji="1" lang="en-US" altLang="zh-CN" sz="3600">
                <a:solidFill>
                  <a:schemeClr val="bg2"/>
                </a:solidFill>
                <a:latin typeface="Times New Roman" charset="0"/>
              </a:rPr>
              <a:t>child</a:t>
            </a:r>
            <a:endParaRPr kumimoji="1" lang="en-US" altLang="zh-CN" sz="2400">
              <a:latin typeface="Times New Roman" charset="0"/>
            </a:endParaRPr>
          </a:p>
        </p:txBody>
      </p:sp>
      <p:sp>
        <p:nvSpPr>
          <p:cNvPr id="194595" name="Rectangle 35"/>
          <p:cNvSpPr>
            <a:spLocks noChangeArrowheads="1"/>
          </p:cNvSpPr>
          <p:nvPr/>
        </p:nvSpPr>
        <p:spPr bwMode="auto">
          <a:xfrm>
            <a:off x="5181600" y="1219200"/>
            <a:ext cx="35814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1" lang="zh-CN" altLang="zh-CN" sz="2400">
              <a:latin typeface="Times New Roman" charset="0"/>
            </a:endParaRPr>
          </a:p>
        </p:txBody>
      </p:sp>
      <p:sp>
        <p:nvSpPr>
          <p:cNvPr id="194596" name="Line 36"/>
          <p:cNvSpPr>
            <a:spLocks noChangeShapeType="1"/>
          </p:cNvSpPr>
          <p:nvPr/>
        </p:nvSpPr>
        <p:spPr bwMode="auto">
          <a:xfrm>
            <a:off x="6477000" y="1174750"/>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7" name="Line 37"/>
          <p:cNvSpPr>
            <a:spLocks noChangeShapeType="1"/>
          </p:cNvSpPr>
          <p:nvPr/>
        </p:nvSpPr>
        <p:spPr bwMode="auto">
          <a:xfrm>
            <a:off x="7467600" y="1174750"/>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598" name="Text Box 38"/>
          <p:cNvSpPr txBox="1">
            <a:spLocks noChangeArrowheads="1"/>
          </p:cNvSpPr>
          <p:nvPr/>
        </p:nvSpPr>
        <p:spPr bwMode="auto">
          <a:xfrm>
            <a:off x="5772150" y="457200"/>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chemeClr val="bg2"/>
                </a:solidFill>
                <a:latin typeface="Times New Roman" charset="0"/>
                <a:ea typeface="楷体_GB2312" charset="0"/>
              </a:rPr>
              <a:t>结点结构</a:t>
            </a:r>
            <a:r>
              <a:rPr kumimoji="1" lang="en-US" altLang="zh-CN" sz="3600" b="1">
                <a:solidFill>
                  <a:schemeClr val="bg2"/>
                </a:solidFill>
                <a:latin typeface="Times New Roman" charset="0"/>
                <a:ea typeface="楷体_GB2312" charset="0"/>
              </a:rPr>
              <a:t>:</a:t>
            </a:r>
            <a:endParaRPr kumimoji="1" lang="en-US" altLang="zh-CN" sz="2400">
              <a:latin typeface="Times New Roman" charset="0"/>
            </a:endParaRPr>
          </a:p>
        </p:txBody>
      </p:sp>
      <p:sp>
        <p:nvSpPr>
          <p:cNvPr id="194599" name="Text Box 39"/>
          <p:cNvSpPr txBox="1">
            <a:spLocks noChangeArrowheads="1"/>
          </p:cNvSpPr>
          <p:nvPr/>
        </p:nvSpPr>
        <p:spPr bwMode="auto">
          <a:xfrm>
            <a:off x="1371600" y="152400"/>
            <a:ext cx="3268663"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400" b="1">
                <a:solidFill>
                  <a:srgbClr val="FF00FF"/>
                </a:solidFill>
                <a:latin typeface="楷体_GB2312" charset="0"/>
                <a:ea typeface="楷体_GB2312" charset="0"/>
              </a:rPr>
              <a:t>1. </a:t>
            </a:r>
            <a:r>
              <a:rPr kumimoji="1" lang="zh-CN" altLang="en-US" sz="4400" b="1">
                <a:solidFill>
                  <a:srgbClr val="FF00FF"/>
                </a:solidFill>
                <a:latin typeface="楷体_GB2312" charset="0"/>
                <a:ea typeface="楷体_GB2312" charset="0"/>
              </a:rPr>
              <a:t>二叉链表</a:t>
            </a:r>
            <a:endParaRPr kumimoji="1" lang="zh-CN" altLang="en-US" sz="2400">
              <a:latin typeface="Times New Roman" charset="0"/>
            </a:endParaRPr>
          </a:p>
        </p:txBody>
      </p:sp>
    </p:spTree>
    <p:extLst>
      <p:ext uri="{BB962C8B-B14F-4D97-AF65-F5344CB8AC3E}">
        <p14:creationId xmlns:p14="http://schemas.microsoft.com/office/powerpoint/2010/main" val="14374085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94598"/>
                                        </p:tgtEl>
                                        <p:attrNameLst>
                                          <p:attrName>style.visibility</p:attrName>
                                        </p:attrNameLst>
                                      </p:cBhvr>
                                      <p:to>
                                        <p:strVal val="visible"/>
                                      </p:to>
                                    </p:set>
                                    <p:anim calcmode="lin" valueType="num">
                                      <p:cBhvr additive="base">
                                        <p:cTn id="7" dur="500" fill="hold"/>
                                        <p:tgtEl>
                                          <p:spTgt spid="194598"/>
                                        </p:tgtEl>
                                        <p:attrNameLst>
                                          <p:attrName>ppt_x</p:attrName>
                                        </p:attrNameLst>
                                      </p:cBhvr>
                                      <p:tavLst>
                                        <p:tav tm="0">
                                          <p:val>
                                            <p:strVal val="#ppt_x"/>
                                          </p:val>
                                        </p:tav>
                                        <p:tav tm="100000">
                                          <p:val>
                                            <p:strVal val="#ppt_x"/>
                                          </p:val>
                                        </p:tav>
                                      </p:tavLst>
                                    </p:anim>
                                    <p:anim calcmode="lin" valueType="num">
                                      <p:cBhvr additive="base">
                                        <p:cTn id="8" dur="500" fill="hold"/>
                                        <p:tgtEl>
                                          <p:spTgt spid="19459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194594"/>
                                        </p:tgtEl>
                                        <p:attrNameLst>
                                          <p:attrName>style.visibility</p:attrName>
                                        </p:attrNameLst>
                                      </p:cBhvr>
                                      <p:to>
                                        <p:strVal val="visible"/>
                                      </p:to>
                                    </p:set>
                                    <p:anim calcmode="lin" valueType="num">
                                      <p:cBhvr additive="base">
                                        <p:cTn id="13" dur="500" fill="hold"/>
                                        <p:tgtEl>
                                          <p:spTgt spid="194594"/>
                                        </p:tgtEl>
                                        <p:attrNameLst>
                                          <p:attrName>ppt_x</p:attrName>
                                        </p:attrNameLst>
                                      </p:cBhvr>
                                      <p:tavLst>
                                        <p:tav tm="0">
                                          <p:val>
                                            <p:strVal val="1+#ppt_w/2"/>
                                          </p:val>
                                        </p:tav>
                                        <p:tav tm="100000">
                                          <p:val>
                                            <p:strVal val="#ppt_x"/>
                                          </p:val>
                                        </p:tav>
                                      </p:tavLst>
                                    </p:anim>
                                    <p:anim calcmode="lin" valueType="num">
                                      <p:cBhvr additive="base">
                                        <p:cTn id="14" dur="500" fill="hold"/>
                                        <p:tgtEl>
                                          <p:spTgt spid="194594"/>
                                        </p:tgtEl>
                                        <p:attrNameLst>
                                          <p:attrName>ppt_y</p:attrName>
                                        </p:attrNameLst>
                                      </p:cBhvr>
                                      <p:tavLst>
                                        <p:tav tm="0">
                                          <p:val>
                                            <p:strVal val="0-#ppt_h/2"/>
                                          </p:val>
                                        </p:tav>
                                        <p:tav tm="100000">
                                          <p:val>
                                            <p:strVal val="#ppt_y"/>
                                          </p:val>
                                        </p:tav>
                                      </p:tavLst>
                                    </p:anim>
                                  </p:childTnLst>
                                </p:cTn>
                              </p:par>
                            </p:childTnLst>
                          </p:cTn>
                        </p:par>
                        <p:par>
                          <p:cTn id="15" fill="hold" nodeType="afterGroup">
                            <p:stCondLst>
                              <p:cond delay="500"/>
                            </p:stCondLst>
                            <p:childTnLst>
                              <p:par>
                                <p:cTn id="16" presetID="2" presetClass="entr" presetSubtype="3" fill="hold" grpId="0" nodeType="afterEffect">
                                  <p:stCondLst>
                                    <p:cond delay="0"/>
                                  </p:stCondLst>
                                  <p:childTnLst>
                                    <p:set>
                                      <p:cBhvr>
                                        <p:cTn id="17" dur="1" fill="hold">
                                          <p:stCondLst>
                                            <p:cond delay="0"/>
                                          </p:stCondLst>
                                        </p:cTn>
                                        <p:tgtEl>
                                          <p:spTgt spid="194595"/>
                                        </p:tgtEl>
                                        <p:attrNameLst>
                                          <p:attrName>style.visibility</p:attrName>
                                        </p:attrNameLst>
                                      </p:cBhvr>
                                      <p:to>
                                        <p:strVal val="visible"/>
                                      </p:to>
                                    </p:set>
                                    <p:anim calcmode="lin" valueType="num">
                                      <p:cBhvr additive="base">
                                        <p:cTn id="18" dur="500" fill="hold"/>
                                        <p:tgtEl>
                                          <p:spTgt spid="194595"/>
                                        </p:tgtEl>
                                        <p:attrNameLst>
                                          <p:attrName>ppt_x</p:attrName>
                                        </p:attrNameLst>
                                      </p:cBhvr>
                                      <p:tavLst>
                                        <p:tav tm="0">
                                          <p:val>
                                            <p:strVal val="1+#ppt_w/2"/>
                                          </p:val>
                                        </p:tav>
                                        <p:tav tm="100000">
                                          <p:val>
                                            <p:strVal val="#ppt_x"/>
                                          </p:val>
                                        </p:tav>
                                      </p:tavLst>
                                    </p:anim>
                                    <p:anim calcmode="lin" valueType="num">
                                      <p:cBhvr additive="base">
                                        <p:cTn id="19" dur="500" fill="hold"/>
                                        <p:tgtEl>
                                          <p:spTgt spid="194595"/>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1000"/>
                            </p:stCondLst>
                            <p:childTnLst>
                              <p:par>
                                <p:cTn id="21" presetID="2" presetClass="entr" presetSubtype="3" fill="hold" grpId="0" nodeType="afterEffect">
                                  <p:stCondLst>
                                    <p:cond delay="0"/>
                                  </p:stCondLst>
                                  <p:childTnLst>
                                    <p:set>
                                      <p:cBhvr>
                                        <p:cTn id="22" dur="1" fill="hold">
                                          <p:stCondLst>
                                            <p:cond delay="0"/>
                                          </p:stCondLst>
                                        </p:cTn>
                                        <p:tgtEl>
                                          <p:spTgt spid="194596"/>
                                        </p:tgtEl>
                                        <p:attrNameLst>
                                          <p:attrName>style.visibility</p:attrName>
                                        </p:attrNameLst>
                                      </p:cBhvr>
                                      <p:to>
                                        <p:strVal val="visible"/>
                                      </p:to>
                                    </p:set>
                                    <p:anim calcmode="lin" valueType="num">
                                      <p:cBhvr additive="base">
                                        <p:cTn id="23" dur="500" fill="hold"/>
                                        <p:tgtEl>
                                          <p:spTgt spid="194596"/>
                                        </p:tgtEl>
                                        <p:attrNameLst>
                                          <p:attrName>ppt_x</p:attrName>
                                        </p:attrNameLst>
                                      </p:cBhvr>
                                      <p:tavLst>
                                        <p:tav tm="0">
                                          <p:val>
                                            <p:strVal val="1+#ppt_w/2"/>
                                          </p:val>
                                        </p:tav>
                                        <p:tav tm="100000">
                                          <p:val>
                                            <p:strVal val="#ppt_x"/>
                                          </p:val>
                                        </p:tav>
                                      </p:tavLst>
                                    </p:anim>
                                    <p:anim calcmode="lin" valueType="num">
                                      <p:cBhvr additive="base">
                                        <p:cTn id="24" dur="500" fill="hold"/>
                                        <p:tgtEl>
                                          <p:spTgt spid="194596"/>
                                        </p:tgtEl>
                                        <p:attrNameLst>
                                          <p:attrName>ppt_y</p:attrName>
                                        </p:attrNameLst>
                                      </p:cBhvr>
                                      <p:tavLst>
                                        <p:tav tm="0">
                                          <p:val>
                                            <p:strVal val="0-#ppt_h/2"/>
                                          </p:val>
                                        </p:tav>
                                        <p:tav tm="100000">
                                          <p:val>
                                            <p:strVal val="#ppt_y"/>
                                          </p:val>
                                        </p:tav>
                                      </p:tavLst>
                                    </p:anim>
                                  </p:childTnLst>
                                </p:cTn>
                              </p:par>
                            </p:childTnLst>
                          </p:cTn>
                        </p:par>
                        <p:par>
                          <p:cTn id="25" fill="hold" nodeType="afterGroup">
                            <p:stCondLst>
                              <p:cond delay="1500"/>
                            </p:stCondLst>
                            <p:childTnLst>
                              <p:par>
                                <p:cTn id="26" presetID="2" presetClass="entr" presetSubtype="3" fill="hold" grpId="0" nodeType="afterEffect">
                                  <p:stCondLst>
                                    <p:cond delay="0"/>
                                  </p:stCondLst>
                                  <p:childTnLst>
                                    <p:set>
                                      <p:cBhvr>
                                        <p:cTn id="27" dur="1" fill="hold">
                                          <p:stCondLst>
                                            <p:cond delay="0"/>
                                          </p:stCondLst>
                                        </p:cTn>
                                        <p:tgtEl>
                                          <p:spTgt spid="194597"/>
                                        </p:tgtEl>
                                        <p:attrNameLst>
                                          <p:attrName>style.visibility</p:attrName>
                                        </p:attrNameLst>
                                      </p:cBhvr>
                                      <p:to>
                                        <p:strVal val="visible"/>
                                      </p:to>
                                    </p:set>
                                    <p:anim calcmode="lin" valueType="num">
                                      <p:cBhvr additive="base">
                                        <p:cTn id="28" dur="500" fill="hold"/>
                                        <p:tgtEl>
                                          <p:spTgt spid="194597"/>
                                        </p:tgtEl>
                                        <p:attrNameLst>
                                          <p:attrName>ppt_x</p:attrName>
                                        </p:attrNameLst>
                                      </p:cBhvr>
                                      <p:tavLst>
                                        <p:tav tm="0">
                                          <p:val>
                                            <p:strVal val="1+#ppt_w/2"/>
                                          </p:val>
                                        </p:tav>
                                        <p:tav tm="100000">
                                          <p:val>
                                            <p:strVal val="#ppt_x"/>
                                          </p:val>
                                        </p:tav>
                                      </p:tavLst>
                                    </p:anim>
                                    <p:anim calcmode="lin" valueType="num">
                                      <p:cBhvr additive="base">
                                        <p:cTn id="29" dur="500" fill="hold"/>
                                        <p:tgtEl>
                                          <p:spTgt spid="194597"/>
                                        </p:tgtEl>
                                        <p:attrNameLst>
                                          <p:attrName>ppt_y</p:attrName>
                                        </p:attrNameLst>
                                      </p:cBhvr>
                                      <p:tavLst>
                                        <p:tav tm="0">
                                          <p:val>
                                            <p:strVal val="0-#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94562"/>
                                        </p:tgtEl>
                                        <p:attrNameLst>
                                          <p:attrName>style.visibility</p:attrName>
                                        </p:attrNameLst>
                                      </p:cBhvr>
                                      <p:to>
                                        <p:strVal val="visible"/>
                                      </p:to>
                                    </p:set>
                                    <p:animEffect transition="in" filter="dissolve">
                                      <p:cBhvr>
                                        <p:cTn id="34" dur="500"/>
                                        <p:tgtEl>
                                          <p:spTgt spid="194562"/>
                                        </p:tgtEl>
                                      </p:cBhvr>
                                    </p:animEffect>
                                  </p:childTnLst>
                                </p:cTn>
                              </p:par>
                            </p:childTnLst>
                          </p:cTn>
                        </p:par>
                        <p:par>
                          <p:cTn id="35" fill="hold" nodeType="afterGroup">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94563"/>
                                        </p:tgtEl>
                                        <p:attrNameLst>
                                          <p:attrName>style.visibility</p:attrName>
                                        </p:attrNameLst>
                                      </p:cBhvr>
                                      <p:to>
                                        <p:strVal val="visible"/>
                                      </p:to>
                                    </p:set>
                                    <p:animEffect transition="in" filter="dissolve">
                                      <p:cBhvr>
                                        <p:cTn id="38" dur="500"/>
                                        <p:tgtEl>
                                          <p:spTgt spid="194563"/>
                                        </p:tgtEl>
                                      </p:cBhvr>
                                    </p:animEffect>
                                  </p:childTnLst>
                                </p:cTn>
                              </p:par>
                            </p:childTnLst>
                          </p:cTn>
                        </p:par>
                        <p:par>
                          <p:cTn id="39" fill="hold" nodeType="afterGroup">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194564"/>
                                        </p:tgtEl>
                                        <p:attrNameLst>
                                          <p:attrName>style.visibility</p:attrName>
                                        </p:attrNameLst>
                                      </p:cBhvr>
                                      <p:to>
                                        <p:strVal val="visible"/>
                                      </p:to>
                                    </p:set>
                                    <p:animEffect transition="in" filter="dissolve">
                                      <p:cBhvr>
                                        <p:cTn id="42" dur="500"/>
                                        <p:tgtEl>
                                          <p:spTgt spid="194564"/>
                                        </p:tgtEl>
                                      </p:cBhvr>
                                    </p:animEffect>
                                  </p:childTnLst>
                                </p:cTn>
                              </p:par>
                            </p:childTnLst>
                          </p:cTn>
                        </p:par>
                        <p:par>
                          <p:cTn id="43" fill="hold" nodeType="afterGroup">
                            <p:stCondLst>
                              <p:cond delay="1500"/>
                            </p:stCondLst>
                            <p:childTnLst>
                              <p:par>
                                <p:cTn id="44" presetID="9" presetClass="entr" presetSubtype="0" fill="hold" grpId="0" nodeType="afterEffect">
                                  <p:stCondLst>
                                    <p:cond delay="0"/>
                                  </p:stCondLst>
                                  <p:childTnLst>
                                    <p:set>
                                      <p:cBhvr>
                                        <p:cTn id="45" dur="1" fill="hold">
                                          <p:stCondLst>
                                            <p:cond delay="0"/>
                                          </p:stCondLst>
                                        </p:cTn>
                                        <p:tgtEl>
                                          <p:spTgt spid="194565"/>
                                        </p:tgtEl>
                                        <p:attrNameLst>
                                          <p:attrName>style.visibility</p:attrName>
                                        </p:attrNameLst>
                                      </p:cBhvr>
                                      <p:to>
                                        <p:strVal val="visible"/>
                                      </p:to>
                                    </p:set>
                                    <p:animEffect transition="in" filter="dissolve">
                                      <p:cBhvr>
                                        <p:cTn id="46" dur="500"/>
                                        <p:tgtEl>
                                          <p:spTgt spid="194565"/>
                                        </p:tgtEl>
                                      </p:cBhvr>
                                    </p:animEffect>
                                  </p:childTnLst>
                                </p:cTn>
                              </p:par>
                            </p:childTnLst>
                          </p:cTn>
                        </p:par>
                        <p:par>
                          <p:cTn id="47" fill="hold" nodeType="afterGroup">
                            <p:stCondLst>
                              <p:cond delay="2000"/>
                            </p:stCondLst>
                            <p:childTnLst>
                              <p:par>
                                <p:cTn id="48" presetID="9" presetClass="entr" presetSubtype="0" fill="hold" grpId="0" nodeType="afterEffect">
                                  <p:stCondLst>
                                    <p:cond delay="0"/>
                                  </p:stCondLst>
                                  <p:childTnLst>
                                    <p:set>
                                      <p:cBhvr>
                                        <p:cTn id="49" dur="1" fill="hold">
                                          <p:stCondLst>
                                            <p:cond delay="0"/>
                                          </p:stCondLst>
                                        </p:cTn>
                                        <p:tgtEl>
                                          <p:spTgt spid="194566"/>
                                        </p:tgtEl>
                                        <p:attrNameLst>
                                          <p:attrName>style.visibility</p:attrName>
                                        </p:attrNameLst>
                                      </p:cBhvr>
                                      <p:to>
                                        <p:strVal val="visible"/>
                                      </p:to>
                                    </p:set>
                                    <p:animEffect transition="in" filter="dissolve">
                                      <p:cBhvr>
                                        <p:cTn id="50" dur="500"/>
                                        <p:tgtEl>
                                          <p:spTgt spid="194566"/>
                                        </p:tgtEl>
                                      </p:cBhvr>
                                    </p:animEffect>
                                  </p:childTnLst>
                                </p:cTn>
                              </p:par>
                            </p:childTnLst>
                          </p:cTn>
                        </p:par>
                        <p:par>
                          <p:cTn id="51" fill="hold" nodeType="afterGroup">
                            <p:stCondLst>
                              <p:cond delay="2500"/>
                            </p:stCondLst>
                            <p:childTnLst>
                              <p:par>
                                <p:cTn id="52" presetID="9" presetClass="entr" presetSubtype="0" fill="hold" grpId="0" nodeType="afterEffect">
                                  <p:stCondLst>
                                    <p:cond delay="0"/>
                                  </p:stCondLst>
                                  <p:childTnLst>
                                    <p:set>
                                      <p:cBhvr>
                                        <p:cTn id="53" dur="1" fill="hold">
                                          <p:stCondLst>
                                            <p:cond delay="0"/>
                                          </p:stCondLst>
                                        </p:cTn>
                                        <p:tgtEl>
                                          <p:spTgt spid="194567"/>
                                        </p:tgtEl>
                                        <p:attrNameLst>
                                          <p:attrName>style.visibility</p:attrName>
                                        </p:attrNameLst>
                                      </p:cBhvr>
                                      <p:to>
                                        <p:strVal val="visible"/>
                                      </p:to>
                                    </p:set>
                                    <p:animEffect transition="in" filter="dissolve">
                                      <p:cBhvr>
                                        <p:cTn id="54" dur="500"/>
                                        <p:tgtEl>
                                          <p:spTgt spid="194567"/>
                                        </p:tgtEl>
                                      </p:cBhvr>
                                    </p:animEffect>
                                  </p:childTnLst>
                                </p:cTn>
                              </p:par>
                            </p:childTnLst>
                          </p:cTn>
                        </p:par>
                        <p:par>
                          <p:cTn id="55" fill="hold" nodeType="afterGroup">
                            <p:stCondLst>
                              <p:cond delay="3000"/>
                            </p:stCondLst>
                            <p:childTnLst>
                              <p:par>
                                <p:cTn id="56" presetID="9" presetClass="entr" presetSubtype="0" fill="hold" grpId="0" nodeType="afterEffect">
                                  <p:stCondLst>
                                    <p:cond delay="0"/>
                                  </p:stCondLst>
                                  <p:childTnLst>
                                    <p:set>
                                      <p:cBhvr>
                                        <p:cTn id="57" dur="1" fill="hold">
                                          <p:stCondLst>
                                            <p:cond delay="0"/>
                                          </p:stCondLst>
                                        </p:cTn>
                                        <p:tgtEl>
                                          <p:spTgt spid="194568"/>
                                        </p:tgtEl>
                                        <p:attrNameLst>
                                          <p:attrName>style.visibility</p:attrName>
                                        </p:attrNameLst>
                                      </p:cBhvr>
                                      <p:to>
                                        <p:strVal val="visible"/>
                                      </p:to>
                                    </p:set>
                                    <p:animEffect transition="in" filter="dissolve">
                                      <p:cBhvr>
                                        <p:cTn id="58" dur="500"/>
                                        <p:tgtEl>
                                          <p:spTgt spid="194568"/>
                                        </p:tgtEl>
                                      </p:cBhvr>
                                    </p:animEffect>
                                  </p:childTnLst>
                                </p:cTn>
                              </p:par>
                            </p:childTnLst>
                          </p:cTn>
                        </p:par>
                        <p:par>
                          <p:cTn id="59" fill="hold" nodeType="afterGroup">
                            <p:stCondLst>
                              <p:cond delay="3500"/>
                            </p:stCondLst>
                            <p:childTnLst>
                              <p:par>
                                <p:cTn id="60" presetID="9" presetClass="entr" presetSubtype="0" fill="hold" grpId="0" nodeType="afterEffect">
                                  <p:stCondLst>
                                    <p:cond delay="0"/>
                                  </p:stCondLst>
                                  <p:childTnLst>
                                    <p:set>
                                      <p:cBhvr>
                                        <p:cTn id="61" dur="1" fill="hold">
                                          <p:stCondLst>
                                            <p:cond delay="0"/>
                                          </p:stCondLst>
                                        </p:cTn>
                                        <p:tgtEl>
                                          <p:spTgt spid="194569"/>
                                        </p:tgtEl>
                                        <p:attrNameLst>
                                          <p:attrName>style.visibility</p:attrName>
                                        </p:attrNameLst>
                                      </p:cBhvr>
                                      <p:to>
                                        <p:strVal val="visible"/>
                                      </p:to>
                                    </p:set>
                                    <p:animEffect transition="in" filter="dissolve">
                                      <p:cBhvr>
                                        <p:cTn id="62" dur="500"/>
                                        <p:tgtEl>
                                          <p:spTgt spid="194569"/>
                                        </p:tgtEl>
                                      </p:cBhvr>
                                    </p:animEffect>
                                  </p:childTnLst>
                                </p:cTn>
                              </p:par>
                            </p:childTnLst>
                          </p:cTn>
                        </p:par>
                        <p:par>
                          <p:cTn id="63" fill="hold" nodeType="afterGroup">
                            <p:stCondLst>
                              <p:cond delay="4000"/>
                            </p:stCondLst>
                            <p:childTnLst>
                              <p:par>
                                <p:cTn id="64" presetID="9" presetClass="entr" presetSubtype="0" fill="hold" grpId="0" nodeType="afterEffect">
                                  <p:stCondLst>
                                    <p:cond delay="0"/>
                                  </p:stCondLst>
                                  <p:childTnLst>
                                    <p:set>
                                      <p:cBhvr>
                                        <p:cTn id="65" dur="1" fill="hold">
                                          <p:stCondLst>
                                            <p:cond delay="0"/>
                                          </p:stCondLst>
                                        </p:cTn>
                                        <p:tgtEl>
                                          <p:spTgt spid="194570"/>
                                        </p:tgtEl>
                                        <p:attrNameLst>
                                          <p:attrName>style.visibility</p:attrName>
                                        </p:attrNameLst>
                                      </p:cBhvr>
                                      <p:to>
                                        <p:strVal val="visible"/>
                                      </p:to>
                                    </p:set>
                                    <p:animEffect transition="in" filter="dissolve">
                                      <p:cBhvr>
                                        <p:cTn id="66" dur="500"/>
                                        <p:tgtEl>
                                          <p:spTgt spid="194570"/>
                                        </p:tgtEl>
                                      </p:cBhvr>
                                    </p:animEffect>
                                  </p:childTnLst>
                                </p:cTn>
                              </p:par>
                            </p:childTnLst>
                          </p:cTn>
                        </p:par>
                        <p:par>
                          <p:cTn id="67" fill="hold" nodeType="afterGroup">
                            <p:stCondLst>
                              <p:cond delay="4500"/>
                            </p:stCondLst>
                            <p:childTnLst>
                              <p:par>
                                <p:cTn id="68" presetID="9" presetClass="entr" presetSubtype="0" fill="hold" grpId="0" nodeType="afterEffect">
                                  <p:stCondLst>
                                    <p:cond delay="0"/>
                                  </p:stCondLst>
                                  <p:childTnLst>
                                    <p:set>
                                      <p:cBhvr>
                                        <p:cTn id="69" dur="1" fill="hold">
                                          <p:stCondLst>
                                            <p:cond delay="0"/>
                                          </p:stCondLst>
                                        </p:cTn>
                                        <p:tgtEl>
                                          <p:spTgt spid="194571"/>
                                        </p:tgtEl>
                                        <p:attrNameLst>
                                          <p:attrName>style.visibility</p:attrName>
                                        </p:attrNameLst>
                                      </p:cBhvr>
                                      <p:to>
                                        <p:strVal val="visible"/>
                                      </p:to>
                                    </p:set>
                                    <p:animEffect transition="in" filter="dissolve">
                                      <p:cBhvr>
                                        <p:cTn id="70" dur="500"/>
                                        <p:tgtEl>
                                          <p:spTgt spid="194571"/>
                                        </p:tgtEl>
                                      </p:cBhvr>
                                    </p:animEffect>
                                  </p:childTnLst>
                                </p:cTn>
                              </p:par>
                            </p:childTnLst>
                          </p:cTn>
                        </p:par>
                        <p:par>
                          <p:cTn id="71" fill="hold" nodeType="afterGroup">
                            <p:stCondLst>
                              <p:cond delay="5000"/>
                            </p:stCondLst>
                            <p:childTnLst>
                              <p:par>
                                <p:cTn id="72" presetID="9" presetClass="entr" presetSubtype="0" fill="hold" grpId="0" nodeType="afterEffect">
                                  <p:stCondLst>
                                    <p:cond delay="0"/>
                                  </p:stCondLst>
                                  <p:childTnLst>
                                    <p:set>
                                      <p:cBhvr>
                                        <p:cTn id="73" dur="1" fill="hold">
                                          <p:stCondLst>
                                            <p:cond delay="0"/>
                                          </p:stCondLst>
                                        </p:cTn>
                                        <p:tgtEl>
                                          <p:spTgt spid="194572"/>
                                        </p:tgtEl>
                                        <p:attrNameLst>
                                          <p:attrName>style.visibility</p:attrName>
                                        </p:attrNameLst>
                                      </p:cBhvr>
                                      <p:to>
                                        <p:strVal val="visible"/>
                                      </p:to>
                                    </p:set>
                                    <p:animEffect transition="in" filter="dissolve">
                                      <p:cBhvr>
                                        <p:cTn id="74" dur="500"/>
                                        <p:tgtEl>
                                          <p:spTgt spid="194572"/>
                                        </p:tgtEl>
                                      </p:cBhvr>
                                    </p:animEffect>
                                  </p:childTnLst>
                                </p:cTn>
                              </p:par>
                            </p:childTnLst>
                          </p:cTn>
                        </p:par>
                        <p:par>
                          <p:cTn id="75" fill="hold" nodeType="afterGroup">
                            <p:stCondLst>
                              <p:cond delay="5500"/>
                            </p:stCondLst>
                            <p:childTnLst>
                              <p:par>
                                <p:cTn id="76" presetID="9" presetClass="entr" presetSubtype="0" fill="hold" grpId="0" nodeType="afterEffect">
                                  <p:stCondLst>
                                    <p:cond delay="0"/>
                                  </p:stCondLst>
                                  <p:childTnLst>
                                    <p:set>
                                      <p:cBhvr>
                                        <p:cTn id="77" dur="1" fill="hold">
                                          <p:stCondLst>
                                            <p:cond delay="0"/>
                                          </p:stCondLst>
                                        </p:cTn>
                                        <p:tgtEl>
                                          <p:spTgt spid="194573"/>
                                        </p:tgtEl>
                                        <p:attrNameLst>
                                          <p:attrName>style.visibility</p:attrName>
                                        </p:attrNameLst>
                                      </p:cBhvr>
                                      <p:to>
                                        <p:strVal val="visible"/>
                                      </p:to>
                                    </p:set>
                                    <p:animEffect transition="in" filter="dissolve">
                                      <p:cBhvr>
                                        <p:cTn id="78" dur="500"/>
                                        <p:tgtEl>
                                          <p:spTgt spid="194573"/>
                                        </p:tgtEl>
                                      </p:cBhvr>
                                    </p:animEffect>
                                  </p:childTnLst>
                                </p:cTn>
                              </p:par>
                            </p:childTnLst>
                          </p:cTn>
                        </p:par>
                        <p:par>
                          <p:cTn id="79" fill="hold" nodeType="afterGroup">
                            <p:stCondLst>
                              <p:cond delay="6000"/>
                            </p:stCondLst>
                            <p:childTnLst>
                              <p:par>
                                <p:cTn id="80" presetID="9" presetClass="entr" presetSubtype="0" fill="hold" grpId="0" nodeType="afterEffect">
                                  <p:stCondLst>
                                    <p:cond delay="0"/>
                                  </p:stCondLst>
                                  <p:childTnLst>
                                    <p:set>
                                      <p:cBhvr>
                                        <p:cTn id="81" dur="1" fill="hold">
                                          <p:stCondLst>
                                            <p:cond delay="0"/>
                                          </p:stCondLst>
                                        </p:cTn>
                                        <p:tgtEl>
                                          <p:spTgt spid="194574"/>
                                        </p:tgtEl>
                                        <p:attrNameLst>
                                          <p:attrName>style.visibility</p:attrName>
                                        </p:attrNameLst>
                                      </p:cBhvr>
                                      <p:to>
                                        <p:strVal val="visible"/>
                                      </p:to>
                                    </p:set>
                                    <p:animEffect transition="in" filter="dissolve">
                                      <p:cBhvr>
                                        <p:cTn id="82" dur="500"/>
                                        <p:tgtEl>
                                          <p:spTgt spid="194574"/>
                                        </p:tgtEl>
                                      </p:cBhvr>
                                    </p:animEffect>
                                  </p:childTnLst>
                                </p:cTn>
                              </p:par>
                            </p:childTnLst>
                          </p:cTn>
                        </p:par>
                        <p:par>
                          <p:cTn id="83" fill="hold" nodeType="afterGroup">
                            <p:stCondLst>
                              <p:cond delay="6500"/>
                            </p:stCondLst>
                            <p:childTnLst>
                              <p:par>
                                <p:cTn id="84" presetID="9" presetClass="entr" presetSubtype="0" fill="hold" grpId="0" nodeType="afterEffect">
                                  <p:stCondLst>
                                    <p:cond delay="0"/>
                                  </p:stCondLst>
                                  <p:childTnLst>
                                    <p:set>
                                      <p:cBhvr>
                                        <p:cTn id="85" dur="1" fill="hold">
                                          <p:stCondLst>
                                            <p:cond delay="0"/>
                                          </p:stCondLst>
                                        </p:cTn>
                                        <p:tgtEl>
                                          <p:spTgt spid="194575"/>
                                        </p:tgtEl>
                                        <p:attrNameLst>
                                          <p:attrName>style.visibility</p:attrName>
                                        </p:attrNameLst>
                                      </p:cBhvr>
                                      <p:to>
                                        <p:strVal val="visible"/>
                                      </p:to>
                                    </p:set>
                                    <p:animEffect transition="in" filter="dissolve">
                                      <p:cBhvr>
                                        <p:cTn id="86" dur="500"/>
                                        <p:tgtEl>
                                          <p:spTgt spid="194575"/>
                                        </p:tgtEl>
                                      </p:cBhvr>
                                    </p:animEffect>
                                  </p:childTnLst>
                                </p:cTn>
                              </p:par>
                            </p:childTnLst>
                          </p:cTn>
                        </p:par>
                        <p:par>
                          <p:cTn id="87" fill="hold" nodeType="afterGroup">
                            <p:stCondLst>
                              <p:cond delay="7000"/>
                            </p:stCondLst>
                            <p:childTnLst>
                              <p:par>
                                <p:cTn id="88" presetID="9" presetClass="entr" presetSubtype="0" fill="hold" grpId="0" nodeType="afterEffect">
                                  <p:stCondLst>
                                    <p:cond delay="0"/>
                                  </p:stCondLst>
                                  <p:childTnLst>
                                    <p:set>
                                      <p:cBhvr>
                                        <p:cTn id="89" dur="1" fill="hold">
                                          <p:stCondLst>
                                            <p:cond delay="0"/>
                                          </p:stCondLst>
                                        </p:cTn>
                                        <p:tgtEl>
                                          <p:spTgt spid="194576"/>
                                        </p:tgtEl>
                                        <p:attrNameLst>
                                          <p:attrName>style.visibility</p:attrName>
                                        </p:attrNameLst>
                                      </p:cBhvr>
                                      <p:to>
                                        <p:strVal val="visible"/>
                                      </p:to>
                                    </p:set>
                                    <p:animEffect transition="in" filter="dissolve">
                                      <p:cBhvr>
                                        <p:cTn id="90" dur="500"/>
                                        <p:tgtEl>
                                          <p:spTgt spid="194576"/>
                                        </p:tgtEl>
                                      </p:cBhvr>
                                    </p:animEffect>
                                  </p:childTnLst>
                                </p:cTn>
                              </p:par>
                            </p:childTnLst>
                          </p:cTn>
                        </p:par>
                        <p:par>
                          <p:cTn id="91" fill="hold" nodeType="afterGroup">
                            <p:stCondLst>
                              <p:cond delay="7500"/>
                            </p:stCondLst>
                            <p:childTnLst>
                              <p:par>
                                <p:cTn id="92" presetID="9" presetClass="entr" presetSubtype="0" fill="hold" grpId="0" nodeType="afterEffect">
                                  <p:stCondLst>
                                    <p:cond delay="0"/>
                                  </p:stCondLst>
                                  <p:childTnLst>
                                    <p:set>
                                      <p:cBhvr>
                                        <p:cTn id="93" dur="1" fill="hold">
                                          <p:stCondLst>
                                            <p:cond delay="0"/>
                                          </p:stCondLst>
                                        </p:cTn>
                                        <p:tgtEl>
                                          <p:spTgt spid="194577"/>
                                        </p:tgtEl>
                                        <p:attrNameLst>
                                          <p:attrName>style.visibility</p:attrName>
                                        </p:attrNameLst>
                                      </p:cBhvr>
                                      <p:to>
                                        <p:strVal val="visible"/>
                                      </p:to>
                                    </p:set>
                                    <p:animEffect transition="in" filter="dissolve">
                                      <p:cBhvr>
                                        <p:cTn id="94" dur="500"/>
                                        <p:tgtEl>
                                          <p:spTgt spid="194577"/>
                                        </p:tgtEl>
                                      </p:cBhvr>
                                    </p:animEffect>
                                  </p:childTnLst>
                                </p:cTn>
                              </p:par>
                            </p:childTnLst>
                          </p:cTn>
                        </p:par>
                        <p:par>
                          <p:cTn id="95" fill="hold" nodeType="afterGroup">
                            <p:stCondLst>
                              <p:cond delay="8000"/>
                            </p:stCondLst>
                            <p:childTnLst>
                              <p:par>
                                <p:cTn id="96" presetID="9" presetClass="entr" presetSubtype="0" fill="hold" grpId="0" nodeType="afterEffect">
                                  <p:stCondLst>
                                    <p:cond delay="0"/>
                                  </p:stCondLst>
                                  <p:childTnLst>
                                    <p:set>
                                      <p:cBhvr>
                                        <p:cTn id="97" dur="1" fill="hold">
                                          <p:stCondLst>
                                            <p:cond delay="0"/>
                                          </p:stCondLst>
                                        </p:cTn>
                                        <p:tgtEl>
                                          <p:spTgt spid="194578"/>
                                        </p:tgtEl>
                                        <p:attrNameLst>
                                          <p:attrName>style.visibility</p:attrName>
                                        </p:attrNameLst>
                                      </p:cBhvr>
                                      <p:to>
                                        <p:strVal val="visible"/>
                                      </p:to>
                                    </p:set>
                                    <p:animEffect transition="in" filter="dissolve">
                                      <p:cBhvr>
                                        <p:cTn id="98" dur="500"/>
                                        <p:tgtEl>
                                          <p:spTgt spid="194578"/>
                                        </p:tgtEl>
                                      </p:cBhvr>
                                    </p:animEffect>
                                  </p:childTnLst>
                                </p:cTn>
                              </p:par>
                            </p:childTnLst>
                          </p:cTn>
                        </p:par>
                        <p:par>
                          <p:cTn id="99" fill="hold" nodeType="afterGroup">
                            <p:stCondLst>
                              <p:cond delay="8500"/>
                            </p:stCondLst>
                            <p:childTnLst>
                              <p:par>
                                <p:cTn id="100" presetID="9" presetClass="entr" presetSubtype="0" fill="hold" grpId="0" nodeType="afterEffect">
                                  <p:stCondLst>
                                    <p:cond delay="0"/>
                                  </p:stCondLst>
                                  <p:childTnLst>
                                    <p:set>
                                      <p:cBhvr>
                                        <p:cTn id="101" dur="1" fill="hold">
                                          <p:stCondLst>
                                            <p:cond delay="0"/>
                                          </p:stCondLst>
                                        </p:cTn>
                                        <p:tgtEl>
                                          <p:spTgt spid="194579"/>
                                        </p:tgtEl>
                                        <p:attrNameLst>
                                          <p:attrName>style.visibility</p:attrName>
                                        </p:attrNameLst>
                                      </p:cBhvr>
                                      <p:to>
                                        <p:strVal val="visible"/>
                                      </p:to>
                                    </p:set>
                                    <p:animEffect transition="in" filter="dissolve">
                                      <p:cBhvr>
                                        <p:cTn id="102" dur="500"/>
                                        <p:tgtEl>
                                          <p:spTgt spid="194579"/>
                                        </p:tgtEl>
                                      </p:cBhvr>
                                    </p:animEffect>
                                  </p:childTnLst>
                                </p:cTn>
                              </p:par>
                            </p:childTnLst>
                          </p:cTn>
                        </p:par>
                        <p:par>
                          <p:cTn id="103" fill="hold" nodeType="afterGroup">
                            <p:stCondLst>
                              <p:cond delay="9000"/>
                            </p:stCondLst>
                            <p:childTnLst>
                              <p:par>
                                <p:cTn id="104" presetID="9" presetClass="entr" presetSubtype="0" fill="hold" grpId="0" nodeType="afterEffect">
                                  <p:stCondLst>
                                    <p:cond delay="0"/>
                                  </p:stCondLst>
                                  <p:childTnLst>
                                    <p:set>
                                      <p:cBhvr>
                                        <p:cTn id="105" dur="1" fill="hold">
                                          <p:stCondLst>
                                            <p:cond delay="0"/>
                                          </p:stCondLst>
                                        </p:cTn>
                                        <p:tgtEl>
                                          <p:spTgt spid="194580"/>
                                        </p:tgtEl>
                                        <p:attrNameLst>
                                          <p:attrName>style.visibility</p:attrName>
                                        </p:attrNameLst>
                                      </p:cBhvr>
                                      <p:to>
                                        <p:strVal val="visible"/>
                                      </p:to>
                                    </p:set>
                                    <p:animEffect transition="in" filter="dissolve">
                                      <p:cBhvr>
                                        <p:cTn id="106" dur="500"/>
                                        <p:tgtEl>
                                          <p:spTgt spid="194580"/>
                                        </p:tgtEl>
                                      </p:cBhvr>
                                    </p:animEffect>
                                  </p:childTnLst>
                                </p:cTn>
                              </p:par>
                            </p:childTnLst>
                          </p:cTn>
                        </p:par>
                        <p:par>
                          <p:cTn id="107" fill="hold" nodeType="afterGroup">
                            <p:stCondLst>
                              <p:cond delay="9500"/>
                            </p:stCondLst>
                            <p:childTnLst>
                              <p:par>
                                <p:cTn id="108" presetID="9" presetClass="entr" presetSubtype="0" fill="hold" grpId="0" nodeType="afterEffect">
                                  <p:stCondLst>
                                    <p:cond delay="0"/>
                                  </p:stCondLst>
                                  <p:childTnLst>
                                    <p:set>
                                      <p:cBhvr>
                                        <p:cTn id="109" dur="1" fill="hold">
                                          <p:stCondLst>
                                            <p:cond delay="0"/>
                                          </p:stCondLst>
                                        </p:cTn>
                                        <p:tgtEl>
                                          <p:spTgt spid="194581"/>
                                        </p:tgtEl>
                                        <p:attrNameLst>
                                          <p:attrName>style.visibility</p:attrName>
                                        </p:attrNameLst>
                                      </p:cBhvr>
                                      <p:to>
                                        <p:strVal val="visible"/>
                                      </p:to>
                                    </p:set>
                                    <p:animEffect transition="in" filter="dissolve">
                                      <p:cBhvr>
                                        <p:cTn id="110" dur="500"/>
                                        <p:tgtEl>
                                          <p:spTgt spid="194581"/>
                                        </p:tgtEl>
                                      </p:cBhvr>
                                    </p:animEffect>
                                  </p:childTnLst>
                                </p:cTn>
                              </p:par>
                            </p:childTnLst>
                          </p:cTn>
                        </p:par>
                        <p:par>
                          <p:cTn id="111" fill="hold" nodeType="afterGroup">
                            <p:stCondLst>
                              <p:cond delay="10000"/>
                            </p:stCondLst>
                            <p:childTnLst>
                              <p:par>
                                <p:cTn id="112" presetID="9" presetClass="entr" presetSubtype="0" fill="hold" grpId="0" nodeType="afterEffect">
                                  <p:stCondLst>
                                    <p:cond delay="0"/>
                                  </p:stCondLst>
                                  <p:childTnLst>
                                    <p:set>
                                      <p:cBhvr>
                                        <p:cTn id="113" dur="1" fill="hold">
                                          <p:stCondLst>
                                            <p:cond delay="0"/>
                                          </p:stCondLst>
                                        </p:cTn>
                                        <p:tgtEl>
                                          <p:spTgt spid="194582"/>
                                        </p:tgtEl>
                                        <p:attrNameLst>
                                          <p:attrName>style.visibility</p:attrName>
                                        </p:attrNameLst>
                                      </p:cBhvr>
                                      <p:to>
                                        <p:strVal val="visible"/>
                                      </p:to>
                                    </p:set>
                                    <p:animEffect transition="in" filter="dissolve">
                                      <p:cBhvr>
                                        <p:cTn id="114" dur="500"/>
                                        <p:tgtEl>
                                          <p:spTgt spid="194582"/>
                                        </p:tgtEl>
                                      </p:cBhvr>
                                    </p:animEffect>
                                  </p:childTnLst>
                                </p:cTn>
                              </p:par>
                            </p:childTnLst>
                          </p:cTn>
                        </p:par>
                        <p:par>
                          <p:cTn id="115" fill="hold" nodeType="afterGroup">
                            <p:stCondLst>
                              <p:cond delay="10500"/>
                            </p:stCondLst>
                            <p:childTnLst>
                              <p:par>
                                <p:cTn id="116" presetID="9" presetClass="entr" presetSubtype="0" fill="hold" grpId="0" nodeType="afterEffect">
                                  <p:stCondLst>
                                    <p:cond delay="0"/>
                                  </p:stCondLst>
                                  <p:childTnLst>
                                    <p:set>
                                      <p:cBhvr>
                                        <p:cTn id="117" dur="1" fill="hold">
                                          <p:stCondLst>
                                            <p:cond delay="0"/>
                                          </p:stCondLst>
                                        </p:cTn>
                                        <p:tgtEl>
                                          <p:spTgt spid="194583"/>
                                        </p:tgtEl>
                                        <p:attrNameLst>
                                          <p:attrName>style.visibility</p:attrName>
                                        </p:attrNameLst>
                                      </p:cBhvr>
                                      <p:to>
                                        <p:strVal val="visible"/>
                                      </p:to>
                                    </p:set>
                                    <p:animEffect transition="in" filter="dissolve">
                                      <p:cBhvr>
                                        <p:cTn id="118" dur="500"/>
                                        <p:tgtEl>
                                          <p:spTgt spid="194583"/>
                                        </p:tgtEl>
                                      </p:cBhvr>
                                    </p:animEffect>
                                  </p:childTnLst>
                                </p:cTn>
                              </p:par>
                            </p:childTnLst>
                          </p:cTn>
                        </p:par>
                        <p:par>
                          <p:cTn id="119" fill="hold" nodeType="afterGroup">
                            <p:stCondLst>
                              <p:cond delay="11000"/>
                            </p:stCondLst>
                            <p:childTnLst>
                              <p:par>
                                <p:cTn id="120" presetID="9" presetClass="entr" presetSubtype="0" fill="hold" grpId="0" nodeType="afterEffect">
                                  <p:stCondLst>
                                    <p:cond delay="0"/>
                                  </p:stCondLst>
                                  <p:childTnLst>
                                    <p:set>
                                      <p:cBhvr>
                                        <p:cTn id="121" dur="1" fill="hold">
                                          <p:stCondLst>
                                            <p:cond delay="0"/>
                                          </p:stCondLst>
                                        </p:cTn>
                                        <p:tgtEl>
                                          <p:spTgt spid="194584"/>
                                        </p:tgtEl>
                                        <p:attrNameLst>
                                          <p:attrName>style.visibility</p:attrName>
                                        </p:attrNameLst>
                                      </p:cBhvr>
                                      <p:to>
                                        <p:strVal val="visible"/>
                                      </p:to>
                                    </p:set>
                                    <p:animEffect transition="in" filter="dissolve">
                                      <p:cBhvr>
                                        <p:cTn id="122" dur="500"/>
                                        <p:tgtEl>
                                          <p:spTgt spid="194584"/>
                                        </p:tgtEl>
                                      </p:cBhvr>
                                    </p:animEffect>
                                  </p:childTnLst>
                                </p:cTn>
                              </p:par>
                            </p:childTnLst>
                          </p:cTn>
                        </p:par>
                        <p:par>
                          <p:cTn id="123" fill="hold" nodeType="afterGroup">
                            <p:stCondLst>
                              <p:cond delay="11500"/>
                            </p:stCondLst>
                            <p:childTnLst>
                              <p:par>
                                <p:cTn id="124" presetID="9" presetClass="entr" presetSubtype="0" fill="hold" grpId="0" nodeType="afterEffect">
                                  <p:stCondLst>
                                    <p:cond delay="0"/>
                                  </p:stCondLst>
                                  <p:childTnLst>
                                    <p:set>
                                      <p:cBhvr>
                                        <p:cTn id="125" dur="1" fill="hold">
                                          <p:stCondLst>
                                            <p:cond delay="0"/>
                                          </p:stCondLst>
                                        </p:cTn>
                                        <p:tgtEl>
                                          <p:spTgt spid="194585"/>
                                        </p:tgtEl>
                                        <p:attrNameLst>
                                          <p:attrName>style.visibility</p:attrName>
                                        </p:attrNameLst>
                                      </p:cBhvr>
                                      <p:to>
                                        <p:strVal val="visible"/>
                                      </p:to>
                                    </p:set>
                                    <p:animEffect transition="in" filter="dissolve">
                                      <p:cBhvr>
                                        <p:cTn id="126" dur="500"/>
                                        <p:tgtEl>
                                          <p:spTgt spid="194585"/>
                                        </p:tgtEl>
                                      </p:cBhvr>
                                    </p:animEffect>
                                  </p:childTnLst>
                                </p:cTn>
                              </p:par>
                            </p:childTnLst>
                          </p:cTn>
                        </p:par>
                        <p:par>
                          <p:cTn id="127" fill="hold" nodeType="afterGroup">
                            <p:stCondLst>
                              <p:cond delay="12000"/>
                            </p:stCondLst>
                            <p:childTnLst>
                              <p:par>
                                <p:cTn id="128" presetID="9" presetClass="entr" presetSubtype="0" fill="hold" grpId="0" nodeType="afterEffect">
                                  <p:stCondLst>
                                    <p:cond delay="0"/>
                                  </p:stCondLst>
                                  <p:childTnLst>
                                    <p:set>
                                      <p:cBhvr>
                                        <p:cTn id="129" dur="1" fill="hold">
                                          <p:stCondLst>
                                            <p:cond delay="0"/>
                                          </p:stCondLst>
                                        </p:cTn>
                                        <p:tgtEl>
                                          <p:spTgt spid="194586"/>
                                        </p:tgtEl>
                                        <p:attrNameLst>
                                          <p:attrName>style.visibility</p:attrName>
                                        </p:attrNameLst>
                                      </p:cBhvr>
                                      <p:to>
                                        <p:strVal val="visible"/>
                                      </p:to>
                                    </p:set>
                                    <p:animEffect transition="in" filter="dissolve">
                                      <p:cBhvr>
                                        <p:cTn id="130" dur="500"/>
                                        <p:tgtEl>
                                          <p:spTgt spid="194586"/>
                                        </p:tgtEl>
                                      </p:cBhvr>
                                    </p:animEffect>
                                  </p:childTnLst>
                                </p:cTn>
                              </p:par>
                            </p:childTnLst>
                          </p:cTn>
                        </p:par>
                        <p:par>
                          <p:cTn id="131" fill="hold" nodeType="afterGroup">
                            <p:stCondLst>
                              <p:cond delay="12500"/>
                            </p:stCondLst>
                            <p:childTnLst>
                              <p:par>
                                <p:cTn id="132" presetID="17" presetClass="entr" presetSubtype="1" fill="hold" grpId="0" nodeType="afterEffect">
                                  <p:stCondLst>
                                    <p:cond delay="0"/>
                                  </p:stCondLst>
                                  <p:childTnLst>
                                    <p:set>
                                      <p:cBhvr>
                                        <p:cTn id="133" dur="1" fill="hold">
                                          <p:stCondLst>
                                            <p:cond delay="0"/>
                                          </p:stCondLst>
                                        </p:cTn>
                                        <p:tgtEl>
                                          <p:spTgt spid="194587"/>
                                        </p:tgtEl>
                                        <p:attrNameLst>
                                          <p:attrName>style.visibility</p:attrName>
                                        </p:attrNameLst>
                                      </p:cBhvr>
                                      <p:to>
                                        <p:strVal val="visible"/>
                                      </p:to>
                                    </p:set>
                                    <p:anim calcmode="lin" valueType="num">
                                      <p:cBhvr>
                                        <p:cTn id="134" dur="500" fill="hold"/>
                                        <p:tgtEl>
                                          <p:spTgt spid="194587"/>
                                        </p:tgtEl>
                                        <p:attrNameLst>
                                          <p:attrName>ppt_x</p:attrName>
                                        </p:attrNameLst>
                                      </p:cBhvr>
                                      <p:tavLst>
                                        <p:tav tm="0">
                                          <p:val>
                                            <p:strVal val="#ppt_x"/>
                                          </p:val>
                                        </p:tav>
                                        <p:tav tm="100000">
                                          <p:val>
                                            <p:strVal val="#ppt_x"/>
                                          </p:val>
                                        </p:tav>
                                      </p:tavLst>
                                    </p:anim>
                                    <p:anim calcmode="lin" valueType="num">
                                      <p:cBhvr>
                                        <p:cTn id="135" dur="500" fill="hold"/>
                                        <p:tgtEl>
                                          <p:spTgt spid="194587"/>
                                        </p:tgtEl>
                                        <p:attrNameLst>
                                          <p:attrName>ppt_y</p:attrName>
                                        </p:attrNameLst>
                                      </p:cBhvr>
                                      <p:tavLst>
                                        <p:tav tm="0">
                                          <p:val>
                                            <p:strVal val="#ppt_y-#ppt_h/2"/>
                                          </p:val>
                                        </p:tav>
                                        <p:tav tm="100000">
                                          <p:val>
                                            <p:strVal val="#ppt_y"/>
                                          </p:val>
                                        </p:tav>
                                      </p:tavLst>
                                    </p:anim>
                                    <p:anim calcmode="lin" valueType="num">
                                      <p:cBhvr>
                                        <p:cTn id="136" dur="500" fill="hold"/>
                                        <p:tgtEl>
                                          <p:spTgt spid="194587"/>
                                        </p:tgtEl>
                                        <p:attrNameLst>
                                          <p:attrName>ppt_w</p:attrName>
                                        </p:attrNameLst>
                                      </p:cBhvr>
                                      <p:tavLst>
                                        <p:tav tm="0">
                                          <p:val>
                                            <p:strVal val="#ppt_w"/>
                                          </p:val>
                                        </p:tav>
                                        <p:tav tm="100000">
                                          <p:val>
                                            <p:strVal val="#ppt_w"/>
                                          </p:val>
                                        </p:tav>
                                      </p:tavLst>
                                    </p:anim>
                                    <p:anim calcmode="lin" valueType="num">
                                      <p:cBhvr>
                                        <p:cTn id="137" dur="500" fill="hold"/>
                                        <p:tgtEl>
                                          <p:spTgt spid="194587"/>
                                        </p:tgtEl>
                                        <p:attrNameLst>
                                          <p:attrName>ppt_h</p:attrName>
                                        </p:attrNameLst>
                                      </p:cBhvr>
                                      <p:tavLst>
                                        <p:tav tm="0">
                                          <p:val>
                                            <p:fltVal val="0"/>
                                          </p:val>
                                        </p:tav>
                                        <p:tav tm="100000">
                                          <p:val>
                                            <p:strVal val="#ppt_h"/>
                                          </p:val>
                                        </p:tav>
                                      </p:tavLst>
                                    </p:anim>
                                  </p:childTnLst>
                                </p:cTn>
                              </p:par>
                            </p:childTnLst>
                          </p:cTn>
                        </p:par>
                        <p:par>
                          <p:cTn id="138" fill="hold" nodeType="afterGroup">
                            <p:stCondLst>
                              <p:cond delay="13000"/>
                            </p:stCondLst>
                            <p:childTnLst>
                              <p:par>
                                <p:cTn id="139" presetID="17" presetClass="entr" presetSubtype="1" fill="hold" grpId="0" nodeType="afterEffect">
                                  <p:stCondLst>
                                    <p:cond delay="0"/>
                                  </p:stCondLst>
                                  <p:childTnLst>
                                    <p:set>
                                      <p:cBhvr>
                                        <p:cTn id="140" dur="1" fill="hold">
                                          <p:stCondLst>
                                            <p:cond delay="0"/>
                                          </p:stCondLst>
                                        </p:cTn>
                                        <p:tgtEl>
                                          <p:spTgt spid="194588"/>
                                        </p:tgtEl>
                                        <p:attrNameLst>
                                          <p:attrName>style.visibility</p:attrName>
                                        </p:attrNameLst>
                                      </p:cBhvr>
                                      <p:to>
                                        <p:strVal val="visible"/>
                                      </p:to>
                                    </p:set>
                                    <p:anim calcmode="lin" valueType="num">
                                      <p:cBhvr>
                                        <p:cTn id="141" dur="500" fill="hold"/>
                                        <p:tgtEl>
                                          <p:spTgt spid="194588"/>
                                        </p:tgtEl>
                                        <p:attrNameLst>
                                          <p:attrName>ppt_x</p:attrName>
                                        </p:attrNameLst>
                                      </p:cBhvr>
                                      <p:tavLst>
                                        <p:tav tm="0">
                                          <p:val>
                                            <p:strVal val="#ppt_x"/>
                                          </p:val>
                                        </p:tav>
                                        <p:tav tm="100000">
                                          <p:val>
                                            <p:strVal val="#ppt_x"/>
                                          </p:val>
                                        </p:tav>
                                      </p:tavLst>
                                    </p:anim>
                                    <p:anim calcmode="lin" valueType="num">
                                      <p:cBhvr>
                                        <p:cTn id="142" dur="500" fill="hold"/>
                                        <p:tgtEl>
                                          <p:spTgt spid="194588"/>
                                        </p:tgtEl>
                                        <p:attrNameLst>
                                          <p:attrName>ppt_y</p:attrName>
                                        </p:attrNameLst>
                                      </p:cBhvr>
                                      <p:tavLst>
                                        <p:tav tm="0">
                                          <p:val>
                                            <p:strVal val="#ppt_y-#ppt_h/2"/>
                                          </p:val>
                                        </p:tav>
                                        <p:tav tm="100000">
                                          <p:val>
                                            <p:strVal val="#ppt_y"/>
                                          </p:val>
                                        </p:tav>
                                      </p:tavLst>
                                    </p:anim>
                                    <p:anim calcmode="lin" valueType="num">
                                      <p:cBhvr>
                                        <p:cTn id="143" dur="500" fill="hold"/>
                                        <p:tgtEl>
                                          <p:spTgt spid="194588"/>
                                        </p:tgtEl>
                                        <p:attrNameLst>
                                          <p:attrName>ppt_w</p:attrName>
                                        </p:attrNameLst>
                                      </p:cBhvr>
                                      <p:tavLst>
                                        <p:tav tm="0">
                                          <p:val>
                                            <p:strVal val="#ppt_w"/>
                                          </p:val>
                                        </p:tav>
                                        <p:tav tm="100000">
                                          <p:val>
                                            <p:strVal val="#ppt_w"/>
                                          </p:val>
                                        </p:tav>
                                      </p:tavLst>
                                    </p:anim>
                                    <p:anim calcmode="lin" valueType="num">
                                      <p:cBhvr>
                                        <p:cTn id="144" dur="500" fill="hold"/>
                                        <p:tgtEl>
                                          <p:spTgt spid="194588"/>
                                        </p:tgtEl>
                                        <p:attrNameLst>
                                          <p:attrName>ppt_h</p:attrName>
                                        </p:attrNameLst>
                                      </p:cBhvr>
                                      <p:tavLst>
                                        <p:tav tm="0">
                                          <p:val>
                                            <p:fltVal val="0"/>
                                          </p:val>
                                        </p:tav>
                                        <p:tav tm="100000">
                                          <p:val>
                                            <p:strVal val="#ppt_h"/>
                                          </p:val>
                                        </p:tav>
                                      </p:tavLst>
                                    </p:anim>
                                  </p:childTnLst>
                                </p:cTn>
                              </p:par>
                            </p:childTnLst>
                          </p:cTn>
                        </p:par>
                        <p:par>
                          <p:cTn id="145" fill="hold" nodeType="afterGroup">
                            <p:stCondLst>
                              <p:cond delay="13500"/>
                            </p:stCondLst>
                            <p:childTnLst>
                              <p:par>
                                <p:cTn id="146" presetID="17" presetClass="entr" presetSubtype="1" fill="hold" grpId="0" nodeType="afterEffect">
                                  <p:stCondLst>
                                    <p:cond delay="0"/>
                                  </p:stCondLst>
                                  <p:childTnLst>
                                    <p:set>
                                      <p:cBhvr>
                                        <p:cTn id="147" dur="1" fill="hold">
                                          <p:stCondLst>
                                            <p:cond delay="0"/>
                                          </p:stCondLst>
                                        </p:cTn>
                                        <p:tgtEl>
                                          <p:spTgt spid="194589"/>
                                        </p:tgtEl>
                                        <p:attrNameLst>
                                          <p:attrName>style.visibility</p:attrName>
                                        </p:attrNameLst>
                                      </p:cBhvr>
                                      <p:to>
                                        <p:strVal val="visible"/>
                                      </p:to>
                                    </p:set>
                                    <p:anim calcmode="lin" valueType="num">
                                      <p:cBhvr>
                                        <p:cTn id="148" dur="500" fill="hold"/>
                                        <p:tgtEl>
                                          <p:spTgt spid="194589"/>
                                        </p:tgtEl>
                                        <p:attrNameLst>
                                          <p:attrName>ppt_x</p:attrName>
                                        </p:attrNameLst>
                                      </p:cBhvr>
                                      <p:tavLst>
                                        <p:tav tm="0">
                                          <p:val>
                                            <p:strVal val="#ppt_x"/>
                                          </p:val>
                                        </p:tav>
                                        <p:tav tm="100000">
                                          <p:val>
                                            <p:strVal val="#ppt_x"/>
                                          </p:val>
                                        </p:tav>
                                      </p:tavLst>
                                    </p:anim>
                                    <p:anim calcmode="lin" valueType="num">
                                      <p:cBhvr>
                                        <p:cTn id="149" dur="500" fill="hold"/>
                                        <p:tgtEl>
                                          <p:spTgt spid="194589"/>
                                        </p:tgtEl>
                                        <p:attrNameLst>
                                          <p:attrName>ppt_y</p:attrName>
                                        </p:attrNameLst>
                                      </p:cBhvr>
                                      <p:tavLst>
                                        <p:tav tm="0">
                                          <p:val>
                                            <p:strVal val="#ppt_y-#ppt_h/2"/>
                                          </p:val>
                                        </p:tav>
                                        <p:tav tm="100000">
                                          <p:val>
                                            <p:strVal val="#ppt_y"/>
                                          </p:val>
                                        </p:tav>
                                      </p:tavLst>
                                    </p:anim>
                                    <p:anim calcmode="lin" valueType="num">
                                      <p:cBhvr>
                                        <p:cTn id="150" dur="500" fill="hold"/>
                                        <p:tgtEl>
                                          <p:spTgt spid="194589"/>
                                        </p:tgtEl>
                                        <p:attrNameLst>
                                          <p:attrName>ppt_w</p:attrName>
                                        </p:attrNameLst>
                                      </p:cBhvr>
                                      <p:tavLst>
                                        <p:tav tm="0">
                                          <p:val>
                                            <p:strVal val="#ppt_w"/>
                                          </p:val>
                                        </p:tav>
                                        <p:tav tm="100000">
                                          <p:val>
                                            <p:strVal val="#ppt_w"/>
                                          </p:val>
                                        </p:tav>
                                      </p:tavLst>
                                    </p:anim>
                                    <p:anim calcmode="lin" valueType="num">
                                      <p:cBhvr>
                                        <p:cTn id="151" dur="500" fill="hold"/>
                                        <p:tgtEl>
                                          <p:spTgt spid="194589"/>
                                        </p:tgtEl>
                                        <p:attrNameLst>
                                          <p:attrName>ppt_h</p:attrName>
                                        </p:attrNameLst>
                                      </p:cBhvr>
                                      <p:tavLst>
                                        <p:tav tm="0">
                                          <p:val>
                                            <p:fltVal val="0"/>
                                          </p:val>
                                        </p:tav>
                                        <p:tav tm="100000">
                                          <p:val>
                                            <p:strVal val="#ppt_h"/>
                                          </p:val>
                                        </p:tav>
                                      </p:tavLst>
                                    </p:anim>
                                  </p:childTnLst>
                                </p:cTn>
                              </p:par>
                            </p:childTnLst>
                          </p:cTn>
                        </p:par>
                        <p:par>
                          <p:cTn id="152" fill="hold" nodeType="afterGroup">
                            <p:stCondLst>
                              <p:cond delay="14000"/>
                            </p:stCondLst>
                            <p:childTnLst>
                              <p:par>
                                <p:cTn id="153" presetID="17" presetClass="entr" presetSubtype="1" fill="hold" grpId="0" nodeType="afterEffect">
                                  <p:stCondLst>
                                    <p:cond delay="0"/>
                                  </p:stCondLst>
                                  <p:childTnLst>
                                    <p:set>
                                      <p:cBhvr>
                                        <p:cTn id="154" dur="1" fill="hold">
                                          <p:stCondLst>
                                            <p:cond delay="0"/>
                                          </p:stCondLst>
                                        </p:cTn>
                                        <p:tgtEl>
                                          <p:spTgt spid="194590"/>
                                        </p:tgtEl>
                                        <p:attrNameLst>
                                          <p:attrName>style.visibility</p:attrName>
                                        </p:attrNameLst>
                                      </p:cBhvr>
                                      <p:to>
                                        <p:strVal val="visible"/>
                                      </p:to>
                                    </p:set>
                                    <p:anim calcmode="lin" valueType="num">
                                      <p:cBhvr>
                                        <p:cTn id="155" dur="500" fill="hold"/>
                                        <p:tgtEl>
                                          <p:spTgt spid="194590"/>
                                        </p:tgtEl>
                                        <p:attrNameLst>
                                          <p:attrName>ppt_x</p:attrName>
                                        </p:attrNameLst>
                                      </p:cBhvr>
                                      <p:tavLst>
                                        <p:tav tm="0">
                                          <p:val>
                                            <p:strVal val="#ppt_x"/>
                                          </p:val>
                                        </p:tav>
                                        <p:tav tm="100000">
                                          <p:val>
                                            <p:strVal val="#ppt_x"/>
                                          </p:val>
                                        </p:tav>
                                      </p:tavLst>
                                    </p:anim>
                                    <p:anim calcmode="lin" valueType="num">
                                      <p:cBhvr>
                                        <p:cTn id="156" dur="500" fill="hold"/>
                                        <p:tgtEl>
                                          <p:spTgt spid="194590"/>
                                        </p:tgtEl>
                                        <p:attrNameLst>
                                          <p:attrName>ppt_y</p:attrName>
                                        </p:attrNameLst>
                                      </p:cBhvr>
                                      <p:tavLst>
                                        <p:tav tm="0">
                                          <p:val>
                                            <p:strVal val="#ppt_y-#ppt_h/2"/>
                                          </p:val>
                                        </p:tav>
                                        <p:tav tm="100000">
                                          <p:val>
                                            <p:strVal val="#ppt_y"/>
                                          </p:val>
                                        </p:tav>
                                      </p:tavLst>
                                    </p:anim>
                                    <p:anim calcmode="lin" valueType="num">
                                      <p:cBhvr>
                                        <p:cTn id="157" dur="500" fill="hold"/>
                                        <p:tgtEl>
                                          <p:spTgt spid="194590"/>
                                        </p:tgtEl>
                                        <p:attrNameLst>
                                          <p:attrName>ppt_w</p:attrName>
                                        </p:attrNameLst>
                                      </p:cBhvr>
                                      <p:tavLst>
                                        <p:tav tm="0">
                                          <p:val>
                                            <p:strVal val="#ppt_w"/>
                                          </p:val>
                                        </p:tav>
                                        <p:tav tm="100000">
                                          <p:val>
                                            <p:strVal val="#ppt_w"/>
                                          </p:val>
                                        </p:tav>
                                      </p:tavLst>
                                    </p:anim>
                                    <p:anim calcmode="lin" valueType="num">
                                      <p:cBhvr>
                                        <p:cTn id="158" dur="500" fill="hold"/>
                                        <p:tgtEl>
                                          <p:spTgt spid="194590"/>
                                        </p:tgtEl>
                                        <p:attrNameLst>
                                          <p:attrName>ppt_h</p:attrName>
                                        </p:attrNameLst>
                                      </p:cBhvr>
                                      <p:tavLst>
                                        <p:tav tm="0">
                                          <p:val>
                                            <p:fltVal val="0"/>
                                          </p:val>
                                        </p:tav>
                                        <p:tav tm="100000">
                                          <p:val>
                                            <p:strVal val="#ppt_h"/>
                                          </p:val>
                                        </p:tav>
                                      </p:tavLst>
                                    </p:anim>
                                  </p:childTnLst>
                                </p:cTn>
                              </p:par>
                            </p:childTnLst>
                          </p:cTn>
                        </p:par>
                        <p:par>
                          <p:cTn id="159" fill="hold" nodeType="afterGroup">
                            <p:stCondLst>
                              <p:cond delay="14500"/>
                            </p:stCondLst>
                            <p:childTnLst>
                              <p:par>
                                <p:cTn id="160" presetID="17" presetClass="entr" presetSubtype="1" fill="hold" grpId="0" nodeType="afterEffect">
                                  <p:stCondLst>
                                    <p:cond delay="0"/>
                                  </p:stCondLst>
                                  <p:childTnLst>
                                    <p:set>
                                      <p:cBhvr>
                                        <p:cTn id="161" dur="1" fill="hold">
                                          <p:stCondLst>
                                            <p:cond delay="0"/>
                                          </p:stCondLst>
                                        </p:cTn>
                                        <p:tgtEl>
                                          <p:spTgt spid="194591"/>
                                        </p:tgtEl>
                                        <p:attrNameLst>
                                          <p:attrName>style.visibility</p:attrName>
                                        </p:attrNameLst>
                                      </p:cBhvr>
                                      <p:to>
                                        <p:strVal val="visible"/>
                                      </p:to>
                                    </p:set>
                                    <p:anim calcmode="lin" valueType="num">
                                      <p:cBhvr>
                                        <p:cTn id="162" dur="500" fill="hold"/>
                                        <p:tgtEl>
                                          <p:spTgt spid="194591"/>
                                        </p:tgtEl>
                                        <p:attrNameLst>
                                          <p:attrName>ppt_x</p:attrName>
                                        </p:attrNameLst>
                                      </p:cBhvr>
                                      <p:tavLst>
                                        <p:tav tm="0">
                                          <p:val>
                                            <p:strVal val="#ppt_x"/>
                                          </p:val>
                                        </p:tav>
                                        <p:tav tm="100000">
                                          <p:val>
                                            <p:strVal val="#ppt_x"/>
                                          </p:val>
                                        </p:tav>
                                      </p:tavLst>
                                    </p:anim>
                                    <p:anim calcmode="lin" valueType="num">
                                      <p:cBhvr>
                                        <p:cTn id="163" dur="500" fill="hold"/>
                                        <p:tgtEl>
                                          <p:spTgt spid="194591"/>
                                        </p:tgtEl>
                                        <p:attrNameLst>
                                          <p:attrName>ppt_y</p:attrName>
                                        </p:attrNameLst>
                                      </p:cBhvr>
                                      <p:tavLst>
                                        <p:tav tm="0">
                                          <p:val>
                                            <p:strVal val="#ppt_y-#ppt_h/2"/>
                                          </p:val>
                                        </p:tav>
                                        <p:tav tm="100000">
                                          <p:val>
                                            <p:strVal val="#ppt_y"/>
                                          </p:val>
                                        </p:tav>
                                      </p:tavLst>
                                    </p:anim>
                                    <p:anim calcmode="lin" valueType="num">
                                      <p:cBhvr>
                                        <p:cTn id="164" dur="500" fill="hold"/>
                                        <p:tgtEl>
                                          <p:spTgt spid="194591"/>
                                        </p:tgtEl>
                                        <p:attrNameLst>
                                          <p:attrName>ppt_w</p:attrName>
                                        </p:attrNameLst>
                                      </p:cBhvr>
                                      <p:tavLst>
                                        <p:tav tm="0">
                                          <p:val>
                                            <p:strVal val="#ppt_w"/>
                                          </p:val>
                                        </p:tav>
                                        <p:tav tm="100000">
                                          <p:val>
                                            <p:strVal val="#ppt_w"/>
                                          </p:val>
                                        </p:tav>
                                      </p:tavLst>
                                    </p:anim>
                                    <p:anim calcmode="lin" valueType="num">
                                      <p:cBhvr>
                                        <p:cTn id="165" dur="500" fill="hold"/>
                                        <p:tgtEl>
                                          <p:spTgt spid="194591"/>
                                        </p:tgtEl>
                                        <p:attrNameLst>
                                          <p:attrName>ppt_h</p:attrName>
                                        </p:attrNameLst>
                                      </p:cBhvr>
                                      <p:tavLst>
                                        <p:tav tm="0">
                                          <p:val>
                                            <p:fltVal val="0"/>
                                          </p:val>
                                        </p:tav>
                                        <p:tav tm="100000">
                                          <p:val>
                                            <p:strVal val="#ppt_h"/>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7" presetClass="entr" presetSubtype="1" fill="hold" grpId="0" nodeType="clickEffect">
                                  <p:stCondLst>
                                    <p:cond delay="0"/>
                                  </p:stCondLst>
                                  <p:childTnLst>
                                    <p:set>
                                      <p:cBhvr>
                                        <p:cTn id="169" dur="1" fill="hold">
                                          <p:stCondLst>
                                            <p:cond delay="0"/>
                                          </p:stCondLst>
                                        </p:cTn>
                                        <p:tgtEl>
                                          <p:spTgt spid="194592"/>
                                        </p:tgtEl>
                                        <p:attrNameLst>
                                          <p:attrName>style.visibility</p:attrName>
                                        </p:attrNameLst>
                                      </p:cBhvr>
                                      <p:to>
                                        <p:strVal val="visible"/>
                                      </p:to>
                                    </p:set>
                                    <p:anim calcmode="lin" valueType="num">
                                      <p:cBhvr>
                                        <p:cTn id="170" dur="500" fill="hold"/>
                                        <p:tgtEl>
                                          <p:spTgt spid="194592"/>
                                        </p:tgtEl>
                                        <p:attrNameLst>
                                          <p:attrName>ppt_x</p:attrName>
                                        </p:attrNameLst>
                                      </p:cBhvr>
                                      <p:tavLst>
                                        <p:tav tm="0">
                                          <p:val>
                                            <p:strVal val="#ppt_x"/>
                                          </p:val>
                                        </p:tav>
                                        <p:tav tm="100000">
                                          <p:val>
                                            <p:strVal val="#ppt_x"/>
                                          </p:val>
                                        </p:tav>
                                      </p:tavLst>
                                    </p:anim>
                                    <p:anim calcmode="lin" valueType="num">
                                      <p:cBhvr>
                                        <p:cTn id="171" dur="500" fill="hold"/>
                                        <p:tgtEl>
                                          <p:spTgt spid="194592"/>
                                        </p:tgtEl>
                                        <p:attrNameLst>
                                          <p:attrName>ppt_y</p:attrName>
                                        </p:attrNameLst>
                                      </p:cBhvr>
                                      <p:tavLst>
                                        <p:tav tm="0">
                                          <p:val>
                                            <p:strVal val="#ppt_y-#ppt_h/2"/>
                                          </p:val>
                                        </p:tav>
                                        <p:tav tm="100000">
                                          <p:val>
                                            <p:strVal val="#ppt_y"/>
                                          </p:val>
                                        </p:tav>
                                      </p:tavLst>
                                    </p:anim>
                                    <p:anim calcmode="lin" valueType="num">
                                      <p:cBhvr>
                                        <p:cTn id="172" dur="500" fill="hold"/>
                                        <p:tgtEl>
                                          <p:spTgt spid="194592"/>
                                        </p:tgtEl>
                                        <p:attrNameLst>
                                          <p:attrName>ppt_w</p:attrName>
                                        </p:attrNameLst>
                                      </p:cBhvr>
                                      <p:tavLst>
                                        <p:tav tm="0">
                                          <p:val>
                                            <p:strVal val="#ppt_w"/>
                                          </p:val>
                                        </p:tav>
                                        <p:tav tm="100000">
                                          <p:val>
                                            <p:strVal val="#ppt_w"/>
                                          </p:val>
                                        </p:tav>
                                      </p:tavLst>
                                    </p:anim>
                                    <p:anim calcmode="lin" valueType="num">
                                      <p:cBhvr>
                                        <p:cTn id="173" dur="500" fill="hold"/>
                                        <p:tgtEl>
                                          <p:spTgt spid="194592"/>
                                        </p:tgtEl>
                                        <p:attrNameLst>
                                          <p:attrName>ppt_h</p:attrName>
                                        </p:attrNameLst>
                                      </p:cBhvr>
                                      <p:tavLst>
                                        <p:tav tm="0">
                                          <p:val>
                                            <p:fltVal val="0"/>
                                          </p:val>
                                        </p:tav>
                                        <p:tav tm="100000">
                                          <p:val>
                                            <p:strVal val="#ppt_h"/>
                                          </p:val>
                                        </p:tav>
                                      </p:tavLst>
                                    </p:anim>
                                  </p:childTnLst>
                                </p:cTn>
                              </p:par>
                            </p:childTnLst>
                          </p:cTn>
                        </p:par>
                        <p:par>
                          <p:cTn id="174" fill="hold" nodeType="afterGroup">
                            <p:stCondLst>
                              <p:cond delay="500"/>
                            </p:stCondLst>
                            <p:childTnLst>
                              <p:par>
                                <p:cTn id="175" presetID="2" presetClass="entr" presetSubtype="8" fill="hold" grpId="0" nodeType="afterEffect">
                                  <p:stCondLst>
                                    <p:cond delay="0"/>
                                  </p:stCondLst>
                                  <p:childTnLst>
                                    <p:set>
                                      <p:cBhvr>
                                        <p:cTn id="176" dur="1" fill="hold">
                                          <p:stCondLst>
                                            <p:cond delay="0"/>
                                          </p:stCondLst>
                                        </p:cTn>
                                        <p:tgtEl>
                                          <p:spTgt spid="194593"/>
                                        </p:tgtEl>
                                        <p:attrNameLst>
                                          <p:attrName>style.visibility</p:attrName>
                                        </p:attrNameLst>
                                      </p:cBhvr>
                                      <p:to>
                                        <p:strVal val="visible"/>
                                      </p:to>
                                    </p:set>
                                    <p:anim calcmode="lin" valueType="num">
                                      <p:cBhvr additive="base">
                                        <p:cTn id="177" dur="500" fill="hold"/>
                                        <p:tgtEl>
                                          <p:spTgt spid="194593"/>
                                        </p:tgtEl>
                                        <p:attrNameLst>
                                          <p:attrName>ppt_x</p:attrName>
                                        </p:attrNameLst>
                                      </p:cBhvr>
                                      <p:tavLst>
                                        <p:tav tm="0">
                                          <p:val>
                                            <p:strVal val="0-#ppt_w/2"/>
                                          </p:val>
                                        </p:tav>
                                        <p:tav tm="100000">
                                          <p:val>
                                            <p:strVal val="#ppt_x"/>
                                          </p:val>
                                        </p:tav>
                                      </p:tavLst>
                                    </p:anim>
                                    <p:anim calcmode="lin" valueType="num">
                                      <p:cBhvr additive="base">
                                        <p:cTn id="178" dur="500" fill="hold"/>
                                        <p:tgtEl>
                                          <p:spTgt spid="194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animBg="1" autoUpdateAnimBg="0"/>
      <p:bldP spid="194563" grpId="0" animBg="1"/>
      <p:bldP spid="194564" grpId="0" animBg="1"/>
      <p:bldP spid="194565" grpId="0" animBg="1" autoUpdateAnimBg="0"/>
      <p:bldP spid="194566" grpId="0" animBg="1"/>
      <p:bldP spid="194567" grpId="0" animBg="1"/>
      <p:bldP spid="194568" grpId="0" animBg="1" autoUpdateAnimBg="0"/>
      <p:bldP spid="194569" grpId="0" animBg="1"/>
      <p:bldP spid="194570" grpId="0" animBg="1"/>
      <p:bldP spid="194571" grpId="0" animBg="1" autoUpdateAnimBg="0"/>
      <p:bldP spid="194572" grpId="0" animBg="1"/>
      <p:bldP spid="194573" grpId="0" animBg="1"/>
      <p:bldP spid="194574" grpId="0" animBg="1" autoUpdateAnimBg="0"/>
      <p:bldP spid="194575" grpId="0" animBg="1"/>
      <p:bldP spid="194576" grpId="0" animBg="1"/>
      <p:bldP spid="194577" grpId="0" animBg="1" autoUpdateAnimBg="0"/>
      <p:bldP spid="194578" grpId="0" animBg="1"/>
      <p:bldP spid="194579" grpId="0" animBg="1"/>
      <p:bldP spid="194580" grpId="0" autoUpdateAnimBg="0"/>
      <p:bldP spid="194581" grpId="0" autoUpdateAnimBg="0"/>
      <p:bldP spid="194582" grpId="0" autoUpdateAnimBg="0"/>
      <p:bldP spid="194583" grpId="0" autoUpdateAnimBg="0"/>
      <p:bldP spid="194584" grpId="0" autoUpdateAnimBg="0"/>
      <p:bldP spid="194585" grpId="0" autoUpdateAnimBg="0"/>
      <p:bldP spid="194586" grpId="0" autoUpdateAnimBg="0"/>
      <p:bldP spid="194587" grpId="0" animBg="1"/>
      <p:bldP spid="194588" grpId="0" animBg="1"/>
      <p:bldP spid="194589" grpId="0" animBg="1"/>
      <p:bldP spid="194590" grpId="0" animBg="1"/>
      <p:bldP spid="194591" grpId="0" animBg="1"/>
      <p:bldP spid="194592" grpId="0" animBg="1"/>
      <p:bldP spid="194593" grpId="0" autoUpdateAnimBg="0"/>
      <p:bldP spid="194594" grpId="0" autoUpdateAnimBg="0"/>
      <p:bldP spid="194595" grpId="0" animBg="1" autoUpdateAnimBg="0"/>
      <p:bldP spid="194596" grpId="0" animBg="1"/>
      <p:bldP spid="194597" grpId="0" animBg="1"/>
      <p:bldP spid="19459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ext Box 2"/>
          <p:cNvSpPr txBox="1">
            <a:spLocks noChangeArrowheads="1"/>
          </p:cNvSpPr>
          <p:nvPr/>
        </p:nvSpPr>
        <p:spPr bwMode="auto">
          <a:xfrm>
            <a:off x="304800" y="1277938"/>
            <a:ext cx="8721725" cy="375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000" b="1">
                <a:solidFill>
                  <a:srgbClr val="800000"/>
                </a:solidFill>
                <a:latin typeface="Times New Roman" charset="0"/>
              </a:rPr>
              <a:t>typedef struct</a:t>
            </a:r>
            <a:r>
              <a:rPr kumimoji="1" lang="en-US" altLang="zh-CN" sz="4000">
                <a:solidFill>
                  <a:srgbClr val="800000"/>
                </a:solidFill>
                <a:latin typeface="Times New Roman" charset="0"/>
              </a:rPr>
              <a:t> </a:t>
            </a:r>
            <a:r>
              <a:rPr kumimoji="1" lang="en-US" altLang="zh-CN" sz="4000">
                <a:solidFill>
                  <a:srgbClr val="FF3300"/>
                </a:solidFill>
                <a:latin typeface="Times New Roman" charset="0"/>
              </a:rPr>
              <a:t>BiTNode</a:t>
            </a:r>
            <a:r>
              <a:rPr kumimoji="1" lang="en-US" altLang="zh-CN" sz="4000">
                <a:solidFill>
                  <a:srgbClr val="800000"/>
                </a:solidFill>
                <a:latin typeface="Times New Roman" charset="0"/>
              </a:rPr>
              <a:t> </a:t>
            </a:r>
            <a:r>
              <a:rPr kumimoji="1" lang="en-US" altLang="zh-CN" sz="4000" b="1">
                <a:solidFill>
                  <a:srgbClr val="800000"/>
                </a:solidFill>
                <a:latin typeface="Times New Roman" charset="0"/>
              </a:rPr>
              <a:t>{</a:t>
            </a:r>
            <a:r>
              <a:rPr kumimoji="1" lang="en-US" altLang="zh-CN" sz="4000">
                <a:solidFill>
                  <a:srgbClr val="800000"/>
                </a:solidFill>
                <a:latin typeface="Times New Roman" charset="0"/>
              </a:rPr>
              <a:t> // </a:t>
            </a:r>
            <a:r>
              <a:rPr kumimoji="1" lang="zh-CN" altLang="en-US" sz="3600" b="1">
                <a:solidFill>
                  <a:srgbClr val="FF3300"/>
                </a:solidFill>
                <a:latin typeface="Times New Roman" charset="0"/>
                <a:ea typeface="楷体_GB2312" charset="0"/>
              </a:rPr>
              <a:t>结点结构</a:t>
            </a:r>
            <a:endParaRPr kumimoji="1" lang="zh-CN" altLang="en-US" sz="4000" b="1">
              <a:solidFill>
                <a:srgbClr val="800000"/>
              </a:solidFill>
              <a:latin typeface="Times New Roman" charset="0"/>
            </a:endParaRPr>
          </a:p>
          <a:p>
            <a:pPr>
              <a:lnSpc>
                <a:spcPct val="120000"/>
              </a:lnSpc>
            </a:pPr>
            <a:r>
              <a:rPr kumimoji="1" lang="zh-CN" altLang="en-US" sz="4000">
                <a:solidFill>
                  <a:srgbClr val="800000"/>
                </a:solidFill>
                <a:latin typeface="Times New Roman" charset="0"/>
              </a:rPr>
              <a:t>    </a:t>
            </a:r>
            <a:r>
              <a:rPr kumimoji="1" lang="en-US" altLang="zh-CN" sz="4000">
                <a:solidFill>
                  <a:srgbClr val="800000"/>
                </a:solidFill>
                <a:latin typeface="Times New Roman" charset="0"/>
              </a:rPr>
              <a:t>TElemType      data;</a:t>
            </a:r>
          </a:p>
          <a:p>
            <a:pPr>
              <a:lnSpc>
                <a:spcPct val="120000"/>
              </a:lnSpc>
            </a:pPr>
            <a:r>
              <a:rPr kumimoji="1" lang="en-US" altLang="zh-CN" sz="4000">
                <a:solidFill>
                  <a:srgbClr val="800000"/>
                </a:solidFill>
                <a:latin typeface="Times New Roman" charset="0"/>
              </a:rPr>
              <a:t>    </a:t>
            </a:r>
            <a:r>
              <a:rPr kumimoji="1" lang="en-US" altLang="zh-CN" sz="4000" b="1">
                <a:solidFill>
                  <a:srgbClr val="800000"/>
                </a:solidFill>
                <a:latin typeface="Times New Roman" charset="0"/>
              </a:rPr>
              <a:t>struct</a:t>
            </a:r>
            <a:r>
              <a:rPr kumimoji="1" lang="en-US" altLang="zh-CN" sz="4000">
                <a:solidFill>
                  <a:srgbClr val="800000"/>
                </a:solidFill>
                <a:latin typeface="Times New Roman" charset="0"/>
              </a:rPr>
              <a:t> BiTNode  </a:t>
            </a:r>
            <a:r>
              <a:rPr kumimoji="1" lang="en-US" altLang="zh-CN" sz="4000" b="1">
                <a:solidFill>
                  <a:srgbClr val="800000"/>
                </a:solidFill>
                <a:latin typeface="Times New Roman" charset="0"/>
              </a:rPr>
              <a:t>*l</a:t>
            </a:r>
            <a:r>
              <a:rPr kumimoji="1" lang="en-US" altLang="zh-CN" sz="4000">
                <a:solidFill>
                  <a:srgbClr val="800000"/>
                </a:solidFill>
                <a:latin typeface="Times New Roman" charset="0"/>
              </a:rPr>
              <a:t>child, </a:t>
            </a:r>
            <a:r>
              <a:rPr kumimoji="1" lang="en-US" altLang="zh-CN" sz="4000" b="1">
                <a:solidFill>
                  <a:srgbClr val="800000"/>
                </a:solidFill>
                <a:latin typeface="Times New Roman" charset="0"/>
              </a:rPr>
              <a:t>*r</a:t>
            </a:r>
            <a:r>
              <a:rPr kumimoji="1" lang="en-US" altLang="zh-CN" sz="4000">
                <a:solidFill>
                  <a:srgbClr val="800000"/>
                </a:solidFill>
                <a:latin typeface="Times New Roman" charset="0"/>
              </a:rPr>
              <a:t>child; </a:t>
            </a:r>
          </a:p>
          <a:p>
            <a:pPr>
              <a:lnSpc>
                <a:spcPct val="120000"/>
              </a:lnSpc>
            </a:pPr>
            <a:r>
              <a:rPr kumimoji="1" lang="en-US" altLang="zh-CN" sz="4000">
                <a:solidFill>
                  <a:srgbClr val="800000"/>
                </a:solidFill>
                <a:latin typeface="Times New Roman" charset="0"/>
              </a:rPr>
              <a:t>                                     // </a:t>
            </a:r>
            <a:r>
              <a:rPr kumimoji="1" lang="zh-CN" altLang="en-US" sz="4000">
                <a:solidFill>
                  <a:srgbClr val="800000"/>
                </a:solidFill>
                <a:latin typeface="Times New Roman" charset="0"/>
                <a:ea typeface="楷体_GB2312" charset="0"/>
              </a:rPr>
              <a:t>左右孩子指针</a:t>
            </a:r>
            <a:endParaRPr kumimoji="1" lang="zh-CN" altLang="en-US" sz="4000">
              <a:solidFill>
                <a:srgbClr val="800000"/>
              </a:solidFill>
              <a:latin typeface="Times New Roman" charset="0"/>
            </a:endParaRPr>
          </a:p>
          <a:p>
            <a:pPr>
              <a:lnSpc>
                <a:spcPct val="120000"/>
              </a:lnSpc>
            </a:pPr>
            <a:r>
              <a:rPr kumimoji="1" lang="en-US" altLang="zh-CN" sz="4000" b="1">
                <a:solidFill>
                  <a:srgbClr val="800000"/>
                </a:solidFill>
                <a:latin typeface="Times New Roman" charset="0"/>
              </a:rPr>
              <a:t>}</a:t>
            </a:r>
            <a:r>
              <a:rPr kumimoji="1" lang="en-US" altLang="zh-CN" sz="4000">
                <a:solidFill>
                  <a:srgbClr val="800000"/>
                </a:solidFill>
                <a:latin typeface="Times New Roman" charset="0"/>
              </a:rPr>
              <a:t> BiTNode, </a:t>
            </a:r>
            <a:r>
              <a:rPr kumimoji="1" lang="en-US" altLang="zh-CN" sz="4000" b="1">
                <a:solidFill>
                  <a:srgbClr val="800000"/>
                </a:solidFill>
                <a:latin typeface="Times New Roman" charset="0"/>
              </a:rPr>
              <a:t>*</a:t>
            </a:r>
            <a:r>
              <a:rPr kumimoji="1" lang="en-US" altLang="zh-CN" sz="4000">
                <a:solidFill>
                  <a:srgbClr val="800000"/>
                </a:solidFill>
                <a:latin typeface="Times New Roman" charset="0"/>
              </a:rPr>
              <a:t>BiTree;</a:t>
            </a:r>
          </a:p>
        </p:txBody>
      </p:sp>
      <p:sp>
        <p:nvSpPr>
          <p:cNvPr id="195587" name="Text Box 3"/>
          <p:cNvSpPr txBox="1">
            <a:spLocks noChangeArrowheads="1"/>
          </p:cNvSpPr>
          <p:nvPr/>
        </p:nvSpPr>
        <p:spPr bwMode="auto">
          <a:xfrm>
            <a:off x="3200400" y="5454650"/>
            <a:ext cx="3562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333399"/>
                </a:solidFill>
                <a:latin typeface="Times New Roman" charset="0"/>
              </a:rPr>
              <a:t>l</a:t>
            </a:r>
            <a:r>
              <a:rPr kumimoji="1" lang="en-US" altLang="zh-CN" sz="3600">
                <a:solidFill>
                  <a:srgbClr val="333399"/>
                </a:solidFill>
                <a:latin typeface="Times New Roman" charset="0"/>
              </a:rPr>
              <a:t>child  data  </a:t>
            </a:r>
            <a:r>
              <a:rPr kumimoji="1" lang="en-US" altLang="zh-CN" sz="3600" b="1">
                <a:solidFill>
                  <a:srgbClr val="333399"/>
                </a:solidFill>
                <a:latin typeface="Times New Roman" charset="0"/>
              </a:rPr>
              <a:t>r</a:t>
            </a:r>
            <a:r>
              <a:rPr kumimoji="1" lang="en-US" altLang="zh-CN" sz="3600">
                <a:solidFill>
                  <a:srgbClr val="333399"/>
                </a:solidFill>
                <a:latin typeface="Times New Roman" charset="0"/>
              </a:rPr>
              <a:t>child</a:t>
            </a:r>
            <a:endParaRPr kumimoji="1" lang="en-US" altLang="zh-CN" sz="2400">
              <a:latin typeface="Times New Roman" charset="0"/>
            </a:endParaRPr>
          </a:p>
        </p:txBody>
      </p:sp>
      <p:sp>
        <p:nvSpPr>
          <p:cNvPr id="195588" name="Rectangle 4"/>
          <p:cNvSpPr>
            <a:spLocks noChangeArrowheads="1"/>
          </p:cNvSpPr>
          <p:nvPr/>
        </p:nvSpPr>
        <p:spPr bwMode="auto">
          <a:xfrm>
            <a:off x="3124200" y="5530850"/>
            <a:ext cx="35814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kumimoji="1" lang="zh-CN" altLang="zh-CN" sz="2400">
              <a:latin typeface="Times New Roman" charset="0"/>
            </a:endParaRPr>
          </a:p>
        </p:txBody>
      </p:sp>
      <p:sp>
        <p:nvSpPr>
          <p:cNvPr id="195589" name="Line 5"/>
          <p:cNvSpPr>
            <a:spLocks noChangeShapeType="1"/>
          </p:cNvSpPr>
          <p:nvPr/>
        </p:nvSpPr>
        <p:spPr bwMode="auto">
          <a:xfrm>
            <a:off x="4419600" y="553085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590" name="Line 6"/>
          <p:cNvSpPr>
            <a:spLocks noChangeShapeType="1"/>
          </p:cNvSpPr>
          <p:nvPr/>
        </p:nvSpPr>
        <p:spPr bwMode="auto">
          <a:xfrm>
            <a:off x="5410200" y="553085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5591" name="Text Box 7"/>
          <p:cNvSpPr txBox="1">
            <a:spLocks noChangeArrowheads="1"/>
          </p:cNvSpPr>
          <p:nvPr/>
        </p:nvSpPr>
        <p:spPr bwMode="auto">
          <a:xfrm>
            <a:off x="593725" y="5149850"/>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333399"/>
                </a:solidFill>
                <a:latin typeface="Times New Roman" charset="0"/>
                <a:ea typeface="楷体_GB2312" charset="0"/>
              </a:rPr>
              <a:t>结点结构</a:t>
            </a:r>
            <a:r>
              <a:rPr kumimoji="1" lang="en-US" altLang="zh-CN" sz="3600" b="1">
                <a:solidFill>
                  <a:srgbClr val="333399"/>
                </a:solidFill>
                <a:latin typeface="Times New Roman" charset="0"/>
                <a:ea typeface="楷体_GB2312" charset="0"/>
              </a:rPr>
              <a:t>:</a:t>
            </a:r>
            <a:endParaRPr kumimoji="1" lang="en-US" altLang="zh-CN" sz="2400">
              <a:latin typeface="Times New Roman" charset="0"/>
            </a:endParaRPr>
          </a:p>
        </p:txBody>
      </p:sp>
      <p:sp>
        <p:nvSpPr>
          <p:cNvPr id="195592" name="Text Box 8"/>
          <p:cNvSpPr txBox="1">
            <a:spLocks noChangeArrowheads="1"/>
          </p:cNvSpPr>
          <p:nvPr/>
        </p:nvSpPr>
        <p:spPr bwMode="auto">
          <a:xfrm>
            <a:off x="1371600" y="228600"/>
            <a:ext cx="4962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solidFill>
                  <a:srgbClr val="800000"/>
                </a:solidFill>
                <a:latin typeface="Times New Roman" charset="0"/>
              </a:rPr>
              <a:t>C </a:t>
            </a:r>
            <a:r>
              <a:rPr kumimoji="1" lang="zh-CN" altLang="zh-CN" sz="3600" b="1">
                <a:solidFill>
                  <a:srgbClr val="800000"/>
                </a:solidFill>
                <a:latin typeface="楷体_GB2312" charset="0"/>
                <a:ea typeface="楷体_GB2312" charset="0"/>
              </a:rPr>
              <a:t>语言的类型描述如下:</a:t>
            </a:r>
            <a:endParaRPr kumimoji="1" lang="en-US" altLang="zh-CN" sz="2400">
              <a:latin typeface="Times New Roman" charset="0"/>
            </a:endParaRPr>
          </a:p>
        </p:txBody>
      </p:sp>
      <p:sp>
        <p:nvSpPr>
          <p:cNvPr id="195593" name="AutoShape 9">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73061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strips(downRight)">
                                      <p:cBhvr>
                                        <p:cTn id="7" dur="500"/>
                                        <p:tgtEl>
                                          <p:spTgt spid="195586"/>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95591"/>
                                        </p:tgtEl>
                                        <p:attrNameLst>
                                          <p:attrName>style.visibility</p:attrName>
                                        </p:attrNameLst>
                                      </p:cBhvr>
                                      <p:to>
                                        <p:strVal val="visible"/>
                                      </p:to>
                                    </p:set>
                                    <p:anim calcmode="lin" valueType="num">
                                      <p:cBhvr additive="base">
                                        <p:cTn id="11" dur="500" fill="hold"/>
                                        <p:tgtEl>
                                          <p:spTgt spid="195591"/>
                                        </p:tgtEl>
                                        <p:attrNameLst>
                                          <p:attrName>ppt_x</p:attrName>
                                        </p:attrNameLst>
                                      </p:cBhvr>
                                      <p:tavLst>
                                        <p:tav tm="0">
                                          <p:val>
                                            <p:strVal val="0-#ppt_w/2"/>
                                          </p:val>
                                        </p:tav>
                                        <p:tav tm="100000">
                                          <p:val>
                                            <p:strVal val="#ppt_x"/>
                                          </p:val>
                                        </p:tav>
                                      </p:tavLst>
                                    </p:anim>
                                    <p:anim calcmode="lin" valueType="num">
                                      <p:cBhvr additive="base">
                                        <p:cTn id="12" dur="500" fill="hold"/>
                                        <p:tgtEl>
                                          <p:spTgt spid="195591"/>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499"/>
                                          </p:stCondLst>
                                        </p:cTn>
                                        <p:tgtEl>
                                          <p:spTgt spid="195587"/>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grpId="0" nodeType="afterEffect">
                                  <p:stCondLst>
                                    <p:cond delay="0"/>
                                  </p:stCondLst>
                                  <p:childTnLst>
                                    <p:set>
                                      <p:cBhvr>
                                        <p:cTn id="18" dur="1" fill="hold">
                                          <p:stCondLst>
                                            <p:cond delay="499"/>
                                          </p:stCondLst>
                                        </p:cTn>
                                        <p:tgtEl>
                                          <p:spTgt spid="195588"/>
                                        </p:tgtEl>
                                        <p:attrNameLst>
                                          <p:attrName>style.visibility</p:attrName>
                                        </p:attrNameLst>
                                      </p:cBhvr>
                                      <p:to>
                                        <p:strVal val="visible"/>
                                      </p:to>
                                    </p:set>
                                  </p:childTnLst>
                                </p:cTn>
                              </p:par>
                            </p:childTnLst>
                          </p:cTn>
                        </p:par>
                        <p:par>
                          <p:cTn id="19" fill="hold" nodeType="afterGroup">
                            <p:stCondLst>
                              <p:cond delay="2000"/>
                            </p:stCondLst>
                            <p:childTnLst>
                              <p:par>
                                <p:cTn id="20" presetID="1" presetClass="entr" presetSubtype="0" fill="hold" grpId="0" nodeType="afterEffect">
                                  <p:stCondLst>
                                    <p:cond delay="0"/>
                                  </p:stCondLst>
                                  <p:childTnLst>
                                    <p:set>
                                      <p:cBhvr>
                                        <p:cTn id="21" dur="1" fill="hold">
                                          <p:stCondLst>
                                            <p:cond delay="499"/>
                                          </p:stCondLst>
                                        </p:cTn>
                                        <p:tgtEl>
                                          <p:spTgt spid="195589"/>
                                        </p:tgtEl>
                                        <p:attrNameLst>
                                          <p:attrName>style.visibility</p:attrName>
                                        </p:attrNameLst>
                                      </p:cBhvr>
                                      <p:to>
                                        <p:strVal val="visible"/>
                                      </p:to>
                                    </p:set>
                                  </p:childTnLst>
                                </p:cTn>
                              </p:par>
                            </p:childTnLst>
                          </p:cTn>
                        </p:par>
                        <p:par>
                          <p:cTn id="22" fill="hold" nodeType="afterGroup">
                            <p:stCondLst>
                              <p:cond delay="2500"/>
                            </p:stCondLst>
                            <p:childTnLst>
                              <p:par>
                                <p:cTn id="23" presetID="1" presetClass="entr" presetSubtype="0" fill="hold" grpId="0" nodeType="afterEffect">
                                  <p:stCondLst>
                                    <p:cond delay="0"/>
                                  </p:stCondLst>
                                  <p:childTnLst>
                                    <p:set>
                                      <p:cBhvr>
                                        <p:cTn id="24" dur="1" fill="hold">
                                          <p:stCondLst>
                                            <p:cond delay="499"/>
                                          </p:stCondLst>
                                        </p:cTn>
                                        <p:tgtEl>
                                          <p:spTgt spid="195590"/>
                                        </p:tgtEl>
                                        <p:attrNameLst>
                                          <p:attrName>style.visibility</p:attrName>
                                        </p:attrNameLst>
                                      </p:cBhvr>
                                      <p:to>
                                        <p:strVal val="visible"/>
                                      </p:to>
                                    </p:set>
                                  </p:childTnLst>
                                </p:cTn>
                              </p:par>
                            </p:childTnLst>
                          </p:cTn>
                        </p:par>
                        <p:par>
                          <p:cTn id="25" fill="hold" nodeType="afterGroup">
                            <p:stCondLst>
                              <p:cond delay="3000"/>
                            </p:stCondLst>
                            <p:childTnLst>
                              <p:par>
                                <p:cTn id="26" presetID="2" presetClass="entr" presetSubtype="6" fill="hold" grpId="0" nodeType="afterEffect">
                                  <p:stCondLst>
                                    <p:cond delay="0"/>
                                  </p:stCondLst>
                                  <p:childTnLst>
                                    <p:set>
                                      <p:cBhvr>
                                        <p:cTn id="27" dur="1" fill="hold">
                                          <p:stCondLst>
                                            <p:cond delay="0"/>
                                          </p:stCondLst>
                                        </p:cTn>
                                        <p:tgtEl>
                                          <p:spTgt spid="195593"/>
                                        </p:tgtEl>
                                        <p:attrNameLst>
                                          <p:attrName>style.visibility</p:attrName>
                                        </p:attrNameLst>
                                      </p:cBhvr>
                                      <p:to>
                                        <p:strVal val="visible"/>
                                      </p:to>
                                    </p:set>
                                    <p:anim calcmode="lin" valueType="num">
                                      <p:cBhvr additive="base">
                                        <p:cTn id="28" dur="500" fill="hold"/>
                                        <p:tgtEl>
                                          <p:spTgt spid="195593"/>
                                        </p:tgtEl>
                                        <p:attrNameLst>
                                          <p:attrName>ppt_x</p:attrName>
                                        </p:attrNameLst>
                                      </p:cBhvr>
                                      <p:tavLst>
                                        <p:tav tm="0">
                                          <p:val>
                                            <p:strVal val="1+#ppt_w/2"/>
                                          </p:val>
                                        </p:tav>
                                        <p:tav tm="100000">
                                          <p:val>
                                            <p:strVal val="#ppt_x"/>
                                          </p:val>
                                        </p:tav>
                                      </p:tavLst>
                                    </p:anim>
                                    <p:anim calcmode="lin" valueType="num">
                                      <p:cBhvr additive="base">
                                        <p:cTn id="29" dur="500" fill="hold"/>
                                        <p:tgtEl>
                                          <p:spTgt spid="1955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autoUpdateAnimBg="0"/>
      <p:bldP spid="195587" grpId="0" autoUpdateAnimBg="0"/>
      <p:bldP spid="195588" grpId="0" animBg="1" autoUpdateAnimBg="0"/>
      <p:bldP spid="195589" grpId="0" animBg="1"/>
      <p:bldP spid="195590" grpId="0" animBg="1"/>
      <p:bldP spid="195591" grpId="0" autoUpdateAnimBg="0"/>
      <p:bldP spid="19559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ChangeArrowheads="1"/>
          </p:cNvSpPr>
          <p:nvPr/>
        </p:nvSpPr>
        <p:spPr bwMode="auto">
          <a:xfrm>
            <a:off x="2819400" y="24987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A</a:t>
            </a:r>
            <a:endParaRPr kumimoji="1" lang="en-US" altLang="zh-CN" sz="2400">
              <a:latin typeface="Times New Roman" charset="0"/>
            </a:endParaRPr>
          </a:p>
        </p:txBody>
      </p:sp>
      <p:sp>
        <p:nvSpPr>
          <p:cNvPr id="196611" name="Line 3"/>
          <p:cNvSpPr>
            <a:spLocks noChangeShapeType="1"/>
          </p:cNvSpPr>
          <p:nvPr/>
        </p:nvSpPr>
        <p:spPr bwMode="auto">
          <a:xfrm>
            <a:off x="3200400" y="2498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12" name="Line 4"/>
          <p:cNvSpPr>
            <a:spLocks noChangeShapeType="1"/>
          </p:cNvSpPr>
          <p:nvPr/>
        </p:nvSpPr>
        <p:spPr bwMode="auto">
          <a:xfrm>
            <a:off x="3962400" y="2498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13" name="Rectangle 5"/>
          <p:cNvSpPr>
            <a:spLocks noChangeArrowheads="1"/>
          </p:cNvSpPr>
          <p:nvPr/>
        </p:nvSpPr>
        <p:spPr bwMode="auto">
          <a:xfrm>
            <a:off x="4724400" y="36417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D</a:t>
            </a:r>
            <a:endParaRPr kumimoji="1" lang="en-US" altLang="zh-CN" sz="2400">
              <a:latin typeface="Times New Roman" charset="0"/>
            </a:endParaRPr>
          </a:p>
        </p:txBody>
      </p:sp>
      <p:sp>
        <p:nvSpPr>
          <p:cNvPr id="196614" name="Line 6"/>
          <p:cNvSpPr>
            <a:spLocks noChangeShapeType="1"/>
          </p:cNvSpPr>
          <p:nvPr/>
        </p:nvSpPr>
        <p:spPr bwMode="auto">
          <a:xfrm>
            <a:off x="5105400" y="3641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15" name="Line 7"/>
          <p:cNvSpPr>
            <a:spLocks noChangeShapeType="1"/>
          </p:cNvSpPr>
          <p:nvPr/>
        </p:nvSpPr>
        <p:spPr bwMode="auto">
          <a:xfrm>
            <a:off x="5867400" y="3641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16" name="Rectangle 8"/>
          <p:cNvSpPr>
            <a:spLocks noChangeArrowheads="1"/>
          </p:cNvSpPr>
          <p:nvPr/>
        </p:nvSpPr>
        <p:spPr bwMode="auto">
          <a:xfrm>
            <a:off x="6629400" y="47847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E</a:t>
            </a:r>
            <a:endParaRPr kumimoji="1" lang="en-US" altLang="zh-CN" sz="2400">
              <a:latin typeface="Times New Roman" charset="0"/>
            </a:endParaRPr>
          </a:p>
        </p:txBody>
      </p:sp>
      <p:sp>
        <p:nvSpPr>
          <p:cNvPr id="196617" name="Line 9"/>
          <p:cNvSpPr>
            <a:spLocks noChangeShapeType="1"/>
          </p:cNvSpPr>
          <p:nvPr/>
        </p:nvSpPr>
        <p:spPr bwMode="auto">
          <a:xfrm>
            <a:off x="7010400" y="4784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18" name="Line 10"/>
          <p:cNvSpPr>
            <a:spLocks noChangeShapeType="1"/>
          </p:cNvSpPr>
          <p:nvPr/>
        </p:nvSpPr>
        <p:spPr bwMode="auto">
          <a:xfrm>
            <a:off x="7772400" y="4784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19" name="Rectangle 11"/>
          <p:cNvSpPr>
            <a:spLocks noChangeArrowheads="1"/>
          </p:cNvSpPr>
          <p:nvPr/>
        </p:nvSpPr>
        <p:spPr bwMode="auto">
          <a:xfrm>
            <a:off x="914400" y="36417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B</a:t>
            </a:r>
            <a:endParaRPr kumimoji="1" lang="en-US" altLang="zh-CN" sz="2400">
              <a:latin typeface="Times New Roman" charset="0"/>
            </a:endParaRPr>
          </a:p>
        </p:txBody>
      </p:sp>
      <p:sp>
        <p:nvSpPr>
          <p:cNvPr id="196620" name="Line 12"/>
          <p:cNvSpPr>
            <a:spLocks noChangeShapeType="1"/>
          </p:cNvSpPr>
          <p:nvPr/>
        </p:nvSpPr>
        <p:spPr bwMode="auto">
          <a:xfrm>
            <a:off x="1295400" y="3641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1" name="Line 13"/>
          <p:cNvSpPr>
            <a:spLocks noChangeShapeType="1"/>
          </p:cNvSpPr>
          <p:nvPr/>
        </p:nvSpPr>
        <p:spPr bwMode="auto">
          <a:xfrm>
            <a:off x="2057400" y="3641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2" name="Rectangle 14"/>
          <p:cNvSpPr>
            <a:spLocks noChangeArrowheads="1"/>
          </p:cNvSpPr>
          <p:nvPr/>
        </p:nvSpPr>
        <p:spPr bwMode="auto">
          <a:xfrm>
            <a:off x="1828800" y="47847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C</a:t>
            </a:r>
            <a:endParaRPr kumimoji="1" lang="en-US" altLang="zh-CN" sz="2400">
              <a:latin typeface="Times New Roman" charset="0"/>
            </a:endParaRPr>
          </a:p>
        </p:txBody>
      </p:sp>
      <p:sp>
        <p:nvSpPr>
          <p:cNvPr id="196623" name="Line 15"/>
          <p:cNvSpPr>
            <a:spLocks noChangeShapeType="1"/>
          </p:cNvSpPr>
          <p:nvPr/>
        </p:nvSpPr>
        <p:spPr bwMode="auto">
          <a:xfrm>
            <a:off x="2209800" y="4784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4" name="Line 16"/>
          <p:cNvSpPr>
            <a:spLocks noChangeShapeType="1"/>
          </p:cNvSpPr>
          <p:nvPr/>
        </p:nvSpPr>
        <p:spPr bwMode="auto">
          <a:xfrm>
            <a:off x="2971800" y="4784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5" name="Rectangle 17"/>
          <p:cNvSpPr>
            <a:spLocks noChangeArrowheads="1"/>
          </p:cNvSpPr>
          <p:nvPr/>
        </p:nvSpPr>
        <p:spPr bwMode="auto">
          <a:xfrm>
            <a:off x="5715000" y="5927725"/>
            <a:ext cx="1524000" cy="533400"/>
          </a:xfrm>
          <a:prstGeom prst="rect">
            <a:avLst/>
          </a:prstGeom>
          <a:solidFill>
            <a:srgbClr val="CAF2CE">
              <a:alpha val="50000"/>
            </a:srgbClr>
          </a:solidFill>
          <a:ln w="25400" cap="sq">
            <a:solidFill>
              <a:schemeClr val="bg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005400"/>
                </a:solidFill>
                <a:latin typeface="Times New Roman" charset="0"/>
              </a:rPr>
              <a:t>F</a:t>
            </a:r>
            <a:endParaRPr kumimoji="1" lang="en-US" altLang="zh-CN" sz="2400">
              <a:latin typeface="Times New Roman" charset="0"/>
            </a:endParaRPr>
          </a:p>
        </p:txBody>
      </p:sp>
      <p:sp>
        <p:nvSpPr>
          <p:cNvPr id="196626" name="Line 18"/>
          <p:cNvSpPr>
            <a:spLocks noChangeShapeType="1"/>
          </p:cNvSpPr>
          <p:nvPr/>
        </p:nvSpPr>
        <p:spPr bwMode="auto">
          <a:xfrm>
            <a:off x="6096000" y="5927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7" name="Line 19"/>
          <p:cNvSpPr>
            <a:spLocks noChangeShapeType="1"/>
          </p:cNvSpPr>
          <p:nvPr/>
        </p:nvSpPr>
        <p:spPr bwMode="auto">
          <a:xfrm>
            <a:off x="6858000" y="5927725"/>
            <a:ext cx="0" cy="533400"/>
          </a:xfrm>
          <a:prstGeom prst="line">
            <a:avLst/>
          </a:prstGeom>
          <a:noFill/>
          <a:ln w="127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28" name="Text Box 20"/>
          <p:cNvSpPr txBox="1">
            <a:spLocks noChangeArrowheads="1"/>
          </p:cNvSpPr>
          <p:nvPr/>
        </p:nvSpPr>
        <p:spPr bwMode="auto">
          <a:xfrm>
            <a:off x="5681663" y="57753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29" name="Text Box 21"/>
          <p:cNvSpPr txBox="1">
            <a:spLocks noChangeArrowheads="1"/>
          </p:cNvSpPr>
          <p:nvPr/>
        </p:nvSpPr>
        <p:spPr bwMode="auto">
          <a:xfrm>
            <a:off x="6824663" y="57753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30" name="Text Box 22"/>
          <p:cNvSpPr txBox="1">
            <a:spLocks noChangeArrowheads="1"/>
          </p:cNvSpPr>
          <p:nvPr/>
        </p:nvSpPr>
        <p:spPr bwMode="auto">
          <a:xfrm>
            <a:off x="7739063" y="46323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31" name="Text Box 23"/>
          <p:cNvSpPr txBox="1">
            <a:spLocks noChangeArrowheads="1"/>
          </p:cNvSpPr>
          <p:nvPr/>
        </p:nvSpPr>
        <p:spPr bwMode="auto">
          <a:xfrm>
            <a:off x="4648200" y="3489325"/>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32" name="Text Box 24"/>
          <p:cNvSpPr txBox="1">
            <a:spLocks noChangeArrowheads="1"/>
          </p:cNvSpPr>
          <p:nvPr/>
        </p:nvSpPr>
        <p:spPr bwMode="auto">
          <a:xfrm>
            <a:off x="1752600" y="461645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33" name="Text Box 25"/>
          <p:cNvSpPr txBox="1">
            <a:spLocks noChangeArrowheads="1"/>
          </p:cNvSpPr>
          <p:nvPr/>
        </p:nvSpPr>
        <p:spPr bwMode="auto">
          <a:xfrm>
            <a:off x="2938463" y="4632325"/>
            <a:ext cx="490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34" name="Text Box 26"/>
          <p:cNvSpPr txBox="1">
            <a:spLocks noChangeArrowheads="1"/>
          </p:cNvSpPr>
          <p:nvPr/>
        </p:nvSpPr>
        <p:spPr bwMode="auto">
          <a:xfrm>
            <a:off x="838200" y="3489325"/>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sym typeface="Symbol" charset="2"/>
              </a:rPr>
              <a:t></a:t>
            </a:r>
            <a:endParaRPr kumimoji="1" lang="en-US" altLang="zh-CN" sz="2400">
              <a:latin typeface="Times New Roman" charset="0"/>
            </a:endParaRPr>
          </a:p>
        </p:txBody>
      </p:sp>
      <p:sp>
        <p:nvSpPr>
          <p:cNvPr id="196635" name="Line 27"/>
          <p:cNvSpPr>
            <a:spLocks noChangeShapeType="1"/>
          </p:cNvSpPr>
          <p:nvPr/>
        </p:nvSpPr>
        <p:spPr bwMode="auto">
          <a:xfrm>
            <a:off x="4114800" y="2803525"/>
            <a:ext cx="1371600" cy="8382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6" name="Line 28"/>
          <p:cNvSpPr>
            <a:spLocks noChangeShapeType="1"/>
          </p:cNvSpPr>
          <p:nvPr/>
        </p:nvSpPr>
        <p:spPr bwMode="auto">
          <a:xfrm>
            <a:off x="2209800" y="3870325"/>
            <a:ext cx="3810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7" name="Line 29"/>
          <p:cNvSpPr>
            <a:spLocks noChangeShapeType="1"/>
          </p:cNvSpPr>
          <p:nvPr/>
        </p:nvSpPr>
        <p:spPr bwMode="auto">
          <a:xfrm>
            <a:off x="6019800" y="3870325"/>
            <a:ext cx="13716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8" name="Line 30"/>
          <p:cNvSpPr>
            <a:spLocks noChangeShapeType="1"/>
          </p:cNvSpPr>
          <p:nvPr/>
        </p:nvSpPr>
        <p:spPr bwMode="auto">
          <a:xfrm flipH="1">
            <a:off x="6477000" y="5013325"/>
            <a:ext cx="304800" cy="9144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39" name="Freeform 31"/>
          <p:cNvSpPr>
            <a:spLocks/>
          </p:cNvSpPr>
          <p:nvPr/>
        </p:nvSpPr>
        <p:spPr bwMode="auto">
          <a:xfrm>
            <a:off x="1752600" y="1660525"/>
            <a:ext cx="1828800" cy="838200"/>
          </a:xfrm>
          <a:custGeom>
            <a:avLst/>
            <a:gdLst>
              <a:gd name="T0" fmla="*/ 0 w 720"/>
              <a:gd name="T1" fmla="*/ 0 h 528"/>
              <a:gd name="T2" fmla="*/ 576 w 720"/>
              <a:gd name="T3" fmla="*/ 48 h 528"/>
              <a:gd name="T4" fmla="*/ 336 w 720"/>
              <a:gd name="T5" fmla="*/ 240 h 528"/>
              <a:gd name="T6" fmla="*/ 720 w 720"/>
              <a:gd name="T7" fmla="*/ 528 h 528"/>
            </a:gdLst>
            <a:ahLst/>
            <a:cxnLst>
              <a:cxn ang="0">
                <a:pos x="T0" y="T1"/>
              </a:cxn>
              <a:cxn ang="0">
                <a:pos x="T2" y="T3"/>
              </a:cxn>
              <a:cxn ang="0">
                <a:pos x="T4" y="T5"/>
              </a:cxn>
              <a:cxn ang="0">
                <a:pos x="T6" y="T7"/>
              </a:cxn>
            </a:cxnLst>
            <a:rect l="0" t="0" r="r" b="b"/>
            <a:pathLst>
              <a:path w="720" h="528">
                <a:moveTo>
                  <a:pt x="0" y="0"/>
                </a:moveTo>
                <a:cubicBezTo>
                  <a:pt x="260" y="4"/>
                  <a:pt x="520" y="8"/>
                  <a:pt x="576" y="48"/>
                </a:cubicBezTo>
                <a:cubicBezTo>
                  <a:pt x="632" y="88"/>
                  <a:pt x="312" y="160"/>
                  <a:pt x="336" y="240"/>
                </a:cubicBezTo>
                <a:cubicBezTo>
                  <a:pt x="360" y="320"/>
                  <a:pt x="656" y="480"/>
                  <a:pt x="720" y="528"/>
                </a:cubicBezTo>
              </a:path>
            </a:pathLst>
          </a:custGeom>
          <a:noFill/>
          <a:ln w="38100" cap="sq" cmpd="sng">
            <a:solidFill>
              <a:schemeClr val="tx1"/>
            </a:solidFill>
            <a:prstDash val="solid"/>
            <a:round/>
            <a:headEnd type="none" w="sm" len="sm"/>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0" name="Text Box 32"/>
          <p:cNvSpPr txBox="1">
            <a:spLocks noChangeArrowheads="1"/>
          </p:cNvSpPr>
          <p:nvPr/>
        </p:nvSpPr>
        <p:spPr bwMode="auto">
          <a:xfrm>
            <a:off x="1143000" y="1050925"/>
            <a:ext cx="1087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rPr>
              <a:t>root</a:t>
            </a:r>
            <a:endParaRPr kumimoji="1" lang="en-US" altLang="zh-CN" sz="2400">
              <a:latin typeface="Times New Roman" charset="0"/>
            </a:endParaRPr>
          </a:p>
        </p:txBody>
      </p:sp>
      <p:sp>
        <p:nvSpPr>
          <p:cNvPr id="196641" name="Rectangle 33"/>
          <p:cNvSpPr>
            <a:spLocks noChangeArrowheads="1"/>
          </p:cNvSpPr>
          <p:nvPr/>
        </p:nvSpPr>
        <p:spPr bwMode="auto">
          <a:xfrm>
            <a:off x="2438400" y="2498725"/>
            <a:ext cx="381000" cy="533400"/>
          </a:xfrm>
          <a:prstGeom prst="rect">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2" name="Line 34"/>
          <p:cNvSpPr>
            <a:spLocks noChangeShapeType="1"/>
          </p:cNvSpPr>
          <p:nvPr/>
        </p:nvSpPr>
        <p:spPr bwMode="auto">
          <a:xfrm flipH="1">
            <a:off x="1676400" y="2803525"/>
            <a:ext cx="1371600" cy="838200"/>
          </a:xfrm>
          <a:prstGeom prst="line">
            <a:avLst/>
          </a:prstGeom>
          <a:noFill/>
          <a:ln w="38100" cap="sq">
            <a:solidFill>
              <a:srgbClr val="0054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3" name="Rectangle 35"/>
          <p:cNvSpPr>
            <a:spLocks noChangeArrowheads="1"/>
          </p:cNvSpPr>
          <p:nvPr/>
        </p:nvSpPr>
        <p:spPr bwMode="auto">
          <a:xfrm>
            <a:off x="533400" y="3641725"/>
            <a:ext cx="381000" cy="533400"/>
          </a:xfrm>
          <a:prstGeom prst="rect">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4" name="Rectangle 36"/>
          <p:cNvSpPr>
            <a:spLocks noChangeArrowheads="1"/>
          </p:cNvSpPr>
          <p:nvPr/>
        </p:nvSpPr>
        <p:spPr bwMode="auto">
          <a:xfrm>
            <a:off x="4343400" y="3641725"/>
            <a:ext cx="381000" cy="533400"/>
          </a:xfrm>
          <a:prstGeom prst="rect">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5" name="Rectangle 37"/>
          <p:cNvSpPr>
            <a:spLocks noChangeArrowheads="1"/>
          </p:cNvSpPr>
          <p:nvPr/>
        </p:nvSpPr>
        <p:spPr bwMode="auto">
          <a:xfrm>
            <a:off x="1447800" y="4784725"/>
            <a:ext cx="381000" cy="533400"/>
          </a:xfrm>
          <a:prstGeom prst="rect">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6" name="Rectangle 38"/>
          <p:cNvSpPr>
            <a:spLocks noChangeArrowheads="1"/>
          </p:cNvSpPr>
          <p:nvPr/>
        </p:nvSpPr>
        <p:spPr bwMode="auto">
          <a:xfrm>
            <a:off x="6248400" y="4784725"/>
            <a:ext cx="381000" cy="533400"/>
          </a:xfrm>
          <a:prstGeom prst="rect">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7" name="Rectangle 39"/>
          <p:cNvSpPr>
            <a:spLocks noChangeArrowheads="1"/>
          </p:cNvSpPr>
          <p:nvPr/>
        </p:nvSpPr>
        <p:spPr bwMode="auto">
          <a:xfrm>
            <a:off x="5334000" y="5927725"/>
            <a:ext cx="381000" cy="533400"/>
          </a:xfrm>
          <a:prstGeom prst="rect">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48" name="Text Box 40"/>
          <p:cNvSpPr txBox="1">
            <a:spLocks noChangeArrowheads="1"/>
          </p:cNvSpPr>
          <p:nvPr/>
        </p:nvSpPr>
        <p:spPr bwMode="auto">
          <a:xfrm>
            <a:off x="2362200" y="2346325"/>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333399"/>
                </a:solidFill>
                <a:latin typeface="Times New Roman" charset="0"/>
                <a:sym typeface="Symbol" charset="2"/>
              </a:rPr>
              <a:t></a:t>
            </a:r>
            <a:endParaRPr kumimoji="1" lang="en-US" altLang="zh-CN" sz="2400">
              <a:latin typeface="Times New Roman" charset="0"/>
            </a:endParaRPr>
          </a:p>
        </p:txBody>
      </p:sp>
      <p:sp>
        <p:nvSpPr>
          <p:cNvPr id="196649" name="Freeform 41"/>
          <p:cNvSpPr>
            <a:spLocks/>
          </p:cNvSpPr>
          <p:nvPr/>
        </p:nvSpPr>
        <p:spPr bwMode="auto">
          <a:xfrm>
            <a:off x="723900" y="2822575"/>
            <a:ext cx="1695450" cy="1143000"/>
          </a:xfrm>
          <a:custGeom>
            <a:avLst/>
            <a:gdLst>
              <a:gd name="T0" fmla="*/ 0 w 1068"/>
              <a:gd name="T1" fmla="*/ 720 h 720"/>
              <a:gd name="T2" fmla="*/ 72 w 1068"/>
              <a:gd name="T3" fmla="*/ 492 h 720"/>
              <a:gd name="T4" fmla="*/ 96 w 1068"/>
              <a:gd name="T5" fmla="*/ 456 h 720"/>
              <a:gd name="T6" fmla="*/ 168 w 1068"/>
              <a:gd name="T7" fmla="*/ 360 h 720"/>
              <a:gd name="T8" fmla="*/ 216 w 1068"/>
              <a:gd name="T9" fmla="*/ 300 h 720"/>
              <a:gd name="T10" fmla="*/ 360 w 1068"/>
              <a:gd name="T11" fmla="*/ 192 h 720"/>
              <a:gd name="T12" fmla="*/ 468 w 1068"/>
              <a:gd name="T13" fmla="*/ 132 h 720"/>
              <a:gd name="T14" fmla="*/ 720 w 1068"/>
              <a:gd name="T15" fmla="*/ 60 h 720"/>
              <a:gd name="T16" fmla="*/ 840 w 1068"/>
              <a:gd name="T17" fmla="*/ 24 h 720"/>
              <a:gd name="T18" fmla="*/ 1008 w 1068"/>
              <a:gd name="T19" fmla="*/ 12 h 720"/>
              <a:gd name="T20" fmla="*/ 1068 w 1068"/>
              <a:gd name="T21"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68" h="720">
                <a:moveTo>
                  <a:pt x="0" y="720"/>
                </a:moveTo>
                <a:cubicBezTo>
                  <a:pt x="19" y="662"/>
                  <a:pt x="44" y="534"/>
                  <a:pt x="72" y="492"/>
                </a:cubicBezTo>
                <a:cubicBezTo>
                  <a:pt x="80" y="480"/>
                  <a:pt x="90" y="469"/>
                  <a:pt x="96" y="456"/>
                </a:cubicBezTo>
                <a:cubicBezTo>
                  <a:pt x="119" y="410"/>
                  <a:pt x="123" y="390"/>
                  <a:pt x="168" y="360"/>
                </a:cubicBezTo>
                <a:cubicBezTo>
                  <a:pt x="189" y="297"/>
                  <a:pt x="165" y="346"/>
                  <a:pt x="216" y="300"/>
                </a:cubicBezTo>
                <a:cubicBezTo>
                  <a:pt x="303" y="223"/>
                  <a:pt x="271" y="237"/>
                  <a:pt x="360" y="192"/>
                </a:cubicBezTo>
                <a:cubicBezTo>
                  <a:pt x="396" y="174"/>
                  <a:pt x="431" y="148"/>
                  <a:pt x="468" y="132"/>
                </a:cubicBezTo>
                <a:cubicBezTo>
                  <a:pt x="546" y="97"/>
                  <a:pt x="637" y="78"/>
                  <a:pt x="720" y="60"/>
                </a:cubicBezTo>
                <a:cubicBezTo>
                  <a:pt x="761" y="51"/>
                  <a:pt x="798" y="27"/>
                  <a:pt x="840" y="24"/>
                </a:cubicBezTo>
                <a:cubicBezTo>
                  <a:pt x="896" y="20"/>
                  <a:pt x="952" y="16"/>
                  <a:pt x="1008" y="12"/>
                </a:cubicBezTo>
                <a:cubicBezTo>
                  <a:pt x="1028" y="8"/>
                  <a:pt x="1068" y="0"/>
                  <a:pt x="1068" y="0"/>
                </a:cubicBezTo>
              </a:path>
            </a:pathLst>
          </a:custGeom>
          <a:noFill/>
          <a:ln w="38100" cap="sq" cmpd="sng">
            <a:solidFill>
              <a:srgbClr val="333399"/>
            </a:solidFill>
            <a:prstDash val="solid"/>
            <a:round/>
            <a:headEnd type="none" w="sm" len="sm"/>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0" name="Line 42"/>
          <p:cNvSpPr>
            <a:spLocks noChangeShapeType="1"/>
          </p:cNvSpPr>
          <p:nvPr/>
        </p:nvSpPr>
        <p:spPr bwMode="auto">
          <a:xfrm flipH="1">
            <a:off x="1600200" y="4175125"/>
            <a:ext cx="76200" cy="838200"/>
          </a:xfrm>
          <a:prstGeom prst="line">
            <a:avLst/>
          </a:prstGeom>
          <a:noFill/>
          <a:ln w="38100" cap="sq">
            <a:solidFill>
              <a:srgbClr val="333399"/>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1" name="Freeform 43"/>
          <p:cNvSpPr>
            <a:spLocks/>
          </p:cNvSpPr>
          <p:nvPr/>
        </p:nvSpPr>
        <p:spPr bwMode="auto">
          <a:xfrm>
            <a:off x="3600450" y="3032125"/>
            <a:ext cx="895350" cy="914400"/>
          </a:xfrm>
          <a:custGeom>
            <a:avLst/>
            <a:gdLst>
              <a:gd name="T0" fmla="*/ 0 w 564"/>
              <a:gd name="T1" fmla="*/ 0 h 660"/>
              <a:gd name="T2" fmla="*/ 192 w 564"/>
              <a:gd name="T3" fmla="*/ 384 h 660"/>
              <a:gd name="T4" fmla="*/ 216 w 564"/>
              <a:gd name="T5" fmla="*/ 432 h 660"/>
              <a:gd name="T6" fmla="*/ 252 w 564"/>
              <a:gd name="T7" fmla="*/ 468 h 660"/>
              <a:gd name="T8" fmla="*/ 336 w 564"/>
              <a:gd name="T9" fmla="*/ 552 h 660"/>
              <a:gd name="T10" fmla="*/ 444 w 564"/>
              <a:gd name="T11" fmla="*/ 624 h 660"/>
              <a:gd name="T12" fmla="*/ 516 w 564"/>
              <a:gd name="T13" fmla="*/ 648 h 660"/>
              <a:gd name="T14" fmla="*/ 564 w 564"/>
              <a:gd name="T15" fmla="*/ 660 h 6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4" h="660">
                <a:moveTo>
                  <a:pt x="0" y="0"/>
                </a:moveTo>
                <a:cubicBezTo>
                  <a:pt x="35" y="140"/>
                  <a:pt x="117" y="263"/>
                  <a:pt x="192" y="384"/>
                </a:cubicBezTo>
                <a:cubicBezTo>
                  <a:pt x="201" y="399"/>
                  <a:pt x="206" y="417"/>
                  <a:pt x="216" y="432"/>
                </a:cubicBezTo>
                <a:cubicBezTo>
                  <a:pt x="226" y="446"/>
                  <a:pt x="242" y="455"/>
                  <a:pt x="252" y="468"/>
                </a:cubicBezTo>
                <a:cubicBezTo>
                  <a:pt x="319" y="555"/>
                  <a:pt x="267" y="529"/>
                  <a:pt x="336" y="552"/>
                </a:cubicBezTo>
                <a:cubicBezTo>
                  <a:pt x="368" y="584"/>
                  <a:pt x="403" y="606"/>
                  <a:pt x="444" y="624"/>
                </a:cubicBezTo>
                <a:cubicBezTo>
                  <a:pt x="467" y="634"/>
                  <a:pt x="491" y="642"/>
                  <a:pt x="516" y="648"/>
                </a:cubicBezTo>
                <a:cubicBezTo>
                  <a:pt x="532" y="652"/>
                  <a:pt x="564" y="660"/>
                  <a:pt x="564" y="660"/>
                </a:cubicBezTo>
              </a:path>
            </a:pathLst>
          </a:custGeom>
          <a:noFill/>
          <a:ln w="38100" cap="sq" cmpd="sng">
            <a:solidFill>
              <a:srgbClr val="333399"/>
            </a:solidFill>
            <a:prstDash val="solid"/>
            <a:round/>
            <a:headEnd type="triangle"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2" name="Freeform 44"/>
          <p:cNvSpPr>
            <a:spLocks/>
          </p:cNvSpPr>
          <p:nvPr/>
        </p:nvSpPr>
        <p:spPr bwMode="auto">
          <a:xfrm>
            <a:off x="5467350" y="4194175"/>
            <a:ext cx="933450" cy="895350"/>
          </a:xfrm>
          <a:custGeom>
            <a:avLst/>
            <a:gdLst>
              <a:gd name="T0" fmla="*/ 0 w 588"/>
              <a:gd name="T1" fmla="*/ 0 h 494"/>
              <a:gd name="T2" fmla="*/ 72 w 588"/>
              <a:gd name="T3" fmla="*/ 96 h 494"/>
              <a:gd name="T4" fmla="*/ 156 w 588"/>
              <a:gd name="T5" fmla="*/ 192 h 494"/>
              <a:gd name="T6" fmla="*/ 204 w 588"/>
              <a:gd name="T7" fmla="*/ 252 h 494"/>
              <a:gd name="T8" fmla="*/ 300 w 588"/>
              <a:gd name="T9" fmla="*/ 336 h 494"/>
              <a:gd name="T10" fmla="*/ 348 w 588"/>
              <a:gd name="T11" fmla="*/ 384 h 494"/>
              <a:gd name="T12" fmla="*/ 408 w 588"/>
              <a:gd name="T13" fmla="*/ 432 h 494"/>
              <a:gd name="T14" fmla="*/ 588 w 588"/>
              <a:gd name="T15" fmla="*/ 480 h 4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8" h="494">
                <a:moveTo>
                  <a:pt x="0" y="0"/>
                </a:moveTo>
                <a:cubicBezTo>
                  <a:pt x="16" y="48"/>
                  <a:pt x="30" y="68"/>
                  <a:pt x="72" y="96"/>
                </a:cubicBezTo>
                <a:cubicBezTo>
                  <a:pt x="89" y="146"/>
                  <a:pt x="105" y="175"/>
                  <a:pt x="156" y="192"/>
                </a:cubicBezTo>
                <a:cubicBezTo>
                  <a:pt x="179" y="262"/>
                  <a:pt x="150" y="198"/>
                  <a:pt x="204" y="252"/>
                </a:cubicBezTo>
                <a:cubicBezTo>
                  <a:pt x="244" y="292"/>
                  <a:pt x="239" y="316"/>
                  <a:pt x="300" y="336"/>
                </a:cubicBezTo>
                <a:cubicBezTo>
                  <a:pt x="326" y="415"/>
                  <a:pt x="290" y="337"/>
                  <a:pt x="348" y="384"/>
                </a:cubicBezTo>
                <a:cubicBezTo>
                  <a:pt x="426" y="446"/>
                  <a:pt x="318" y="402"/>
                  <a:pt x="408" y="432"/>
                </a:cubicBezTo>
                <a:cubicBezTo>
                  <a:pt x="470" y="494"/>
                  <a:pt x="490" y="480"/>
                  <a:pt x="588" y="480"/>
                </a:cubicBezTo>
              </a:path>
            </a:pathLst>
          </a:custGeom>
          <a:noFill/>
          <a:ln w="38100" cap="sq" cmpd="sng">
            <a:solidFill>
              <a:srgbClr val="333399"/>
            </a:solidFill>
            <a:prstDash val="solid"/>
            <a:round/>
            <a:headEnd type="triangle"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3" name="Freeform 45"/>
          <p:cNvSpPr>
            <a:spLocks/>
          </p:cNvSpPr>
          <p:nvPr/>
        </p:nvSpPr>
        <p:spPr bwMode="auto">
          <a:xfrm>
            <a:off x="5486400" y="5241925"/>
            <a:ext cx="952500" cy="914400"/>
          </a:xfrm>
          <a:custGeom>
            <a:avLst/>
            <a:gdLst>
              <a:gd name="T0" fmla="*/ 600 w 600"/>
              <a:gd name="T1" fmla="*/ 0 h 504"/>
              <a:gd name="T2" fmla="*/ 516 w 600"/>
              <a:gd name="T3" fmla="*/ 84 h 504"/>
              <a:gd name="T4" fmla="*/ 192 w 600"/>
              <a:gd name="T5" fmla="*/ 324 h 504"/>
              <a:gd name="T6" fmla="*/ 120 w 600"/>
              <a:gd name="T7" fmla="*/ 360 h 504"/>
              <a:gd name="T8" fmla="*/ 84 w 600"/>
              <a:gd name="T9" fmla="*/ 396 h 504"/>
              <a:gd name="T10" fmla="*/ 48 w 600"/>
              <a:gd name="T11" fmla="*/ 420 h 504"/>
              <a:gd name="T12" fmla="*/ 36 w 600"/>
              <a:gd name="T13" fmla="*/ 456 h 504"/>
              <a:gd name="T14" fmla="*/ 0 w 600"/>
              <a:gd name="T15" fmla="*/ 504 h 5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0" h="504">
                <a:moveTo>
                  <a:pt x="600" y="0"/>
                </a:moveTo>
                <a:cubicBezTo>
                  <a:pt x="545" y="83"/>
                  <a:pt x="579" y="63"/>
                  <a:pt x="516" y="84"/>
                </a:cubicBezTo>
                <a:cubicBezTo>
                  <a:pt x="474" y="209"/>
                  <a:pt x="310" y="285"/>
                  <a:pt x="192" y="324"/>
                </a:cubicBezTo>
                <a:cubicBezTo>
                  <a:pt x="167" y="332"/>
                  <a:pt x="145" y="352"/>
                  <a:pt x="120" y="360"/>
                </a:cubicBezTo>
                <a:cubicBezTo>
                  <a:pt x="108" y="372"/>
                  <a:pt x="97" y="385"/>
                  <a:pt x="84" y="396"/>
                </a:cubicBezTo>
                <a:cubicBezTo>
                  <a:pt x="73" y="405"/>
                  <a:pt x="57" y="409"/>
                  <a:pt x="48" y="420"/>
                </a:cubicBezTo>
                <a:cubicBezTo>
                  <a:pt x="40" y="430"/>
                  <a:pt x="42" y="445"/>
                  <a:pt x="36" y="456"/>
                </a:cubicBezTo>
                <a:cubicBezTo>
                  <a:pt x="22" y="483"/>
                  <a:pt x="17" y="487"/>
                  <a:pt x="0" y="504"/>
                </a:cubicBezTo>
              </a:path>
            </a:pathLst>
          </a:custGeom>
          <a:noFill/>
          <a:ln w="38100" cap="sq" cmpd="sng">
            <a:solidFill>
              <a:srgbClr val="333399"/>
            </a:solidFill>
            <a:prstDash val="solid"/>
            <a:round/>
            <a:headEnd type="triangle"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4" name="Text Box 46"/>
          <p:cNvSpPr txBox="1">
            <a:spLocks noChangeArrowheads="1"/>
          </p:cNvSpPr>
          <p:nvPr/>
        </p:nvSpPr>
        <p:spPr bwMode="auto">
          <a:xfrm>
            <a:off x="1371600" y="228600"/>
            <a:ext cx="35528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800" b="1">
                <a:solidFill>
                  <a:srgbClr val="FF00FF"/>
                </a:solidFill>
                <a:latin typeface="Times New Roman" charset="0"/>
                <a:ea typeface="楷体_GB2312" charset="0"/>
              </a:rPr>
              <a:t>2</a:t>
            </a:r>
            <a:r>
              <a:rPr kumimoji="1" lang="zh-CN" altLang="en-US" sz="4800" b="1">
                <a:solidFill>
                  <a:srgbClr val="FF00FF"/>
                </a:solidFill>
                <a:latin typeface="Times New Roman" charset="0"/>
                <a:ea typeface="楷体_GB2312" charset="0"/>
              </a:rPr>
              <a:t>．</a:t>
            </a:r>
            <a:r>
              <a:rPr kumimoji="1" lang="zh-CN" altLang="en-US" sz="4800" b="1">
                <a:solidFill>
                  <a:srgbClr val="FF00FF"/>
                </a:solidFill>
                <a:latin typeface="楷体_GB2312" charset="0"/>
                <a:ea typeface="楷体_GB2312" charset="0"/>
              </a:rPr>
              <a:t>三叉链表</a:t>
            </a:r>
          </a:p>
        </p:txBody>
      </p:sp>
      <p:sp>
        <p:nvSpPr>
          <p:cNvPr id="196655" name="Text Box 47"/>
          <p:cNvSpPr txBox="1">
            <a:spLocks noChangeArrowheads="1"/>
          </p:cNvSpPr>
          <p:nvPr/>
        </p:nvSpPr>
        <p:spPr bwMode="auto">
          <a:xfrm>
            <a:off x="3810000" y="1173163"/>
            <a:ext cx="52276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b="1">
                <a:solidFill>
                  <a:srgbClr val="FF3300"/>
                </a:solidFill>
                <a:latin typeface="Times New Roman" charset="0"/>
              </a:rPr>
              <a:t>parent</a:t>
            </a:r>
            <a:r>
              <a:rPr kumimoji="1" lang="en-US" altLang="zh-CN" sz="3200" b="1">
                <a:solidFill>
                  <a:srgbClr val="333399"/>
                </a:solidFill>
                <a:latin typeface="Times New Roman" charset="0"/>
              </a:rPr>
              <a:t>   </a:t>
            </a:r>
            <a:r>
              <a:rPr kumimoji="1" lang="en-US" altLang="zh-CN" sz="3200" b="1">
                <a:solidFill>
                  <a:schemeClr val="tx2"/>
                </a:solidFill>
                <a:latin typeface="Times New Roman" charset="0"/>
              </a:rPr>
              <a:t>lchild    data    rchild</a:t>
            </a:r>
            <a:endParaRPr kumimoji="1" lang="en-US" altLang="zh-CN" sz="2400">
              <a:solidFill>
                <a:schemeClr val="tx2"/>
              </a:solidFill>
              <a:latin typeface="Times New Roman" charset="0"/>
            </a:endParaRPr>
          </a:p>
        </p:txBody>
      </p:sp>
      <p:sp>
        <p:nvSpPr>
          <p:cNvPr id="196656" name="Rectangle 48"/>
          <p:cNvSpPr>
            <a:spLocks noChangeArrowheads="1"/>
          </p:cNvSpPr>
          <p:nvPr/>
        </p:nvSpPr>
        <p:spPr bwMode="auto">
          <a:xfrm>
            <a:off x="3733800" y="1219200"/>
            <a:ext cx="53340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7" name="Line 49"/>
          <p:cNvSpPr>
            <a:spLocks noChangeShapeType="1"/>
          </p:cNvSpPr>
          <p:nvPr/>
        </p:nvSpPr>
        <p:spPr bwMode="auto">
          <a:xfrm>
            <a:off x="5181600" y="1219200"/>
            <a:ext cx="1588"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8" name="Line 50"/>
          <p:cNvSpPr>
            <a:spLocks noChangeShapeType="1"/>
          </p:cNvSpPr>
          <p:nvPr/>
        </p:nvSpPr>
        <p:spPr bwMode="auto">
          <a:xfrm>
            <a:off x="6477000" y="121920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59" name="Line 51"/>
          <p:cNvSpPr>
            <a:spLocks noChangeShapeType="1"/>
          </p:cNvSpPr>
          <p:nvPr/>
        </p:nvSpPr>
        <p:spPr bwMode="auto">
          <a:xfrm>
            <a:off x="7696200" y="1219200"/>
            <a:ext cx="1588"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6660" name="Text Box 52"/>
          <p:cNvSpPr txBox="1">
            <a:spLocks noChangeArrowheads="1"/>
          </p:cNvSpPr>
          <p:nvPr/>
        </p:nvSpPr>
        <p:spPr bwMode="auto">
          <a:xfrm>
            <a:off x="6172200" y="349250"/>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chemeClr val="tx2"/>
                </a:solidFill>
                <a:latin typeface="Times New Roman" charset="0"/>
                <a:ea typeface="楷体_GB2312" charset="0"/>
              </a:rPr>
              <a:t>结点结构</a:t>
            </a:r>
            <a:r>
              <a:rPr kumimoji="1" lang="en-US" altLang="zh-CN" sz="3600" b="1">
                <a:solidFill>
                  <a:schemeClr val="tx2"/>
                </a:solidFill>
                <a:latin typeface="Times New Roman" charset="0"/>
                <a:ea typeface="楷体_GB2312" charset="0"/>
              </a:rPr>
              <a:t>:</a:t>
            </a:r>
            <a:endParaRPr kumimoji="1" lang="en-US" altLang="zh-CN" sz="2400">
              <a:latin typeface="Times New Roman" charset="0"/>
            </a:endParaRPr>
          </a:p>
        </p:txBody>
      </p:sp>
    </p:spTree>
    <p:extLst>
      <p:ext uri="{BB962C8B-B14F-4D97-AF65-F5344CB8AC3E}">
        <p14:creationId xmlns:p14="http://schemas.microsoft.com/office/powerpoint/2010/main" val="13167350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96660"/>
                                        </p:tgtEl>
                                        <p:attrNameLst>
                                          <p:attrName>style.visibility</p:attrName>
                                        </p:attrNameLst>
                                      </p:cBhvr>
                                      <p:to>
                                        <p:strVal val="visible"/>
                                      </p:to>
                                    </p:set>
                                    <p:anim calcmode="lin" valueType="num">
                                      <p:cBhvr additive="base">
                                        <p:cTn id="7" dur="500" fill="hold"/>
                                        <p:tgtEl>
                                          <p:spTgt spid="196660"/>
                                        </p:tgtEl>
                                        <p:attrNameLst>
                                          <p:attrName>ppt_x</p:attrName>
                                        </p:attrNameLst>
                                      </p:cBhvr>
                                      <p:tavLst>
                                        <p:tav tm="0">
                                          <p:val>
                                            <p:strVal val="#ppt_x"/>
                                          </p:val>
                                        </p:tav>
                                        <p:tav tm="100000">
                                          <p:val>
                                            <p:strVal val="#ppt_x"/>
                                          </p:val>
                                        </p:tav>
                                      </p:tavLst>
                                    </p:anim>
                                    <p:anim calcmode="lin" valueType="num">
                                      <p:cBhvr additive="base">
                                        <p:cTn id="8" dur="500" fill="hold"/>
                                        <p:tgtEl>
                                          <p:spTgt spid="19666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196655"/>
                                        </p:tgtEl>
                                        <p:attrNameLst>
                                          <p:attrName>style.visibility</p:attrName>
                                        </p:attrNameLst>
                                      </p:cBhvr>
                                      <p:to>
                                        <p:strVal val="visible"/>
                                      </p:to>
                                    </p:set>
                                    <p:anim calcmode="lin" valueType="num">
                                      <p:cBhvr additive="base">
                                        <p:cTn id="13" dur="500" fill="hold"/>
                                        <p:tgtEl>
                                          <p:spTgt spid="196655"/>
                                        </p:tgtEl>
                                        <p:attrNameLst>
                                          <p:attrName>ppt_x</p:attrName>
                                        </p:attrNameLst>
                                      </p:cBhvr>
                                      <p:tavLst>
                                        <p:tav tm="0">
                                          <p:val>
                                            <p:strVal val="1+#ppt_w/2"/>
                                          </p:val>
                                        </p:tav>
                                        <p:tav tm="100000">
                                          <p:val>
                                            <p:strVal val="#ppt_x"/>
                                          </p:val>
                                        </p:tav>
                                      </p:tavLst>
                                    </p:anim>
                                    <p:anim calcmode="lin" valueType="num">
                                      <p:cBhvr additive="base">
                                        <p:cTn id="14" dur="500" fill="hold"/>
                                        <p:tgtEl>
                                          <p:spTgt spid="196655"/>
                                        </p:tgtEl>
                                        <p:attrNameLst>
                                          <p:attrName>ppt_y</p:attrName>
                                        </p:attrNameLst>
                                      </p:cBhvr>
                                      <p:tavLst>
                                        <p:tav tm="0">
                                          <p:val>
                                            <p:strVal val="0-#ppt_h/2"/>
                                          </p:val>
                                        </p:tav>
                                        <p:tav tm="100000">
                                          <p:val>
                                            <p:strVal val="#ppt_y"/>
                                          </p:val>
                                        </p:tav>
                                      </p:tavLst>
                                    </p:anim>
                                  </p:childTnLst>
                                </p:cTn>
                              </p:par>
                            </p:childTnLst>
                          </p:cTn>
                        </p:par>
                        <p:par>
                          <p:cTn id="15" fill="hold" nodeType="afterGroup">
                            <p:stCondLst>
                              <p:cond delay="500"/>
                            </p:stCondLst>
                            <p:childTnLst>
                              <p:par>
                                <p:cTn id="16" presetID="2" presetClass="entr" presetSubtype="3" fill="hold" grpId="0" nodeType="afterEffect">
                                  <p:stCondLst>
                                    <p:cond delay="0"/>
                                  </p:stCondLst>
                                  <p:childTnLst>
                                    <p:set>
                                      <p:cBhvr>
                                        <p:cTn id="17" dur="1" fill="hold">
                                          <p:stCondLst>
                                            <p:cond delay="0"/>
                                          </p:stCondLst>
                                        </p:cTn>
                                        <p:tgtEl>
                                          <p:spTgt spid="196656"/>
                                        </p:tgtEl>
                                        <p:attrNameLst>
                                          <p:attrName>style.visibility</p:attrName>
                                        </p:attrNameLst>
                                      </p:cBhvr>
                                      <p:to>
                                        <p:strVal val="visible"/>
                                      </p:to>
                                    </p:set>
                                    <p:anim calcmode="lin" valueType="num">
                                      <p:cBhvr additive="base">
                                        <p:cTn id="18" dur="500" fill="hold"/>
                                        <p:tgtEl>
                                          <p:spTgt spid="196656"/>
                                        </p:tgtEl>
                                        <p:attrNameLst>
                                          <p:attrName>ppt_x</p:attrName>
                                        </p:attrNameLst>
                                      </p:cBhvr>
                                      <p:tavLst>
                                        <p:tav tm="0">
                                          <p:val>
                                            <p:strVal val="1+#ppt_w/2"/>
                                          </p:val>
                                        </p:tav>
                                        <p:tav tm="100000">
                                          <p:val>
                                            <p:strVal val="#ppt_x"/>
                                          </p:val>
                                        </p:tav>
                                      </p:tavLst>
                                    </p:anim>
                                    <p:anim calcmode="lin" valueType="num">
                                      <p:cBhvr additive="base">
                                        <p:cTn id="19" dur="500" fill="hold"/>
                                        <p:tgtEl>
                                          <p:spTgt spid="196656"/>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1000"/>
                            </p:stCondLst>
                            <p:childTnLst>
                              <p:par>
                                <p:cTn id="21" presetID="2" presetClass="entr" presetSubtype="3" fill="hold" grpId="0" nodeType="afterEffect">
                                  <p:stCondLst>
                                    <p:cond delay="0"/>
                                  </p:stCondLst>
                                  <p:childTnLst>
                                    <p:set>
                                      <p:cBhvr>
                                        <p:cTn id="22" dur="1" fill="hold">
                                          <p:stCondLst>
                                            <p:cond delay="0"/>
                                          </p:stCondLst>
                                        </p:cTn>
                                        <p:tgtEl>
                                          <p:spTgt spid="196657"/>
                                        </p:tgtEl>
                                        <p:attrNameLst>
                                          <p:attrName>style.visibility</p:attrName>
                                        </p:attrNameLst>
                                      </p:cBhvr>
                                      <p:to>
                                        <p:strVal val="visible"/>
                                      </p:to>
                                    </p:set>
                                    <p:anim calcmode="lin" valueType="num">
                                      <p:cBhvr additive="base">
                                        <p:cTn id="23" dur="500" fill="hold"/>
                                        <p:tgtEl>
                                          <p:spTgt spid="196657"/>
                                        </p:tgtEl>
                                        <p:attrNameLst>
                                          <p:attrName>ppt_x</p:attrName>
                                        </p:attrNameLst>
                                      </p:cBhvr>
                                      <p:tavLst>
                                        <p:tav tm="0">
                                          <p:val>
                                            <p:strVal val="1+#ppt_w/2"/>
                                          </p:val>
                                        </p:tav>
                                        <p:tav tm="100000">
                                          <p:val>
                                            <p:strVal val="#ppt_x"/>
                                          </p:val>
                                        </p:tav>
                                      </p:tavLst>
                                    </p:anim>
                                    <p:anim calcmode="lin" valueType="num">
                                      <p:cBhvr additive="base">
                                        <p:cTn id="24" dur="500" fill="hold"/>
                                        <p:tgtEl>
                                          <p:spTgt spid="196657"/>
                                        </p:tgtEl>
                                        <p:attrNameLst>
                                          <p:attrName>ppt_y</p:attrName>
                                        </p:attrNameLst>
                                      </p:cBhvr>
                                      <p:tavLst>
                                        <p:tav tm="0">
                                          <p:val>
                                            <p:strVal val="0-#ppt_h/2"/>
                                          </p:val>
                                        </p:tav>
                                        <p:tav tm="100000">
                                          <p:val>
                                            <p:strVal val="#ppt_y"/>
                                          </p:val>
                                        </p:tav>
                                      </p:tavLst>
                                    </p:anim>
                                  </p:childTnLst>
                                </p:cTn>
                              </p:par>
                            </p:childTnLst>
                          </p:cTn>
                        </p:par>
                        <p:par>
                          <p:cTn id="25" fill="hold" nodeType="afterGroup">
                            <p:stCondLst>
                              <p:cond delay="1500"/>
                            </p:stCondLst>
                            <p:childTnLst>
                              <p:par>
                                <p:cTn id="26" presetID="2" presetClass="entr" presetSubtype="3" fill="hold" grpId="0" nodeType="afterEffect">
                                  <p:stCondLst>
                                    <p:cond delay="0"/>
                                  </p:stCondLst>
                                  <p:childTnLst>
                                    <p:set>
                                      <p:cBhvr>
                                        <p:cTn id="27" dur="1" fill="hold">
                                          <p:stCondLst>
                                            <p:cond delay="0"/>
                                          </p:stCondLst>
                                        </p:cTn>
                                        <p:tgtEl>
                                          <p:spTgt spid="196658"/>
                                        </p:tgtEl>
                                        <p:attrNameLst>
                                          <p:attrName>style.visibility</p:attrName>
                                        </p:attrNameLst>
                                      </p:cBhvr>
                                      <p:to>
                                        <p:strVal val="visible"/>
                                      </p:to>
                                    </p:set>
                                    <p:anim calcmode="lin" valueType="num">
                                      <p:cBhvr additive="base">
                                        <p:cTn id="28" dur="500" fill="hold"/>
                                        <p:tgtEl>
                                          <p:spTgt spid="196658"/>
                                        </p:tgtEl>
                                        <p:attrNameLst>
                                          <p:attrName>ppt_x</p:attrName>
                                        </p:attrNameLst>
                                      </p:cBhvr>
                                      <p:tavLst>
                                        <p:tav tm="0">
                                          <p:val>
                                            <p:strVal val="1+#ppt_w/2"/>
                                          </p:val>
                                        </p:tav>
                                        <p:tav tm="100000">
                                          <p:val>
                                            <p:strVal val="#ppt_x"/>
                                          </p:val>
                                        </p:tav>
                                      </p:tavLst>
                                    </p:anim>
                                    <p:anim calcmode="lin" valueType="num">
                                      <p:cBhvr additive="base">
                                        <p:cTn id="29" dur="500" fill="hold"/>
                                        <p:tgtEl>
                                          <p:spTgt spid="196658"/>
                                        </p:tgtEl>
                                        <p:attrNameLst>
                                          <p:attrName>ppt_y</p:attrName>
                                        </p:attrNameLst>
                                      </p:cBhvr>
                                      <p:tavLst>
                                        <p:tav tm="0">
                                          <p:val>
                                            <p:strVal val="0-#ppt_h/2"/>
                                          </p:val>
                                        </p:tav>
                                        <p:tav tm="100000">
                                          <p:val>
                                            <p:strVal val="#ppt_y"/>
                                          </p:val>
                                        </p:tav>
                                      </p:tavLst>
                                    </p:anim>
                                  </p:childTnLst>
                                </p:cTn>
                              </p:par>
                            </p:childTnLst>
                          </p:cTn>
                        </p:par>
                        <p:par>
                          <p:cTn id="30" fill="hold" nodeType="afterGroup">
                            <p:stCondLst>
                              <p:cond delay="2000"/>
                            </p:stCondLst>
                            <p:childTnLst>
                              <p:par>
                                <p:cTn id="31" presetID="2" presetClass="entr" presetSubtype="3" fill="hold" grpId="0" nodeType="afterEffect">
                                  <p:stCondLst>
                                    <p:cond delay="0"/>
                                  </p:stCondLst>
                                  <p:childTnLst>
                                    <p:set>
                                      <p:cBhvr>
                                        <p:cTn id="32" dur="1" fill="hold">
                                          <p:stCondLst>
                                            <p:cond delay="0"/>
                                          </p:stCondLst>
                                        </p:cTn>
                                        <p:tgtEl>
                                          <p:spTgt spid="196659"/>
                                        </p:tgtEl>
                                        <p:attrNameLst>
                                          <p:attrName>style.visibility</p:attrName>
                                        </p:attrNameLst>
                                      </p:cBhvr>
                                      <p:to>
                                        <p:strVal val="visible"/>
                                      </p:to>
                                    </p:set>
                                    <p:anim calcmode="lin" valueType="num">
                                      <p:cBhvr additive="base">
                                        <p:cTn id="33" dur="500" fill="hold"/>
                                        <p:tgtEl>
                                          <p:spTgt spid="196659"/>
                                        </p:tgtEl>
                                        <p:attrNameLst>
                                          <p:attrName>ppt_x</p:attrName>
                                        </p:attrNameLst>
                                      </p:cBhvr>
                                      <p:tavLst>
                                        <p:tav tm="0">
                                          <p:val>
                                            <p:strVal val="1+#ppt_w/2"/>
                                          </p:val>
                                        </p:tav>
                                        <p:tav tm="100000">
                                          <p:val>
                                            <p:strVal val="#ppt_x"/>
                                          </p:val>
                                        </p:tav>
                                      </p:tavLst>
                                    </p:anim>
                                    <p:anim calcmode="lin" valueType="num">
                                      <p:cBhvr additive="base">
                                        <p:cTn id="34" dur="500" fill="hold"/>
                                        <p:tgtEl>
                                          <p:spTgt spid="196659"/>
                                        </p:tgtEl>
                                        <p:attrNameLst>
                                          <p:attrName>ppt_y</p:attrName>
                                        </p:attrNameLst>
                                      </p:cBhvr>
                                      <p:tavLst>
                                        <p:tav tm="0">
                                          <p:val>
                                            <p:strVal val="0-#ppt_h/2"/>
                                          </p:val>
                                        </p:tav>
                                        <p:tav tm="100000">
                                          <p:val>
                                            <p:strVal val="#ppt_y"/>
                                          </p:val>
                                        </p:tav>
                                      </p:tavLst>
                                    </p:anim>
                                  </p:childTnLst>
                                </p:cTn>
                              </p:par>
                            </p:childTnLst>
                          </p:cTn>
                        </p:par>
                        <p:par>
                          <p:cTn id="35" fill="hold" nodeType="afterGroup">
                            <p:stCondLst>
                              <p:cond delay="2500"/>
                            </p:stCondLst>
                            <p:childTnLst>
                              <p:par>
                                <p:cTn id="36" presetID="4" presetClass="entr" presetSubtype="32" fill="hold" grpId="0" nodeType="afterEffect">
                                  <p:stCondLst>
                                    <p:cond delay="0"/>
                                  </p:stCondLst>
                                  <p:childTnLst>
                                    <p:set>
                                      <p:cBhvr>
                                        <p:cTn id="37" dur="1" fill="hold">
                                          <p:stCondLst>
                                            <p:cond delay="0"/>
                                          </p:stCondLst>
                                        </p:cTn>
                                        <p:tgtEl>
                                          <p:spTgt spid="196610"/>
                                        </p:tgtEl>
                                        <p:attrNameLst>
                                          <p:attrName>style.visibility</p:attrName>
                                        </p:attrNameLst>
                                      </p:cBhvr>
                                      <p:to>
                                        <p:strVal val="visible"/>
                                      </p:to>
                                    </p:set>
                                    <p:animEffect transition="in" filter="box(out)">
                                      <p:cBhvr>
                                        <p:cTn id="38" dur="500"/>
                                        <p:tgtEl>
                                          <p:spTgt spid="196610"/>
                                        </p:tgtEl>
                                      </p:cBhvr>
                                    </p:animEffect>
                                  </p:childTnLst>
                                </p:cTn>
                              </p:par>
                            </p:childTnLst>
                          </p:cTn>
                        </p:par>
                        <p:par>
                          <p:cTn id="39" fill="hold" nodeType="afterGroup">
                            <p:stCondLst>
                              <p:cond delay="3000"/>
                            </p:stCondLst>
                            <p:childTnLst>
                              <p:par>
                                <p:cTn id="40" presetID="4" presetClass="entr" presetSubtype="32" fill="hold" grpId="0" nodeType="afterEffect">
                                  <p:stCondLst>
                                    <p:cond delay="0"/>
                                  </p:stCondLst>
                                  <p:childTnLst>
                                    <p:set>
                                      <p:cBhvr>
                                        <p:cTn id="41" dur="1" fill="hold">
                                          <p:stCondLst>
                                            <p:cond delay="0"/>
                                          </p:stCondLst>
                                        </p:cTn>
                                        <p:tgtEl>
                                          <p:spTgt spid="196611"/>
                                        </p:tgtEl>
                                        <p:attrNameLst>
                                          <p:attrName>style.visibility</p:attrName>
                                        </p:attrNameLst>
                                      </p:cBhvr>
                                      <p:to>
                                        <p:strVal val="visible"/>
                                      </p:to>
                                    </p:set>
                                    <p:animEffect transition="in" filter="box(out)">
                                      <p:cBhvr>
                                        <p:cTn id="42" dur="500"/>
                                        <p:tgtEl>
                                          <p:spTgt spid="196611"/>
                                        </p:tgtEl>
                                      </p:cBhvr>
                                    </p:animEffect>
                                  </p:childTnLst>
                                </p:cTn>
                              </p:par>
                            </p:childTnLst>
                          </p:cTn>
                        </p:par>
                        <p:par>
                          <p:cTn id="43" fill="hold" nodeType="afterGroup">
                            <p:stCondLst>
                              <p:cond delay="3500"/>
                            </p:stCondLst>
                            <p:childTnLst>
                              <p:par>
                                <p:cTn id="44" presetID="4" presetClass="entr" presetSubtype="32" fill="hold" grpId="0" nodeType="afterEffect">
                                  <p:stCondLst>
                                    <p:cond delay="0"/>
                                  </p:stCondLst>
                                  <p:childTnLst>
                                    <p:set>
                                      <p:cBhvr>
                                        <p:cTn id="45" dur="1" fill="hold">
                                          <p:stCondLst>
                                            <p:cond delay="0"/>
                                          </p:stCondLst>
                                        </p:cTn>
                                        <p:tgtEl>
                                          <p:spTgt spid="196612"/>
                                        </p:tgtEl>
                                        <p:attrNameLst>
                                          <p:attrName>style.visibility</p:attrName>
                                        </p:attrNameLst>
                                      </p:cBhvr>
                                      <p:to>
                                        <p:strVal val="visible"/>
                                      </p:to>
                                    </p:set>
                                    <p:animEffect transition="in" filter="box(out)">
                                      <p:cBhvr>
                                        <p:cTn id="46" dur="500"/>
                                        <p:tgtEl>
                                          <p:spTgt spid="196612"/>
                                        </p:tgtEl>
                                      </p:cBhvr>
                                    </p:animEffect>
                                  </p:childTnLst>
                                </p:cTn>
                              </p:par>
                            </p:childTnLst>
                          </p:cTn>
                        </p:par>
                        <p:par>
                          <p:cTn id="47" fill="hold" nodeType="afterGroup">
                            <p:stCondLst>
                              <p:cond delay="4000"/>
                            </p:stCondLst>
                            <p:childTnLst>
                              <p:par>
                                <p:cTn id="48" presetID="4" presetClass="entr" presetSubtype="32" fill="hold" grpId="0" nodeType="afterEffect">
                                  <p:stCondLst>
                                    <p:cond delay="0"/>
                                  </p:stCondLst>
                                  <p:childTnLst>
                                    <p:set>
                                      <p:cBhvr>
                                        <p:cTn id="49" dur="1" fill="hold">
                                          <p:stCondLst>
                                            <p:cond delay="0"/>
                                          </p:stCondLst>
                                        </p:cTn>
                                        <p:tgtEl>
                                          <p:spTgt spid="196613"/>
                                        </p:tgtEl>
                                        <p:attrNameLst>
                                          <p:attrName>style.visibility</p:attrName>
                                        </p:attrNameLst>
                                      </p:cBhvr>
                                      <p:to>
                                        <p:strVal val="visible"/>
                                      </p:to>
                                    </p:set>
                                    <p:animEffect transition="in" filter="box(out)">
                                      <p:cBhvr>
                                        <p:cTn id="50" dur="500"/>
                                        <p:tgtEl>
                                          <p:spTgt spid="196613"/>
                                        </p:tgtEl>
                                      </p:cBhvr>
                                    </p:animEffect>
                                  </p:childTnLst>
                                </p:cTn>
                              </p:par>
                            </p:childTnLst>
                          </p:cTn>
                        </p:par>
                        <p:par>
                          <p:cTn id="51" fill="hold" nodeType="afterGroup">
                            <p:stCondLst>
                              <p:cond delay="4500"/>
                            </p:stCondLst>
                            <p:childTnLst>
                              <p:par>
                                <p:cTn id="52" presetID="4" presetClass="entr" presetSubtype="32" fill="hold" grpId="0" nodeType="afterEffect">
                                  <p:stCondLst>
                                    <p:cond delay="0"/>
                                  </p:stCondLst>
                                  <p:childTnLst>
                                    <p:set>
                                      <p:cBhvr>
                                        <p:cTn id="53" dur="1" fill="hold">
                                          <p:stCondLst>
                                            <p:cond delay="0"/>
                                          </p:stCondLst>
                                        </p:cTn>
                                        <p:tgtEl>
                                          <p:spTgt spid="196614"/>
                                        </p:tgtEl>
                                        <p:attrNameLst>
                                          <p:attrName>style.visibility</p:attrName>
                                        </p:attrNameLst>
                                      </p:cBhvr>
                                      <p:to>
                                        <p:strVal val="visible"/>
                                      </p:to>
                                    </p:set>
                                    <p:animEffect transition="in" filter="box(out)">
                                      <p:cBhvr>
                                        <p:cTn id="54" dur="500"/>
                                        <p:tgtEl>
                                          <p:spTgt spid="196614"/>
                                        </p:tgtEl>
                                      </p:cBhvr>
                                    </p:animEffect>
                                  </p:childTnLst>
                                </p:cTn>
                              </p:par>
                            </p:childTnLst>
                          </p:cTn>
                        </p:par>
                        <p:par>
                          <p:cTn id="55" fill="hold" nodeType="afterGroup">
                            <p:stCondLst>
                              <p:cond delay="5000"/>
                            </p:stCondLst>
                            <p:childTnLst>
                              <p:par>
                                <p:cTn id="56" presetID="4" presetClass="entr" presetSubtype="32" fill="hold" grpId="0" nodeType="afterEffect">
                                  <p:stCondLst>
                                    <p:cond delay="0"/>
                                  </p:stCondLst>
                                  <p:childTnLst>
                                    <p:set>
                                      <p:cBhvr>
                                        <p:cTn id="57" dur="1" fill="hold">
                                          <p:stCondLst>
                                            <p:cond delay="0"/>
                                          </p:stCondLst>
                                        </p:cTn>
                                        <p:tgtEl>
                                          <p:spTgt spid="196615"/>
                                        </p:tgtEl>
                                        <p:attrNameLst>
                                          <p:attrName>style.visibility</p:attrName>
                                        </p:attrNameLst>
                                      </p:cBhvr>
                                      <p:to>
                                        <p:strVal val="visible"/>
                                      </p:to>
                                    </p:set>
                                    <p:animEffect transition="in" filter="box(out)">
                                      <p:cBhvr>
                                        <p:cTn id="58" dur="500"/>
                                        <p:tgtEl>
                                          <p:spTgt spid="196615"/>
                                        </p:tgtEl>
                                      </p:cBhvr>
                                    </p:animEffect>
                                  </p:childTnLst>
                                </p:cTn>
                              </p:par>
                            </p:childTnLst>
                          </p:cTn>
                        </p:par>
                        <p:par>
                          <p:cTn id="59" fill="hold" nodeType="afterGroup">
                            <p:stCondLst>
                              <p:cond delay="5500"/>
                            </p:stCondLst>
                            <p:childTnLst>
                              <p:par>
                                <p:cTn id="60" presetID="4" presetClass="entr" presetSubtype="32" fill="hold" grpId="0" nodeType="afterEffect">
                                  <p:stCondLst>
                                    <p:cond delay="0"/>
                                  </p:stCondLst>
                                  <p:childTnLst>
                                    <p:set>
                                      <p:cBhvr>
                                        <p:cTn id="61" dur="1" fill="hold">
                                          <p:stCondLst>
                                            <p:cond delay="0"/>
                                          </p:stCondLst>
                                        </p:cTn>
                                        <p:tgtEl>
                                          <p:spTgt spid="196616"/>
                                        </p:tgtEl>
                                        <p:attrNameLst>
                                          <p:attrName>style.visibility</p:attrName>
                                        </p:attrNameLst>
                                      </p:cBhvr>
                                      <p:to>
                                        <p:strVal val="visible"/>
                                      </p:to>
                                    </p:set>
                                    <p:animEffect transition="in" filter="box(out)">
                                      <p:cBhvr>
                                        <p:cTn id="62" dur="500"/>
                                        <p:tgtEl>
                                          <p:spTgt spid="196616"/>
                                        </p:tgtEl>
                                      </p:cBhvr>
                                    </p:animEffect>
                                  </p:childTnLst>
                                </p:cTn>
                              </p:par>
                            </p:childTnLst>
                          </p:cTn>
                        </p:par>
                        <p:par>
                          <p:cTn id="63" fill="hold" nodeType="afterGroup">
                            <p:stCondLst>
                              <p:cond delay="6000"/>
                            </p:stCondLst>
                            <p:childTnLst>
                              <p:par>
                                <p:cTn id="64" presetID="4" presetClass="entr" presetSubtype="32" fill="hold" grpId="0" nodeType="afterEffect">
                                  <p:stCondLst>
                                    <p:cond delay="0"/>
                                  </p:stCondLst>
                                  <p:childTnLst>
                                    <p:set>
                                      <p:cBhvr>
                                        <p:cTn id="65" dur="1" fill="hold">
                                          <p:stCondLst>
                                            <p:cond delay="0"/>
                                          </p:stCondLst>
                                        </p:cTn>
                                        <p:tgtEl>
                                          <p:spTgt spid="196617"/>
                                        </p:tgtEl>
                                        <p:attrNameLst>
                                          <p:attrName>style.visibility</p:attrName>
                                        </p:attrNameLst>
                                      </p:cBhvr>
                                      <p:to>
                                        <p:strVal val="visible"/>
                                      </p:to>
                                    </p:set>
                                    <p:animEffect transition="in" filter="box(out)">
                                      <p:cBhvr>
                                        <p:cTn id="66" dur="500"/>
                                        <p:tgtEl>
                                          <p:spTgt spid="196617"/>
                                        </p:tgtEl>
                                      </p:cBhvr>
                                    </p:animEffect>
                                  </p:childTnLst>
                                </p:cTn>
                              </p:par>
                            </p:childTnLst>
                          </p:cTn>
                        </p:par>
                        <p:par>
                          <p:cTn id="67" fill="hold" nodeType="afterGroup">
                            <p:stCondLst>
                              <p:cond delay="6500"/>
                            </p:stCondLst>
                            <p:childTnLst>
                              <p:par>
                                <p:cTn id="68" presetID="4" presetClass="entr" presetSubtype="32" fill="hold" grpId="0" nodeType="afterEffect">
                                  <p:stCondLst>
                                    <p:cond delay="0"/>
                                  </p:stCondLst>
                                  <p:childTnLst>
                                    <p:set>
                                      <p:cBhvr>
                                        <p:cTn id="69" dur="1" fill="hold">
                                          <p:stCondLst>
                                            <p:cond delay="0"/>
                                          </p:stCondLst>
                                        </p:cTn>
                                        <p:tgtEl>
                                          <p:spTgt spid="196618"/>
                                        </p:tgtEl>
                                        <p:attrNameLst>
                                          <p:attrName>style.visibility</p:attrName>
                                        </p:attrNameLst>
                                      </p:cBhvr>
                                      <p:to>
                                        <p:strVal val="visible"/>
                                      </p:to>
                                    </p:set>
                                    <p:animEffect transition="in" filter="box(out)">
                                      <p:cBhvr>
                                        <p:cTn id="70" dur="500"/>
                                        <p:tgtEl>
                                          <p:spTgt spid="196618"/>
                                        </p:tgtEl>
                                      </p:cBhvr>
                                    </p:animEffect>
                                  </p:childTnLst>
                                </p:cTn>
                              </p:par>
                            </p:childTnLst>
                          </p:cTn>
                        </p:par>
                        <p:par>
                          <p:cTn id="71" fill="hold" nodeType="afterGroup">
                            <p:stCondLst>
                              <p:cond delay="7000"/>
                            </p:stCondLst>
                            <p:childTnLst>
                              <p:par>
                                <p:cTn id="72" presetID="4" presetClass="entr" presetSubtype="32" fill="hold" grpId="0" nodeType="afterEffect">
                                  <p:stCondLst>
                                    <p:cond delay="0"/>
                                  </p:stCondLst>
                                  <p:childTnLst>
                                    <p:set>
                                      <p:cBhvr>
                                        <p:cTn id="73" dur="1" fill="hold">
                                          <p:stCondLst>
                                            <p:cond delay="0"/>
                                          </p:stCondLst>
                                        </p:cTn>
                                        <p:tgtEl>
                                          <p:spTgt spid="196619"/>
                                        </p:tgtEl>
                                        <p:attrNameLst>
                                          <p:attrName>style.visibility</p:attrName>
                                        </p:attrNameLst>
                                      </p:cBhvr>
                                      <p:to>
                                        <p:strVal val="visible"/>
                                      </p:to>
                                    </p:set>
                                    <p:animEffect transition="in" filter="box(out)">
                                      <p:cBhvr>
                                        <p:cTn id="74" dur="500"/>
                                        <p:tgtEl>
                                          <p:spTgt spid="196619"/>
                                        </p:tgtEl>
                                      </p:cBhvr>
                                    </p:animEffect>
                                  </p:childTnLst>
                                </p:cTn>
                              </p:par>
                            </p:childTnLst>
                          </p:cTn>
                        </p:par>
                        <p:par>
                          <p:cTn id="75" fill="hold" nodeType="afterGroup">
                            <p:stCondLst>
                              <p:cond delay="7500"/>
                            </p:stCondLst>
                            <p:childTnLst>
                              <p:par>
                                <p:cTn id="76" presetID="4" presetClass="entr" presetSubtype="32" fill="hold" grpId="0" nodeType="afterEffect">
                                  <p:stCondLst>
                                    <p:cond delay="0"/>
                                  </p:stCondLst>
                                  <p:childTnLst>
                                    <p:set>
                                      <p:cBhvr>
                                        <p:cTn id="77" dur="1" fill="hold">
                                          <p:stCondLst>
                                            <p:cond delay="0"/>
                                          </p:stCondLst>
                                        </p:cTn>
                                        <p:tgtEl>
                                          <p:spTgt spid="196620"/>
                                        </p:tgtEl>
                                        <p:attrNameLst>
                                          <p:attrName>style.visibility</p:attrName>
                                        </p:attrNameLst>
                                      </p:cBhvr>
                                      <p:to>
                                        <p:strVal val="visible"/>
                                      </p:to>
                                    </p:set>
                                    <p:animEffect transition="in" filter="box(out)">
                                      <p:cBhvr>
                                        <p:cTn id="78" dur="500"/>
                                        <p:tgtEl>
                                          <p:spTgt spid="196620"/>
                                        </p:tgtEl>
                                      </p:cBhvr>
                                    </p:animEffect>
                                  </p:childTnLst>
                                </p:cTn>
                              </p:par>
                            </p:childTnLst>
                          </p:cTn>
                        </p:par>
                        <p:par>
                          <p:cTn id="79" fill="hold" nodeType="afterGroup">
                            <p:stCondLst>
                              <p:cond delay="8000"/>
                            </p:stCondLst>
                            <p:childTnLst>
                              <p:par>
                                <p:cTn id="80" presetID="4" presetClass="entr" presetSubtype="32" fill="hold" grpId="0" nodeType="afterEffect">
                                  <p:stCondLst>
                                    <p:cond delay="0"/>
                                  </p:stCondLst>
                                  <p:childTnLst>
                                    <p:set>
                                      <p:cBhvr>
                                        <p:cTn id="81" dur="1" fill="hold">
                                          <p:stCondLst>
                                            <p:cond delay="0"/>
                                          </p:stCondLst>
                                        </p:cTn>
                                        <p:tgtEl>
                                          <p:spTgt spid="196621"/>
                                        </p:tgtEl>
                                        <p:attrNameLst>
                                          <p:attrName>style.visibility</p:attrName>
                                        </p:attrNameLst>
                                      </p:cBhvr>
                                      <p:to>
                                        <p:strVal val="visible"/>
                                      </p:to>
                                    </p:set>
                                    <p:animEffect transition="in" filter="box(out)">
                                      <p:cBhvr>
                                        <p:cTn id="82" dur="500"/>
                                        <p:tgtEl>
                                          <p:spTgt spid="196621"/>
                                        </p:tgtEl>
                                      </p:cBhvr>
                                    </p:animEffect>
                                  </p:childTnLst>
                                </p:cTn>
                              </p:par>
                            </p:childTnLst>
                          </p:cTn>
                        </p:par>
                        <p:par>
                          <p:cTn id="83" fill="hold" nodeType="afterGroup">
                            <p:stCondLst>
                              <p:cond delay="8500"/>
                            </p:stCondLst>
                            <p:childTnLst>
                              <p:par>
                                <p:cTn id="84" presetID="4" presetClass="entr" presetSubtype="32" fill="hold" grpId="0" nodeType="afterEffect">
                                  <p:stCondLst>
                                    <p:cond delay="0"/>
                                  </p:stCondLst>
                                  <p:childTnLst>
                                    <p:set>
                                      <p:cBhvr>
                                        <p:cTn id="85" dur="1" fill="hold">
                                          <p:stCondLst>
                                            <p:cond delay="0"/>
                                          </p:stCondLst>
                                        </p:cTn>
                                        <p:tgtEl>
                                          <p:spTgt spid="196622"/>
                                        </p:tgtEl>
                                        <p:attrNameLst>
                                          <p:attrName>style.visibility</p:attrName>
                                        </p:attrNameLst>
                                      </p:cBhvr>
                                      <p:to>
                                        <p:strVal val="visible"/>
                                      </p:to>
                                    </p:set>
                                    <p:animEffect transition="in" filter="box(out)">
                                      <p:cBhvr>
                                        <p:cTn id="86" dur="500"/>
                                        <p:tgtEl>
                                          <p:spTgt spid="196622"/>
                                        </p:tgtEl>
                                      </p:cBhvr>
                                    </p:animEffect>
                                  </p:childTnLst>
                                </p:cTn>
                              </p:par>
                            </p:childTnLst>
                          </p:cTn>
                        </p:par>
                        <p:par>
                          <p:cTn id="87" fill="hold" nodeType="afterGroup">
                            <p:stCondLst>
                              <p:cond delay="9000"/>
                            </p:stCondLst>
                            <p:childTnLst>
                              <p:par>
                                <p:cTn id="88" presetID="4" presetClass="entr" presetSubtype="32" fill="hold" grpId="0" nodeType="afterEffect">
                                  <p:stCondLst>
                                    <p:cond delay="0"/>
                                  </p:stCondLst>
                                  <p:childTnLst>
                                    <p:set>
                                      <p:cBhvr>
                                        <p:cTn id="89" dur="1" fill="hold">
                                          <p:stCondLst>
                                            <p:cond delay="0"/>
                                          </p:stCondLst>
                                        </p:cTn>
                                        <p:tgtEl>
                                          <p:spTgt spid="196623"/>
                                        </p:tgtEl>
                                        <p:attrNameLst>
                                          <p:attrName>style.visibility</p:attrName>
                                        </p:attrNameLst>
                                      </p:cBhvr>
                                      <p:to>
                                        <p:strVal val="visible"/>
                                      </p:to>
                                    </p:set>
                                    <p:animEffect transition="in" filter="box(out)">
                                      <p:cBhvr>
                                        <p:cTn id="90" dur="500"/>
                                        <p:tgtEl>
                                          <p:spTgt spid="196623"/>
                                        </p:tgtEl>
                                      </p:cBhvr>
                                    </p:animEffect>
                                  </p:childTnLst>
                                </p:cTn>
                              </p:par>
                            </p:childTnLst>
                          </p:cTn>
                        </p:par>
                        <p:par>
                          <p:cTn id="91" fill="hold" nodeType="afterGroup">
                            <p:stCondLst>
                              <p:cond delay="9500"/>
                            </p:stCondLst>
                            <p:childTnLst>
                              <p:par>
                                <p:cTn id="92" presetID="4" presetClass="entr" presetSubtype="32" fill="hold" grpId="0" nodeType="afterEffect">
                                  <p:stCondLst>
                                    <p:cond delay="0"/>
                                  </p:stCondLst>
                                  <p:childTnLst>
                                    <p:set>
                                      <p:cBhvr>
                                        <p:cTn id="93" dur="1" fill="hold">
                                          <p:stCondLst>
                                            <p:cond delay="0"/>
                                          </p:stCondLst>
                                        </p:cTn>
                                        <p:tgtEl>
                                          <p:spTgt spid="196624"/>
                                        </p:tgtEl>
                                        <p:attrNameLst>
                                          <p:attrName>style.visibility</p:attrName>
                                        </p:attrNameLst>
                                      </p:cBhvr>
                                      <p:to>
                                        <p:strVal val="visible"/>
                                      </p:to>
                                    </p:set>
                                    <p:animEffect transition="in" filter="box(out)">
                                      <p:cBhvr>
                                        <p:cTn id="94" dur="500"/>
                                        <p:tgtEl>
                                          <p:spTgt spid="196624"/>
                                        </p:tgtEl>
                                      </p:cBhvr>
                                    </p:animEffect>
                                  </p:childTnLst>
                                </p:cTn>
                              </p:par>
                            </p:childTnLst>
                          </p:cTn>
                        </p:par>
                        <p:par>
                          <p:cTn id="95" fill="hold" nodeType="afterGroup">
                            <p:stCondLst>
                              <p:cond delay="10000"/>
                            </p:stCondLst>
                            <p:childTnLst>
                              <p:par>
                                <p:cTn id="96" presetID="4" presetClass="entr" presetSubtype="32" fill="hold" grpId="0" nodeType="afterEffect">
                                  <p:stCondLst>
                                    <p:cond delay="0"/>
                                  </p:stCondLst>
                                  <p:childTnLst>
                                    <p:set>
                                      <p:cBhvr>
                                        <p:cTn id="97" dur="1" fill="hold">
                                          <p:stCondLst>
                                            <p:cond delay="0"/>
                                          </p:stCondLst>
                                        </p:cTn>
                                        <p:tgtEl>
                                          <p:spTgt spid="196625"/>
                                        </p:tgtEl>
                                        <p:attrNameLst>
                                          <p:attrName>style.visibility</p:attrName>
                                        </p:attrNameLst>
                                      </p:cBhvr>
                                      <p:to>
                                        <p:strVal val="visible"/>
                                      </p:to>
                                    </p:set>
                                    <p:animEffect transition="in" filter="box(out)">
                                      <p:cBhvr>
                                        <p:cTn id="98" dur="500"/>
                                        <p:tgtEl>
                                          <p:spTgt spid="196625"/>
                                        </p:tgtEl>
                                      </p:cBhvr>
                                    </p:animEffect>
                                  </p:childTnLst>
                                </p:cTn>
                              </p:par>
                            </p:childTnLst>
                          </p:cTn>
                        </p:par>
                        <p:par>
                          <p:cTn id="99" fill="hold" nodeType="afterGroup">
                            <p:stCondLst>
                              <p:cond delay="10500"/>
                            </p:stCondLst>
                            <p:childTnLst>
                              <p:par>
                                <p:cTn id="100" presetID="4" presetClass="entr" presetSubtype="32" fill="hold" grpId="0" nodeType="afterEffect">
                                  <p:stCondLst>
                                    <p:cond delay="0"/>
                                  </p:stCondLst>
                                  <p:childTnLst>
                                    <p:set>
                                      <p:cBhvr>
                                        <p:cTn id="101" dur="1" fill="hold">
                                          <p:stCondLst>
                                            <p:cond delay="0"/>
                                          </p:stCondLst>
                                        </p:cTn>
                                        <p:tgtEl>
                                          <p:spTgt spid="196626"/>
                                        </p:tgtEl>
                                        <p:attrNameLst>
                                          <p:attrName>style.visibility</p:attrName>
                                        </p:attrNameLst>
                                      </p:cBhvr>
                                      <p:to>
                                        <p:strVal val="visible"/>
                                      </p:to>
                                    </p:set>
                                    <p:animEffect transition="in" filter="box(out)">
                                      <p:cBhvr>
                                        <p:cTn id="102" dur="500"/>
                                        <p:tgtEl>
                                          <p:spTgt spid="196626"/>
                                        </p:tgtEl>
                                      </p:cBhvr>
                                    </p:animEffect>
                                  </p:childTnLst>
                                </p:cTn>
                              </p:par>
                            </p:childTnLst>
                          </p:cTn>
                        </p:par>
                        <p:par>
                          <p:cTn id="103" fill="hold" nodeType="afterGroup">
                            <p:stCondLst>
                              <p:cond delay="11000"/>
                            </p:stCondLst>
                            <p:childTnLst>
                              <p:par>
                                <p:cTn id="104" presetID="4" presetClass="entr" presetSubtype="32" fill="hold" grpId="0" nodeType="afterEffect">
                                  <p:stCondLst>
                                    <p:cond delay="0"/>
                                  </p:stCondLst>
                                  <p:childTnLst>
                                    <p:set>
                                      <p:cBhvr>
                                        <p:cTn id="105" dur="1" fill="hold">
                                          <p:stCondLst>
                                            <p:cond delay="0"/>
                                          </p:stCondLst>
                                        </p:cTn>
                                        <p:tgtEl>
                                          <p:spTgt spid="196627"/>
                                        </p:tgtEl>
                                        <p:attrNameLst>
                                          <p:attrName>style.visibility</p:attrName>
                                        </p:attrNameLst>
                                      </p:cBhvr>
                                      <p:to>
                                        <p:strVal val="visible"/>
                                      </p:to>
                                    </p:set>
                                    <p:animEffect transition="in" filter="box(out)">
                                      <p:cBhvr>
                                        <p:cTn id="106" dur="500"/>
                                        <p:tgtEl>
                                          <p:spTgt spid="196627"/>
                                        </p:tgtEl>
                                      </p:cBhvr>
                                    </p:animEffect>
                                  </p:childTnLst>
                                </p:cTn>
                              </p:par>
                            </p:childTnLst>
                          </p:cTn>
                        </p:par>
                        <p:par>
                          <p:cTn id="107" fill="hold" nodeType="afterGroup">
                            <p:stCondLst>
                              <p:cond delay="11500"/>
                            </p:stCondLst>
                            <p:childTnLst>
                              <p:par>
                                <p:cTn id="108" presetID="4" presetClass="entr" presetSubtype="32" fill="hold" grpId="0" nodeType="afterEffect">
                                  <p:stCondLst>
                                    <p:cond delay="0"/>
                                  </p:stCondLst>
                                  <p:childTnLst>
                                    <p:set>
                                      <p:cBhvr>
                                        <p:cTn id="109" dur="1" fill="hold">
                                          <p:stCondLst>
                                            <p:cond delay="0"/>
                                          </p:stCondLst>
                                        </p:cTn>
                                        <p:tgtEl>
                                          <p:spTgt spid="196628"/>
                                        </p:tgtEl>
                                        <p:attrNameLst>
                                          <p:attrName>style.visibility</p:attrName>
                                        </p:attrNameLst>
                                      </p:cBhvr>
                                      <p:to>
                                        <p:strVal val="visible"/>
                                      </p:to>
                                    </p:set>
                                    <p:animEffect transition="in" filter="box(out)">
                                      <p:cBhvr>
                                        <p:cTn id="110" dur="500"/>
                                        <p:tgtEl>
                                          <p:spTgt spid="196628"/>
                                        </p:tgtEl>
                                      </p:cBhvr>
                                    </p:animEffect>
                                  </p:childTnLst>
                                </p:cTn>
                              </p:par>
                            </p:childTnLst>
                          </p:cTn>
                        </p:par>
                        <p:par>
                          <p:cTn id="111" fill="hold" nodeType="afterGroup">
                            <p:stCondLst>
                              <p:cond delay="12000"/>
                            </p:stCondLst>
                            <p:childTnLst>
                              <p:par>
                                <p:cTn id="112" presetID="4" presetClass="entr" presetSubtype="32" fill="hold" grpId="0" nodeType="afterEffect">
                                  <p:stCondLst>
                                    <p:cond delay="0"/>
                                  </p:stCondLst>
                                  <p:childTnLst>
                                    <p:set>
                                      <p:cBhvr>
                                        <p:cTn id="113" dur="1" fill="hold">
                                          <p:stCondLst>
                                            <p:cond delay="0"/>
                                          </p:stCondLst>
                                        </p:cTn>
                                        <p:tgtEl>
                                          <p:spTgt spid="196629"/>
                                        </p:tgtEl>
                                        <p:attrNameLst>
                                          <p:attrName>style.visibility</p:attrName>
                                        </p:attrNameLst>
                                      </p:cBhvr>
                                      <p:to>
                                        <p:strVal val="visible"/>
                                      </p:to>
                                    </p:set>
                                    <p:animEffect transition="in" filter="box(out)">
                                      <p:cBhvr>
                                        <p:cTn id="114" dur="500"/>
                                        <p:tgtEl>
                                          <p:spTgt spid="196629"/>
                                        </p:tgtEl>
                                      </p:cBhvr>
                                    </p:animEffect>
                                  </p:childTnLst>
                                </p:cTn>
                              </p:par>
                            </p:childTnLst>
                          </p:cTn>
                        </p:par>
                        <p:par>
                          <p:cTn id="115" fill="hold" nodeType="afterGroup">
                            <p:stCondLst>
                              <p:cond delay="12500"/>
                            </p:stCondLst>
                            <p:childTnLst>
                              <p:par>
                                <p:cTn id="116" presetID="4" presetClass="entr" presetSubtype="32" fill="hold" grpId="0" nodeType="afterEffect">
                                  <p:stCondLst>
                                    <p:cond delay="0"/>
                                  </p:stCondLst>
                                  <p:childTnLst>
                                    <p:set>
                                      <p:cBhvr>
                                        <p:cTn id="117" dur="1" fill="hold">
                                          <p:stCondLst>
                                            <p:cond delay="0"/>
                                          </p:stCondLst>
                                        </p:cTn>
                                        <p:tgtEl>
                                          <p:spTgt spid="196630"/>
                                        </p:tgtEl>
                                        <p:attrNameLst>
                                          <p:attrName>style.visibility</p:attrName>
                                        </p:attrNameLst>
                                      </p:cBhvr>
                                      <p:to>
                                        <p:strVal val="visible"/>
                                      </p:to>
                                    </p:set>
                                    <p:animEffect transition="in" filter="box(out)">
                                      <p:cBhvr>
                                        <p:cTn id="118" dur="500"/>
                                        <p:tgtEl>
                                          <p:spTgt spid="196630"/>
                                        </p:tgtEl>
                                      </p:cBhvr>
                                    </p:animEffect>
                                  </p:childTnLst>
                                </p:cTn>
                              </p:par>
                            </p:childTnLst>
                          </p:cTn>
                        </p:par>
                        <p:par>
                          <p:cTn id="119" fill="hold" nodeType="afterGroup">
                            <p:stCondLst>
                              <p:cond delay="13000"/>
                            </p:stCondLst>
                            <p:childTnLst>
                              <p:par>
                                <p:cTn id="120" presetID="4" presetClass="entr" presetSubtype="32" fill="hold" grpId="0" nodeType="afterEffect">
                                  <p:stCondLst>
                                    <p:cond delay="0"/>
                                  </p:stCondLst>
                                  <p:childTnLst>
                                    <p:set>
                                      <p:cBhvr>
                                        <p:cTn id="121" dur="1" fill="hold">
                                          <p:stCondLst>
                                            <p:cond delay="0"/>
                                          </p:stCondLst>
                                        </p:cTn>
                                        <p:tgtEl>
                                          <p:spTgt spid="196631"/>
                                        </p:tgtEl>
                                        <p:attrNameLst>
                                          <p:attrName>style.visibility</p:attrName>
                                        </p:attrNameLst>
                                      </p:cBhvr>
                                      <p:to>
                                        <p:strVal val="visible"/>
                                      </p:to>
                                    </p:set>
                                    <p:animEffect transition="in" filter="box(out)">
                                      <p:cBhvr>
                                        <p:cTn id="122" dur="500"/>
                                        <p:tgtEl>
                                          <p:spTgt spid="196631"/>
                                        </p:tgtEl>
                                      </p:cBhvr>
                                    </p:animEffect>
                                  </p:childTnLst>
                                </p:cTn>
                              </p:par>
                            </p:childTnLst>
                          </p:cTn>
                        </p:par>
                        <p:par>
                          <p:cTn id="123" fill="hold" nodeType="afterGroup">
                            <p:stCondLst>
                              <p:cond delay="13500"/>
                            </p:stCondLst>
                            <p:childTnLst>
                              <p:par>
                                <p:cTn id="124" presetID="4" presetClass="entr" presetSubtype="32" fill="hold" grpId="0" nodeType="afterEffect">
                                  <p:stCondLst>
                                    <p:cond delay="0"/>
                                  </p:stCondLst>
                                  <p:childTnLst>
                                    <p:set>
                                      <p:cBhvr>
                                        <p:cTn id="125" dur="1" fill="hold">
                                          <p:stCondLst>
                                            <p:cond delay="0"/>
                                          </p:stCondLst>
                                        </p:cTn>
                                        <p:tgtEl>
                                          <p:spTgt spid="196632"/>
                                        </p:tgtEl>
                                        <p:attrNameLst>
                                          <p:attrName>style.visibility</p:attrName>
                                        </p:attrNameLst>
                                      </p:cBhvr>
                                      <p:to>
                                        <p:strVal val="visible"/>
                                      </p:to>
                                    </p:set>
                                    <p:animEffect transition="in" filter="box(out)">
                                      <p:cBhvr>
                                        <p:cTn id="126" dur="500"/>
                                        <p:tgtEl>
                                          <p:spTgt spid="196632"/>
                                        </p:tgtEl>
                                      </p:cBhvr>
                                    </p:animEffect>
                                  </p:childTnLst>
                                </p:cTn>
                              </p:par>
                            </p:childTnLst>
                          </p:cTn>
                        </p:par>
                        <p:par>
                          <p:cTn id="127" fill="hold" nodeType="afterGroup">
                            <p:stCondLst>
                              <p:cond delay="14000"/>
                            </p:stCondLst>
                            <p:childTnLst>
                              <p:par>
                                <p:cTn id="128" presetID="4" presetClass="entr" presetSubtype="32" fill="hold" grpId="0" nodeType="afterEffect">
                                  <p:stCondLst>
                                    <p:cond delay="0"/>
                                  </p:stCondLst>
                                  <p:childTnLst>
                                    <p:set>
                                      <p:cBhvr>
                                        <p:cTn id="129" dur="1" fill="hold">
                                          <p:stCondLst>
                                            <p:cond delay="0"/>
                                          </p:stCondLst>
                                        </p:cTn>
                                        <p:tgtEl>
                                          <p:spTgt spid="196633"/>
                                        </p:tgtEl>
                                        <p:attrNameLst>
                                          <p:attrName>style.visibility</p:attrName>
                                        </p:attrNameLst>
                                      </p:cBhvr>
                                      <p:to>
                                        <p:strVal val="visible"/>
                                      </p:to>
                                    </p:set>
                                    <p:animEffect transition="in" filter="box(out)">
                                      <p:cBhvr>
                                        <p:cTn id="130" dur="500"/>
                                        <p:tgtEl>
                                          <p:spTgt spid="196633"/>
                                        </p:tgtEl>
                                      </p:cBhvr>
                                    </p:animEffect>
                                  </p:childTnLst>
                                </p:cTn>
                              </p:par>
                            </p:childTnLst>
                          </p:cTn>
                        </p:par>
                        <p:par>
                          <p:cTn id="131" fill="hold" nodeType="afterGroup">
                            <p:stCondLst>
                              <p:cond delay="14500"/>
                            </p:stCondLst>
                            <p:childTnLst>
                              <p:par>
                                <p:cTn id="132" presetID="4" presetClass="entr" presetSubtype="32" fill="hold" grpId="0" nodeType="afterEffect">
                                  <p:stCondLst>
                                    <p:cond delay="0"/>
                                  </p:stCondLst>
                                  <p:childTnLst>
                                    <p:set>
                                      <p:cBhvr>
                                        <p:cTn id="133" dur="1" fill="hold">
                                          <p:stCondLst>
                                            <p:cond delay="0"/>
                                          </p:stCondLst>
                                        </p:cTn>
                                        <p:tgtEl>
                                          <p:spTgt spid="196634"/>
                                        </p:tgtEl>
                                        <p:attrNameLst>
                                          <p:attrName>style.visibility</p:attrName>
                                        </p:attrNameLst>
                                      </p:cBhvr>
                                      <p:to>
                                        <p:strVal val="visible"/>
                                      </p:to>
                                    </p:set>
                                    <p:animEffect transition="in" filter="box(out)">
                                      <p:cBhvr>
                                        <p:cTn id="134" dur="500"/>
                                        <p:tgtEl>
                                          <p:spTgt spid="196634"/>
                                        </p:tgtEl>
                                      </p:cBhvr>
                                    </p:animEffect>
                                  </p:childTnLst>
                                </p:cTn>
                              </p:par>
                            </p:childTnLst>
                          </p:cTn>
                        </p:par>
                        <p:par>
                          <p:cTn id="135" fill="hold" nodeType="afterGroup">
                            <p:stCondLst>
                              <p:cond delay="15000"/>
                            </p:stCondLst>
                            <p:childTnLst>
                              <p:par>
                                <p:cTn id="136" presetID="2" presetClass="entr" presetSubtype="8" fill="hold" grpId="0" nodeType="afterEffect">
                                  <p:stCondLst>
                                    <p:cond delay="0"/>
                                  </p:stCondLst>
                                  <p:childTnLst>
                                    <p:set>
                                      <p:cBhvr>
                                        <p:cTn id="137" dur="1" fill="hold">
                                          <p:stCondLst>
                                            <p:cond delay="0"/>
                                          </p:stCondLst>
                                        </p:cTn>
                                        <p:tgtEl>
                                          <p:spTgt spid="196642"/>
                                        </p:tgtEl>
                                        <p:attrNameLst>
                                          <p:attrName>style.visibility</p:attrName>
                                        </p:attrNameLst>
                                      </p:cBhvr>
                                      <p:to>
                                        <p:strVal val="visible"/>
                                      </p:to>
                                    </p:set>
                                    <p:anim calcmode="lin" valueType="num">
                                      <p:cBhvr additive="base">
                                        <p:cTn id="138" dur="500" fill="hold"/>
                                        <p:tgtEl>
                                          <p:spTgt spid="196642"/>
                                        </p:tgtEl>
                                        <p:attrNameLst>
                                          <p:attrName>ppt_x</p:attrName>
                                        </p:attrNameLst>
                                      </p:cBhvr>
                                      <p:tavLst>
                                        <p:tav tm="0">
                                          <p:val>
                                            <p:strVal val="0-#ppt_w/2"/>
                                          </p:val>
                                        </p:tav>
                                        <p:tav tm="100000">
                                          <p:val>
                                            <p:strVal val="#ppt_x"/>
                                          </p:val>
                                        </p:tav>
                                      </p:tavLst>
                                    </p:anim>
                                    <p:anim calcmode="lin" valueType="num">
                                      <p:cBhvr additive="base">
                                        <p:cTn id="139" dur="500" fill="hold"/>
                                        <p:tgtEl>
                                          <p:spTgt spid="196642"/>
                                        </p:tgtEl>
                                        <p:attrNameLst>
                                          <p:attrName>ppt_y</p:attrName>
                                        </p:attrNameLst>
                                      </p:cBhvr>
                                      <p:tavLst>
                                        <p:tav tm="0">
                                          <p:val>
                                            <p:strVal val="#ppt_y"/>
                                          </p:val>
                                        </p:tav>
                                        <p:tav tm="100000">
                                          <p:val>
                                            <p:strVal val="#ppt_y"/>
                                          </p:val>
                                        </p:tav>
                                      </p:tavLst>
                                    </p:anim>
                                  </p:childTnLst>
                                </p:cTn>
                              </p:par>
                            </p:childTnLst>
                          </p:cTn>
                        </p:par>
                        <p:par>
                          <p:cTn id="140" fill="hold" nodeType="afterGroup">
                            <p:stCondLst>
                              <p:cond delay="15500"/>
                            </p:stCondLst>
                            <p:childTnLst>
                              <p:par>
                                <p:cTn id="141" presetID="17" presetClass="entr" presetSubtype="1" fill="hold" grpId="0" nodeType="afterEffect">
                                  <p:stCondLst>
                                    <p:cond delay="0"/>
                                  </p:stCondLst>
                                  <p:childTnLst>
                                    <p:set>
                                      <p:cBhvr>
                                        <p:cTn id="142" dur="1" fill="hold">
                                          <p:stCondLst>
                                            <p:cond delay="0"/>
                                          </p:stCondLst>
                                        </p:cTn>
                                        <p:tgtEl>
                                          <p:spTgt spid="196635"/>
                                        </p:tgtEl>
                                        <p:attrNameLst>
                                          <p:attrName>style.visibility</p:attrName>
                                        </p:attrNameLst>
                                      </p:cBhvr>
                                      <p:to>
                                        <p:strVal val="visible"/>
                                      </p:to>
                                    </p:set>
                                    <p:anim calcmode="lin" valueType="num">
                                      <p:cBhvr>
                                        <p:cTn id="143" dur="500" fill="hold"/>
                                        <p:tgtEl>
                                          <p:spTgt spid="196635"/>
                                        </p:tgtEl>
                                        <p:attrNameLst>
                                          <p:attrName>ppt_x</p:attrName>
                                        </p:attrNameLst>
                                      </p:cBhvr>
                                      <p:tavLst>
                                        <p:tav tm="0">
                                          <p:val>
                                            <p:strVal val="#ppt_x"/>
                                          </p:val>
                                        </p:tav>
                                        <p:tav tm="100000">
                                          <p:val>
                                            <p:strVal val="#ppt_x"/>
                                          </p:val>
                                        </p:tav>
                                      </p:tavLst>
                                    </p:anim>
                                    <p:anim calcmode="lin" valueType="num">
                                      <p:cBhvr>
                                        <p:cTn id="144" dur="500" fill="hold"/>
                                        <p:tgtEl>
                                          <p:spTgt spid="196635"/>
                                        </p:tgtEl>
                                        <p:attrNameLst>
                                          <p:attrName>ppt_y</p:attrName>
                                        </p:attrNameLst>
                                      </p:cBhvr>
                                      <p:tavLst>
                                        <p:tav tm="0">
                                          <p:val>
                                            <p:strVal val="#ppt_y-#ppt_h/2"/>
                                          </p:val>
                                        </p:tav>
                                        <p:tav tm="100000">
                                          <p:val>
                                            <p:strVal val="#ppt_y"/>
                                          </p:val>
                                        </p:tav>
                                      </p:tavLst>
                                    </p:anim>
                                    <p:anim calcmode="lin" valueType="num">
                                      <p:cBhvr>
                                        <p:cTn id="145" dur="500" fill="hold"/>
                                        <p:tgtEl>
                                          <p:spTgt spid="196635"/>
                                        </p:tgtEl>
                                        <p:attrNameLst>
                                          <p:attrName>ppt_w</p:attrName>
                                        </p:attrNameLst>
                                      </p:cBhvr>
                                      <p:tavLst>
                                        <p:tav tm="0">
                                          <p:val>
                                            <p:strVal val="#ppt_w"/>
                                          </p:val>
                                        </p:tav>
                                        <p:tav tm="100000">
                                          <p:val>
                                            <p:strVal val="#ppt_w"/>
                                          </p:val>
                                        </p:tav>
                                      </p:tavLst>
                                    </p:anim>
                                    <p:anim calcmode="lin" valueType="num">
                                      <p:cBhvr>
                                        <p:cTn id="146" dur="500" fill="hold"/>
                                        <p:tgtEl>
                                          <p:spTgt spid="196635"/>
                                        </p:tgtEl>
                                        <p:attrNameLst>
                                          <p:attrName>ppt_h</p:attrName>
                                        </p:attrNameLst>
                                      </p:cBhvr>
                                      <p:tavLst>
                                        <p:tav tm="0">
                                          <p:val>
                                            <p:fltVal val="0"/>
                                          </p:val>
                                        </p:tav>
                                        <p:tav tm="100000">
                                          <p:val>
                                            <p:strVal val="#ppt_h"/>
                                          </p:val>
                                        </p:tav>
                                      </p:tavLst>
                                    </p:anim>
                                  </p:childTnLst>
                                </p:cTn>
                              </p:par>
                            </p:childTnLst>
                          </p:cTn>
                        </p:par>
                        <p:par>
                          <p:cTn id="147" fill="hold" nodeType="afterGroup">
                            <p:stCondLst>
                              <p:cond delay="16000"/>
                            </p:stCondLst>
                            <p:childTnLst>
                              <p:par>
                                <p:cTn id="148" presetID="17" presetClass="entr" presetSubtype="1" fill="hold" grpId="0" nodeType="afterEffect">
                                  <p:stCondLst>
                                    <p:cond delay="0"/>
                                  </p:stCondLst>
                                  <p:childTnLst>
                                    <p:set>
                                      <p:cBhvr>
                                        <p:cTn id="149" dur="1" fill="hold">
                                          <p:stCondLst>
                                            <p:cond delay="0"/>
                                          </p:stCondLst>
                                        </p:cTn>
                                        <p:tgtEl>
                                          <p:spTgt spid="196636"/>
                                        </p:tgtEl>
                                        <p:attrNameLst>
                                          <p:attrName>style.visibility</p:attrName>
                                        </p:attrNameLst>
                                      </p:cBhvr>
                                      <p:to>
                                        <p:strVal val="visible"/>
                                      </p:to>
                                    </p:set>
                                    <p:anim calcmode="lin" valueType="num">
                                      <p:cBhvr>
                                        <p:cTn id="150" dur="500" fill="hold"/>
                                        <p:tgtEl>
                                          <p:spTgt spid="196636"/>
                                        </p:tgtEl>
                                        <p:attrNameLst>
                                          <p:attrName>ppt_x</p:attrName>
                                        </p:attrNameLst>
                                      </p:cBhvr>
                                      <p:tavLst>
                                        <p:tav tm="0">
                                          <p:val>
                                            <p:strVal val="#ppt_x"/>
                                          </p:val>
                                        </p:tav>
                                        <p:tav tm="100000">
                                          <p:val>
                                            <p:strVal val="#ppt_x"/>
                                          </p:val>
                                        </p:tav>
                                      </p:tavLst>
                                    </p:anim>
                                    <p:anim calcmode="lin" valueType="num">
                                      <p:cBhvr>
                                        <p:cTn id="151" dur="500" fill="hold"/>
                                        <p:tgtEl>
                                          <p:spTgt spid="196636"/>
                                        </p:tgtEl>
                                        <p:attrNameLst>
                                          <p:attrName>ppt_y</p:attrName>
                                        </p:attrNameLst>
                                      </p:cBhvr>
                                      <p:tavLst>
                                        <p:tav tm="0">
                                          <p:val>
                                            <p:strVal val="#ppt_y-#ppt_h/2"/>
                                          </p:val>
                                        </p:tav>
                                        <p:tav tm="100000">
                                          <p:val>
                                            <p:strVal val="#ppt_y"/>
                                          </p:val>
                                        </p:tav>
                                      </p:tavLst>
                                    </p:anim>
                                    <p:anim calcmode="lin" valueType="num">
                                      <p:cBhvr>
                                        <p:cTn id="152" dur="500" fill="hold"/>
                                        <p:tgtEl>
                                          <p:spTgt spid="196636"/>
                                        </p:tgtEl>
                                        <p:attrNameLst>
                                          <p:attrName>ppt_w</p:attrName>
                                        </p:attrNameLst>
                                      </p:cBhvr>
                                      <p:tavLst>
                                        <p:tav tm="0">
                                          <p:val>
                                            <p:strVal val="#ppt_w"/>
                                          </p:val>
                                        </p:tav>
                                        <p:tav tm="100000">
                                          <p:val>
                                            <p:strVal val="#ppt_w"/>
                                          </p:val>
                                        </p:tav>
                                      </p:tavLst>
                                    </p:anim>
                                    <p:anim calcmode="lin" valueType="num">
                                      <p:cBhvr>
                                        <p:cTn id="153" dur="500" fill="hold"/>
                                        <p:tgtEl>
                                          <p:spTgt spid="196636"/>
                                        </p:tgtEl>
                                        <p:attrNameLst>
                                          <p:attrName>ppt_h</p:attrName>
                                        </p:attrNameLst>
                                      </p:cBhvr>
                                      <p:tavLst>
                                        <p:tav tm="0">
                                          <p:val>
                                            <p:fltVal val="0"/>
                                          </p:val>
                                        </p:tav>
                                        <p:tav tm="100000">
                                          <p:val>
                                            <p:strVal val="#ppt_h"/>
                                          </p:val>
                                        </p:tav>
                                      </p:tavLst>
                                    </p:anim>
                                  </p:childTnLst>
                                </p:cTn>
                              </p:par>
                            </p:childTnLst>
                          </p:cTn>
                        </p:par>
                        <p:par>
                          <p:cTn id="154" fill="hold" nodeType="afterGroup">
                            <p:stCondLst>
                              <p:cond delay="16500"/>
                            </p:stCondLst>
                            <p:childTnLst>
                              <p:par>
                                <p:cTn id="155" presetID="17" presetClass="entr" presetSubtype="1" fill="hold" grpId="0" nodeType="afterEffect">
                                  <p:stCondLst>
                                    <p:cond delay="0"/>
                                  </p:stCondLst>
                                  <p:childTnLst>
                                    <p:set>
                                      <p:cBhvr>
                                        <p:cTn id="156" dur="1" fill="hold">
                                          <p:stCondLst>
                                            <p:cond delay="0"/>
                                          </p:stCondLst>
                                        </p:cTn>
                                        <p:tgtEl>
                                          <p:spTgt spid="196637"/>
                                        </p:tgtEl>
                                        <p:attrNameLst>
                                          <p:attrName>style.visibility</p:attrName>
                                        </p:attrNameLst>
                                      </p:cBhvr>
                                      <p:to>
                                        <p:strVal val="visible"/>
                                      </p:to>
                                    </p:set>
                                    <p:anim calcmode="lin" valueType="num">
                                      <p:cBhvr>
                                        <p:cTn id="157" dur="500" fill="hold"/>
                                        <p:tgtEl>
                                          <p:spTgt spid="196637"/>
                                        </p:tgtEl>
                                        <p:attrNameLst>
                                          <p:attrName>ppt_x</p:attrName>
                                        </p:attrNameLst>
                                      </p:cBhvr>
                                      <p:tavLst>
                                        <p:tav tm="0">
                                          <p:val>
                                            <p:strVal val="#ppt_x"/>
                                          </p:val>
                                        </p:tav>
                                        <p:tav tm="100000">
                                          <p:val>
                                            <p:strVal val="#ppt_x"/>
                                          </p:val>
                                        </p:tav>
                                      </p:tavLst>
                                    </p:anim>
                                    <p:anim calcmode="lin" valueType="num">
                                      <p:cBhvr>
                                        <p:cTn id="158" dur="500" fill="hold"/>
                                        <p:tgtEl>
                                          <p:spTgt spid="196637"/>
                                        </p:tgtEl>
                                        <p:attrNameLst>
                                          <p:attrName>ppt_y</p:attrName>
                                        </p:attrNameLst>
                                      </p:cBhvr>
                                      <p:tavLst>
                                        <p:tav tm="0">
                                          <p:val>
                                            <p:strVal val="#ppt_y-#ppt_h/2"/>
                                          </p:val>
                                        </p:tav>
                                        <p:tav tm="100000">
                                          <p:val>
                                            <p:strVal val="#ppt_y"/>
                                          </p:val>
                                        </p:tav>
                                      </p:tavLst>
                                    </p:anim>
                                    <p:anim calcmode="lin" valueType="num">
                                      <p:cBhvr>
                                        <p:cTn id="159" dur="500" fill="hold"/>
                                        <p:tgtEl>
                                          <p:spTgt spid="196637"/>
                                        </p:tgtEl>
                                        <p:attrNameLst>
                                          <p:attrName>ppt_w</p:attrName>
                                        </p:attrNameLst>
                                      </p:cBhvr>
                                      <p:tavLst>
                                        <p:tav tm="0">
                                          <p:val>
                                            <p:strVal val="#ppt_w"/>
                                          </p:val>
                                        </p:tav>
                                        <p:tav tm="100000">
                                          <p:val>
                                            <p:strVal val="#ppt_w"/>
                                          </p:val>
                                        </p:tav>
                                      </p:tavLst>
                                    </p:anim>
                                    <p:anim calcmode="lin" valueType="num">
                                      <p:cBhvr>
                                        <p:cTn id="160" dur="500" fill="hold"/>
                                        <p:tgtEl>
                                          <p:spTgt spid="196637"/>
                                        </p:tgtEl>
                                        <p:attrNameLst>
                                          <p:attrName>ppt_h</p:attrName>
                                        </p:attrNameLst>
                                      </p:cBhvr>
                                      <p:tavLst>
                                        <p:tav tm="0">
                                          <p:val>
                                            <p:fltVal val="0"/>
                                          </p:val>
                                        </p:tav>
                                        <p:tav tm="100000">
                                          <p:val>
                                            <p:strVal val="#ppt_h"/>
                                          </p:val>
                                        </p:tav>
                                      </p:tavLst>
                                    </p:anim>
                                  </p:childTnLst>
                                </p:cTn>
                              </p:par>
                            </p:childTnLst>
                          </p:cTn>
                        </p:par>
                        <p:par>
                          <p:cTn id="161" fill="hold" nodeType="afterGroup">
                            <p:stCondLst>
                              <p:cond delay="17000"/>
                            </p:stCondLst>
                            <p:childTnLst>
                              <p:par>
                                <p:cTn id="162" presetID="17" presetClass="entr" presetSubtype="1" fill="hold" grpId="0" nodeType="afterEffect">
                                  <p:stCondLst>
                                    <p:cond delay="0"/>
                                  </p:stCondLst>
                                  <p:childTnLst>
                                    <p:set>
                                      <p:cBhvr>
                                        <p:cTn id="163" dur="1" fill="hold">
                                          <p:stCondLst>
                                            <p:cond delay="0"/>
                                          </p:stCondLst>
                                        </p:cTn>
                                        <p:tgtEl>
                                          <p:spTgt spid="196638"/>
                                        </p:tgtEl>
                                        <p:attrNameLst>
                                          <p:attrName>style.visibility</p:attrName>
                                        </p:attrNameLst>
                                      </p:cBhvr>
                                      <p:to>
                                        <p:strVal val="visible"/>
                                      </p:to>
                                    </p:set>
                                    <p:anim calcmode="lin" valueType="num">
                                      <p:cBhvr>
                                        <p:cTn id="164" dur="500" fill="hold"/>
                                        <p:tgtEl>
                                          <p:spTgt spid="196638"/>
                                        </p:tgtEl>
                                        <p:attrNameLst>
                                          <p:attrName>ppt_x</p:attrName>
                                        </p:attrNameLst>
                                      </p:cBhvr>
                                      <p:tavLst>
                                        <p:tav tm="0">
                                          <p:val>
                                            <p:strVal val="#ppt_x"/>
                                          </p:val>
                                        </p:tav>
                                        <p:tav tm="100000">
                                          <p:val>
                                            <p:strVal val="#ppt_x"/>
                                          </p:val>
                                        </p:tav>
                                      </p:tavLst>
                                    </p:anim>
                                    <p:anim calcmode="lin" valueType="num">
                                      <p:cBhvr>
                                        <p:cTn id="165" dur="500" fill="hold"/>
                                        <p:tgtEl>
                                          <p:spTgt spid="196638"/>
                                        </p:tgtEl>
                                        <p:attrNameLst>
                                          <p:attrName>ppt_y</p:attrName>
                                        </p:attrNameLst>
                                      </p:cBhvr>
                                      <p:tavLst>
                                        <p:tav tm="0">
                                          <p:val>
                                            <p:strVal val="#ppt_y-#ppt_h/2"/>
                                          </p:val>
                                        </p:tav>
                                        <p:tav tm="100000">
                                          <p:val>
                                            <p:strVal val="#ppt_y"/>
                                          </p:val>
                                        </p:tav>
                                      </p:tavLst>
                                    </p:anim>
                                    <p:anim calcmode="lin" valueType="num">
                                      <p:cBhvr>
                                        <p:cTn id="166" dur="500" fill="hold"/>
                                        <p:tgtEl>
                                          <p:spTgt spid="196638"/>
                                        </p:tgtEl>
                                        <p:attrNameLst>
                                          <p:attrName>ppt_w</p:attrName>
                                        </p:attrNameLst>
                                      </p:cBhvr>
                                      <p:tavLst>
                                        <p:tav tm="0">
                                          <p:val>
                                            <p:strVal val="#ppt_w"/>
                                          </p:val>
                                        </p:tav>
                                        <p:tav tm="100000">
                                          <p:val>
                                            <p:strVal val="#ppt_w"/>
                                          </p:val>
                                        </p:tav>
                                      </p:tavLst>
                                    </p:anim>
                                    <p:anim calcmode="lin" valueType="num">
                                      <p:cBhvr>
                                        <p:cTn id="167" dur="500" fill="hold"/>
                                        <p:tgtEl>
                                          <p:spTgt spid="196638"/>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2" presetClass="entr" presetSubtype="2" fill="hold" grpId="0" nodeType="clickEffect">
                                  <p:stCondLst>
                                    <p:cond delay="0"/>
                                  </p:stCondLst>
                                  <p:childTnLst>
                                    <p:set>
                                      <p:cBhvr>
                                        <p:cTn id="171" dur="1" fill="hold">
                                          <p:stCondLst>
                                            <p:cond delay="0"/>
                                          </p:stCondLst>
                                        </p:cTn>
                                        <p:tgtEl>
                                          <p:spTgt spid="196641"/>
                                        </p:tgtEl>
                                        <p:attrNameLst>
                                          <p:attrName>style.visibility</p:attrName>
                                        </p:attrNameLst>
                                      </p:cBhvr>
                                      <p:to>
                                        <p:strVal val="visible"/>
                                      </p:to>
                                    </p:set>
                                    <p:animEffect transition="in" filter="slide(fromRight)">
                                      <p:cBhvr>
                                        <p:cTn id="172" dur="500"/>
                                        <p:tgtEl>
                                          <p:spTgt spid="196641"/>
                                        </p:tgtEl>
                                      </p:cBhvr>
                                    </p:animEffect>
                                  </p:childTnLst>
                                </p:cTn>
                              </p:par>
                            </p:childTnLst>
                          </p:cTn>
                        </p:par>
                        <p:par>
                          <p:cTn id="173" fill="hold" nodeType="afterGroup">
                            <p:stCondLst>
                              <p:cond delay="500"/>
                            </p:stCondLst>
                            <p:childTnLst>
                              <p:par>
                                <p:cTn id="174" presetID="12" presetClass="entr" presetSubtype="2" fill="hold" grpId="0" nodeType="afterEffect">
                                  <p:stCondLst>
                                    <p:cond delay="0"/>
                                  </p:stCondLst>
                                  <p:childTnLst>
                                    <p:set>
                                      <p:cBhvr>
                                        <p:cTn id="175" dur="1" fill="hold">
                                          <p:stCondLst>
                                            <p:cond delay="0"/>
                                          </p:stCondLst>
                                        </p:cTn>
                                        <p:tgtEl>
                                          <p:spTgt spid="196643"/>
                                        </p:tgtEl>
                                        <p:attrNameLst>
                                          <p:attrName>style.visibility</p:attrName>
                                        </p:attrNameLst>
                                      </p:cBhvr>
                                      <p:to>
                                        <p:strVal val="visible"/>
                                      </p:to>
                                    </p:set>
                                    <p:animEffect transition="in" filter="slide(fromRight)">
                                      <p:cBhvr>
                                        <p:cTn id="176" dur="500"/>
                                        <p:tgtEl>
                                          <p:spTgt spid="196643"/>
                                        </p:tgtEl>
                                      </p:cBhvr>
                                    </p:animEffect>
                                  </p:childTnLst>
                                </p:cTn>
                              </p:par>
                            </p:childTnLst>
                          </p:cTn>
                        </p:par>
                        <p:par>
                          <p:cTn id="177" fill="hold" nodeType="afterGroup">
                            <p:stCondLst>
                              <p:cond delay="1000"/>
                            </p:stCondLst>
                            <p:childTnLst>
                              <p:par>
                                <p:cTn id="178" presetID="12" presetClass="entr" presetSubtype="2" fill="hold" grpId="0" nodeType="afterEffect">
                                  <p:stCondLst>
                                    <p:cond delay="0"/>
                                  </p:stCondLst>
                                  <p:childTnLst>
                                    <p:set>
                                      <p:cBhvr>
                                        <p:cTn id="179" dur="1" fill="hold">
                                          <p:stCondLst>
                                            <p:cond delay="0"/>
                                          </p:stCondLst>
                                        </p:cTn>
                                        <p:tgtEl>
                                          <p:spTgt spid="196644"/>
                                        </p:tgtEl>
                                        <p:attrNameLst>
                                          <p:attrName>style.visibility</p:attrName>
                                        </p:attrNameLst>
                                      </p:cBhvr>
                                      <p:to>
                                        <p:strVal val="visible"/>
                                      </p:to>
                                    </p:set>
                                    <p:animEffect transition="in" filter="slide(fromRight)">
                                      <p:cBhvr>
                                        <p:cTn id="180" dur="500"/>
                                        <p:tgtEl>
                                          <p:spTgt spid="196644"/>
                                        </p:tgtEl>
                                      </p:cBhvr>
                                    </p:animEffect>
                                  </p:childTnLst>
                                </p:cTn>
                              </p:par>
                            </p:childTnLst>
                          </p:cTn>
                        </p:par>
                        <p:par>
                          <p:cTn id="181" fill="hold" nodeType="afterGroup">
                            <p:stCondLst>
                              <p:cond delay="1500"/>
                            </p:stCondLst>
                            <p:childTnLst>
                              <p:par>
                                <p:cTn id="182" presetID="12" presetClass="entr" presetSubtype="2" fill="hold" grpId="0" nodeType="afterEffect">
                                  <p:stCondLst>
                                    <p:cond delay="0"/>
                                  </p:stCondLst>
                                  <p:childTnLst>
                                    <p:set>
                                      <p:cBhvr>
                                        <p:cTn id="183" dur="1" fill="hold">
                                          <p:stCondLst>
                                            <p:cond delay="0"/>
                                          </p:stCondLst>
                                        </p:cTn>
                                        <p:tgtEl>
                                          <p:spTgt spid="196645"/>
                                        </p:tgtEl>
                                        <p:attrNameLst>
                                          <p:attrName>style.visibility</p:attrName>
                                        </p:attrNameLst>
                                      </p:cBhvr>
                                      <p:to>
                                        <p:strVal val="visible"/>
                                      </p:to>
                                    </p:set>
                                    <p:animEffect transition="in" filter="slide(fromRight)">
                                      <p:cBhvr>
                                        <p:cTn id="184" dur="500"/>
                                        <p:tgtEl>
                                          <p:spTgt spid="196645"/>
                                        </p:tgtEl>
                                      </p:cBhvr>
                                    </p:animEffect>
                                  </p:childTnLst>
                                </p:cTn>
                              </p:par>
                            </p:childTnLst>
                          </p:cTn>
                        </p:par>
                        <p:par>
                          <p:cTn id="185" fill="hold" nodeType="afterGroup">
                            <p:stCondLst>
                              <p:cond delay="2000"/>
                            </p:stCondLst>
                            <p:childTnLst>
                              <p:par>
                                <p:cTn id="186" presetID="12" presetClass="entr" presetSubtype="2" fill="hold" grpId="0" nodeType="afterEffect">
                                  <p:stCondLst>
                                    <p:cond delay="0"/>
                                  </p:stCondLst>
                                  <p:childTnLst>
                                    <p:set>
                                      <p:cBhvr>
                                        <p:cTn id="187" dur="1" fill="hold">
                                          <p:stCondLst>
                                            <p:cond delay="0"/>
                                          </p:stCondLst>
                                        </p:cTn>
                                        <p:tgtEl>
                                          <p:spTgt spid="196646"/>
                                        </p:tgtEl>
                                        <p:attrNameLst>
                                          <p:attrName>style.visibility</p:attrName>
                                        </p:attrNameLst>
                                      </p:cBhvr>
                                      <p:to>
                                        <p:strVal val="visible"/>
                                      </p:to>
                                    </p:set>
                                    <p:animEffect transition="in" filter="slide(fromRight)">
                                      <p:cBhvr>
                                        <p:cTn id="188" dur="500"/>
                                        <p:tgtEl>
                                          <p:spTgt spid="196646"/>
                                        </p:tgtEl>
                                      </p:cBhvr>
                                    </p:animEffect>
                                  </p:childTnLst>
                                </p:cTn>
                              </p:par>
                            </p:childTnLst>
                          </p:cTn>
                        </p:par>
                        <p:par>
                          <p:cTn id="189" fill="hold" nodeType="afterGroup">
                            <p:stCondLst>
                              <p:cond delay="2500"/>
                            </p:stCondLst>
                            <p:childTnLst>
                              <p:par>
                                <p:cTn id="190" presetID="12" presetClass="entr" presetSubtype="2" fill="hold" grpId="0" nodeType="afterEffect">
                                  <p:stCondLst>
                                    <p:cond delay="0"/>
                                  </p:stCondLst>
                                  <p:childTnLst>
                                    <p:set>
                                      <p:cBhvr>
                                        <p:cTn id="191" dur="1" fill="hold">
                                          <p:stCondLst>
                                            <p:cond delay="0"/>
                                          </p:stCondLst>
                                        </p:cTn>
                                        <p:tgtEl>
                                          <p:spTgt spid="196647"/>
                                        </p:tgtEl>
                                        <p:attrNameLst>
                                          <p:attrName>style.visibility</p:attrName>
                                        </p:attrNameLst>
                                      </p:cBhvr>
                                      <p:to>
                                        <p:strVal val="visible"/>
                                      </p:to>
                                    </p:set>
                                    <p:animEffect transition="in" filter="slide(fromRight)">
                                      <p:cBhvr>
                                        <p:cTn id="192" dur="500"/>
                                        <p:tgtEl>
                                          <p:spTgt spid="196647"/>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7" presetClass="entr" presetSubtype="4" fill="hold" grpId="0" nodeType="clickEffect">
                                  <p:stCondLst>
                                    <p:cond delay="0"/>
                                  </p:stCondLst>
                                  <p:childTnLst>
                                    <p:set>
                                      <p:cBhvr>
                                        <p:cTn id="196" dur="1" fill="hold">
                                          <p:stCondLst>
                                            <p:cond delay="0"/>
                                          </p:stCondLst>
                                        </p:cTn>
                                        <p:tgtEl>
                                          <p:spTgt spid="196649"/>
                                        </p:tgtEl>
                                        <p:attrNameLst>
                                          <p:attrName>style.visibility</p:attrName>
                                        </p:attrNameLst>
                                      </p:cBhvr>
                                      <p:to>
                                        <p:strVal val="visible"/>
                                      </p:to>
                                    </p:set>
                                    <p:anim calcmode="lin" valueType="num">
                                      <p:cBhvr>
                                        <p:cTn id="197" dur="500" fill="hold"/>
                                        <p:tgtEl>
                                          <p:spTgt spid="196649"/>
                                        </p:tgtEl>
                                        <p:attrNameLst>
                                          <p:attrName>ppt_x</p:attrName>
                                        </p:attrNameLst>
                                      </p:cBhvr>
                                      <p:tavLst>
                                        <p:tav tm="0">
                                          <p:val>
                                            <p:strVal val="#ppt_x"/>
                                          </p:val>
                                        </p:tav>
                                        <p:tav tm="100000">
                                          <p:val>
                                            <p:strVal val="#ppt_x"/>
                                          </p:val>
                                        </p:tav>
                                      </p:tavLst>
                                    </p:anim>
                                    <p:anim calcmode="lin" valueType="num">
                                      <p:cBhvr>
                                        <p:cTn id="198" dur="500" fill="hold"/>
                                        <p:tgtEl>
                                          <p:spTgt spid="196649"/>
                                        </p:tgtEl>
                                        <p:attrNameLst>
                                          <p:attrName>ppt_y</p:attrName>
                                        </p:attrNameLst>
                                      </p:cBhvr>
                                      <p:tavLst>
                                        <p:tav tm="0">
                                          <p:val>
                                            <p:strVal val="#ppt_y+#ppt_h/2"/>
                                          </p:val>
                                        </p:tav>
                                        <p:tav tm="100000">
                                          <p:val>
                                            <p:strVal val="#ppt_y"/>
                                          </p:val>
                                        </p:tav>
                                      </p:tavLst>
                                    </p:anim>
                                    <p:anim calcmode="lin" valueType="num">
                                      <p:cBhvr>
                                        <p:cTn id="199" dur="500" fill="hold"/>
                                        <p:tgtEl>
                                          <p:spTgt spid="196649"/>
                                        </p:tgtEl>
                                        <p:attrNameLst>
                                          <p:attrName>ppt_w</p:attrName>
                                        </p:attrNameLst>
                                      </p:cBhvr>
                                      <p:tavLst>
                                        <p:tav tm="0">
                                          <p:val>
                                            <p:strVal val="#ppt_w"/>
                                          </p:val>
                                        </p:tav>
                                        <p:tav tm="100000">
                                          <p:val>
                                            <p:strVal val="#ppt_w"/>
                                          </p:val>
                                        </p:tav>
                                      </p:tavLst>
                                    </p:anim>
                                    <p:anim calcmode="lin" valueType="num">
                                      <p:cBhvr>
                                        <p:cTn id="200" dur="500" fill="hold"/>
                                        <p:tgtEl>
                                          <p:spTgt spid="196649"/>
                                        </p:tgtEl>
                                        <p:attrNameLst>
                                          <p:attrName>ppt_h</p:attrName>
                                        </p:attrNameLst>
                                      </p:cBhvr>
                                      <p:tavLst>
                                        <p:tav tm="0">
                                          <p:val>
                                            <p:fltVal val="0"/>
                                          </p:val>
                                        </p:tav>
                                        <p:tav tm="100000">
                                          <p:val>
                                            <p:strVal val="#ppt_h"/>
                                          </p:val>
                                        </p:tav>
                                      </p:tavLst>
                                    </p:anim>
                                  </p:childTnLst>
                                </p:cTn>
                              </p:par>
                            </p:childTnLst>
                          </p:cTn>
                        </p:par>
                        <p:par>
                          <p:cTn id="201" fill="hold" nodeType="afterGroup">
                            <p:stCondLst>
                              <p:cond delay="500"/>
                            </p:stCondLst>
                            <p:childTnLst>
                              <p:par>
                                <p:cTn id="202" presetID="17" presetClass="entr" presetSubtype="4" fill="hold" grpId="0" nodeType="afterEffect">
                                  <p:stCondLst>
                                    <p:cond delay="0"/>
                                  </p:stCondLst>
                                  <p:childTnLst>
                                    <p:set>
                                      <p:cBhvr>
                                        <p:cTn id="203" dur="1" fill="hold">
                                          <p:stCondLst>
                                            <p:cond delay="0"/>
                                          </p:stCondLst>
                                        </p:cTn>
                                        <p:tgtEl>
                                          <p:spTgt spid="196650"/>
                                        </p:tgtEl>
                                        <p:attrNameLst>
                                          <p:attrName>style.visibility</p:attrName>
                                        </p:attrNameLst>
                                      </p:cBhvr>
                                      <p:to>
                                        <p:strVal val="visible"/>
                                      </p:to>
                                    </p:set>
                                    <p:anim calcmode="lin" valueType="num">
                                      <p:cBhvr>
                                        <p:cTn id="204" dur="500" fill="hold"/>
                                        <p:tgtEl>
                                          <p:spTgt spid="196650"/>
                                        </p:tgtEl>
                                        <p:attrNameLst>
                                          <p:attrName>ppt_x</p:attrName>
                                        </p:attrNameLst>
                                      </p:cBhvr>
                                      <p:tavLst>
                                        <p:tav tm="0">
                                          <p:val>
                                            <p:strVal val="#ppt_x"/>
                                          </p:val>
                                        </p:tav>
                                        <p:tav tm="100000">
                                          <p:val>
                                            <p:strVal val="#ppt_x"/>
                                          </p:val>
                                        </p:tav>
                                      </p:tavLst>
                                    </p:anim>
                                    <p:anim calcmode="lin" valueType="num">
                                      <p:cBhvr>
                                        <p:cTn id="205" dur="500" fill="hold"/>
                                        <p:tgtEl>
                                          <p:spTgt spid="196650"/>
                                        </p:tgtEl>
                                        <p:attrNameLst>
                                          <p:attrName>ppt_y</p:attrName>
                                        </p:attrNameLst>
                                      </p:cBhvr>
                                      <p:tavLst>
                                        <p:tav tm="0">
                                          <p:val>
                                            <p:strVal val="#ppt_y+#ppt_h/2"/>
                                          </p:val>
                                        </p:tav>
                                        <p:tav tm="100000">
                                          <p:val>
                                            <p:strVal val="#ppt_y"/>
                                          </p:val>
                                        </p:tav>
                                      </p:tavLst>
                                    </p:anim>
                                    <p:anim calcmode="lin" valueType="num">
                                      <p:cBhvr>
                                        <p:cTn id="206" dur="500" fill="hold"/>
                                        <p:tgtEl>
                                          <p:spTgt spid="196650"/>
                                        </p:tgtEl>
                                        <p:attrNameLst>
                                          <p:attrName>ppt_w</p:attrName>
                                        </p:attrNameLst>
                                      </p:cBhvr>
                                      <p:tavLst>
                                        <p:tav tm="0">
                                          <p:val>
                                            <p:strVal val="#ppt_w"/>
                                          </p:val>
                                        </p:tav>
                                        <p:tav tm="100000">
                                          <p:val>
                                            <p:strVal val="#ppt_w"/>
                                          </p:val>
                                        </p:tav>
                                      </p:tavLst>
                                    </p:anim>
                                    <p:anim calcmode="lin" valueType="num">
                                      <p:cBhvr>
                                        <p:cTn id="207" dur="500" fill="hold"/>
                                        <p:tgtEl>
                                          <p:spTgt spid="196650"/>
                                        </p:tgtEl>
                                        <p:attrNameLst>
                                          <p:attrName>ppt_h</p:attrName>
                                        </p:attrNameLst>
                                      </p:cBhvr>
                                      <p:tavLst>
                                        <p:tav tm="0">
                                          <p:val>
                                            <p:fltVal val="0"/>
                                          </p:val>
                                        </p:tav>
                                        <p:tav tm="100000">
                                          <p:val>
                                            <p:strVal val="#ppt_h"/>
                                          </p:val>
                                        </p:tav>
                                      </p:tavLst>
                                    </p:anim>
                                  </p:childTnLst>
                                </p:cTn>
                              </p:par>
                            </p:childTnLst>
                          </p:cTn>
                        </p:par>
                        <p:par>
                          <p:cTn id="208" fill="hold" nodeType="afterGroup">
                            <p:stCondLst>
                              <p:cond delay="1000"/>
                            </p:stCondLst>
                            <p:childTnLst>
                              <p:par>
                                <p:cTn id="209" presetID="17" presetClass="entr" presetSubtype="4" fill="hold" grpId="0" nodeType="afterEffect">
                                  <p:stCondLst>
                                    <p:cond delay="0"/>
                                  </p:stCondLst>
                                  <p:childTnLst>
                                    <p:set>
                                      <p:cBhvr>
                                        <p:cTn id="210" dur="1" fill="hold">
                                          <p:stCondLst>
                                            <p:cond delay="0"/>
                                          </p:stCondLst>
                                        </p:cTn>
                                        <p:tgtEl>
                                          <p:spTgt spid="196651"/>
                                        </p:tgtEl>
                                        <p:attrNameLst>
                                          <p:attrName>style.visibility</p:attrName>
                                        </p:attrNameLst>
                                      </p:cBhvr>
                                      <p:to>
                                        <p:strVal val="visible"/>
                                      </p:to>
                                    </p:set>
                                    <p:anim calcmode="lin" valueType="num">
                                      <p:cBhvr>
                                        <p:cTn id="211" dur="500" fill="hold"/>
                                        <p:tgtEl>
                                          <p:spTgt spid="196651"/>
                                        </p:tgtEl>
                                        <p:attrNameLst>
                                          <p:attrName>ppt_x</p:attrName>
                                        </p:attrNameLst>
                                      </p:cBhvr>
                                      <p:tavLst>
                                        <p:tav tm="0">
                                          <p:val>
                                            <p:strVal val="#ppt_x"/>
                                          </p:val>
                                        </p:tav>
                                        <p:tav tm="100000">
                                          <p:val>
                                            <p:strVal val="#ppt_x"/>
                                          </p:val>
                                        </p:tav>
                                      </p:tavLst>
                                    </p:anim>
                                    <p:anim calcmode="lin" valueType="num">
                                      <p:cBhvr>
                                        <p:cTn id="212" dur="500" fill="hold"/>
                                        <p:tgtEl>
                                          <p:spTgt spid="196651"/>
                                        </p:tgtEl>
                                        <p:attrNameLst>
                                          <p:attrName>ppt_y</p:attrName>
                                        </p:attrNameLst>
                                      </p:cBhvr>
                                      <p:tavLst>
                                        <p:tav tm="0">
                                          <p:val>
                                            <p:strVal val="#ppt_y+#ppt_h/2"/>
                                          </p:val>
                                        </p:tav>
                                        <p:tav tm="100000">
                                          <p:val>
                                            <p:strVal val="#ppt_y"/>
                                          </p:val>
                                        </p:tav>
                                      </p:tavLst>
                                    </p:anim>
                                    <p:anim calcmode="lin" valueType="num">
                                      <p:cBhvr>
                                        <p:cTn id="213" dur="500" fill="hold"/>
                                        <p:tgtEl>
                                          <p:spTgt spid="196651"/>
                                        </p:tgtEl>
                                        <p:attrNameLst>
                                          <p:attrName>ppt_w</p:attrName>
                                        </p:attrNameLst>
                                      </p:cBhvr>
                                      <p:tavLst>
                                        <p:tav tm="0">
                                          <p:val>
                                            <p:strVal val="#ppt_w"/>
                                          </p:val>
                                        </p:tav>
                                        <p:tav tm="100000">
                                          <p:val>
                                            <p:strVal val="#ppt_w"/>
                                          </p:val>
                                        </p:tav>
                                      </p:tavLst>
                                    </p:anim>
                                    <p:anim calcmode="lin" valueType="num">
                                      <p:cBhvr>
                                        <p:cTn id="214" dur="500" fill="hold"/>
                                        <p:tgtEl>
                                          <p:spTgt spid="196651"/>
                                        </p:tgtEl>
                                        <p:attrNameLst>
                                          <p:attrName>ppt_h</p:attrName>
                                        </p:attrNameLst>
                                      </p:cBhvr>
                                      <p:tavLst>
                                        <p:tav tm="0">
                                          <p:val>
                                            <p:fltVal val="0"/>
                                          </p:val>
                                        </p:tav>
                                        <p:tav tm="100000">
                                          <p:val>
                                            <p:strVal val="#ppt_h"/>
                                          </p:val>
                                        </p:tav>
                                      </p:tavLst>
                                    </p:anim>
                                  </p:childTnLst>
                                </p:cTn>
                              </p:par>
                            </p:childTnLst>
                          </p:cTn>
                        </p:par>
                        <p:par>
                          <p:cTn id="215" fill="hold" nodeType="afterGroup">
                            <p:stCondLst>
                              <p:cond delay="1500"/>
                            </p:stCondLst>
                            <p:childTnLst>
                              <p:par>
                                <p:cTn id="216" presetID="17" presetClass="entr" presetSubtype="4" fill="hold" grpId="0" nodeType="afterEffect">
                                  <p:stCondLst>
                                    <p:cond delay="0"/>
                                  </p:stCondLst>
                                  <p:childTnLst>
                                    <p:set>
                                      <p:cBhvr>
                                        <p:cTn id="217" dur="1" fill="hold">
                                          <p:stCondLst>
                                            <p:cond delay="0"/>
                                          </p:stCondLst>
                                        </p:cTn>
                                        <p:tgtEl>
                                          <p:spTgt spid="196652"/>
                                        </p:tgtEl>
                                        <p:attrNameLst>
                                          <p:attrName>style.visibility</p:attrName>
                                        </p:attrNameLst>
                                      </p:cBhvr>
                                      <p:to>
                                        <p:strVal val="visible"/>
                                      </p:to>
                                    </p:set>
                                    <p:anim calcmode="lin" valueType="num">
                                      <p:cBhvr>
                                        <p:cTn id="218" dur="500" fill="hold"/>
                                        <p:tgtEl>
                                          <p:spTgt spid="196652"/>
                                        </p:tgtEl>
                                        <p:attrNameLst>
                                          <p:attrName>ppt_x</p:attrName>
                                        </p:attrNameLst>
                                      </p:cBhvr>
                                      <p:tavLst>
                                        <p:tav tm="0">
                                          <p:val>
                                            <p:strVal val="#ppt_x"/>
                                          </p:val>
                                        </p:tav>
                                        <p:tav tm="100000">
                                          <p:val>
                                            <p:strVal val="#ppt_x"/>
                                          </p:val>
                                        </p:tav>
                                      </p:tavLst>
                                    </p:anim>
                                    <p:anim calcmode="lin" valueType="num">
                                      <p:cBhvr>
                                        <p:cTn id="219" dur="500" fill="hold"/>
                                        <p:tgtEl>
                                          <p:spTgt spid="196652"/>
                                        </p:tgtEl>
                                        <p:attrNameLst>
                                          <p:attrName>ppt_y</p:attrName>
                                        </p:attrNameLst>
                                      </p:cBhvr>
                                      <p:tavLst>
                                        <p:tav tm="0">
                                          <p:val>
                                            <p:strVal val="#ppt_y+#ppt_h/2"/>
                                          </p:val>
                                        </p:tav>
                                        <p:tav tm="100000">
                                          <p:val>
                                            <p:strVal val="#ppt_y"/>
                                          </p:val>
                                        </p:tav>
                                      </p:tavLst>
                                    </p:anim>
                                    <p:anim calcmode="lin" valueType="num">
                                      <p:cBhvr>
                                        <p:cTn id="220" dur="500" fill="hold"/>
                                        <p:tgtEl>
                                          <p:spTgt spid="196652"/>
                                        </p:tgtEl>
                                        <p:attrNameLst>
                                          <p:attrName>ppt_w</p:attrName>
                                        </p:attrNameLst>
                                      </p:cBhvr>
                                      <p:tavLst>
                                        <p:tav tm="0">
                                          <p:val>
                                            <p:strVal val="#ppt_w"/>
                                          </p:val>
                                        </p:tav>
                                        <p:tav tm="100000">
                                          <p:val>
                                            <p:strVal val="#ppt_w"/>
                                          </p:val>
                                        </p:tav>
                                      </p:tavLst>
                                    </p:anim>
                                    <p:anim calcmode="lin" valueType="num">
                                      <p:cBhvr>
                                        <p:cTn id="221" dur="500" fill="hold"/>
                                        <p:tgtEl>
                                          <p:spTgt spid="196652"/>
                                        </p:tgtEl>
                                        <p:attrNameLst>
                                          <p:attrName>ppt_h</p:attrName>
                                        </p:attrNameLst>
                                      </p:cBhvr>
                                      <p:tavLst>
                                        <p:tav tm="0">
                                          <p:val>
                                            <p:fltVal val="0"/>
                                          </p:val>
                                        </p:tav>
                                        <p:tav tm="100000">
                                          <p:val>
                                            <p:strVal val="#ppt_h"/>
                                          </p:val>
                                        </p:tav>
                                      </p:tavLst>
                                    </p:anim>
                                  </p:childTnLst>
                                </p:cTn>
                              </p:par>
                            </p:childTnLst>
                          </p:cTn>
                        </p:par>
                        <p:par>
                          <p:cTn id="222" fill="hold" nodeType="afterGroup">
                            <p:stCondLst>
                              <p:cond delay="2000"/>
                            </p:stCondLst>
                            <p:childTnLst>
                              <p:par>
                                <p:cTn id="223" presetID="17" presetClass="entr" presetSubtype="4" fill="hold" grpId="0" nodeType="afterEffect">
                                  <p:stCondLst>
                                    <p:cond delay="0"/>
                                  </p:stCondLst>
                                  <p:childTnLst>
                                    <p:set>
                                      <p:cBhvr>
                                        <p:cTn id="224" dur="1" fill="hold">
                                          <p:stCondLst>
                                            <p:cond delay="0"/>
                                          </p:stCondLst>
                                        </p:cTn>
                                        <p:tgtEl>
                                          <p:spTgt spid="196653"/>
                                        </p:tgtEl>
                                        <p:attrNameLst>
                                          <p:attrName>style.visibility</p:attrName>
                                        </p:attrNameLst>
                                      </p:cBhvr>
                                      <p:to>
                                        <p:strVal val="visible"/>
                                      </p:to>
                                    </p:set>
                                    <p:anim calcmode="lin" valueType="num">
                                      <p:cBhvr>
                                        <p:cTn id="225" dur="500" fill="hold"/>
                                        <p:tgtEl>
                                          <p:spTgt spid="196653"/>
                                        </p:tgtEl>
                                        <p:attrNameLst>
                                          <p:attrName>ppt_x</p:attrName>
                                        </p:attrNameLst>
                                      </p:cBhvr>
                                      <p:tavLst>
                                        <p:tav tm="0">
                                          <p:val>
                                            <p:strVal val="#ppt_x"/>
                                          </p:val>
                                        </p:tav>
                                        <p:tav tm="100000">
                                          <p:val>
                                            <p:strVal val="#ppt_x"/>
                                          </p:val>
                                        </p:tav>
                                      </p:tavLst>
                                    </p:anim>
                                    <p:anim calcmode="lin" valueType="num">
                                      <p:cBhvr>
                                        <p:cTn id="226" dur="500" fill="hold"/>
                                        <p:tgtEl>
                                          <p:spTgt spid="196653"/>
                                        </p:tgtEl>
                                        <p:attrNameLst>
                                          <p:attrName>ppt_y</p:attrName>
                                        </p:attrNameLst>
                                      </p:cBhvr>
                                      <p:tavLst>
                                        <p:tav tm="0">
                                          <p:val>
                                            <p:strVal val="#ppt_y+#ppt_h/2"/>
                                          </p:val>
                                        </p:tav>
                                        <p:tav tm="100000">
                                          <p:val>
                                            <p:strVal val="#ppt_y"/>
                                          </p:val>
                                        </p:tav>
                                      </p:tavLst>
                                    </p:anim>
                                    <p:anim calcmode="lin" valueType="num">
                                      <p:cBhvr>
                                        <p:cTn id="227" dur="500" fill="hold"/>
                                        <p:tgtEl>
                                          <p:spTgt spid="196653"/>
                                        </p:tgtEl>
                                        <p:attrNameLst>
                                          <p:attrName>ppt_w</p:attrName>
                                        </p:attrNameLst>
                                      </p:cBhvr>
                                      <p:tavLst>
                                        <p:tav tm="0">
                                          <p:val>
                                            <p:strVal val="#ppt_w"/>
                                          </p:val>
                                        </p:tav>
                                        <p:tav tm="100000">
                                          <p:val>
                                            <p:strVal val="#ppt_w"/>
                                          </p:val>
                                        </p:tav>
                                      </p:tavLst>
                                    </p:anim>
                                    <p:anim calcmode="lin" valueType="num">
                                      <p:cBhvr>
                                        <p:cTn id="228" dur="500" fill="hold"/>
                                        <p:tgtEl>
                                          <p:spTgt spid="196653"/>
                                        </p:tgtEl>
                                        <p:attrNameLst>
                                          <p:attrName>ppt_h</p:attrName>
                                        </p:attrNameLst>
                                      </p:cBhvr>
                                      <p:tavLst>
                                        <p:tav tm="0">
                                          <p:val>
                                            <p:fltVal val="0"/>
                                          </p:val>
                                        </p:tav>
                                        <p:tav tm="100000">
                                          <p:val>
                                            <p:strVal val="#ppt_h"/>
                                          </p:val>
                                        </p:tav>
                                      </p:tavLst>
                                    </p:anim>
                                  </p:childTnLst>
                                </p:cTn>
                              </p:par>
                            </p:childTnLst>
                          </p:cTn>
                        </p:par>
                      </p:childTnLst>
                    </p:cTn>
                  </p:par>
                  <p:par>
                    <p:cTn id="229" fill="hold" nodeType="clickPar">
                      <p:stCondLst>
                        <p:cond delay="indefinite"/>
                      </p:stCondLst>
                      <p:childTnLst>
                        <p:par>
                          <p:cTn id="230" fill="hold" nodeType="withGroup">
                            <p:stCondLst>
                              <p:cond delay="0"/>
                            </p:stCondLst>
                            <p:childTnLst>
                              <p:par>
                                <p:cTn id="231" presetID="2" presetClass="entr" presetSubtype="8" fill="hold" grpId="0" nodeType="clickEffect">
                                  <p:stCondLst>
                                    <p:cond delay="0"/>
                                  </p:stCondLst>
                                  <p:childTnLst>
                                    <p:set>
                                      <p:cBhvr>
                                        <p:cTn id="232" dur="1" fill="hold">
                                          <p:stCondLst>
                                            <p:cond delay="0"/>
                                          </p:stCondLst>
                                        </p:cTn>
                                        <p:tgtEl>
                                          <p:spTgt spid="196648"/>
                                        </p:tgtEl>
                                        <p:attrNameLst>
                                          <p:attrName>style.visibility</p:attrName>
                                        </p:attrNameLst>
                                      </p:cBhvr>
                                      <p:to>
                                        <p:strVal val="visible"/>
                                      </p:to>
                                    </p:set>
                                    <p:anim calcmode="lin" valueType="num">
                                      <p:cBhvr additive="base">
                                        <p:cTn id="233" dur="500" fill="hold"/>
                                        <p:tgtEl>
                                          <p:spTgt spid="196648"/>
                                        </p:tgtEl>
                                        <p:attrNameLst>
                                          <p:attrName>ppt_x</p:attrName>
                                        </p:attrNameLst>
                                      </p:cBhvr>
                                      <p:tavLst>
                                        <p:tav tm="0">
                                          <p:val>
                                            <p:strVal val="0-#ppt_w/2"/>
                                          </p:val>
                                        </p:tav>
                                        <p:tav tm="100000">
                                          <p:val>
                                            <p:strVal val="#ppt_x"/>
                                          </p:val>
                                        </p:tav>
                                      </p:tavLst>
                                    </p:anim>
                                    <p:anim calcmode="lin" valueType="num">
                                      <p:cBhvr additive="base">
                                        <p:cTn id="234" dur="500" fill="hold"/>
                                        <p:tgtEl>
                                          <p:spTgt spid="196648"/>
                                        </p:tgtEl>
                                        <p:attrNameLst>
                                          <p:attrName>ppt_y</p:attrName>
                                        </p:attrNameLst>
                                      </p:cBhvr>
                                      <p:tavLst>
                                        <p:tav tm="0">
                                          <p:val>
                                            <p:strVal val="#ppt_y"/>
                                          </p:val>
                                        </p:tav>
                                        <p:tav tm="100000">
                                          <p:val>
                                            <p:strVal val="#ppt_y"/>
                                          </p:val>
                                        </p:tav>
                                      </p:tavLst>
                                    </p:anim>
                                  </p:childTnLst>
                                </p:cTn>
                              </p:par>
                            </p:childTnLst>
                          </p:cTn>
                        </p:par>
                      </p:childTnLst>
                    </p:cTn>
                  </p:par>
                  <p:par>
                    <p:cTn id="235" fill="hold" nodeType="clickPar">
                      <p:stCondLst>
                        <p:cond delay="indefinite"/>
                      </p:stCondLst>
                      <p:childTnLst>
                        <p:par>
                          <p:cTn id="236" fill="hold" nodeType="withGroup">
                            <p:stCondLst>
                              <p:cond delay="0"/>
                            </p:stCondLst>
                            <p:childTnLst>
                              <p:par>
                                <p:cTn id="237" presetID="22" presetClass="entr" presetSubtype="1" fill="hold" grpId="0" nodeType="clickEffect">
                                  <p:stCondLst>
                                    <p:cond delay="0"/>
                                  </p:stCondLst>
                                  <p:childTnLst>
                                    <p:set>
                                      <p:cBhvr>
                                        <p:cTn id="238" dur="1" fill="hold">
                                          <p:stCondLst>
                                            <p:cond delay="0"/>
                                          </p:stCondLst>
                                        </p:cTn>
                                        <p:tgtEl>
                                          <p:spTgt spid="196639"/>
                                        </p:tgtEl>
                                        <p:attrNameLst>
                                          <p:attrName>style.visibility</p:attrName>
                                        </p:attrNameLst>
                                      </p:cBhvr>
                                      <p:to>
                                        <p:strVal val="visible"/>
                                      </p:to>
                                    </p:set>
                                    <p:animEffect transition="in" filter="wipe(up)">
                                      <p:cBhvr>
                                        <p:cTn id="239" dur="500"/>
                                        <p:tgtEl>
                                          <p:spTgt spid="196639"/>
                                        </p:tgtEl>
                                      </p:cBhvr>
                                    </p:animEffect>
                                  </p:childTnLst>
                                </p:cTn>
                              </p:par>
                            </p:childTnLst>
                          </p:cTn>
                        </p:par>
                        <p:par>
                          <p:cTn id="240" fill="hold" nodeType="afterGroup">
                            <p:stCondLst>
                              <p:cond delay="500"/>
                            </p:stCondLst>
                            <p:childTnLst>
                              <p:par>
                                <p:cTn id="241" presetID="22" presetClass="entr" presetSubtype="8" fill="hold" grpId="0" nodeType="afterEffect">
                                  <p:stCondLst>
                                    <p:cond delay="0"/>
                                  </p:stCondLst>
                                  <p:iterate type="wd">
                                    <p:tmPct val="100000"/>
                                  </p:iterate>
                                  <p:childTnLst>
                                    <p:set>
                                      <p:cBhvr>
                                        <p:cTn id="242" dur="1" fill="hold">
                                          <p:stCondLst>
                                            <p:cond delay="0"/>
                                          </p:stCondLst>
                                        </p:cTn>
                                        <p:tgtEl>
                                          <p:spTgt spid="196640"/>
                                        </p:tgtEl>
                                        <p:attrNameLst>
                                          <p:attrName>style.visibility</p:attrName>
                                        </p:attrNameLst>
                                      </p:cBhvr>
                                      <p:to>
                                        <p:strVal val="visible"/>
                                      </p:to>
                                    </p:set>
                                    <p:animEffect transition="in" filter="wipe(left)">
                                      <p:cBhvr>
                                        <p:cTn id="243" dur="300"/>
                                        <p:tgtEl>
                                          <p:spTgt spid="196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animBg="1" autoUpdateAnimBg="0"/>
      <p:bldP spid="196611" grpId="0" animBg="1"/>
      <p:bldP spid="196612" grpId="0" animBg="1"/>
      <p:bldP spid="196613" grpId="0" animBg="1" autoUpdateAnimBg="0"/>
      <p:bldP spid="196614" grpId="0" animBg="1"/>
      <p:bldP spid="196615" grpId="0" animBg="1"/>
      <p:bldP spid="196616" grpId="0" animBg="1" autoUpdateAnimBg="0"/>
      <p:bldP spid="196617" grpId="0" animBg="1"/>
      <p:bldP spid="196618" grpId="0" animBg="1"/>
      <p:bldP spid="196619" grpId="0" animBg="1" autoUpdateAnimBg="0"/>
      <p:bldP spid="196620" grpId="0" animBg="1"/>
      <p:bldP spid="196621" grpId="0" animBg="1"/>
      <p:bldP spid="196622" grpId="0" animBg="1" autoUpdateAnimBg="0"/>
      <p:bldP spid="196623" grpId="0" animBg="1"/>
      <p:bldP spid="196624" grpId="0" animBg="1"/>
      <p:bldP spid="196625" grpId="0" animBg="1" autoUpdateAnimBg="0"/>
      <p:bldP spid="196626" grpId="0" animBg="1"/>
      <p:bldP spid="196627" grpId="0" animBg="1"/>
      <p:bldP spid="196628" grpId="0" autoUpdateAnimBg="0"/>
      <p:bldP spid="196629" grpId="0" autoUpdateAnimBg="0"/>
      <p:bldP spid="196630" grpId="0" autoUpdateAnimBg="0"/>
      <p:bldP spid="196631" grpId="0" autoUpdateAnimBg="0"/>
      <p:bldP spid="196632" grpId="0" autoUpdateAnimBg="0"/>
      <p:bldP spid="196633" grpId="0" autoUpdateAnimBg="0"/>
      <p:bldP spid="196634" grpId="0" autoUpdateAnimBg="0"/>
      <p:bldP spid="196635" grpId="0" animBg="1"/>
      <p:bldP spid="196636" grpId="0" animBg="1"/>
      <p:bldP spid="196637" grpId="0" animBg="1"/>
      <p:bldP spid="196638" grpId="0" animBg="1"/>
      <p:bldP spid="196639" grpId="0" animBg="1"/>
      <p:bldP spid="196640" grpId="0" autoUpdateAnimBg="0"/>
      <p:bldP spid="196641" grpId="0" animBg="1"/>
      <p:bldP spid="196642" grpId="0" animBg="1"/>
      <p:bldP spid="196643" grpId="0" animBg="1"/>
      <p:bldP spid="196644" grpId="0" animBg="1"/>
      <p:bldP spid="196645" grpId="0" animBg="1"/>
      <p:bldP spid="196646" grpId="0" animBg="1"/>
      <p:bldP spid="196647" grpId="0" animBg="1"/>
      <p:bldP spid="196648" grpId="0" autoUpdateAnimBg="0"/>
      <p:bldP spid="196649" grpId="0" animBg="1"/>
      <p:bldP spid="196650" grpId="0" animBg="1"/>
      <p:bldP spid="196651" grpId="0" animBg="1"/>
      <p:bldP spid="196652" grpId="0" animBg="1"/>
      <p:bldP spid="196653" grpId="0" animBg="1"/>
      <p:bldP spid="196655" grpId="0" autoUpdateAnimBg="0"/>
      <p:bldP spid="196656" grpId="0" animBg="1"/>
      <p:bldP spid="196657" grpId="0" animBg="1"/>
      <p:bldP spid="196658" grpId="0" animBg="1"/>
      <p:bldP spid="196659" grpId="0" animBg="1"/>
      <p:bldP spid="196660"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p:cNvSpPr txBox="1">
            <a:spLocks noChangeArrowheads="1"/>
          </p:cNvSpPr>
          <p:nvPr/>
        </p:nvSpPr>
        <p:spPr bwMode="auto">
          <a:xfrm>
            <a:off x="76200" y="1127125"/>
            <a:ext cx="8786813"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a:latin typeface="Times New Roman" charset="0"/>
              </a:rPr>
              <a:t> </a:t>
            </a:r>
            <a:r>
              <a:rPr kumimoji="1" lang="en-US" altLang="zh-CN" sz="2400" b="1">
                <a:latin typeface="Times New Roman" charset="0"/>
              </a:rPr>
              <a:t>    </a:t>
            </a:r>
            <a:r>
              <a:rPr kumimoji="1" lang="en-US" altLang="zh-CN" sz="4000" b="1">
                <a:solidFill>
                  <a:srgbClr val="800000"/>
                </a:solidFill>
                <a:latin typeface="Times New Roman" charset="0"/>
              </a:rPr>
              <a:t>typedef struct</a:t>
            </a:r>
            <a:r>
              <a:rPr kumimoji="1" lang="en-US" altLang="zh-CN" sz="4000">
                <a:solidFill>
                  <a:srgbClr val="800000"/>
                </a:solidFill>
                <a:latin typeface="Times New Roman" charset="0"/>
              </a:rPr>
              <a:t> </a:t>
            </a:r>
            <a:r>
              <a:rPr kumimoji="1" lang="en-US" altLang="zh-CN" sz="4000">
                <a:solidFill>
                  <a:srgbClr val="FF3300"/>
                </a:solidFill>
                <a:latin typeface="Times New Roman" charset="0"/>
              </a:rPr>
              <a:t>TriTNode</a:t>
            </a:r>
            <a:r>
              <a:rPr kumimoji="1" lang="en-US" altLang="zh-CN" sz="4000">
                <a:solidFill>
                  <a:srgbClr val="800000"/>
                </a:solidFill>
                <a:latin typeface="Times New Roman" charset="0"/>
              </a:rPr>
              <a:t> </a:t>
            </a:r>
            <a:r>
              <a:rPr kumimoji="1" lang="en-US" altLang="zh-CN" sz="4000" b="1">
                <a:solidFill>
                  <a:srgbClr val="800000"/>
                </a:solidFill>
                <a:latin typeface="Times New Roman" charset="0"/>
              </a:rPr>
              <a:t>{ </a:t>
            </a:r>
            <a:r>
              <a:rPr kumimoji="1" lang="en-US" altLang="zh-CN" sz="4000">
                <a:solidFill>
                  <a:srgbClr val="800000"/>
                </a:solidFill>
                <a:latin typeface="Times New Roman" charset="0"/>
              </a:rPr>
              <a:t>// </a:t>
            </a:r>
            <a:r>
              <a:rPr kumimoji="1" lang="zh-CN" altLang="en-US" sz="4000" b="1">
                <a:solidFill>
                  <a:srgbClr val="FF3300"/>
                </a:solidFill>
                <a:latin typeface="Times New Roman" charset="0"/>
                <a:ea typeface="楷体_GB2312" charset="0"/>
              </a:rPr>
              <a:t>结点结构</a:t>
            </a:r>
            <a:endParaRPr kumimoji="1" lang="zh-CN" altLang="en-US" sz="4000">
              <a:solidFill>
                <a:srgbClr val="800000"/>
              </a:solidFill>
              <a:latin typeface="Times New Roman" charset="0"/>
            </a:endParaRPr>
          </a:p>
          <a:p>
            <a:r>
              <a:rPr kumimoji="1" lang="zh-CN" altLang="en-US" sz="4000">
                <a:solidFill>
                  <a:srgbClr val="800000"/>
                </a:solidFill>
                <a:latin typeface="Times New Roman" charset="0"/>
              </a:rPr>
              <a:t>      </a:t>
            </a:r>
            <a:r>
              <a:rPr kumimoji="1" lang="en-US" altLang="zh-CN" sz="4000">
                <a:solidFill>
                  <a:srgbClr val="800000"/>
                </a:solidFill>
                <a:latin typeface="Times New Roman" charset="0"/>
              </a:rPr>
              <a:t>TElemType       data;</a:t>
            </a:r>
          </a:p>
          <a:p>
            <a:r>
              <a:rPr kumimoji="1" lang="en-US" altLang="zh-CN" sz="4000">
                <a:solidFill>
                  <a:srgbClr val="800000"/>
                </a:solidFill>
                <a:latin typeface="Times New Roman" charset="0"/>
              </a:rPr>
              <a:t>      </a:t>
            </a:r>
            <a:r>
              <a:rPr kumimoji="1" lang="en-US" altLang="zh-CN" sz="4000" b="1">
                <a:solidFill>
                  <a:srgbClr val="800000"/>
                </a:solidFill>
                <a:latin typeface="Times New Roman" charset="0"/>
              </a:rPr>
              <a:t>struct</a:t>
            </a:r>
            <a:r>
              <a:rPr kumimoji="1" lang="en-US" altLang="zh-CN" sz="4000">
                <a:solidFill>
                  <a:srgbClr val="800000"/>
                </a:solidFill>
                <a:latin typeface="Times New Roman" charset="0"/>
              </a:rPr>
              <a:t> TriTNode  </a:t>
            </a:r>
            <a:r>
              <a:rPr kumimoji="1" lang="en-US" altLang="zh-CN" sz="4000" b="1">
                <a:solidFill>
                  <a:srgbClr val="800000"/>
                </a:solidFill>
                <a:latin typeface="Times New Roman" charset="0"/>
              </a:rPr>
              <a:t>*l</a:t>
            </a:r>
            <a:r>
              <a:rPr kumimoji="1" lang="en-US" altLang="zh-CN" sz="4000">
                <a:solidFill>
                  <a:srgbClr val="800000"/>
                </a:solidFill>
                <a:latin typeface="Times New Roman" charset="0"/>
              </a:rPr>
              <a:t>child, </a:t>
            </a:r>
            <a:r>
              <a:rPr kumimoji="1" lang="en-US" altLang="zh-CN" sz="4000" b="1">
                <a:solidFill>
                  <a:srgbClr val="800000"/>
                </a:solidFill>
                <a:latin typeface="Times New Roman" charset="0"/>
              </a:rPr>
              <a:t>*r</a:t>
            </a:r>
            <a:r>
              <a:rPr kumimoji="1" lang="en-US" altLang="zh-CN" sz="4000">
                <a:solidFill>
                  <a:srgbClr val="800000"/>
                </a:solidFill>
                <a:latin typeface="Times New Roman" charset="0"/>
              </a:rPr>
              <a:t>child; </a:t>
            </a:r>
          </a:p>
          <a:p>
            <a:r>
              <a:rPr kumimoji="1" lang="en-US" altLang="zh-CN" sz="4000">
                <a:solidFill>
                  <a:srgbClr val="800000"/>
                </a:solidFill>
                <a:latin typeface="Times New Roman" charset="0"/>
              </a:rPr>
              <a:t>                                     // </a:t>
            </a:r>
            <a:r>
              <a:rPr kumimoji="1" lang="zh-CN" altLang="en-US" sz="3600">
                <a:solidFill>
                  <a:srgbClr val="800000"/>
                </a:solidFill>
                <a:latin typeface="Times New Roman" charset="0"/>
                <a:ea typeface="楷体_GB2312" charset="0"/>
              </a:rPr>
              <a:t>左右孩子指针</a:t>
            </a:r>
            <a:endParaRPr kumimoji="1" lang="zh-CN" altLang="en-US" sz="4000">
              <a:solidFill>
                <a:srgbClr val="800000"/>
              </a:solidFill>
              <a:latin typeface="Times New Roman" charset="0"/>
            </a:endParaRPr>
          </a:p>
          <a:p>
            <a:r>
              <a:rPr kumimoji="1" lang="zh-CN" altLang="en-US" sz="4000">
                <a:solidFill>
                  <a:srgbClr val="800000"/>
                </a:solidFill>
                <a:latin typeface="Times New Roman" charset="0"/>
              </a:rPr>
              <a:t>      </a:t>
            </a:r>
            <a:r>
              <a:rPr kumimoji="1" lang="en-US" altLang="zh-CN" sz="4000" b="1">
                <a:solidFill>
                  <a:srgbClr val="800000"/>
                </a:solidFill>
                <a:latin typeface="Times New Roman" charset="0"/>
              </a:rPr>
              <a:t>struct </a:t>
            </a:r>
            <a:r>
              <a:rPr kumimoji="1" lang="en-US" altLang="zh-CN" sz="4000">
                <a:solidFill>
                  <a:srgbClr val="800000"/>
                </a:solidFill>
                <a:latin typeface="Times New Roman" charset="0"/>
              </a:rPr>
              <a:t>TriTNode</a:t>
            </a:r>
            <a:r>
              <a:rPr kumimoji="1" lang="en-US" altLang="zh-CN" sz="4000" b="1">
                <a:solidFill>
                  <a:srgbClr val="800000"/>
                </a:solidFill>
                <a:latin typeface="Times New Roman" charset="0"/>
              </a:rPr>
              <a:t>  </a:t>
            </a:r>
            <a:r>
              <a:rPr kumimoji="1" lang="en-US" altLang="zh-CN" sz="4000">
                <a:solidFill>
                  <a:srgbClr val="FF3300"/>
                </a:solidFill>
                <a:latin typeface="Times New Roman" charset="0"/>
              </a:rPr>
              <a:t>*parent</a:t>
            </a:r>
            <a:r>
              <a:rPr kumimoji="1" lang="en-US" altLang="zh-CN" sz="4000">
                <a:solidFill>
                  <a:srgbClr val="800000"/>
                </a:solidFill>
                <a:latin typeface="Times New Roman" charset="0"/>
              </a:rPr>
              <a:t>;  //</a:t>
            </a:r>
            <a:r>
              <a:rPr kumimoji="1" lang="zh-CN" altLang="zh-CN" sz="3600">
                <a:solidFill>
                  <a:srgbClr val="800000"/>
                </a:solidFill>
                <a:latin typeface="Times New Roman" charset="0"/>
                <a:ea typeface="楷体_GB2312" charset="0"/>
              </a:rPr>
              <a:t>双亲指针</a:t>
            </a:r>
            <a:r>
              <a:rPr kumimoji="1" lang="zh-CN" altLang="en-US" sz="4000">
                <a:solidFill>
                  <a:srgbClr val="800000"/>
                </a:solidFill>
                <a:latin typeface="Times New Roman" charset="0"/>
              </a:rPr>
              <a:t> </a:t>
            </a:r>
          </a:p>
          <a:p>
            <a:r>
              <a:rPr kumimoji="1" lang="zh-CN" altLang="en-US" sz="4000">
                <a:solidFill>
                  <a:srgbClr val="800000"/>
                </a:solidFill>
                <a:latin typeface="Times New Roman" charset="0"/>
              </a:rPr>
              <a:t>   </a:t>
            </a:r>
            <a:r>
              <a:rPr kumimoji="1" lang="en-US" altLang="zh-CN" sz="4000" b="1">
                <a:solidFill>
                  <a:srgbClr val="800000"/>
                </a:solidFill>
                <a:latin typeface="Times New Roman" charset="0"/>
              </a:rPr>
              <a:t>}</a:t>
            </a:r>
            <a:r>
              <a:rPr kumimoji="1" lang="en-US" altLang="zh-CN" sz="4000">
                <a:solidFill>
                  <a:srgbClr val="800000"/>
                </a:solidFill>
                <a:latin typeface="Times New Roman" charset="0"/>
              </a:rPr>
              <a:t> TriTNode, </a:t>
            </a:r>
            <a:r>
              <a:rPr kumimoji="1" lang="en-US" altLang="zh-CN" sz="4000" b="1">
                <a:solidFill>
                  <a:srgbClr val="800000"/>
                </a:solidFill>
                <a:latin typeface="Times New Roman" charset="0"/>
              </a:rPr>
              <a:t>*</a:t>
            </a:r>
            <a:r>
              <a:rPr kumimoji="1" lang="en-US" altLang="zh-CN" sz="4000">
                <a:solidFill>
                  <a:srgbClr val="800000"/>
                </a:solidFill>
                <a:latin typeface="Times New Roman" charset="0"/>
              </a:rPr>
              <a:t>TriTree;</a:t>
            </a:r>
          </a:p>
        </p:txBody>
      </p:sp>
      <p:sp>
        <p:nvSpPr>
          <p:cNvPr id="197635" name="Text Box 3"/>
          <p:cNvSpPr txBox="1">
            <a:spLocks noChangeArrowheads="1"/>
          </p:cNvSpPr>
          <p:nvPr/>
        </p:nvSpPr>
        <p:spPr bwMode="auto">
          <a:xfrm>
            <a:off x="2743200" y="5562600"/>
            <a:ext cx="5746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FF3300"/>
                </a:solidFill>
                <a:latin typeface="Times New Roman" charset="0"/>
              </a:rPr>
              <a:t>parent</a:t>
            </a:r>
            <a:r>
              <a:rPr kumimoji="1" lang="en-US" altLang="zh-CN" sz="3600" b="1">
                <a:solidFill>
                  <a:srgbClr val="333399"/>
                </a:solidFill>
                <a:latin typeface="Times New Roman" charset="0"/>
              </a:rPr>
              <a:t>  lchild    data    rchild</a:t>
            </a:r>
            <a:endParaRPr kumimoji="1" lang="en-US" altLang="zh-CN" sz="2400">
              <a:latin typeface="Times New Roman" charset="0"/>
            </a:endParaRPr>
          </a:p>
        </p:txBody>
      </p:sp>
      <p:sp>
        <p:nvSpPr>
          <p:cNvPr id="197636" name="Rectangle 4"/>
          <p:cNvSpPr>
            <a:spLocks noChangeArrowheads="1"/>
          </p:cNvSpPr>
          <p:nvPr/>
        </p:nvSpPr>
        <p:spPr bwMode="auto">
          <a:xfrm>
            <a:off x="2743200" y="5562600"/>
            <a:ext cx="5791200" cy="6096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37" name="Line 5"/>
          <p:cNvSpPr>
            <a:spLocks noChangeShapeType="1"/>
          </p:cNvSpPr>
          <p:nvPr/>
        </p:nvSpPr>
        <p:spPr bwMode="auto">
          <a:xfrm>
            <a:off x="4267200" y="5562600"/>
            <a:ext cx="1588"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38" name="Line 6"/>
          <p:cNvSpPr>
            <a:spLocks noChangeShapeType="1"/>
          </p:cNvSpPr>
          <p:nvPr/>
        </p:nvSpPr>
        <p:spPr bwMode="auto">
          <a:xfrm>
            <a:off x="5638800" y="5562600"/>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39" name="Line 7"/>
          <p:cNvSpPr>
            <a:spLocks noChangeShapeType="1"/>
          </p:cNvSpPr>
          <p:nvPr/>
        </p:nvSpPr>
        <p:spPr bwMode="auto">
          <a:xfrm>
            <a:off x="7010400" y="5562600"/>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7640" name="Text Box 8"/>
          <p:cNvSpPr txBox="1">
            <a:spLocks noChangeArrowheads="1"/>
          </p:cNvSpPr>
          <p:nvPr/>
        </p:nvSpPr>
        <p:spPr bwMode="auto">
          <a:xfrm>
            <a:off x="457200" y="5105400"/>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333399"/>
                </a:solidFill>
                <a:latin typeface="Times New Roman" charset="0"/>
                <a:ea typeface="楷体_GB2312" charset="0"/>
              </a:rPr>
              <a:t>结点结构</a:t>
            </a:r>
            <a:r>
              <a:rPr kumimoji="1" lang="en-US" altLang="zh-CN" sz="3600" b="1">
                <a:solidFill>
                  <a:srgbClr val="333399"/>
                </a:solidFill>
                <a:latin typeface="Times New Roman" charset="0"/>
                <a:ea typeface="楷体_GB2312" charset="0"/>
              </a:rPr>
              <a:t>:</a:t>
            </a:r>
            <a:endParaRPr kumimoji="1" lang="en-US" altLang="zh-CN" sz="2400">
              <a:latin typeface="Times New Roman" charset="0"/>
            </a:endParaRPr>
          </a:p>
        </p:txBody>
      </p:sp>
      <p:sp>
        <p:nvSpPr>
          <p:cNvPr id="197641" name="Text Box 9"/>
          <p:cNvSpPr txBox="1">
            <a:spLocks noChangeArrowheads="1"/>
          </p:cNvSpPr>
          <p:nvPr/>
        </p:nvSpPr>
        <p:spPr bwMode="auto">
          <a:xfrm>
            <a:off x="1447800" y="228600"/>
            <a:ext cx="4962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solidFill>
                  <a:srgbClr val="800000"/>
                </a:solidFill>
                <a:latin typeface="Times New Roman" charset="0"/>
              </a:rPr>
              <a:t>C </a:t>
            </a:r>
            <a:r>
              <a:rPr kumimoji="1" lang="zh-CN" altLang="zh-CN" sz="3600" b="1">
                <a:solidFill>
                  <a:srgbClr val="800000"/>
                </a:solidFill>
                <a:latin typeface="楷体_GB2312" charset="0"/>
                <a:ea typeface="楷体_GB2312" charset="0"/>
              </a:rPr>
              <a:t>语言的类型描述如下:</a:t>
            </a:r>
            <a:endParaRPr kumimoji="1" lang="en-US" altLang="zh-CN" sz="2400">
              <a:latin typeface="Times New Roman" charset="0"/>
            </a:endParaRPr>
          </a:p>
        </p:txBody>
      </p:sp>
      <p:sp>
        <p:nvSpPr>
          <p:cNvPr id="197642" name="AutoShape 10">
            <a:hlinkClick r:id="rId2" action="ppaction://hlinksldjump" highlightClick="1"/>
          </p:cNvPr>
          <p:cNvSpPr>
            <a:spLocks noChangeArrowheads="1"/>
          </p:cNvSpPr>
          <p:nvPr/>
        </p:nvSpPr>
        <p:spPr bwMode="auto">
          <a:xfrm>
            <a:off x="8763000" y="6477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455812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strips(downRight)">
                                      <p:cBhvr>
                                        <p:cTn id="7" dur="500"/>
                                        <p:tgtEl>
                                          <p:spTgt spid="197634"/>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97640"/>
                                        </p:tgtEl>
                                        <p:attrNameLst>
                                          <p:attrName>style.visibility</p:attrName>
                                        </p:attrNameLst>
                                      </p:cBhvr>
                                      <p:to>
                                        <p:strVal val="visible"/>
                                      </p:to>
                                    </p:set>
                                    <p:anim calcmode="lin" valueType="num">
                                      <p:cBhvr additive="base">
                                        <p:cTn id="11" dur="500" fill="hold"/>
                                        <p:tgtEl>
                                          <p:spTgt spid="197640"/>
                                        </p:tgtEl>
                                        <p:attrNameLst>
                                          <p:attrName>ppt_x</p:attrName>
                                        </p:attrNameLst>
                                      </p:cBhvr>
                                      <p:tavLst>
                                        <p:tav tm="0">
                                          <p:val>
                                            <p:strVal val="0-#ppt_w/2"/>
                                          </p:val>
                                        </p:tav>
                                        <p:tav tm="100000">
                                          <p:val>
                                            <p:strVal val="#ppt_x"/>
                                          </p:val>
                                        </p:tav>
                                      </p:tavLst>
                                    </p:anim>
                                    <p:anim calcmode="lin" valueType="num">
                                      <p:cBhvr additive="base">
                                        <p:cTn id="12" dur="500" fill="hold"/>
                                        <p:tgtEl>
                                          <p:spTgt spid="197640"/>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197635"/>
                                        </p:tgtEl>
                                        <p:attrNameLst>
                                          <p:attrName>style.visibility</p:attrName>
                                        </p:attrNameLst>
                                      </p:cBhvr>
                                      <p:to>
                                        <p:strVal val="visible"/>
                                      </p:to>
                                    </p:set>
                                    <p:animEffect transition="in" filter="dissolve">
                                      <p:cBhvr>
                                        <p:cTn id="16" dur="500"/>
                                        <p:tgtEl>
                                          <p:spTgt spid="197635"/>
                                        </p:tgtEl>
                                      </p:cBhvr>
                                    </p:animEffect>
                                  </p:childTnLst>
                                </p:cTn>
                              </p:par>
                            </p:childTnLst>
                          </p:cTn>
                        </p:par>
                        <p:par>
                          <p:cTn id="17" fill="hold" nodeType="afterGroup">
                            <p:stCondLst>
                              <p:cond delay="1500"/>
                            </p:stCondLst>
                            <p:childTnLst>
                              <p:par>
                                <p:cTn id="18" presetID="9" presetClass="entr" presetSubtype="0" fill="hold" grpId="0" nodeType="afterEffect">
                                  <p:stCondLst>
                                    <p:cond delay="0"/>
                                  </p:stCondLst>
                                  <p:childTnLst>
                                    <p:set>
                                      <p:cBhvr>
                                        <p:cTn id="19" dur="1" fill="hold">
                                          <p:stCondLst>
                                            <p:cond delay="0"/>
                                          </p:stCondLst>
                                        </p:cTn>
                                        <p:tgtEl>
                                          <p:spTgt spid="197636"/>
                                        </p:tgtEl>
                                        <p:attrNameLst>
                                          <p:attrName>style.visibility</p:attrName>
                                        </p:attrNameLst>
                                      </p:cBhvr>
                                      <p:to>
                                        <p:strVal val="visible"/>
                                      </p:to>
                                    </p:set>
                                    <p:animEffect transition="in" filter="dissolve">
                                      <p:cBhvr>
                                        <p:cTn id="20" dur="500"/>
                                        <p:tgtEl>
                                          <p:spTgt spid="197636"/>
                                        </p:tgtEl>
                                      </p:cBhvr>
                                    </p:animEffect>
                                  </p:childTnLst>
                                </p:cTn>
                              </p:par>
                            </p:childTnLst>
                          </p:cTn>
                        </p:par>
                        <p:par>
                          <p:cTn id="21" fill="hold" nodeType="afterGroup">
                            <p:stCondLst>
                              <p:cond delay="2000"/>
                            </p:stCondLst>
                            <p:childTnLst>
                              <p:par>
                                <p:cTn id="22" presetID="9" presetClass="entr" presetSubtype="0" fill="hold" grpId="0" nodeType="afterEffect">
                                  <p:stCondLst>
                                    <p:cond delay="0"/>
                                  </p:stCondLst>
                                  <p:childTnLst>
                                    <p:set>
                                      <p:cBhvr>
                                        <p:cTn id="23" dur="1" fill="hold">
                                          <p:stCondLst>
                                            <p:cond delay="0"/>
                                          </p:stCondLst>
                                        </p:cTn>
                                        <p:tgtEl>
                                          <p:spTgt spid="197637"/>
                                        </p:tgtEl>
                                        <p:attrNameLst>
                                          <p:attrName>style.visibility</p:attrName>
                                        </p:attrNameLst>
                                      </p:cBhvr>
                                      <p:to>
                                        <p:strVal val="visible"/>
                                      </p:to>
                                    </p:set>
                                    <p:animEffect transition="in" filter="dissolve">
                                      <p:cBhvr>
                                        <p:cTn id="24" dur="500"/>
                                        <p:tgtEl>
                                          <p:spTgt spid="197637"/>
                                        </p:tgtEl>
                                      </p:cBhvr>
                                    </p:animEffect>
                                  </p:childTnLst>
                                </p:cTn>
                              </p:par>
                            </p:childTnLst>
                          </p:cTn>
                        </p:par>
                        <p:par>
                          <p:cTn id="25" fill="hold" nodeType="afterGroup">
                            <p:stCondLst>
                              <p:cond delay="2500"/>
                            </p:stCondLst>
                            <p:childTnLst>
                              <p:par>
                                <p:cTn id="26" presetID="9" presetClass="entr" presetSubtype="0" fill="hold" grpId="0" nodeType="afterEffect">
                                  <p:stCondLst>
                                    <p:cond delay="0"/>
                                  </p:stCondLst>
                                  <p:childTnLst>
                                    <p:set>
                                      <p:cBhvr>
                                        <p:cTn id="27" dur="1" fill="hold">
                                          <p:stCondLst>
                                            <p:cond delay="0"/>
                                          </p:stCondLst>
                                        </p:cTn>
                                        <p:tgtEl>
                                          <p:spTgt spid="197638"/>
                                        </p:tgtEl>
                                        <p:attrNameLst>
                                          <p:attrName>style.visibility</p:attrName>
                                        </p:attrNameLst>
                                      </p:cBhvr>
                                      <p:to>
                                        <p:strVal val="visible"/>
                                      </p:to>
                                    </p:set>
                                    <p:animEffect transition="in" filter="dissolve">
                                      <p:cBhvr>
                                        <p:cTn id="28" dur="500"/>
                                        <p:tgtEl>
                                          <p:spTgt spid="197638"/>
                                        </p:tgtEl>
                                      </p:cBhvr>
                                    </p:animEffect>
                                  </p:childTnLst>
                                </p:cTn>
                              </p:par>
                            </p:childTnLst>
                          </p:cTn>
                        </p:par>
                        <p:par>
                          <p:cTn id="29" fill="hold" nodeType="afterGroup">
                            <p:stCondLst>
                              <p:cond delay="3000"/>
                            </p:stCondLst>
                            <p:childTnLst>
                              <p:par>
                                <p:cTn id="30" presetID="9" presetClass="entr" presetSubtype="0" fill="hold" grpId="0" nodeType="afterEffect">
                                  <p:stCondLst>
                                    <p:cond delay="0"/>
                                  </p:stCondLst>
                                  <p:childTnLst>
                                    <p:set>
                                      <p:cBhvr>
                                        <p:cTn id="31" dur="1" fill="hold">
                                          <p:stCondLst>
                                            <p:cond delay="0"/>
                                          </p:stCondLst>
                                        </p:cTn>
                                        <p:tgtEl>
                                          <p:spTgt spid="197639"/>
                                        </p:tgtEl>
                                        <p:attrNameLst>
                                          <p:attrName>style.visibility</p:attrName>
                                        </p:attrNameLst>
                                      </p:cBhvr>
                                      <p:to>
                                        <p:strVal val="visible"/>
                                      </p:to>
                                    </p:set>
                                    <p:animEffect transition="in" filter="dissolve">
                                      <p:cBhvr>
                                        <p:cTn id="32" dur="500"/>
                                        <p:tgtEl>
                                          <p:spTgt spid="197639"/>
                                        </p:tgtEl>
                                      </p:cBhvr>
                                    </p:animEffect>
                                  </p:childTnLst>
                                </p:cTn>
                              </p:par>
                            </p:childTnLst>
                          </p:cTn>
                        </p:par>
                        <p:par>
                          <p:cTn id="33" fill="hold" nodeType="afterGroup">
                            <p:stCondLst>
                              <p:cond delay="3500"/>
                            </p:stCondLst>
                            <p:childTnLst>
                              <p:par>
                                <p:cTn id="34" presetID="2" presetClass="entr" presetSubtype="6" fill="hold" grpId="0" nodeType="afterEffect">
                                  <p:stCondLst>
                                    <p:cond delay="0"/>
                                  </p:stCondLst>
                                  <p:childTnLst>
                                    <p:set>
                                      <p:cBhvr>
                                        <p:cTn id="35" dur="1" fill="hold">
                                          <p:stCondLst>
                                            <p:cond delay="0"/>
                                          </p:stCondLst>
                                        </p:cTn>
                                        <p:tgtEl>
                                          <p:spTgt spid="197642"/>
                                        </p:tgtEl>
                                        <p:attrNameLst>
                                          <p:attrName>style.visibility</p:attrName>
                                        </p:attrNameLst>
                                      </p:cBhvr>
                                      <p:to>
                                        <p:strVal val="visible"/>
                                      </p:to>
                                    </p:set>
                                    <p:anim calcmode="lin" valueType="num">
                                      <p:cBhvr additive="base">
                                        <p:cTn id="36" dur="500" fill="hold"/>
                                        <p:tgtEl>
                                          <p:spTgt spid="197642"/>
                                        </p:tgtEl>
                                        <p:attrNameLst>
                                          <p:attrName>ppt_x</p:attrName>
                                        </p:attrNameLst>
                                      </p:cBhvr>
                                      <p:tavLst>
                                        <p:tav tm="0">
                                          <p:val>
                                            <p:strVal val="1+#ppt_w/2"/>
                                          </p:val>
                                        </p:tav>
                                        <p:tav tm="100000">
                                          <p:val>
                                            <p:strVal val="#ppt_x"/>
                                          </p:val>
                                        </p:tav>
                                      </p:tavLst>
                                    </p:anim>
                                    <p:anim calcmode="lin" valueType="num">
                                      <p:cBhvr additive="base">
                                        <p:cTn id="37" dur="500" fill="hold"/>
                                        <p:tgtEl>
                                          <p:spTgt spid="1976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autoUpdateAnimBg="0"/>
      <p:bldP spid="197635" grpId="0" autoUpdateAnimBg="0"/>
      <p:bldP spid="197636" grpId="0" animBg="1"/>
      <p:bldP spid="197637" grpId="0" animBg="1"/>
      <p:bldP spid="197638" grpId="0" animBg="1"/>
      <p:bldP spid="197639" grpId="0" animBg="1"/>
      <p:bldP spid="197640" grpId="0" autoUpdateAnimBg="0"/>
      <p:bldP spid="19764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a:spLocks noChangeArrowheads="1"/>
          </p:cNvSpPr>
          <p:nvPr/>
        </p:nvSpPr>
        <p:spPr bwMode="auto">
          <a:xfrm>
            <a:off x="1365250" y="1524000"/>
            <a:ext cx="387350" cy="367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05000"/>
              </a:lnSpc>
            </a:pPr>
            <a:r>
              <a:rPr kumimoji="1" lang="en-US" altLang="zh-CN" sz="3200">
                <a:latin typeface="Times New Roman" charset="0"/>
              </a:rPr>
              <a:t>0</a:t>
            </a:r>
          </a:p>
          <a:p>
            <a:pPr>
              <a:lnSpc>
                <a:spcPct val="105000"/>
              </a:lnSpc>
            </a:pPr>
            <a:r>
              <a:rPr kumimoji="1" lang="en-US" altLang="zh-CN" sz="3200">
                <a:latin typeface="Times New Roman" charset="0"/>
              </a:rPr>
              <a:t>1</a:t>
            </a:r>
          </a:p>
          <a:p>
            <a:pPr>
              <a:lnSpc>
                <a:spcPct val="105000"/>
              </a:lnSpc>
            </a:pPr>
            <a:r>
              <a:rPr kumimoji="1" lang="en-US" altLang="zh-CN" sz="3200">
                <a:latin typeface="Times New Roman" charset="0"/>
              </a:rPr>
              <a:t>2</a:t>
            </a:r>
          </a:p>
          <a:p>
            <a:pPr>
              <a:lnSpc>
                <a:spcPct val="105000"/>
              </a:lnSpc>
            </a:pPr>
            <a:r>
              <a:rPr kumimoji="1" lang="en-US" altLang="zh-CN" sz="3200">
                <a:latin typeface="Times New Roman" charset="0"/>
              </a:rPr>
              <a:t>3</a:t>
            </a:r>
          </a:p>
          <a:p>
            <a:pPr>
              <a:lnSpc>
                <a:spcPct val="105000"/>
              </a:lnSpc>
            </a:pPr>
            <a:r>
              <a:rPr kumimoji="1" lang="en-US" altLang="zh-CN" sz="3200">
                <a:latin typeface="Times New Roman" charset="0"/>
              </a:rPr>
              <a:t>4</a:t>
            </a:r>
          </a:p>
          <a:p>
            <a:pPr>
              <a:lnSpc>
                <a:spcPct val="105000"/>
              </a:lnSpc>
            </a:pPr>
            <a:r>
              <a:rPr kumimoji="1" lang="en-US" altLang="zh-CN" sz="3200">
                <a:latin typeface="Times New Roman" charset="0"/>
              </a:rPr>
              <a:t>5</a:t>
            </a:r>
          </a:p>
          <a:p>
            <a:pPr>
              <a:lnSpc>
                <a:spcPct val="105000"/>
              </a:lnSpc>
            </a:pPr>
            <a:r>
              <a:rPr kumimoji="1" lang="en-US" altLang="zh-CN" sz="3200">
                <a:latin typeface="Times New Roman" charset="0"/>
              </a:rPr>
              <a:t>6</a:t>
            </a:r>
          </a:p>
        </p:txBody>
      </p:sp>
      <p:graphicFrame>
        <p:nvGraphicFramePr>
          <p:cNvPr id="198659" name="Object 3"/>
          <p:cNvGraphicFramePr>
            <a:graphicFrameLocks noChangeAspect="1"/>
          </p:cNvGraphicFramePr>
          <p:nvPr/>
        </p:nvGraphicFramePr>
        <p:xfrm>
          <a:off x="1836738" y="1549400"/>
          <a:ext cx="5630862" cy="4622800"/>
        </p:xfrm>
        <a:graphic>
          <a:graphicData uri="http://schemas.openxmlformats.org/presentationml/2006/ole">
            <mc:AlternateContent xmlns:mc="http://schemas.openxmlformats.org/markup-compatibility/2006">
              <mc:Choice xmlns:v="urn:schemas-microsoft-com:vml" Requires="v">
                <p:oleObj spid="_x0000_s827394" name="文档" r:id="rId3" imgW="5630040" imgH="4622040" progId="Word.Document.8">
                  <p:embed/>
                </p:oleObj>
              </mc:Choice>
              <mc:Fallback>
                <p:oleObj name="文档" r:id="rId3" imgW="5630040" imgH="462204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738" y="1549400"/>
                        <a:ext cx="5630862" cy="462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98660" name="Text Box 4"/>
          <p:cNvSpPr txBox="1">
            <a:spLocks noChangeArrowheads="1"/>
          </p:cNvSpPr>
          <p:nvPr/>
        </p:nvSpPr>
        <p:spPr bwMode="auto">
          <a:xfrm>
            <a:off x="4953000" y="2305050"/>
            <a:ext cx="2457450" cy="666750"/>
          </a:xfrm>
          <a:prstGeom prst="rect">
            <a:avLst/>
          </a:prstGeom>
          <a:noFill/>
          <a:ln w="25400" cap="sq">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solidFill>
                  <a:schemeClr val="bg2"/>
                </a:solidFill>
                <a:latin typeface="Times New Roman" charset="0"/>
              </a:rPr>
              <a:t> data  parent</a:t>
            </a:r>
            <a:endParaRPr kumimoji="1" lang="en-US" altLang="zh-CN" sz="2400">
              <a:latin typeface="Times New Roman" charset="0"/>
            </a:endParaRPr>
          </a:p>
        </p:txBody>
      </p:sp>
      <p:sp>
        <p:nvSpPr>
          <p:cNvPr id="198661" name="Text Box 5"/>
          <p:cNvSpPr txBox="1">
            <a:spLocks noChangeArrowheads="1"/>
          </p:cNvSpPr>
          <p:nvPr/>
        </p:nvSpPr>
        <p:spPr bwMode="auto">
          <a:xfrm>
            <a:off x="5257800" y="1543050"/>
            <a:ext cx="2171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chemeClr val="bg2"/>
                </a:solidFill>
                <a:latin typeface="Times New Roman" charset="0"/>
                <a:ea typeface="楷体_GB2312" charset="0"/>
              </a:rPr>
              <a:t>结点结构</a:t>
            </a:r>
            <a:r>
              <a:rPr kumimoji="1" lang="en-US" altLang="zh-CN" sz="3600" b="1">
                <a:solidFill>
                  <a:schemeClr val="bg2"/>
                </a:solidFill>
                <a:latin typeface="Times New Roman" charset="0"/>
                <a:ea typeface="楷体_GB2312" charset="0"/>
              </a:rPr>
              <a:t>:</a:t>
            </a:r>
            <a:endParaRPr kumimoji="1" lang="en-US" altLang="zh-CN" sz="2400">
              <a:latin typeface="Times New Roman" charset="0"/>
            </a:endParaRPr>
          </a:p>
        </p:txBody>
      </p:sp>
      <p:sp>
        <p:nvSpPr>
          <p:cNvPr id="198662" name="Text Box 6"/>
          <p:cNvSpPr txBox="1">
            <a:spLocks noChangeArrowheads="1"/>
          </p:cNvSpPr>
          <p:nvPr/>
        </p:nvSpPr>
        <p:spPr bwMode="auto">
          <a:xfrm>
            <a:off x="1371600" y="123825"/>
            <a:ext cx="3556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800" b="1">
                <a:solidFill>
                  <a:srgbClr val="FF00FF"/>
                </a:solidFill>
                <a:latin typeface="楷体_GB2312" charset="0"/>
                <a:ea typeface="楷体_GB2312" charset="0"/>
              </a:rPr>
              <a:t>3</a:t>
            </a:r>
            <a:r>
              <a:rPr kumimoji="1" lang="zh-CN" altLang="en-US" sz="4800" b="1">
                <a:solidFill>
                  <a:srgbClr val="FF00FF"/>
                </a:solidFill>
                <a:latin typeface="楷体_GB2312" charset="0"/>
                <a:ea typeface="楷体_GB2312" charset="0"/>
              </a:rPr>
              <a:t>．双亲链表</a:t>
            </a:r>
          </a:p>
        </p:txBody>
      </p:sp>
      <p:sp>
        <p:nvSpPr>
          <p:cNvPr id="198663" name="Text Box 7"/>
          <p:cNvSpPr txBox="1">
            <a:spLocks noChangeArrowheads="1"/>
          </p:cNvSpPr>
          <p:nvPr/>
        </p:nvSpPr>
        <p:spPr bwMode="auto">
          <a:xfrm>
            <a:off x="7391400" y="2305050"/>
            <a:ext cx="1504950" cy="666750"/>
          </a:xfrm>
          <a:prstGeom prst="rect">
            <a:avLst/>
          </a:prstGeom>
          <a:solidFill>
            <a:srgbClr val="CAF2CE"/>
          </a:solidFill>
          <a:ln w="2540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a:solidFill>
                  <a:srgbClr val="FF3300"/>
                </a:solidFill>
                <a:latin typeface="Times New Roman" charset="0"/>
              </a:rPr>
              <a:t>LRTag</a:t>
            </a:r>
            <a:endParaRPr kumimoji="1" lang="en-US" altLang="zh-CN" sz="2400">
              <a:latin typeface="Times New Roman" charset="0"/>
            </a:endParaRPr>
          </a:p>
        </p:txBody>
      </p:sp>
      <p:sp>
        <p:nvSpPr>
          <p:cNvPr id="198664" name="Line 8"/>
          <p:cNvSpPr>
            <a:spLocks noChangeShapeType="1"/>
          </p:cNvSpPr>
          <p:nvPr/>
        </p:nvSpPr>
        <p:spPr bwMode="auto">
          <a:xfrm>
            <a:off x="6019800" y="22860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8665" name="Text Box 9"/>
          <p:cNvSpPr txBox="1">
            <a:spLocks noChangeArrowheads="1"/>
          </p:cNvSpPr>
          <p:nvPr/>
        </p:nvSpPr>
        <p:spPr bwMode="auto">
          <a:xfrm>
            <a:off x="3298825" y="1447800"/>
            <a:ext cx="587375" cy="3387725"/>
          </a:xfrm>
          <a:prstGeom prst="rect">
            <a:avLst/>
          </a:prstGeom>
          <a:solidFill>
            <a:srgbClr val="CAF2CE">
              <a:alpha val="50000"/>
            </a:srgb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L</a:t>
            </a:r>
          </a:p>
          <a:p>
            <a:r>
              <a:rPr kumimoji="1" lang="en-US" altLang="zh-CN" sz="3600" b="1">
                <a:solidFill>
                  <a:srgbClr val="FF3300"/>
                </a:solidFill>
                <a:latin typeface="Times New Roman" charset="0"/>
              </a:rPr>
              <a:t>R</a:t>
            </a:r>
            <a:endParaRPr kumimoji="1" lang="en-US" altLang="zh-CN" sz="3600">
              <a:solidFill>
                <a:srgbClr val="FF3300"/>
              </a:solidFill>
              <a:latin typeface="Times New Roman" charset="0"/>
            </a:endParaRPr>
          </a:p>
          <a:p>
            <a:endParaRPr kumimoji="1" lang="en-US" altLang="zh-CN" sz="3600">
              <a:latin typeface="Times New Roman" charset="0"/>
            </a:endParaRPr>
          </a:p>
          <a:p>
            <a:r>
              <a:rPr kumimoji="1" lang="en-US" altLang="zh-CN" sz="3600" b="1">
                <a:solidFill>
                  <a:srgbClr val="FF3300"/>
                </a:solidFill>
                <a:latin typeface="Times New Roman" charset="0"/>
              </a:rPr>
              <a:t>R</a:t>
            </a:r>
          </a:p>
          <a:p>
            <a:r>
              <a:rPr kumimoji="1" lang="en-US" altLang="zh-CN" sz="3600" b="1">
                <a:solidFill>
                  <a:srgbClr val="FF3300"/>
                </a:solidFill>
                <a:latin typeface="Times New Roman" charset="0"/>
              </a:rPr>
              <a:t>R</a:t>
            </a:r>
          </a:p>
          <a:p>
            <a:r>
              <a:rPr kumimoji="1" lang="en-US" altLang="zh-CN" sz="3600" b="1">
                <a:solidFill>
                  <a:srgbClr val="FF3300"/>
                </a:solidFill>
                <a:latin typeface="Times New Roman" charset="0"/>
              </a:rPr>
              <a:t>L</a:t>
            </a:r>
            <a:endParaRPr kumimoji="1" lang="en-US" altLang="zh-CN" sz="2400">
              <a:latin typeface="Times New Roman" charset="0"/>
            </a:endParaRPr>
          </a:p>
        </p:txBody>
      </p:sp>
    </p:spTree>
    <p:extLst>
      <p:ext uri="{BB962C8B-B14F-4D97-AF65-F5344CB8AC3E}">
        <p14:creationId xmlns:p14="http://schemas.microsoft.com/office/powerpoint/2010/main" val="10439694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98661"/>
                                        </p:tgtEl>
                                        <p:attrNameLst>
                                          <p:attrName>style.visibility</p:attrName>
                                        </p:attrNameLst>
                                      </p:cBhvr>
                                      <p:to>
                                        <p:strVal val="visible"/>
                                      </p:to>
                                    </p:set>
                                    <p:anim calcmode="lin" valueType="num">
                                      <p:cBhvr additive="base">
                                        <p:cTn id="7" dur="500" fill="hold"/>
                                        <p:tgtEl>
                                          <p:spTgt spid="198661"/>
                                        </p:tgtEl>
                                        <p:attrNameLst>
                                          <p:attrName>ppt_x</p:attrName>
                                        </p:attrNameLst>
                                      </p:cBhvr>
                                      <p:tavLst>
                                        <p:tav tm="0">
                                          <p:val>
                                            <p:strVal val="#ppt_x"/>
                                          </p:val>
                                        </p:tav>
                                        <p:tav tm="100000">
                                          <p:val>
                                            <p:strVal val="#ppt_x"/>
                                          </p:val>
                                        </p:tav>
                                      </p:tavLst>
                                    </p:anim>
                                    <p:anim calcmode="lin" valueType="num">
                                      <p:cBhvr additive="base">
                                        <p:cTn id="8" dur="500" fill="hold"/>
                                        <p:tgtEl>
                                          <p:spTgt spid="19866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198660"/>
                                        </p:tgtEl>
                                        <p:attrNameLst>
                                          <p:attrName>style.visibility</p:attrName>
                                        </p:attrNameLst>
                                      </p:cBhvr>
                                      <p:to>
                                        <p:strVal val="visible"/>
                                      </p:to>
                                    </p:set>
                                    <p:anim calcmode="lin" valueType="num">
                                      <p:cBhvr additive="base">
                                        <p:cTn id="13" dur="500" fill="hold"/>
                                        <p:tgtEl>
                                          <p:spTgt spid="198660"/>
                                        </p:tgtEl>
                                        <p:attrNameLst>
                                          <p:attrName>ppt_x</p:attrName>
                                        </p:attrNameLst>
                                      </p:cBhvr>
                                      <p:tavLst>
                                        <p:tav tm="0">
                                          <p:val>
                                            <p:strVal val="1+#ppt_w/2"/>
                                          </p:val>
                                        </p:tav>
                                        <p:tav tm="100000">
                                          <p:val>
                                            <p:strVal val="#ppt_x"/>
                                          </p:val>
                                        </p:tav>
                                      </p:tavLst>
                                    </p:anim>
                                    <p:anim calcmode="lin" valueType="num">
                                      <p:cBhvr additive="base">
                                        <p:cTn id="14" dur="500" fill="hold"/>
                                        <p:tgtEl>
                                          <p:spTgt spid="198660"/>
                                        </p:tgtEl>
                                        <p:attrNameLst>
                                          <p:attrName>ppt_y</p:attrName>
                                        </p:attrNameLst>
                                      </p:cBhvr>
                                      <p:tavLst>
                                        <p:tav tm="0">
                                          <p:val>
                                            <p:strVal val="0-#ppt_h/2"/>
                                          </p:val>
                                        </p:tav>
                                        <p:tav tm="100000">
                                          <p:val>
                                            <p:strVal val="#ppt_y"/>
                                          </p:val>
                                        </p:tav>
                                      </p:tavLst>
                                    </p:anim>
                                  </p:childTnLst>
                                </p:cTn>
                              </p:par>
                            </p:childTnLst>
                          </p:cTn>
                        </p:par>
                        <p:par>
                          <p:cTn id="15" fill="hold" nodeType="afterGroup">
                            <p:stCondLst>
                              <p:cond delay="500"/>
                            </p:stCondLst>
                            <p:childTnLst>
                              <p:par>
                                <p:cTn id="16" presetID="2" presetClass="entr" presetSubtype="3" fill="hold" grpId="0" nodeType="afterEffect">
                                  <p:stCondLst>
                                    <p:cond delay="0"/>
                                  </p:stCondLst>
                                  <p:childTnLst>
                                    <p:set>
                                      <p:cBhvr>
                                        <p:cTn id="17" dur="1" fill="hold">
                                          <p:stCondLst>
                                            <p:cond delay="0"/>
                                          </p:stCondLst>
                                        </p:cTn>
                                        <p:tgtEl>
                                          <p:spTgt spid="198664"/>
                                        </p:tgtEl>
                                        <p:attrNameLst>
                                          <p:attrName>style.visibility</p:attrName>
                                        </p:attrNameLst>
                                      </p:cBhvr>
                                      <p:to>
                                        <p:strVal val="visible"/>
                                      </p:to>
                                    </p:set>
                                    <p:anim calcmode="lin" valueType="num">
                                      <p:cBhvr additive="base">
                                        <p:cTn id="18" dur="500" fill="hold"/>
                                        <p:tgtEl>
                                          <p:spTgt spid="198664"/>
                                        </p:tgtEl>
                                        <p:attrNameLst>
                                          <p:attrName>ppt_x</p:attrName>
                                        </p:attrNameLst>
                                      </p:cBhvr>
                                      <p:tavLst>
                                        <p:tav tm="0">
                                          <p:val>
                                            <p:strVal val="1+#ppt_w/2"/>
                                          </p:val>
                                        </p:tav>
                                        <p:tav tm="100000">
                                          <p:val>
                                            <p:strVal val="#ppt_x"/>
                                          </p:val>
                                        </p:tav>
                                      </p:tavLst>
                                    </p:anim>
                                    <p:anim calcmode="lin" valueType="num">
                                      <p:cBhvr additive="base">
                                        <p:cTn id="19" dur="500" fill="hold"/>
                                        <p:tgtEl>
                                          <p:spTgt spid="198664"/>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 fill="hold" nodeType="clickEffect">
                                  <p:stCondLst>
                                    <p:cond delay="0"/>
                                  </p:stCondLst>
                                  <p:childTnLst>
                                    <p:set>
                                      <p:cBhvr>
                                        <p:cTn id="23" dur="1" fill="hold">
                                          <p:stCondLst>
                                            <p:cond delay="0"/>
                                          </p:stCondLst>
                                        </p:cTn>
                                        <p:tgtEl>
                                          <p:spTgt spid="198659"/>
                                        </p:tgtEl>
                                        <p:attrNameLst>
                                          <p:attrName>style.visibility</p:attrName>
                                        </p:attrNameLst>
                                      </p:cBhvr>
                                      <p:to>
                                        <p:strVal val="visible"/>
                                      </p:to>
                                    </p:set>
                                    <p:anim calcmode="lin" valueType="num">
                                      <p:cBhvr>
                                        <p:cTn id="24" dur="500" fill="hold"/>
                                        <p:tgtEl>
                                          <p:spTgt spid="198659"/>
                                        </p:tgtEl>
                                        <p:attrNameLst>
                                          <p:attrName>ppt_x</p:attrName>
                                        </p:attrNameLst>
                                      </p:cBhvr>
                                      <p:tavLst>
                                        <p:tav tm="0">
                                          <p:val>
                                            <p:strVal val="#ppt_x"/>
                                          </p:val>
                                        </p:tav>
                                        <p:tav tm="100000">
                                          <p:val>
                                            <p:strVal val="#ppt_x"/>
                                          </p:val>
                                        </p:tav>
                                      </p:tavLst>
                                    </p:anim>
                                    <p:anim calcmode="lin" valueType="num">
                                      <p:cBhvr>
                                        <p:cTn id="25" dur="500" fill="hold"/>
                                        <p:tgtEl>
                                          <p:spTgt spid="198659"/>
                                        </p:tgtEl>
                                        <p:attrNameLst>
                                          <p:attrName>ppt_y</p:attrName>
                                        </p:attrNameLst>
                                      </p:cBhvr>
                                      <p:tavLst>
                                        <p:tav tm="0">
                                          <p:val>
                                            <p:strVal val="#ppt_y-#ppt_h/2"/>
                                          </p:val>
                                        </p:tav>
                                        <p:tav tm="100000">
                                          <p:val>
                                            <p:strVal val="#ppt_y"/>
                                          </p:val>
                                        </p:tav>
                                      </p:tavLst>
                                    </p:anim>
                                    <p:anim calcmode="lin" valueType="num">
                                      <p:cBhvr>
                                        <p:cTn id="26" dur="500" fill="hold"/>
                                        <p:tgtEl>
                                          <p:spTgt spid="198659"/>
                                        </p:tgtEl>
                                        <p:attrNameLst>
                                          <p:attrName>ppt_w</p:attrName>
                                        </p:attrNameLst>
                                      </p:cBhvr>
                                      <p:tavLst>
                                        <p:tav tm="0">
                                          <p:val>
                                            <p:strVal val="#ppt_w"/>
                                          </p:val>
                                        </p:tav>
                                        <p:tav tm="100000">
                                          <p:val>
                                            <p:strVal val="#ppt_w"/>
                                          </p:val>
                                        </p:tav>
                                      </p:tavLst>
                                    </p:anim>
                                    <p:anim calcmode="lin" valueType="num">
                                      <p:cBhvr>
                                        <p:cTn id="27" dur="500" fill="hold"/>
                                        <p:tgtEl>
                                          <p:spTgt spid="198659"/>
                                        </p:tgtEl>
                                        <p:attrNameLst>
                                          <p:attrName>ppt_h</p:attrName>
                                        </p:attrNameLst>
                                      </p:cBhvr>
                                      <p:tavLst>
                                        <p:tav tm="0">
                                          <p:val>
                                            <p:fltVal val="0"/>
                                          </p:val>
                                        </p:tav>
                                        <p:tav tm="100000">
                                          <p:val>
                                            <p:strVal val="#ppt_h"/>
                                          </p:val>
                                        </p:tav>
                                      </p:tavLst>
                                    </p:anim>
                                  </p:childTnLst>
                                </p:cTn>
                              </p:par>
                            </p:childTnLst>
                          </p:cTn>
                        </p:par>
                        <p:par>
                          <p:cTn id="28" fill="hold" nodeType="afterGroup">
                            <p:stCondLst>
                              <p:cond delay="500"/>
                            </p:stCondLst>
                            <p:childTnLst>
                              <p:par>
                                <p:cTn id="29" presetID="2" presetClass="entr" presetSubtype="8" fill="hold" grpId="0" nodeType="afterEffect">
                                  <p:stCondLst>
                                    <p:cond delay="0"/>
                                  </p:stCondLst>
                                  <p:childTnLst>
                                    <p:set>
                                      <p:cBhvr>
                                        <p:cTn id="30" dur="1" fill="hold">
                                          <p:stCondLst>
                                            <p:cond delay="0"/>
                                          </p:stCondLst>
                                        </p:cTn>
                                        <p:tgtEl>
                                          <p:spTgt spid="198658"/>
                                        </p:tgtEl>
                                        <p:attrNameLst>
                                          <p:attrName>style.visibility</p:attrName>
                                        </p:attrNameLst>
                                      </p:cBhvr>
                                      <p:to>
                                        <p:strVal val="visible"/>
                                      </p:to>
                                    </p:set>
                                    <p:anim calcmode="lin" valueType="num">
                                      <p:cBhvr additive="base">
                                        <p:cTn id="31" dur="500" fill="hold"/>
                                        <p:tgtEl>
                                          <p:spTgt spid="198658"/>
                                        </p:tgtEl>
                                        <p:attrNameLst>
                                          <p:attrName>ppt_x</p:attrName>
                                        </p:attrNameLst>
                                      </p:cBhvr>
                                      <p:tavLst>
                                        <p:tav tm="0">
                                          <p:val>
                                            <p:strVal val="0-#ppt_w/2"/>
                                          </p:val>
                                        </p:tav>
                                        <p:tav tm="100000">
                                          <p:val>
                                            <p:strVal val="#ppt_x"/>
                                          </p:val>
                                        </p:tav>
                                      </p:tavLst>
                                    </p:anim>
                                    <p:anim calcmode="lin" valueType="num">
                                      <p:cBhvr additive="base">
                                        <p:cTn id="32" dur="500" fill="hold"/>
                                        <p:tgtEl>
                                          <p:spTgt spid="19865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98663"/>
                                        </p:tgtEl>
                                        <p:attrNameLst>
                                          <p:attrName>style.visibility</p:attrName>
                                        </p:attrNameLst>
                                      </p:cBhvr>
                                      <p:to>
                                        <p:strVal val="visible"/>
                                      </p:to>
                                    </p:set>
                                    <p:anim calcmode="lin" valueType="num">
                                      <p:cBhvr additive="base">
                                        <p:cTn id="37" dur="500" fill="hold"/>
                                        <p:tgtEl>
                                          <p:spTgt spid="198663"/>
                                        </p:tgtEl>
                                        <p:attrNameLst>
                                          <p:attrName>ppt_x</p:attrName>
                                        </p:attrNameLst>
                                      </p:cBhvr>
                                      <p:tavLst>
                                        <p:tav tm="0">
                                          <p:val>
                                            <p:strVal val="1+#ppt_w/2"/>
                                          </p:val>
                                        </p:tav>
                                        <p:tav tm="100000">
                                          <p:val>
                                            <p:strVal val="#ppt_x"/>
                                          </p:val>
                                        </p:tav>
                                      </p:tavLst>
                                    </p:anim>
                                    <p:anim calcmode="lin" valueType="num">
                                      <p:cBhvr additive="base">
                                        <p:cTn id="38" dur="500" fill="hold"/>
                                        <p:tgtEl>
                                          <p:spTgt spid="19866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iterate type="wd">
                                    <p:tmPct val="100000"/>
                                  </p:iterate>
                                  <p:childTnLst>
                                    <p:set>
                                      <p:cBhvr>
                                        <p:cTn id="42" dur="1" fill="hold">
                                          <p:stCondLst>
                                            <p:cond delay="0"/>
                                          </p:stCondLst>
                                        </p:cTn>
                                        <p:tgtEl>
                                          <p:spTgt spid="198665"/>
                                        </p:tgtEl>
                                        <p:attrNameLst>
                                          <p:attrName>style.visibility</p:attrName>
                                        </p:attrNameLst>
                                      </p:cBhvr>
                                      <p:to>
                                        <p:strVal val="visible"/>
                                      </p:to>
                                    </p:set>
                                    <p:animEffect transition="in" filter="wipe(up)">
                                      <p:cBhvr>
                                        <p:cTn id="43" dur="300"/>
                                        <p:tgtEl>
                                          <p:spTgt spid="198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autoUpdateAnimBg="0"/>
      <p:bldP spid="198660" grpId="0" animBg="1" autoUpdateAnimBg="0"/>
      <p:bldP spid="198661" grpId="0" autoUpdateAnimBg="0"/>
      <p:bldP spid="198663" grpId="0" animBg="1" autoUpdateAnimBg="0"/>
      <p:bldP spid="198664" grpId="0" animBg="1"/>
      <p:bldP spid="198665"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p:cNvSpPr txBox="1">
            <a:spLocks noChangeArrowheads="1"/>
          </p:cNvSpPr>
          <p:nvPr/>
        </p:nvSpPr>
        <p:spPr bwMode="auto">
          <a:xfrm>
            <a:off x="0" y="76200"/>
            <a:ext cx="8286750" cy="668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2400">
                <a:latin typeface="Times New Roman" charset="0"/>
              </a:rPr>
              <a:t>   </a:t>
            </a:r>
            <a:r>
              <a:rPr kumimoji="1" lang="en-US" altLang="zh-CN" sz="2400" b="1">
                <a:latin typeface="Times New Roman" charset="0"/>
              </a:rPr>
              <a:t>   </a:t>
            </a:r>
            <a:r>
              <a:rPr kumimoji="1" lang="en-US" altLang="zh-CN" sz="3600" b="1">
                <a:solidFill>
                  <a:srgbClr val="800000"/>
                </a:solidFill>
                <a:latin typeface="Times New Roman" charset="0"/>
              </a:rPr>
              <a:t>typedef struct</a:t>
            </a:r>
            <a:r>
              <a:rPr kumimoji="1" lang="en-US" altLang="zh-CN" sz="3600">
                <a:solidFill>
                  <a:srgbClr val="800000"/>
                </a:solidFill>
                <a:latin typeface="Times New Roman" charset="0"/>
              </a:rPr>
              <a:t> </a:t>
            </a:r>
            <a:r>
              <a:rPr kumimoji="1" lang="en-US" altLang="zh-CN" sz="3600">
                <a:solidFill>
                  <a:srgbClr val="FF3300"/>
                </a:solidFill>
                <a:latin typeface="Times New Roman" charset="0"/>
              </a:rPr>
              <a:t>BPTNode</a:t>
            </a:r>
            <a:r>
              <a:rPr kumimoji="1" lang="en-US" altLang="zh-CN" sz="3600">
                <a:solidFill>
                  <a:srgbClr val="800000"/>
                </a:solidFill>
                <a:latin typeface="Times New Roman" charset="0"/>
              </a:rPr>
              <a:t> </a:t>
            </a:r>
            <a:r>
              <a:rPr kumimoji="1" lang="en-US" altLang="zh-CN" sz="3600" b="1">
                <a:solidFill>
                  <a:srgbClr val="800000"/>
                </a:solidFill>
                <a:latin typeface="Times New Roman" charset="0"/>
              </a:rPr>
              <a:t>{ </a:t>
            </a:r>
            <a:r>
              <a:rPr kumimoji="1" lang="en-US" altLang="zh-CN" sz="3600">
                <a:solidFill>
                  <a:srgbClr val="800000"/>
                </a:solidFill>
                <a:latin typeface="Times New Roman" charset="0"/>
              </a:rPr>
              <a:t>// </a:t>
            </a:r>
            <a:r>
              <a:rPr kumimoji="1" lang="zh-CN" altLang="en-US" sz="3600" b="1">
                <a:solidFill>
                  <a:srgbClr val="FF3300"/>
                </a:solidFill>
                <a:latin typeface="Times New Roman" charset="0"/>
                <a:ea typeface="楷体_GB2312" charset="0"/>
              </a:rPr>
              <a:t>结点结构</a:t>
            </a:r>
            <a:endParaRPr kumimoji="1" lang="zh-CN" altLang="en-US" sz="3600">
              <a:solidFill>
                <a:srgbClr val="800000"/>
              </a:solidFill>
              <a:latin typeface="Times New Roman" charset="0"/>
            </a:endParaRPr>
          </a:p>
          <a:p>
            <a:pPr>
              <a:lnSpc>
                <a:spcPct val="120000"/>
              </a:lnSpc>
            </a:pPr>
            <a:r>
              <a:rPr kumimoji="1" lang="zh-CN" altLang="en-US" sz="3600">
                <a:solidFill>
                  <a:srgbClr val="800000"/>
                </a:solidFill>
                <a:latin typeface="Times New Roman" charset="0"/>
              </a:rPr>
              <a:t>         </a:t>
            </a:r>
            <a:r>
              <a:rPr kumimoji="1" lang="en-US" altLang="zh-CN" sz="3600">
                <a:solidFill>
                  <a:srgbClr val="800000"/>
                </a:solidFill>
                <a:latin typeface="Times New Roman" charset="0"/>
              </a:rPr>
              <a:t>TElemType  data;</a:t>
            </a:r>
          </a:p>
          <a:p>
            <a:pPr>
              <a:lnSpc>
                <a:spcPct val="120000"/>
              </a:lnSpc>
            </a:pPr>
            <a:r>
              <a:rPr kumimoji="1" lang="en-US" altLang="zh-CN" sz="3600">
                <a:solidFill>
                  <a:srgbClr val="800000"/>
                </a:solidFill>
                <a:latin typeface="Times New Roman" charset="0"/>
              </a:rPr>
              <a:t>         </a:t>
            </a:r>
            <a:r>
              <a:rPr kumimoji="1" lang="en-US" altLang="zh-CN" sz="3600" b="1">
                <a:solidFill>
                  <a:srgbClr val="800000"/>
                </a:solidFill>
                <a:latin typeface="Times New Roman" charset="0"/>
              </a:rPr>
              <a:t>int</a:t>
            </a:r>
            <a:r>
              <a:rPr kumimoji="1" lang="en-US" altLang="zh-CN" sz="3600">
                <a:solidFill>
                  <a:srgbClr val="800000"/>
                </a:solidFill>
                <a:latin typeface="Times New Roman" charset="0"/>
              </a:rPr>
              <a:t>  </a:t>
            </a:r>
            <a:r>
              <a:rPr kumimoji="1" lang="en-US" altLang="zh-CN" sz="3600" b="1">
                <a:solidFill>
                  <a:srgbClr val="800000"/>
                </a:solidFill>
                <a:latin typeface="Times New Roman" charset="0"/>
              </a:rPr>
              <a:t>*</a:t>
            </a:r>
            <a:r>
              <a:rPr kumimoji="1" lang="en-US" altLang="zh-CN" sz="3600">
                <a:solidFill>
                  <a:srgbClr val="800000"/>
                </a:solidFill>
                <a:latin typeface="Times New Roman" charset="0"/>
              </a:rPr>
              <a:t>parent;     // </a:t>
            </a:r>
            <a:r>
              <a:rPr kumimoji="1" lang="zh-CN" altLang="en-US" sz="3600">
                <a:solidFill>
                  <a:srgbClr val="800000"/>
                </a:solidFill>
                <a:latin typeface="Times New Roman" charset="0"/>
                <a:ea typeface="楷体_GB2312" charset="0"/>
              </a:rPr>
              <a:t>指向双亲的指针</a:t>
            </a:r>
            <a:endParaRPr kumimoji="1" lang="zh-CN" altLang="en-US" sz="3600">
              <a:solidFill>
                <a:srgbClr val="800000"/>
              </a:solidFill>
              <a:latin typeface="Times New Roman" charset="0"/>
            </a:endParaRPr>
          </a:p>
          <a:p>
            <a:pPr>
              <a:lnSpc>
                <a:spcPct val="120000"/>
              </a:lnSpc>
            </a:pPr>
            <a:r>
              <a:rPr kumimoji="1" lang="zh-CN" altLang="en-US" sz="3600">
                <a:solidFill>
                  <a:srgbClr val="800000"/>
                </a:solidFill>
                <a:latin typeface="Times New Roman" charset="0"/>
              </a:rPr>
              <a:t>         </a:t>
            </a:r>
            <a:r>
              <a:rPr kumimoji="1" lang="en-US" altLang="zh-CN" sz="3600" b="1">
                <a:solidFill>
                  <a:srgbClr val="800000"/>
                </a:solidFill>
                <a:latin typeface="Times New Roman" charset="0"/>
              </a:rPr>
              <a:t>char  </a:t>
            </a:r>
            <a:r>
              <a:rPr kumimoji="1" lang="en-US" altLang="zh-CN" sz="3600">
                <a:solidFill>
                  <a:srgbClr val="800000"/>
                </a:solidFill>
                <a:latin typeface="Times New Roman" charset="0"/>
              </a:rPr>
              <a:t>LRTag;    // </a:t>
            </a:r>
            <a:r>
              <a:rPr kumimoji="1" lang="zh-CN" altLang="en-US" sz="3600">
                <a:solidFill>
                  <a:srgbClr val="800000"/>
                </a:solidFill>
                <a:latin typeface="Times New Roman" charset="0"/>
                <a:ea typeface="楷体_GB2312" charset="0"/>
              </a:rPr>
              <a:t>左、右孩子标志域</a:t>
            </a:r>
            <a:endParaRPr kumimoji="1" lang="zh-CN" altLang="en-US" sz="3600" b="1">
              <a:solidFill>
                <a:srgbClr val="800000"/>
              </a:solidFill>
              <a:latin typeface="Times New Roman" charset="0"/>
            </a:endParaRPr>
          </a:p>
          <a:p>
            <a:pPr>
              <a:lnSpc>
                <a:spcPct val="120000"/>
              </a:lnSpc>
            </a:pPr>
            <a:r>
              <a:rPr kumimoji="1" lang="zh-CN" altLang="en-US" sz="3600">
                <a:solidFill>
                  <a:srgbClr val="800000"/>
                </a:solidFill>
                <a:latin typeface="Times New Roman" charset="0"/>
              </a:rPr>
              <a:t>    </a:t>
            </a:r>
            <a:r>
              <a:rPr kumimoji="1" lang="en-US" altLang="zh-CN" sz="3600" b="1">
                <a:solidFill>
                  <a:srgbClr val="800000"/>
                </a:solidFill>
                <a:latin typeface="Times New Roman" charset="0"/>
              </a:rPr>
              <a:t>}</a:t>
            </a:r>
            <a:r>
              <a:rPr kumimoji="1" lang="en-US" altLang="zh-CN" sz="3600">
                <a:solidFill>
                  <a:srgbClr val="800000"/>
                </a:solidFill>
                <a:latin typeface="Times New Roman" charset="0"/>
              </a:rPr>
              <a:t> BPTNode</a:t>
            </a:r>
          </a:p>
          <a:p>
            <a:pPr>
              <a:lnSpc>
                <a:spcPct val="120000"/>
              </a:lnSpc>
            </a:pPr>
            <a:r>
              <a:rPr kumimoji="1" lang="en-US" altLang="zh-CN" sz="3600">
                <a:solidFill>
                  <a:srgbClr val="800000"/>
                </a:solidFill>
                <a:latin typeface="Times New Roman" charset="0"/>
              </a:rPr>
              <a:t>    </a:t>
            </a:r>
            <a:r>
              <a:rPr kumimoji="1" lang="en-US" altLang="zh-CN" sz="3600" b="1">
                <a:solidFill>
                  <a:srgbClr val="333399"/>
                </a:solidFill>
                <a:latin typeface="Times New Roman" charset="0"/>
              </a:rPr>
              <a:t>typedef struct </a:t>
            </a:r>
            <a:r>
              <a:rPr kumimoji="1" lang="en-US" altLang="zh-CN" sz="3600">
                <a:solidFill>
                  <a:srgbClr val="6600FF"/>
                </a:solidFill>
                <a:latin typeface="Times New Roman" charset="0"/>
              </a:rPr>
              <a:t>BPTree</a:t>
            </a:r>
            <a:r>
              <a:rPr kumimoji="1" lang="en-US" altLang="zh-CN" sz="3600" b="1">
                <a:solidFill>
                  <a:srgbClr val="333399"/>
                </a:solidFill>
                <a:latin typeface="Times New Roman" charset="0"/>
              </a:rPr>
              <a:t>{ </a:t>
            </a:r>
            <a:r>
              <a:rPr kumimoji="1" lang="en-US" altLang="zh-CN" sz="3600">
                <a:solidFill>
                  <a:srgbClr val="333399"/>
                </a:solidFill>
                <a:latin typeface="Times New Roman" charset="0"/>
              </a:rPr>
              <a:t>// </a:t>
            </a:r>
            <a:r>
              <a:rPr kumimoji="1" lang="zh-CN" altLang="en-US" sz="3600" b="1">
                <a:solidFill>
                  <a:srgbClr val="6600FF"/>
                </a:solidFill>
                <a:latin typeface="Times New Roman" charset="0"/>
                <a:ea typeface="楷体_GB2312" charset="0"/>
              </a:rPr>
              <a:t>树结构</a:t>
            </a:r>
            <a:endParaRPr kumimoji="1" lang="zh-CN" altLang="en-US" sz="3600" b="1">
              <a:solidFill>
                <a:srgbClr val="333399"/>
              </a:solidFill>
              <a:latin typeface="Times New Roman" charset="0"/>
            </a:endParaRPr>
          </a:p>
          <a:p>
            <a:pPr>
              <a:lnSpc>
                <a:spcPct val="120000"/>
              </a:lnSpc>
            </a:pPr>
            <a:r>
              <a:rPr kumimoji="1" lang="zh-CN" altLang="en-US" sz="3600" b="1">
                <a:solidFill>
                  <a:srgbClr val="333399"/>
                </a:solidFill>
                <a:latin typeface="Times New Roman" charset="0"/>
              </a:rPr>
              <a:t>         </a:t>
            </a:r>
            <a:r>
              <a:rPr kumimoji="1" lang="en-US" altLang="zh-CN" sz="3600">
                <a:solidFill>
                  <a:srgbClr val="333399"/>
                </a:solidFill>
                <a:latin typeface="Times New Roman" charset="0"/>
              </a:rPr>
              <a:t>BPTNode nodes[MAX_TREE_SIZE];</a:t>
            </a:r>
          </a:p>
          <a:p>
            <a:pPr>
              <a:lnSpc>
                <a:spcPct val="120000"/>
              </a:lnSpc>
            </a:pPr>
            <a:r>
              <a:rPr kumimoji="1" lang="en-US" altLang="zh-CN" sz="3600">
                <a:solidFill>
                  <a:srgbClr val="333399"/>
                </a:solidFill>
                <a:latin typeface="Times New Roman" charset="0"/>
              </a:rPr>
              <a:t>         </a:t>
            </a:r>
            <a:r>
              <a:rPr kumimoji="1" lang="en-US" altLang="zh-CN" sz="3600" b="1">
                <a:solidFill>
                  <a:srgbClr val="333399"/>
                </a:solidFill>
                <a:latin typeface="Times New Roman" charset="0"/>
              </a:rPr>
              <a:t>int</a:t>
            </a:r>
            <a:r>
              <a:rPr kumimoji="1" lang="en-US" altLang="zh-CN" sz="3600">
                <a:solidFill>
                  <a:srgbClr val="333399"/>
                </a:solidFill>
                <a:latin typeface="Times New Roman" charset="0"/>
              </a:rPr>
              <a:t>  num_node;     // </a:t>
            </a:r>
            <a:r>
              <a:rPr kumimoji="1" lang="zh-CN" altLang="en-US" sz="3600">
                <a:solidFill>
                  <a:srgbClr val="333399"/>
                </a:solidFill>
                <a:latin typeface="Times New Roman" charset="0"/>
                <a:ea typeface="楷体_GB2312" charset="0"/>
              </a:rPr>
              <a:t>结点数目</a:t>
            </a:r>
            <a:endParaRPr kumimoji="1" lang="zh-CN" altLang="en-US" sz="3600">
              <a:solidFill>
                <a:srgbClr val="333399"/>
              </a:solidFill>
              <a:latin typeface="Times New Roman" charset="0"/>
            </a:endParaRPr>
          </a:p>
          <a:p>
            <a:pPr>
              <a:lnSpc>
                <a:spcPct val="120000"/>
              </a:lnSpc>
            </a:pPr>
            <a:r>
              <a:rPr kumimoji="1" lang="zh-CN" altLang="en-US" sz="3600">
                <a:solidFill>
                  <a:srgbClr val="333399"/>
                </a:solidFill>
                <a:latin typeface="Times New Roman" charset="0"/>
              </a:rPr>
              <a:t>         </a:t>
            </a:r>
            <a:r>
              <a:rPr kumimoji="1" lang="en-US" altLang="zh-CN" sz="3600" b="1">
                <a:solidFill>
                  <a:srgbClr val="333399"/>
                </a:solidFill>
                <a:latin typeface="Times New Roman" charset="0"/>
              </a:rPr>
              <a:t>int</a:t>
            </a:r>
            <a:r>
              <a:rPr kumimoji="1" lang="en-US" altLang="zh-CN" sz="3600">
                <a:solidFill>
                  <a:srgbClr val="333399"/>
                </a:solidFill>
                <a:latin typeface="Times New Roman" charset="0"/>
              </a:rPr>
              <a:t>  root;                // </a:t>
            </a:r>
            <a:r>
              <a:rPr kumimoji="1" lang="zh-CN" altLang="zh-CN" sz="3600">
                <a:solidFill>
                  <a:srgbClr val="333399"/>
                </a:solidFill>
                <a:latin typeface="Times New Roman" charset="0"/>
                <a:ea typeface="楷体_GB2312" charset="0"/>
              </a:rPr>
              <a:t>根结点的位置</a:t>
            </a:r>
            <a:endParaRPr kumimoji="1" lang="zh-CN" altLang="en-US" sz="3600">
              <a:solidFill>
                <a:srgbClr val="333399"/>
              </a:solidFill>
              <a:latin typeface="Times New Roman" charset="0"/>
            </a:endParaRPr>
          </a:p>
          <a:p>
            <a:pPr>
              <a:lnSpc>
                <a:spcPct val="120000"/>
              </a:lnSpc>
            </a:pPr>
            <a:r>
              <a:rPr kumimoji="1" lang="zh-CN" altLang="en-US" sz="3600">
                <a:solidFill>
                  <a:srgbClr val="333399"/>
                </a:solidFill>
                <a:latin typeface="Times New Roman" charset="0"/>
              </a:rPr>
              <a:t>    </a:t>
            </a:r>
            <a:r>
              <a:rPr kumimoji="1" lang="en-US" altLang="zh-CN" sz="3600" b="1">
                <a:solidFill>
                  <a:srgbClr val="333399"/>
                </a:solidFill>
                <a:latin typeface="Times New Roman" charset="0"/>
              </a:rPr>
              <a:t>}</a:t>
            </a:r>
            <a:r>
              <a:rPr kumimoji="1" lang="en-US" altLang="zh-CN" sz="3600">
                <a:solidFill>
                  <a:srgbClr val="333399"/>
                </a:solidFill>
                <a:latin typeface="Times New Roman" charset="0"/>
              </a:rPr>
              <a:t> BPTree</a:t>
            </a:r>
            <a:endParaRPr kumimoji="1" lang="en-US" altLang="zh-CN" sz="2400">
              <a:solidFill>
                <a:srgbClr val="333399"/>
              </a:solidFill>
              <a:latin typeface="Times New Roman" charset="0"/>
            </a:endParaRPr>
          </a:p>
        </p:txBody>
      </p:sp>
      <p:sp>
        <p:nvSpPr>
          <p:cNvPr id="199683" name="AutoShape 3">
            <a:hlinkClick r:id="rId2"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31093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99682"/>
                                        </p:tgtEl>
                                        <p:attrNameLst>
                                          <p:attrName>style.visibility</p:attrName>
                                        </p:attrNameLst>
                                      </p:cBhvr>
                                      <p:to>
                                        <p:strVal val="visible"/>
                                      </p:to>
                                    </p:set>
                                    <p:animEffect transition="in" filter="barn(outVertical)">
                                      <p:cBhvr>
                                        <p:cTn id="7" dur="500"/>
                                        <p:tgtEl>
                                          <p:spTgt spid="199682"/>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99683"/>
                                        </p:tgtEl>
                                        <p:attrNameLst>
                                          <p:attrName>style.visibility</p:attrName>
                                        </p:attrNameLst>
                                      </p:cBhvr>
                                      <p:to>
                                        <p:strVal val="visible"/>
                                      </p:to>
                                    </p:set>
                                    <p:anim calcmode="lin" valueType="num">
                                      <p:cBhvr additive="base">
                                        <p:cTn id="11" dur="500" fill="hold"/>
                                        <p:tgtEl>
                                          <p:spTgt spid="199683"/>
                                        </p:tgtEl>
                                        <p:attrNameLst>
                                          <p:attrName>ppt_x</p:attrName>
                                        </p:attrNameLst>
                                      </p:cBhvr>
                                      <p:tavLst>
                                        <p:tav tm="0">
                                          <p:val>
                                            <p:strVal val="1+#ppt_w/2"/>
                                          </p:val>
                                        </p:tav>
                                        <p:tav tm="100000">
                                          <p:val>
                                            <p:strVal val="#ppt_x"/>
                                          </p:val>
                                        </p:tav>
                                      </p:tavLst>
                                    </p:anim>
                                    <p:anim calcmode="lin" valueType="num">
                                      <p:cBhvr additive="base">
                                        <p:cTn id="12" dur="500" fill="hold"/>
                                        <p:tgtEl>
                                          <p:spTgt spid="1996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autoUpdateAnimBg="0"/>
      <p:bldP spid="19968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p:cNvSpPr txBox="1">
            <a:spLocks noChangeArrowheads="1"/>
          </p:cNvSpPr>
          <p:nvPr/>
        </p:nvSpPr>
        <p:spPr bwMode="auto">
          <a:xfrm>
            <a:off x="762000" y="1638300"/>
            <a:ext cx="5791200" cy="3162300"/>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lnSpc>
                <a:spcPct val="120000"/>
              </a:lnSpc>
            </a:pPr>
            <a:r>
              <a:rPr kumimoji="1" lang="en-US" altLang="zh-CN" sz="7200" b="1">
                <a:solidFill>
                  <a:srgbClr val="008080"/>
                </a:solidFill>
                <a:latin typeface="Times New Roman" charset="0"/>
              </a:rPr>
              <a:t>6.4</a:t>
            </a:r>
          </a:p>
          <a:p>
            <a:pPr algn="ctr">
              <a:lnSpc>
                <a:spcPct val="120000"/>
              </a:lnSpc>
            </a:pPr>
            <a:r>
              <a:rPr kumimoji="1" lang="zh-CN" altLang="en-US" sz="7200" b="1">
                <a:solidFill>
                  <a:srgbClr val="008080"/>
                </a:solidFill>
                <a:latin typeface="Times New Roman" charset="0"/>
                <a:ea typeface="隶书" charset="0"/>
              </a:rPr>
              <a:t>二叉树的遍历</a:t>
            </a:r>
            <a:endParaRPr kumimoji="1" lang="zh-CN" altLang="en-US" sz="6000" b="1">
              <a:solidFill>
                <a:srgbClr val="008080"/>
              </a:solidFill>
              <a:latin typeface="Times New Roman" charset="0"/>
              <a:ea typeface="楷体_GB2312" charset="0"/>
            </a:endParaRPr>
          </a:p>
          <a:p>
            <a:pPr>
              <a:lnSpc>
                <a:spcPct val="120000"/>
              </a:lnSpc>
            </a:pPr>
            <a:endParaRPr kumimoji="1" lang="zh-CN" altLang="en-US" sz="2400">
              <a:latin typeface="Times New Roman" charset="0"/>
            </a:endParaRPr>
          </a:p>
        </p:txBody>
      </p:sp>
      <p:graphicFrame>
        <p:nvGraphicFramePr>
          <p:cNvPr id="200707" name="Object 3"/>
          <p:cNvGraphicFramePr>
            <a:graphicFrameLocks noChangeAspect="1"/>
          </p:cNvGraphicFramePr>
          <p:nvPr/>
        </p:nvGraphicFramePr>
        <p:xfrm>
          <a:off x="7018338" y="5068888"/>
          <a:ext cx="2125662" cy="1789112"/>
        </p:xfrm>
        <a:graphic>
          <a:graphicData uri="http://schemas.openxmlformats.org/presentationml/2006/ole">
            <mc:AlternateContent xmlns:mc="http://schemas.openxmlformats.org/markup-compatibility/2006">
              <mc:Choice xmlns:v="urn:schemas-microsoft-com:vml" Requires="v">
                <p:oleObj spid="_x0000_s829442" name="剪辑" r:id="rId3" imgW="3573360" imgH="3009240" progId="MS_ClipArt_Gallery.2">
                  <p:embed/>
                </p:oleObj>
              </mc:Choice>
              <mc:Fallback>
                <p:oleObj name="剪辑" r:id="rId3" imgW="3573360" imgH="300924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8338" y="5068888"/>
                        <a:ext cx="2125662" cy="178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7975753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a:hlinkClick r:id="" action="ppaction://hlinkshowjump?jump=nextslide" highlightClick="1"/>
          </p:cNvPr>
          <p:cNvSpPr txBox="1">
            <a:spLocks noChangeArrowheads="1"/>
          </p:cNvSpPr>
          <p:nvPr/>
        </p:nvSpPr>
        <p:spPr bwMode="auto">
          <a:xfrm>
            <a:off x="762000" y="1524000"/>
            <a:ext cx="41068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一、问题的提出</a:t>
            </a:r>
            <a:endParaRPr kumimoji="1" lang="zh-CN" altLang="en-US" sz="2400">
              <a:latin typeface="Times New Roman" charset="0"/>
            </a:endParaRPr>
          </a:p>
        </p:txBody>
      </p:sp>
      <p:sp>
        <p:nvSpPr>
          <p:cNvPr id="201731" name="Text Box 3">
            <a:hlinkClick r:id="rId2" action="ppaction://hlinksldjump" highlightClick="1"/>
          </p:cNvPr>
          <p:cNvSpPr txBox="1">
            <a:spLocks noChangeArrowheads="1"/>
          </p:cNvSpPr>
          <p:nvPr/>
        </p:nvSpPr>
        <p:spPr bwMode="auto">
          <a:xfrm>
            <a:off x="779463" y="2667000"/>
            <a:ext cx="634841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FFFFFF"/>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66"/>
                </a:solidFill>
                <a:latin typeface="Times New Roman" charset="0"/>
                <a:ea typeface="楷体_GB2312" charset="0"/>
              </a:rPr>
              <a:t>二、先左后右的遍历算法</a:t>
            </a:r>
            <a:endParaRPr kumimoji="1" lang="zh-CN" altLang="en-US" sz="2400">
              <a:solidFill>
                <a:srgbClr val="000066"/>
              </a:solidFill>
              <a:latin typeface="Times New Roman" charset="0"/>
            </a:endParaRPr>
          </a:p>
        </p:txBody>
      </p:sp>
      <p:sp>
        <p:nvSpPr>
          <p:cNvPr id="201732" name="Text Box 4">
            <a:hlinkClick r:id="rId3" action="ppaction://hlinksldjump"/>
          </p:cNvPr>
          <p:cNvSpPr txBox="1">
            <a:spLocks noChangeArrowheads="1"/>
          </p:cNvSpPr>
          <p:nvPr/>
        </p:nvSpPr>
        <p:spPr bwMode="auto">
          <a:xfrm>
            <a:off x="762000" y="3657600"/>
            <a:ext cx="52276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三、算法的递归描述</a:t>
            </a:r>
            <a:endParaRPr kumimoji="1" lang="zh-CN" altLang="en-US" sz="2400">
              <a:latin typeface="Times New Roman" charset="0"/>
            </a:endParaRPr>
          </a:p>
        </p:txBody>
      </p:sp>
      <p:sp>
        <p:nvSpPr>
          <p:cNvPr id="201733" name="Text Box 5">
            <a:hlinkClick r:id="rId4" action="ppaction://hlinksldjump"/>
          </p:cNvPr>
          <p:cNvSpPr txBox="1">
            <a:spLocks noChangeArrowheads="1"/>
          </p:cNvSpPr>
          <p:nvPr/>
        </p:nvSpPr>
        <p:spPr bwMode="auto">
          <a:xfrm>
            <a:off x="762000" y="4648200"/>
            <a:ext cx="63484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66"/>
                </a:solidFill>
                <a:latin typeface="Times New Roman" charset="0"/>
                <a:ea typeface="楷体_GB2312" charset="0"/>
              </a:rPr>
              <a:t>四、</a:t>
            </a:r>
            <a:r>
              <a:rPr kumimoji="1" lang="zh-CN" altLang="en-US" sz="4400" b="1">
                <a:solidFill>
                  <a:srgbClr val="0000FF"/>
                </a:solidFill>
                <a:latin typeface="楷体_GB2312" charset="0"/>
                <a:ea typeface="楷体_GB2312" charset="0"/>
              </a:rPr>
              <a:t>遍历算法的应用举例</a:t>
            </a:r>
            <a:endParaRPr kumimoji="1" lang="zh-CN" altLang="en-US" sz="4400" b="1">
              <a:solidFill>
                <a:srgbClr val="000066"/>
              </a:solidFill>
              <a:latin typeface="Times New Roman" charset="0"/>
              <a:ea typeface="楷体_GB2312" charset="0"/>
            </a:endParaRPr>
          </a:p>
        </p:txBody>
      </p:sp>
      <p:sp>
        <p:nvSpPr>
          <p:cNvPr id="201734" name="Text Box 6">
            <a:hlinkClick r:id="rId5" action="ppaction://hlinksldjump"/>
          </p:cNvPr>
          <p:cNvSpPr txBox="1">
            <a:spLocks noChangeArrowheads="1"/>
          </p:cNvSpPr>
          <p:nvPr/>
        </p:nvSpPr>
        <p:spPr bwMode="auto">
          <a:xfrm>
            <a:off x="784225" y="5562600"/>
            <a:ext cx="6907213"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五</a:t>
            </a:r>
            <a:r>
              <a:rPr kumimoji="1" lang="zh-CN" altLang="en-US" sz="4400">
                <a:solidFill>
                  <a:srgbClr val="0000FF"/>
                </a:solidFill>
                <a:latin typeface="Times New Roman" charset="0"/>
                <a:ea typeface="楷体_GB2312" charset="0"/>
              </a:rPr>
              <a:t>、</a:t>
            </a:r>
            <a:r>
              <a:rPr kumimoji="1" lang="zh-CN" altLang="en-US" sz="4400" b="1">
                <a:solidFill>
                  <a:srgbClr val="000066"/>
                </a:solidFill>
                <a:latin typeface="Times New Roman" charset="0"/>
                <a:ea typeface="楷体_GB2312" charset="0"/>
              </a:rPr>
              <a:t>遍历算法的非递归描述</a:t>
            </a:r>
          </a:p>
          <a:p>
            <a:endParaRPr kumimoji="1" lang="zh-CN" altLang="en-US" sz="2400">
              <a:latin typeface="Times New Roman" charset="0"/>
            </a:endParaRPr>
          </a:p>
        </p:txBody>
      </p:sp>
    </p:spTree>
    <p:extLst>
      <p:ext uri="{BB962C8B-B14F-4D97-AF65-F5344CB8AC3E}">
        <p14:creationId xmlns:p14="http://schemas.microsoft.com/office/powerpoint/2010/main" val="6398626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500"/>
                                        <p:tgtEl>
                                          <p:spTgt spid="201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1731"/>
                                        </p:tgtEl>
                                        <p:attrNameLst>
                                          <p:attrName>style.visibility</p:attrName>
                                        </p:attrNameLst>
                                      </p:cBhvr>
                                      <p:to>
                                        <p:strVal val="visible"/>
                                      </p:to>
                                    </p:set>
                                    <p:animEffect transition="in" filter="wipe(left)">
                                      <p:cBhvr>
                                        <p:cTn id="12" dur="500"/>
                                        <p:tgtEl>
                                          <p:spTgt spid="201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1732"/>
                                        </p:tgtEl>
                                        <p:attrNameLst>
                                          <p:attrName>style.visibility</p:attrName>
                                        </p:attrNameLst>
                                      </p:cBhvr>
                                      <p:to>
                                        <p:strVal val="visible"/>
                                      </p:to>
                                    </p:set>
                                    <p:animEffect transition="in" filter="wipe(left)">
                                      <p:cBhvr>
                                        <p:cTn id="17" dur="500"/>
                                        <p:tgtEl>
                                          <p:spTgt spid="201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1733"/>
                                        </p:tgtEl>
                                        <p:attrNameLst>
                                          <p:attrName>style.visibility</p:attrName>
                                        </p:attrNameLst>
                                      </p:cBhvr>
                                      <p:to>
                                        <p:strVal val="visible"/>
                                      </p:to>
                                    </p:set>
                                    <p:animEffect transition="in" filter="wipe(left)">
                                      <p:cBhvr>
                                        <p:cTn id="22" dur="500"/>
                                        <p:tgtEl>
                                          <p:spTgt spid="2017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734"/>
                                        </p:tgtEl>
                                        <p:attrNameLst>
                                          <p:attrName>style.visibility</p:attrName>
                                        </p:attrNameLst>
                                      </p:cBhvr>
                                      <p:to>
                                        <p:strVal val="visible"/>
                                      </p:to>
                                    </p:set>
                                    <p:animEffect transition="in" filter="wipe(left)">
                                      <p:cBhvr>
                                        <p:cTn id="27" dur="500"/>
                                        <p:tgtEl>
                                          <p:spTgt spid="201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autoUpdateAnimBg="0"/>
      <p:bldP spid="201731" grpId="0" autoUpdateAnimBg="0"/>
      <p:bldP spid="201732" grpId="0" autoUpdateAnimBg="0"/>
      <p:bldP spid="201733" grpId="0" autoUpdateAnimBg="0"/>
      <p:bldP spid="20173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2"/>
          <p:cNvSpPr txBox="1">
            <a:spLocks noChangeArrowheads="1"/>
          </p:cNvSpPr>
          <p:nvPr/>
        </p:nvSpPr>
        <p:spPr bwMode="auto">
          <a:xfrm>
            <a:off x="381000" y="1676400"/>
            <a:ext cx="876300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a:latin typeface="Times New Roman" charset="0"/>
                <a:ea typeface="楷体_GB2312" charset="0"/>
              </a:rPr>
              <a:t>        </a:t>
            </a:r>
            <a:r>
              <a:rPr kumimoji="1" lang="zh-CN" altLang="en-US" sz="4000">
                <a:solidFill>
                  <a:srgbClr val="333399"/>
                </a:solidFill>
                <a:latin typeface="Times New Roman" charset="0"/>
                <a:ea typeface="楷体_GB2312" charset="0"/>
              </a:rPr>
              <a:t>顺着某一条搜索路径</a:t>
            </a:r>
            <a:r>
              <a:rPr kumimoji="1" lang="zh-CN" altLang="en-US" sz="4000" b="1">
                <a:solidFill>
                  <a:srgbClr val="6600FF"/>
                </a:solidFill>
                <a:latin typeface="Times New Roman" charset="0"/>
                <a:ea typeface="楷体_GB2312" charset="0"/>
              </a:rPr>
              <a:t>巡访</a:t>
            </a:r>
            <a:r>
              <a:rPr kumimoji="1" lang="zh-CN" altLang="en-US" sz="4000">
                <a:solidFill>
                  <a:srgbClr val="333399"/>
                </a:solidFill>
                <a:latin typeface="Times New Roman" charset="0"/>
                <a:ea typeface="楷体_GB2312" charset="0"/>
              </a:rPr>
              <a:t>二叉树</a:t>
            </a:r>
          </a:p>
          <a:p>
            <a:pPr>
              <a:lnSpc>
                <a:spcPct val="120000"/>
              </a:lnSpc>
            </a:pPr>
            <a:r>
              <a:rPr kumimoji="1" lang="zh-CN" altLang="en-US" sz="4000">
                <a:solidFill>
                  <a:srgbClr val="333399"/>
                </a:solidFill>
                <a:latin typeface="Times New Roman" charset="0"/>
                <a:ea typeface="楷体_GB2312" charset="0"/>
              </a:rPr>
              <a:t>中的结点，使得每个结点</a:t>
            </a:r>
            <a:r>
              <a:rPr kumimoji="1" lang="zh-CN" altLang="en-US" sz="4000" b="1">
                <a:solidFill>
                  <a:srgbClr val="6600FF"/>
                </a:solidFill>
                <a:latin typeface="Times New Roman" charset="0"/>
                <a:ea typeface="楷体_GB2312" charset="0"/>
              </a:rPr>
              <a:t>均被访问一</a:t>
            </a:r>
            <a:endParaRPr kumimoji="1" lang="zh-CN" altLang="en-US" sz="4000">
              <a:solidFill>
                <a:srgbClr val="333399"/>
              </a:solidFill>
              <a:latin typeface="Times New Roman" charset="0"/>
              <a:ea typeface="楷体_GB2312" charset="0"/>
            </a:endParaRPr>
          </a:p>
          <a:p>
            <a:pPr>
              <a:lnSpc>
                <a:spcPct val="120000"/>
              </a:lnSpc>
            </a:pPr>
            <a:r>
              <a:rPr kumimoji="1" lang="zh-CN" altLang="en-US" sz="4000" b="1">
                <a:solidFill>
                  <a:srgbClr val="6600FF"/>
                </a:solidFill>
                <a:latin typeface="Times New Roman" charset="0"/>
                <a:ea typeface="楷体_GB2312" charset="0"/>
              </a:rPr>
              <a:t>次</a:t>
            </a:r>
            <a:r>
              <a:rPr kumimoji="1" lang="zh-CN" altLang="en-US" sz="4000">
                <a:solidFill>
                  <a:srgbClr val="333399"/>
                </a:solidFill>
                <a:latin typeface="Times New Roman" charset="0"/>
                <a:ea typeface="楷体_GB2312" charset="0"/>
              </a:rPr>
              <a:t>，而且</a:t>
            </a:r>
            <a:r>
              <a:rPr kumimoji="1" lang="zh-CN" altLang="en-US" sz="4000" b="1">
                <a:solidFill>
                  <a:srgbClr val="6600FF"/>
                </a:solidFill>
                <a:latin typeface="Times New Roman" charset="0"/>
                <a:ea typeface="楷体_GB2312" charset="0"/>
              </a:rPr>
              <a:t>仅被访问一次</a:t>
            </a:r>
            <a:r>
              <a:rPr kumimoji="1" lang="zh-CN" altLang="en-US" sz="4000">
                <a:solidFill>
                  <a:srgbClr val="333399"/>
                </a:solidFill>
                <a:latin typeface="Times New Roman" charset="0"/>
                <a:ea typeface="楷体_GB2312" charset="0"/>
              </a:rPr>
              <a:t>。</a:t>
            </a:r>
          </a:p>
        </p:txBody>
      </p:sp>
      <p:sp>
        <p:nvSpPr>
          <p:cNvPr id="202755" name="Text Box 3"/>
          <p:cNvSpPr txBox="1">
            <a:spLocks noChangeArrowheads="1"/>
          </p:cNvSpPr>
          <p:nvPr/>
        </p:nvSpPr>
        <p:spPr bwMode="auto">
          <a:xfrm>
            <a:off x="1447800" y="228600"/>
            <a:ext cx="41068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一、问题的提出</a:t>
            </a:r>
          </a:p>
        </p:txBody>
      </p:sp>
      <p:sp>
        <p:nvSpPr>
          <p:cNvPr id="202756" name="Text Box 4"/>
          <p:cNvSpPr txBox="1">
            <a:spLocks noChangeArrowheads="1"/>
          </p:cNvSpPr>
          <p:nvPr/>
        </p:nvSpPr>
        <p:spPr bwMode="auto">
          <a:xfrm>
            <a:off x="498475" y="4251325"/>
            <a:ext cx="826452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a:latin typeface="Times New Roman" charset="0"/>
                <a:ea typeface="楷体_GB2312" charset="0"/>
              </a:rPr>
              <a:t>“</a:t>
            </a:r>
            <a:r>
              <a:rPr kumimoji="1" lang="zh-CN" altLang="en-US" sz="4000" b="1">
                <a:solidFill>
                  <a:srgbClr val="CC3300"/>
                </a:solidFill>
                <a:latin typeface="Times New Roman" charset="0"/>
                <a:ea typeface="幼圆" charset="0"/>
              </a:rPr>
              <a:t>访问</a:t>
            </a:r>
            <a:r>
              <a:rPr kumimoji="1" lang="zh-CN" altLang="en-US" sz="4000">
                <a:latin typeface="Times New Roman" charset="0"/>
                <a:ea typeface="楷体_GB2312" charset="0"/>
              </a:rPr>
              <a:t>”的含义可以很广，如：输出结</a:t>
            </a:r>
          </a:p>
          <a:p>
            <a:pPr>
              <a:lnSpc>
                <a:spcPct val="120000"/>
              </a:lnSpc>
            </a:pPr>
            <a:r>
              <a:rPr kumimoji="1" lang="zh-CN" altLang="en-US" sz="4000">
                <a:latin typeface="Times New Roman" charset="0"/>
                <a:ea typeface="楷体_GB2312" charset="0"/>
              </a:rPr>
              <a:t>点的信息等。</a:t>
            </a:r>
            <a:endParaRPr kumimoji="1" lang="zh-CN" altLang="en-US" sz="4000">
              <a:latin typeface="Times New Roman" charset="0"/>
            </a:endParaRPr>
          </a:p>
          <a:p>
            <a:endParaRPr kumimoji="1" lang="zh-CN" altLang="en-US" sz="2400">
              <a:latin typeface="Times New Roman" charset="0"/>
            </a:endParaRPr>
          </a:p>
        </p:txBody>
      </p:sp>
    </p:spTree>
    <p:extLst>
      <p:ext uri="{BB962C8B-B14F-4D97-AF65-F5344CB8AC3E}">
        <p14:creationId xmlns:p14="http://schemas.microsoft.com/office/powerpoint/2010/main" val="129819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02754"/>
                                        </p:tgtEl>
                                        <p:attrNameLst>
                                          <p:attrName>style.visibility</p:attrName>
                                        </p:attrNameLst>
                                      </p:cBhvr>
                                      <p:to>
                                        <p:strVal val="visible"/>
                                      </p:to>
                                    </p:set>
                                    <p:anim calcmode="lin" valueType="num">
                                      <p:cBhvr>
                                        <p:cTn id="7" dur="500" fill="hold"/>
                                        <p:tgtEl>
                                          <p:spTgt spid="202754"/>
                                        </p:tgtEl>
                                        <p:attrNameLst>
                                          <p:attrName>ppt_w</p:attrName>
                                        </p:attrNameLst>
                                      </p:cBhvr>
                                      <p:tavLst>
                                        <p:tav tm="0">
                                          <p:val>
                                            <p:fltVal val="0"/>
                                          </p:val>
                                        </p:tav>
                                        <p:tav tm="100000">
                                          <p:val>
                                            <p:strVal val="#ppt_w"/>
                                          </p:val>
                                        </p:tav>
                                      </p:tavLst>
                                    </p:anim>
                                    <p:anim calcmode="lin" valueType="num">
                                      <p:cBhvr>
                                        <p:cTn id="8" dur="500" fill="hold"/>
                                        <p:tgtEl>
                                          <p:spTgt spid="20275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2756"/>
                                        </p:tgtEl>
                                        <p:attrNameLst>
                                          <p:attrName>style.visibility</p:attrName>
                                        </p:attrNameLst>
                                      </p:cBhvr>
                                      <p:to>
                                        <p:strVal val="visible"/>
                                      </p:to>
                                    </p:set>
                                    <p:anim calcmode="lin" valueType="num">
                                      <p:cBhvr additive="base">
                                        <p:cTn id="13" dur="500" fill="hold"/>
                                        <p:tgtEl>
                                          <p:spTgt spid="202756"/>
                                        </p:tgtEl>
                                        <p:attrNameLst>
                                          <p:attrName>ppt_x</p:attrName>
                                        </p:attrNameLst>
                                      </p:cBhvr>
                                      <p:tavLst>
                                        <p:tav tm="0">
                                          <p:val>
                                            <p:strVal val="0-#ppt_w/2"/>
                                          </p:val>
                                        </p:tav>
                                        <p:tav tm="100000">
                                          <p:val>
                                            <p:strVal val="#ppt_x"/>
                                          </p:val>
                                        </p:tav>
                                      </p:tavLst>
                                    </p:anim>
                                    <p:anim calcmode="lin" valueType="num">
                                      <p:cBhvr additive="base">
                                        <p:cTn id="14" dur="500" fill="hold"/>
                                        <p:tgtEl>
                                          <p:spTgt spid="202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autoUpdateAnimBg="0"/>
      <p:bldP spid="20275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2"/>
          <p:cNvSpPr txBox="1">
            <a:spLocks noChangeArrowheads="1"/>
          </p:cNvSpPr>
          <p:nvPr/>
        </p:nvSpPr>
        <p:spPr bwMode="auto">
          <a:xfrm>
            <a:off x="533400" y="774700"/>
            <a:ext cx="8143875"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kumimoji="1" lang="en-US" altLang="zh-CN" sz="4000">
                <a:latin typeface="Times New Roman" charset="0"/>
                <a:ea typeface="楷体_GB2312" charset="0"/>
              </a:rPr>
              <a:t>       </a:t>
            </a:r>
            <a:r>
              <a:rPr kumimoji="1" lang="en-US" altLang="zh-CN" sz="4000">
                <a:solidFill>
                  <a:srgbClr val="800000"/>
                </a:solidFill>
                <a:latin typeface="Times New Roman" charset="0"/>
                <a:ea typeface="楷体_GB2312" charset="0"/>
              </a:rPr>
              <a:t>“</a:t>
            </a:r>
            <a:r>
              <a:rPr kumimoji="1" lang="zh-CN" altLang="en-US" sz="4000" b="1">
                <a:solidFill>
                  <a:srgbClr val="CC3300"/>
                </a:solidFill>
                <a:latin typeface="Times New Roman" charset="0"/>
                <a:ea typeface="隶书" charset="0"/>
              </a:rPr>
              <a:t>遍历</a:t>
            </a:r>
            <a:r>
              <a:rPr kumimoji="1" lang="zh-CN" altLang="en-US" sz="4000">
                <a:solidFill>
                  <a:srgbClr val="800000"/>
                </a:solidFill>
                <a:latin typeface="Times New Roman" charset="0"/>
                <a:ea typeface="楷体_GB2312" charset="0"/>
              </a:rPr>
              <a:t>”是任何类型均有的操作，</a:t>
            </a:r>
          </a:p>
          <a:p>
            <a:pPr>
              <a:lnSpc>
                <a:spcPct val="140000"/>
              </a:lnSpc>
            </a:pPr>
            <a:r>
              <a:rPr kumimoji="1" lang="zh-CN" altLang="en-US" sz="4000">
                <a:solidFill>
                  <a:srgbClr val="800000"/>
                </a:solidFill>
                <a:latin typeface="Times New Roman" charset="0"/>
                <a:ea typeface="楷体_GB2312" charset="0"/>
              </a:rPr>
              <a:t>对线性结构而言，只有一条搜索路</a:t>
            </a:r>
          </a:p>
          <a:p>
            <a:pPr>
              <a:lnSpc>
                <a:spcPct val="140000"/>
              </a:lnSpc>
            </a:pPr>
            <a:r>
              <a:rPr kumimoji="1" lang="zh-CN" altLang="en-US" sz="4000">
                <a:solidFill>
                  <a:srgbClr val="800000"/>
                </a:solidFill>
                <a:latin typeface="Times New Roman" charset="0"/>
                <a:ea typeface="楷体_GB2312" charset="0"/>
              </a:rPr>
              <a:t>径</a:t>
            </a:r>
            <a:r>
              <a:rPr kumimoji="1" lang="en-US" altLang="zh-CN" sz="4000">
                <a:solidFill>
                  <a:srgbClr val="800000"/>
                </a:solidFill>
                <a:latin typeface="Times New Roman" charset="0"/>
                <a:ea typeface="楷体_GB2312" charset="0"/>
              </a:rPr>
              <a:t>(</a:t>
            </a:r>
            <a:r>
              <a:rPr kumimoji="1" lang="zh-CN" altLang="en-US" sz="4000">
                <a:solidFill>
                  <a:srgbClr val="800000"/>
                </a:solidFill>
                <a:latin typeface="Times New Roman" charset="0"/>
                <a:ea typeface="楷体_GB2312" charset="0"/>
              </a:rPr>
              <a:t>因为每个结点均只有一个后继</a:t>
            </a:r>
            <a:r>
              <a:rPr kumimoji="1" lang="en-US" altLang="zh-CN" sz="4000">
                <a:solidFill>
                  <a:srgbClr val="800000"/>
                </a:solidFill>
                <a:latin typeface="Times New Roman" charset="0"/>
                <a:ea typeface="楷体_GB2312" charset="0"/>
              </a:rPr>
              <a:t>)</a:t>
            </a:r>
            <a:r>
              <a:rPr kumimoji="1" lang="zh-CN" altLang="en-US" sz="4000">
                <a:solidFill>
                  <a:srgbClr val="800000"/>
                </a:solidFill>
                <a:latin typeface="Times New Roman" charset="0"/>
                <a:ea typeface="楷体_GB2312" charset="0"/>
              </a:rPr>
              <a:t>，</a:t>
            </a:r>
          </a:p>
          <a:p>
            <a:pPr>
              <a:lnSpc>
                <a:spcPct val="140000"/>
              </a:lnSpc>
            </a:pPr>
            <a:r>
              <a:rPr kumimoji="1" lang="zh-CN" altLang="en-US" sz="4000">
                <a:solidFill>
                  <a:srgbClr val="800000"/>
                </a:solidFill>
                <a:latin typeface="Times New Roman" charset="0"/>
                <a:ea typeface="楷体_GB2312" charset="0"/>
              </a:rPr>
              <a:t>故不需要另加讨论。而二叉树是非</a:t>
            </a:r>
          </a:p>
          <a:p>
            <a:pPr>
              <a:lnSpc>
                <a:spcPct val="140000"/>
              </a:lnSpc>
            </a:pPr>
            <a:r>
              <a:rPr kumimoji="1" lang="zh-CN" altLang="en-US" sz="4000">
                <a:solidFill>
                  <a:srgbClr val="800000"/>
                </a:solidFill>
                <a:latin typeface="Times New Roman" charset="0"/>
                <a:ea typeface="楷体_GB2312" charset="0"/>
              </a:rPr>
              <a:t>线性结构，</a:t>
            </a:r>
            <a:endParaRPr kumimoji="1" lang="zh-CN" altLang="en-US" sz="4000">
              <a:solidFill>
                <a:srgbClr val="800000"/>
              </a:solidFill>
              <a:latin typeface="Times New Roman" charset="0"/>
            </a:endParaRPr>
          </a:p>
        </p:txBody>
      </p:sp>
      <p:sp>
        <p:nvSpPr>
          <p:cNvPr id="203779" name="Text Box 3"/>
          <p:cNvSpPr txBox="1">
            <a:spLocks noChangeArrowheads="1"/>
          </p:cNvSpPr>
          <p:nvPr/>
        </p:nvSpPr>
        <p:spPr bwMode="auto">
          <a:xfrm>
            <a:off x="533400" y="4203700"/>
            <a:ext cx="794543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kumimoji="1" lang="en-US" altLang="zh-CN" sz="4000" b="1">
                <a:solidFill>
                  <a:srgbClr val="800000"/>
                </a:solidFill>
                <a:latin typeface="Times New Roman" charset="0"/>
                <a:ea typeface="楷体_GB2312" charset="0"/>
              </a:rPr>
              <a:t>                     </a:t>
            </a:r>
            <a:r>
              <a:rPr kumimoji="1" lang="zh-CN" altLang="en-US" sz="4000" b="1">
                <a:solidFill>
                  <a:srgbClr val="800000"/>
                </a:solidFill>
                <a:latin typeface="Times New Roman" charset="0"/>
                <a:ea typeface="楷体_GB2312" charset="0"/>
              </a:rPr>
              <a:t>每个结点有两个后继</a:t>
            </a:r>
            <a:r>
              <a:rPr kumimoji="1" lang="zh-CN" altLang="en-US" sz="4000">
                <a:solidFill>
                  <a:srgbClr val="800000"/>
                </a:solidFill>
                <a:latin typeface="Times New Roman" charset="0"/>
                <a:ea typeface="楷体_GB2312" charset="0"/>
              </a:rPr>
              <a:t>，</a:t>
            </a:r>
          </a:p>
          <a:p>
            <a:pPr>
              <a:lnSpc>
                <a:spcPct val="140000"/>
              </a:lnSpc>
            </a:pPr>
            <a:r>
              <a:rPr kumimoji="1" lang="zh-CN" altLang="en-US" sz="4000">
                <a:solidFill>
                  <a:srgbClr val="800000"/>
                </a:solidFill>
                <a:latin typeface="Times New Roman" charset="0"/>
                <a:ea typeface="楷体_GB2312" charset="0"/>
              </a:rPr>
              <a:t>则 </a:t>
            </a:r>
            <a:r>
              <a:rPr kumimoji="1" lang="zh-CN" altLang="en-US" sz="4000" b="1">
                <a:solidFill>
                  <a:srgbClr val="800000"/>
                </a:solidFill>
                <a:latin typeface="Times New Roman" charset="0"/>
                <a:ea typeface="楷体_GB2312" charset="0"/>
              </a:rPr>
              <a:t>存在如何遍历</a:t>
            </a:r>
            <a:r>
              <a:rPr kumimoji="1" lang="zh-CN" altLang="en-US" sz="4000">
                <a:solidFill>
                  <a:srgbClr val="800000"/>
                </a:solidFill>
                <a:latin typeface="Times New Roman" charset="0"/>
                <a:ea typeface="楷体_GB2312" charset="0"/>
              </a:rPr>
              <a:t>即按什么样的</a:t>
            </a:r>
            <a:r>
              <a:rPr kumimoji="1" lang="zh-CN" altLang="en-US" sz="4000" b="1">
                <a:solidFill>
                  <a:srgbClr val="FF3300"/>
                </a:solidFill>
                <a:latin typeface="Times New Roman" charset="0"/>
                <a:ea typeface="楷体_GB2312" charset="0"/>
              </a:rPr>
              <a:t>搜索</a:t>
            </a:r>
            <a:endParaRPr kumimoji="1" lang="zh-CN" altLang="en-US" sz="4000">
              <a:solidFill>
                <a:srgbClr val="800000"/>
              </a:solidFill>
              <a:latin typeface="Times New Roman" charset="0"/>
              <a:ea typeface="楷体_GB2312" charset="0"/>
            </a:endParaRPr>
          </a:p>
          <a:p>
            <a:pPr>
              <a:lnSpc>
                <a:spcPct val="140000"/>
              </a:lnSpc>
            </a:pPr>
            <a:r>
              <a:rPr kumimoji="1" lang="zh-CN" altLang="en-US" sz="4000" b="1">
                <a:solidFill>
                  <a:srgbClr val="FF3300"/>
                </a:solidFill>
                <a:latin typeface="Times New Roman" charset="0"/>
                <a:ea typeface="楷体_GB2312" charset="0"/>
              </a:rPr>
              <a:t>路径</a:t>
            </a:r>
            <a:r>
              <a:rPr kumimoji="1" lang="zh-CN" altLang="en-US" sz="4000">
                <a:solidFill>
                  <a:srgbClr val="800000"/>
                </a:solidFill>
                <a:latin typeface="Times New Roman" charset="0"/>
                <a:ea typeface="楷体_GB2312" charset="0"/>
              </a:rPr>
              <a:t>遍历的问题。</a:t>
            </a:r>
            <a:endParaRPr kumimoji="1" lang="zh-CN" altLang="en-US" sz="2400">
              <a:latin typeface="Times New Roman" charset="0"/>
            </a:endParaRPr>
          </a:p>
        </p:txBody>
      </p:sp>
    </p:spTree>
    <p:extLst>
      <p:ext uri="{BB962C8B-B14F-4D97-AF65-F5344CB8AC3E}">
        <p14:creationId xmlns:p14="http://schemas.microsoft.com/office/powerpoint/2010/main" val="18037571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03779"/>
                                        </p:tgtEl>
                                        <p:attrNameLst>
                                          <p:attrName>style.visibility</p:attrName>
                                        </p:attrNameLst>
                                      </p:cBhvr>
                                      <p:to>
                                        <p:strVal val="visible"/>
                                      </p:to>
                                    </p:set>
                                    <p:animEffect transition="in" filter="wipe(left)">
                                      <p:cBhvr>
                                        <p:cTn id="7" dur="300"/>
                                        <p:tgtEl>
                                          <p:spTgt spid="203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p:cNvSpPr>
            <a:spLocks noGrp="1" noChangeArrowheads="1"/>
          </p:cNvSpPr>
          <p:nvPr>
            <p:ph type="title" idx="4294967295"/>
          </p:nvPr>
        </p:nvSpPr>
        <p:spPr>
          <a:xfrm>
            <a:off x="685800" y="762000"/>
            <a:ext cx="7772400" cy="1752600"/>
          </a:xfrm>
        </p:spPr>
        <p:txBody>
          <a:bodyPr/>
          <a:lstStyle/>
          <a:p>
            <a:pPr algn="just">
              <a:lnSpc>
                <a:spcPct val="110000"/>
              </a:lnSpc>
            </a:pPr>
            <a:r>
              <a:rPr lang="en-US" altLang="zh-CN" b="0">
                <a:solidFill>
                  <a:srgbClr val="003300"/>
                </a:solidFill>
                <a:ea typeface="楷体_GB2312" charset="0"/>
              </a:rPr>
              <a:t>      </a:t>
            </a:r>
            <a:r>
              <a:rPr lang="zh-CN" altLang="en-US" b="0">
                <a:solidFill>
                  <a:srgbClr val="003300"/>
                </a:solidFill>
                <a:ea typeface="楷体_GB2312" charset="0"/>
              </a:rPr>
              <a:t>对“二叉树”而言，可以有三条搜索路径：</a:t>
            </a:r>
            <a:endParaRPr lang="zh-CN" altLang="en-US">
              <a:ea typeface="楷体_GB2312" charset="0"/>
            </a:endParaRPr>
          </a:p>
        </p:txBody>
      </p:sp>
      <p:sp>
        <p:nvSpPr>
          <p:cNvPr id="204803" name="Rectangle 3"/>
          <p:cNvSpPr>
            <a:spLocks noGrp="1" noChangeArrowheads="1"/>
          </p:cNvSpPr>
          <p:nvPr>
            <p:ph type="body" idx="4294967295"/>
          </p:nvPr>
        </p:nvSpPr>
        <p:spPr>
          <a:xfrm>
            <a:off x="762000" y="2514600"/>
            <a:ext cx="7848600" cy="3657600"/>
          </a:xfrm>
        </p:spPr>
        <p:txBody>
          <a:bodyPr>
            <a:normAutofit lnSpcReduction="10000"/>
          </a:bodyPr>
          <a:lstStyle/>
          <a:p>
            <a:pPr algn="just">
              <a:lnSpc>
                <a:spcPct val="110000"/>
              </a:lnSpc>
              <a:buFontTx/>
              <a:buNone/>
            </a:pPr>
            <a:r>
              <a:rPr lang="en-US" altLang="zh-CN" sz="4400">
                <a:ea typeface="楷体_GB2312" charset="0"/>
              </a:rPr>
              <a:t>1</a:t>
            </a:r>
            <a:r>
              <a:rPr lang="zh-CN" altLang="en-US" sz="4400">
                <a:ea typeface="楷体_GB2312" charset="0"/>
              </a:rPr>
              <a:t>．</a:t>
            </a:r>
            <a:r>
              <a:rPr lang="zh-CN" altLang="en-US" sz="4400" b="1">
                <a:solidFill>
                  <a:srgbClr val="800000"/>
                </a:solidFill>
                <a:ea typeface="楷体_GB2312" charset="0"/>
              </a:rPr>
              <a:t>先上后下</a:t>
            </a:r>
            <a:r>
              <a:rPr lang="zh-CN" altLang="en-US" sz="4400">
                <a:ea typeface="楷体_GB2312" charset="0"/>
              </a:rPr>
              <a:t>的按层次遍历；</a:t>
            </a:r>
          </a:p>
          <a:p>
            <a:pPr algn="just">
              <a:lnSpc>
                <a:spcPct val="110000"/>
              </a:lnSpc>
              <a:buFontTx/>
              <a:buNone/>
            </a:pPr>
            <a:r>
              <a:rPr lang="en-US" altLang="zh-CN" sz="4400">
                <a:ea typeface="楷体_GB2312" charset="0"/>
              </a:rPr>
              <a:t>2</a:t>
            </a:r>
            <a:r>
              <a:rPr lang="zh-CN" altLang="en-US" sz="4400">
                <a:ea typeface="楷体_GB2312" charset="0"/>
              </a:rPr>
              <a:t>．</a:t>
            </a:r>
            <a:r>
              <a:rPr lang="zh-CN" altLang="en-US" sz="4400" b="1">
                <a:solidFill>
                  <a:srgbClr val="800000"/>
                </a:solidFill>
                <a:ea typeface="楷体_GB2312" charset="0"/>
              </a:rPr>
              <a:t>先左</a:t>
            </a:r>
            <a:r>
              <a:rPr lang="zh-CN" altLang="en-US" sz="4400">
                <a:ea typeface="楷体_GB2312" charset="0"/>
              </a:rPr>
              <a:t>（子树）</a:t>
            </a:r>
            <a:r>
              <a:rPr lang="zh-CN" altLang="en-US" sz="4400" b="1">
                <a:solidFill>
                  <a:srgbClr val="800000"/>
                </a:solidFill>
                <a:ea typeface="楷体_GB2312" charset="0"/>
              </a:rPr>
              <a:t>后右</a:t>
            </a:r>
            <a:r>
              <a:rPr lang="zh-CN" altLang="en-US" sz="4400">
                <a:ea typeface="楷体_GB2312" charset="0"/>
              </a:rPr>
              <a:t>（子树）的遍历；</a:t>
            </a:r>
          </a:p>
          <a:p>
            <a:pPr algn="just">
              <a:lnSpc>
                <a:spcPct val="110000"/>
              </a:lnSpc>
              <a:buFontTx/>
              <a:buNone/>
            </a:pPr>
            <a:r>
              <a:rPr lang="en-US" altLang="zh-CN" sz="4400">
                <a:ea typeface="楷体_GB2312" charset="0"/>
              </a:rPr>
              <a:t>3</a:t>
            </a:r>
            <a:r>
              <a:rPr lang="zh-CN" altLang="en-US" sz="4400">
                <a:ea typeface="楷体_GB2312" charset="0"/>
              </a:rPr>
              <a:t>．</a:t>
            </a:r>
            <a:r>
              <a:rPr lang="zh-CN" altLang="en-US" sz="4400" b="1">
                <a:solidFill>
                  <a:srgbClr val="800000"/>
                </a:solidFill>
                <a:ea typeface="楷体_GB2312" charset="0"/>
              </a:rPr>
              <a:t>先右</a:t>
            </a:r>
            <a:r>
              <a:rPr lang="zh-CN" altLang="en-US" sz="4400">
                <a:ea typeface="楷体_GB2312" charset="0"/>
              </a:rPr>
              <a:t>（子树）</a:t>
            </a:r>
            <a:r>
              <a:rPr lang="zh-CN" altLang="en-US" sz="4400" b="1">
                <a:solidFill>
                  <a:srgbClr val="800000"/>
                </a:solidFill>
                <a:ea typeface="楷体_GB2312" charset="0"/>
              </a:rPr>
              <a:t>后左</a:t>
            </a:r>
            <a:r>
              <a:rPr lang="zh-CN" altLang="en-US" sz="4400">
                <a:ea typeface="楷体_GB2312" charset="0"/>
              </a:rPr>
              <a:t>（子树）的遍历。</a:t>
            </a:r>
          </a:p>
        </p:txBody>
      </p:sp>
      <p:sp>
        <p:nvSpPr>
          <p:cNvPr id="204804" name="AutoShape 4">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65071646"/>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04803">
                                            <p:txEl>
                                              <p:pRg st="0" end="0"/>
                                            </p:txEl>
                                          </p:spTgt>
                                        </p:tgtEl>
                                        <p:attrNameLst>
                                          <p:attrName>style.visibility</p:attrName>
                                        </p:attrNameLst>
                                      </p:cBhvr>
                                      <p:to>
                                        <p:strVal val="visible"/>
                                      </p:to>
                                    </p:set>
                                    <p:animEffect transition="in" filter="wipe(left)">
                                      <p:cBhvr>
                                        <p:cTn id="7" dur="300"/>
                                        <p:tgtEl>
                                          <p:spTgt spid="204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04803">
                                            <p:txEl>
                                              <p:pRg st="1" end="1"/>
                                            </p:txEl>
                                          </p:spTgt>
                                        </p:tgtEl>
                                        <p:attrNameLst>
                                          <p:attrName>style.visibility</p:attrName>
                                        </p:attrNameLst>
                                      </p:cBhvr>
                                      <p:to>
                                        <p:strVal val="visible"/>
                                      </p:to>
                                    </p:set>
                                    <p:animEffect transition="in" filter="wipe(left)">
                                      <p:cBhvr>
                                        <p:cTn id="12" dur="300"/>
                                        <p:tgtEl>
                                          <p:spTgt spid="204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204803">
                                            <p:txEl>
                                              <p:pRg st="2" end="2"/>
                                            </p:txEl>
                                          </p:spTgt>
                                        </p:tgtEl>
                                        <p:attrNameLst>
                                          <p:attrName>style.visibility</p:attrName>
                                        </p:attrNameLst>
                                      </p:cBhvr>
                                      <p:to>
                                        <p:strVal val="visible"/>
                                      </p:to>
                                    </p:set>
                                    <p:animEffect transition="in" filter="wipe(left)">
                                      <p:cBhvr>
                                        <p:cTn id="17" dur="300"/>
                                        <p:tgtEl>
                                          <p:spTgt spid="204803">
                                            <p:txEl>
                                              <p:pRg st="2" end="2"/>
                                            </p:txEl>
                                          </p:spTgt>
                                        </p:tgtEl>
                                      </p:cBhvr>
                                    </p:animEffect>
                                  </p:childTnLst>
                                </p:cTn>
                              </p:par>
                            </p:childTnLst>
                          </p:cTn>
                        </p:par>
                        <p:par>
                          <p:cTn id="18" fill="hold" nodeType="afterGroup">
                            <p:stCondLst>
                              <p:cond delay="5100"/>
                            </p:stCondLst>
                            <p:childTnLst>
                              <p:par>
                                <p:cTn id="19" presetID="2" presetClass="entr" presetSubtype="6" fill="hold" grpId="0" nodeType="afterEffect">
                                  <p:stCondLst>
                                    <p:cond delay="0"/>
                                  </p:stCondLst>
                                  <p:childTnLst>
                                    <p:set>
                                      <p:cBhvr>
                                        <p:cTn id="20" dur="1" fill="hold">
                                          <p:stCondLst>
                                            <p:cond delay="0"/>
                                          </p:stCondLst>
                                        </p:cTn>
                                        <p:tgtEl>
                                          <p:spTgt spid="204804"/>
                                        </p:tgtEl>
                                        <p:attrNameLst>
                                          <p:attrName>style.visibility</p:attrName>
                                        </p:attrNameLst>
                                      </p:cBhvr>
                                      <p:to>
                                        <p:strVal val="visible"/>
                                      </p:to>
                                    </p:set>
                                    <p:anim calcmode="lin" valueType="num">
                                      <p:cBhvr additive="base">
                                        <p:cTn id="21" dur="500" fill="hold"/>
                                        <p:tgtEl>
                                          <p:spTgt spid="204804"/>
                                        </p:tgtEl>
                                        <p:attrNameLst>
                                          <p:attrName>ppt_x</p:attrName>
                                        </p:attrNameLst>
                                      </p:cBhvr>
                                      <p:tavLst>
                                        <p:tav tm="0">
                                          <p:val>
                                            <p:strVal val="1+#ppt_w/2"/>
                                          </p:val>
                                        </p:tav>
                                        <p:tav tm="100000">
                                          <p:val>
                                            <p:strVal val="#ppt_x"/>
                                          </p:val>
                                        </p:tav>
                                      </p:tavLst>
                                    </p:anim>
                                    <p:anim calcmode="lin" valueType="num">
                                      <p:cBhvr additive="base">
                                        <p:cTn id="22" dur="500" fill="hold"/>
                                        <p:tgtEl>
                                          <p:spTgt spid="204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autoUpdateAnimBg="0"/>
      <p:bldP spid="20480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a:spLocks noChangeArrowheads="1"/>
          </p:cNvSpPr>
          <p:nvPr/>
        </p:nvSpPr>
        <p:spPr bwMode="auto">
          <a:xfrm>
            <a:off x="1363663" y="131763"/>
            <a:ext cx="634841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二、先左后右的遍历算法</a:t>
            </a:r>
            <a:endParaRPr kumimoji="1" lang="zh-CN" altLang="en-US" sz="4400">
              <a:latin typeface="Times New Roman" charset="0"/>
            </a:endParaRPr>
          </a:p>
        </p:txBody>
      </p:sp>
      <p:sp>
        <p:nvSpPr>
          <p:cNvPr id="205827" name="Text Box 3"/>
          <p:cNvSpPr txBox="1">
            <a:spLocks noChangeArrowheads="1"/>
          </p:cNvSpPr>
          <p:nvPr/>
        </p:nvSpPr>
        <p:spPr bwMode="auto">
          <a:xfrm>
            <a:off x="2909888" y="1676400"/>
            <a:ext cx="57737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CC3300"/>
                </a:solidFill>
                <a:latin typeface="Times New Roman" charset="0"/>
                <a:ea typeface="楷体_GB2312" charset="0"/>
              </a:rPr>
              <a:t>先</a:t>
            </a:r>
            <a:r>
              <a:rPr kumimoji="1" lang="zh-CN" altLang="en-US" sz="4400">
                <a:latin typeface="Times New Roman" charset="0"/>
                <a:ea typeface="楷体_GB2312" charset="0"/>
              </a:rPr>
              <a:t>（根）序的遍历算法</a:t>
            </a:r>
          </a:p>
        </p:txBody>
      </p:sp>
      <p:sp>
        <p:nvSpPr>
          <p:cNvPr id="205828" name="Text Box 4"/>
          <p:cNvSpPr txBox="1">
            <a:spLocks noChangeArrowheads="1"/>
          </p:cNvSpPr>
          <p:nvPr/>
        </p:nvSpPr>
        <p:spPr bwMode="auto">
          <a:xfrm>
            <a:off x="2909888" y="2895600"/>
            <a:ext cx="57737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CC3300"/>
                </a:solidFill>
                <a:latin typeface="Times New Roman" charset="0"/>
                <a:ea typeface="楷体_GB2312" charset="0"/>
              </a:rPr>
              <a:t>中</a:t>
            </a:r>
            <a:r>
              <a:rPr kumimoji="1" lang="zh-CN" altLang="en-US" sz="4400">
                <a:latin typeface="Times New Roman" charset="0"/>
                <a:ea typeface="楷体_GB2312" charset="0"/>
              </a:rPr>
              <a:t>（根）序的遍历算法</a:t>
            </a:r>
            <a:endParaRPr kumimoji="1" lang="zh-CN" altLang="en-US" sz="2400">
              <a:latin typeface="Times New Roman" charset="0"/>
            </a:endParaRPr>
          </a:p>
        </p:txBody>
      </p:sp>
      <p:sp>
        <p:nvSpPr>
          <p:cNvPr id="205829" name="Text Box 5"/>
          <p:cNvSpPr txBox="1">
            <a:spLocks noChangeArrowheads="1"/>
          </p:cNvSpPr>
          <p:nvPr/>
        </p:nvSpPr>
        <p:spPr bwMode="auto">
          <a:xfrm>
            <a:off x="2895600" y="4114800"/>
            <a:ext cx="57737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CC3300"/>
                </a:solidFill>
                <a:latin typeface="Times New Roman" charset="0"/>
                <a:ea typeface="楷体_GB2312" charset="0"/>
              </a:rPr>
              <a:t>后</a:t>
            </a:r>
            <a:r>
              <a:rPr kumimoji="1" lang="zh-CN" altLang="en-US" sz="4400">
                <a:latin typeface="Times New Roman" charset="0"/>
                <a:ea typeface="楷体_GB2312" charset="0"/>
              </a:rPr>
              <a:t>（根）序的遍历算法</a:t>
            </a:r>
            <a:endParaRPr kumimoji="1" lang="zh-CN" altLang="en-US" sz="2400">
              <a:latin typeface="Times New Roman" charset="0"/>
            </a:endParaRPr>
          </a:p>
        </p:txBody>
      </p:sp>
      <p:sp>
        <p:nvSpPr>
          <p:cNvPr id="205830" name="Oval 6"/>
          <p:cNvSpPr>
            <a:spLocks noChangeArrowheads="1"/>
          </p:cNvSpPr>
          <p:nvPr/>
        </p:nvSpPr>
        <p:spPr bwMode="auto">
          <a:xfrm>
            <a:off x="1066800" y="3124200"/>
            <a:ext cx="838200" cy="762000"/>
          </a:xfrm>
          <a:prstGeom prst="ellipse">
            <a:avLst/>
          </a:prstGeom>
          <a:solidFill>
            <a:srgbClr val="FBE2DF"/>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1" name="Line 7"/>
          <p:cNvSpPr>
            <a:spLocks noChangeShapeType="1"/>
          </p:cNvSpPr>
          <p:nvPr/>
        </p:nvSpPr>
        <p:spPr bwMode="auto">
          <a:xfrm>
            <a:off x="1524000" y="2133600"/>
            <a:ext cx="0" cy="990600"/>
          </a:xfrm>
          <a:prstGeom prst="line">
            <a:avLst/>
          </a:prstGeom>
          <a:noFill/>
          <a:ln w="38100" cap="sq">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2" name="Line 8"/>
          <p:cNvSpPr>
            <a:spLocks noChangeShapeType="1"/>
          </p:cNvSpPr>
          <p:nvPr/>
        </p:nvSpPr>
        <p:spPr bwMode="auto">
          <a:xfrm flipV="1">
            <a:off x="76200" y="3733800"/>
            <a:ext cx="990600" cy="762000"/>
          </a:xfrm>
          <a:prstGeom prst="line">
            <a:avLst/>
          </a:prstGeom>
          <a:noFill/>
          <a:ln w="38100" cap="sq">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05833" name="Line 9"/>
          <p:cNvSpPr>
            <a:spLocks noChangeShapeType="1"/>
          </p:cNvSpPr>
          <p:nvPr/>
        </p:nvSpPr>
        <p:spPr bwMode="auto">
          <a:xfrm flipH="1" flipV="1">
            <a:off x="1905000" y="3657600"/>
            <a:ext cx="838200" cy="838200"/>
          </a:xfrm>
          <a:prstGeom prst="line">
            <a:avLst/>
          </a:prstGeom>
          <a:noFill/>
          <a:ln w="38100" cap="sq">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133400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05831"/>
                                        </p:tgtEl>
                                        <p:attrNameLst>
                                          <p:attrName>style.visibility</p:attrName>
                                        </p:attrNameLst>
                                      </p:cBhvr>
                                      <p:to>
                                        <p:strVal val="visible"/>
                                      </p:to>
                                    </p:set>
                                    <p:anim calcmode="lin" valueType="num">
                                      <p:cBhvr>
                                        <p:cTn id="7" dur="500" fill="hold"/>
                                        <p:tgtEl>
                                          <p:spTgt spid="205831"/>
                                        </p:tgtEl>
                                        <p:attrNameLst>
                                          <p:attrName>ppt_x</p:attrName>
                                        </p:attrNameLst>
                                      </p:cBhvr>
                                      <p:tavLst>
                                        <p:tav tm="0">
                                          <p:val>
                                            <p:strVal val="#ppt_x"/>
                                          </p:val>
                                        </p:tav>
                                        <p:tav tm="100000">
                                          <p:val>
                                            <p:strVal val="#ppt_x"/>
                                          </p:val>
                                        </p:tav>
                                      </p:tavLst>
                                    </p:anim>
                                    <p:anim calcmode="lin" valueType="num">
                                      <p:cBhvr>
                                        <p:cTn id="8" dur="500" fill="hold"/>
                                        <p:tgtEl>
                                          <p:spTgt spid="205831"/>
                                        </p:tgtEl>
                                        <p:attrNameLst>
                                          <p:attrName>ppt_y</p:attrName>
                                        </p:attrNameLst>
                                      </p:cBhvr>
                                      <p:tavLst>
                                        <p:tav tm="0">
                                          <p:val>
                                            <p:strVal val="#ppt_y-#ppt_h/2"/>
                                          </p:val>
                                        </p:tav>
                                        <p:tav tm="100000">
                                          <p:val>
                                            <p:strVal val="#ppt_y"/>
                                          </p:val>
                                        </p:tav>
                                      </p:tavLst>
                                    </p:anim>
                                    <p:anim calcmode="lin" valueType="num">
                                      <p:cBhvr>
                                        <p:cTn id="9" dur="500" fill="hold"/>
                                        <p:tgtEl>
                                          <p:spTgt spid="205831"/>
                                        </p:tgtEl>
                                        <p:attrNameLst>
                                          <p:attrName>ppt_w</p:attrName>
                                        </p:attrNameLst>
                                      </p:cBhvr>
                                      <p:tavLst>
                                        <p:tav tm="0">
                                          <p:val>
                                            <p:strVal val="#ppt_w"/>
                                          </p:val>
                                        </p:tav>
                                        <p:tav tm="100000">
                                          <p:val>
                                            <p:strVal val="#ppt_w"/>
                                          </p:val>
                                        </p:tav>
                                      </p:tavLst>
                                    </p:anim>
                                    <p:anim calcmode="lin" valueType="num">
                                      <p:cBhvr>
                                        <p:cTn id="10" dur="500" fill="hold"/>
                                        <p:tgtEl>
                                          <p:spTgt spid="205831"/>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iterate type="wd">
                                    <p:tmPct val="100000"/>
                                  </p:iterate>
                                  <p:childTnLst>
                                    <p:set>
                                      <p:cBhvr>
                                        <p:cTn id="14" dur="1" fill="hold">
                                          <p:stCondLst>
                                            <p:cond delay="0"/>
                                          </p:stCondLst>
                                        </p:cTn>
                                        <p:tgtEl>
                                          <p:spTgt spid="205827"/>
                                        </p:tgtEl>
                                        <p:attrNameLst>
                                          <p:attrName>style.visibility</p:attrName>
                                        </p:attrNameLst>
                                      </p:cBhvr>
                                      <p:to>
                                        <p:strVal val="visible"/>
                                      </p:to>
                                    </p:set>
                                    <p:animEffect transition="in" filter="wipe(left)">
                                      <p:cBhvr>
                                        <p:cTn id="15" dur="300"/>
                                        <p:tgtEl>
                                          <p:spTgt spid="20582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205832"/>
                                        </p:tgtEl>
                                        <p:attrNameLst>
                                          <p:attrName>style.visibility</p:attrName>
                                        </p:attrNameLst>
                                      </p:cBhvr>
                                      <p:to>
                                        <p:strVal val="visible"/>
                                      </p:to>
                                    </p:set>
                                    <p:anim calcmode="lin" valueType="num">
                                      <p:cBhvr>
                                        <p:cTn id="20" dur="500" fill="hold"/>
                                        <p:tgtEl>
                                          <p:spTgt spid="205832"/>
                                        </p:tgtEl>
                                        <p:attrNameLst>
                                          <p:attrName>ppt_x</p:attrName>
                                        </p:attrNameLst>
                                      </p:cBhvr>
                                      <p:tavLst>
                                        <p:tav tm="0">
                                          <p:val>
                                            <p:strVal val="#ppt_x-#ppt_w/2"/>
                                          </p:val>
                                        </p:tav>
                                        <p:tav tm="100000">
                                          <p:val>
                                            <p:strVal val="#ppt_x"/>
                                          </p:val>
                                        </p:tav>
                                      </p:tavLst>
                                    </p:anim>
                                    <p:anim calcmode="lin" valueType="num">
                                      <p:cBhvr>
                                        <p:cTn id="21" dur="500" fill="hold"/>
                                        <p:tgtEl>
                                          <p:spTgt spid="205832"/>
                                        </p:tgtEl>
                                        <p:attrNameLst>
                                          <p:attrName>ppt_y</p:attrName>
                                        </p:attrNameLst>
                                      </p:cBhvr>
                                      <p:tavLst>
                                        <p:tav tm="0">
                                          <p:val>
                                            <p:strVal val="#ppt_y"/>
                                          </p:val>
                                        </p:tav>
                                        <p:tav tm="100000">
                                          <p:val>
                                            <p:strVal val="#ppt_y"/>
                                          </p:val>
                                        </p:tav>
                                      </p:tavLst>
                                    </p:anim>
                                    <p:anim calcmode="lin" valueType="num">
                                      <p:cBhvr>
                                        <p:cTn id="22" dur="500" fill="hold"/>
                                        <p:tgtEl>
                                          <p:spTgt spid="205832"/>
                                        </p:tgtEl>
                                        <p:attrNameLst>
                                          <p:attrName>ppt_w</p:attrName>
                                        </p:attrNameLst>
                                      </p:cBhvr>
                                      <p:tavLst>
                                        <p:tav tm="0">
                                          <p:val>
                                            <p:fltVal val="0"/>
                                          </p:val>
                                        </p:tav>
                                        <p:tav tm="100000">
                                          <p:val>
                                            <p:strVal val="#ppt_w"/>
                                          </p:val>
                                        </p:tav>
                                      </p:tavLst>
                                    </p:anim>
                                    <p:anim calcmode="lin" valueType="num">
                                      <p:cBhvr>
                                        <p:cTn id="23" dur="500" fill="hold"/>
                                        <p:tgtEl>
                                          <p:spTgt spid="205832"/>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205828"/>
                                        </p:tgtEl>
                                        <p:attrNameLst>
                                          <p:attrName>style.visibility</p:attrName>
                                        </p:attrNameLst>
                                      </p:cBhvr>
                                      <p:to>
                                        <p:strVal val="visible"/>
                                      </p:to>
                                    </p:set>
                                    <p:animEffect transition="in" filter="wipe(left)">
                                      <p:cBhvr>
                                        <p:cTn id="28" dur="300"/>
                                        <p:tgtEl>
                                          <p:spTgt spid="20582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2" fill="hold" grpId="0" nodeType="clickEffect">
                                  <p:stCondLst>
                                    <p:cond delay="0"/>
                                  </p:stCondLst>
                                  <p:childTnLst>
                                    <p:set>
                                      <p:cBhvr>
                                        <p:cTn id="32" dur="1" fill="hold">
                                          <p:stCondLst>
                                            <p:cond delay="0"/>
                                          </p:stCondLst>
                                        </p:cTn>
                                        <p:tgtEl>
                                          <p:spTgt spid="205833"/>
                                        </p:tgtEl>
                                        <p:attrNameLst>
                                          <p:attrName>style.visibility</p:attrName>
                                        </p:attrNameLst>
                                      </p:cBhvr>
                                      <p:to>
                                        <p:strVal val="visible"/>
                                      </p:to>
                                    </p:set>
                                    <p:anim calcmode="lin" valueType="num">
                                      <p:cBhvr>
                                        <p:cTn id="33" dur="500" fill="hold"/>
                                        <p:tgtEl>
                                          <p:spTgt spid="205833"/>
                                        </p:tgtEl>
                                        <p:attrNameLst>
                                          <p:attrName>ppt_x</p:attrName>
                                        </p:attrNameLst>
                                      </p:cBhvr>
                                      <p:tavLst>
                                        <p:tav tm="0">
                                          <p:val>
                                            <p:strVal val="#ppt_x+#ppt_w/2"/>
                                          </p:val>
                                        </p:tav>
                                        <p:tav tm="100000">
                                          <p:val>
                                            <p:strVal val="#ppt_x"/>
                                          </p:val>
                                        </p:tav>
                                      </p:tavLst>
                                    </p:anim>
                                    <p:anim calcmode="lin" valueType="num">
                                      <p:cBhvr>
                                        <p:cTn id="34" dur="500" fill="hold"/>
                                        <p:tgtEl>
                                          <p:spTgt spid="205833"/>
                                        </p:tgtEl>
                                        <p:attrNameLst>
                                          <p:attrName>ppt_y</p:attrName>
                                        </p:attrNameLst>
                                      </p:cBhvr>
                                      <p:tavLst>
                                        <p:tav tm="0">
                                          <p:val>
                                            <p:strVal val="#ppt_y"/>
                                          </p:val>
                                        </p:tav>
                                        <p:tav tm="100000">
                                          <p:val>
                                            <p:strVal val="#ppt_y"/>
                                          </p:val>
                                        </p:tav>
                                      </p:tavLst>
                                    </p:anim>
                                    <p:anim calcmode="lin" valueType="num">
                                      <p:cBhvr>
                                        <p:cTn id="35" dur="500" fill="hold"/>
                                        <p:tgtEl>
                                          <p:spTgt spid="205833"/>
                                        </p:tgtEl>
                                        <p:attrNameLst>
                                          <p:attrName>ppt_w</p:attrName>
                                        </p:attrNameLst>
                                      </p:cBhvr>
                                      <p:tavLst>
                                        <p:tav tm="0">
                                          <p:val>
                                            <p:fltVal val="0"/>
                                          </p:val>
                                        </p:tav>
                                        <p:tav tm="100000">
                                          <p:val>
                                            <p:strVal val="#ppt_w"/>
                                          </p:val>
                                        </p:tav>
                                      </p:tavLst>
                                    </p:anim>
                                    <p:anim calcmode="lin" valueType="num">
                                      <p:cBhvr>
                                        <p:cTn id="36" dur="500" fill="hold"/>
                                        <p:tgtEl>
                                          <p:spTgt spid="205833"/>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205829"/>
                                        </p:tgtEl>
                                        <p:attrNameLst>
                                          <p:attrName>style.visibility</p:attrName>
                                        </p:attrNameLst>
                                      </p:cBhvr>
                                      <p:to>
                                        <p:strVal val="visible"/>
                                      </p:to>
                                    </p:set>
                                    <p:animEffect transition="in" filter="wipe(left)">
                                      <p:cBhvr>
                                        <p:cTn id="41" dur="300"/>
                                        <p:tgtEl>
                                          <p:spTgt spid="205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autoUpdateAnimBg="0"/>
      <p:bldP spid="205828" grpId="0" autoUpdateAnimBg="0"/>
      <p:bldP spid="205829" grpId="0" autoUpdateAnimBg="0"/>
      <p:bldP spid="205831" grpId="0" animBg="1"/>
      <p:bldP spid="205832" grpId="0" animBg="1"/>
      <p:bldP spid="20583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endParaRPr lang="zh-CN" altLang="zh-CN" sz="1600"/>
          </a:p>
        </p:txBody>
      </p:sp>
      <p:sp>
        <p:nvSpPr>
          <p:cNvPr id="314371" name="Rectangle 3"/>
          <p:cNvSpPr>
            <a:spLocks noGrp="1" noChangeArrowheads="1"/>
          </p:cNvSpPr>
          <p:nvPr>
            <p:ph type="body" idx="1"/>
          </p:nvPr>
        </p:nvSpPr>
        <p:spPr>
          <a:xfrm>
            <a:off x="685800" y="1371600"/>
            <a:ext cx="5181600" cy="5105400"/>
          </a:xfrm>
        </p:spPr>
        <p:txBody>
          <a:bodyPr/>
          <a:lstStyle/>
          <a:p>
            <a:pPr lvl="1">
              <a:lnSpc>
                <a:spcPct val="110000"/>
              </a:lnSpc>
            </a:pPr>
            <a:r>
              <a:rPr lang="zh-CN" altLang="en-US" sz="2400"/>
              <a:t>先</a:t>
            </a:r>
            <a:r>
              <a:rPr lang="en-US" altLang="zh-CN" sz="2400"/>
              <a:t>/</a:t>
            </a:r>
            <a:r>
              <a:rPr lang="zh-CN" altLang="en-US" sz="2400"/>
              <a:t>中</a:t>
            </a:r>
            <a:r>
              <a:rPr lang="en-US" altLang="zh-CN" sz="2400"/>
              <a:t>/</a:t>
            </a:r>
            <a:r>
              <a:rPr lang="zh-CN" altLang="en-US" sz="2400"/>
              <a:t>后序遍历的区别</a:t>
            </a:r>
            <a:br>
              <a:rPr lang="zh-CN" altLang="en-US" sz="2400"/>
            </a:br>
            <a:r>
              <a:rPr lang="zh-CN" altLang="en-US" sz="2400"/>
              <a:t>如右图，三者经过的搜索路线是相同的；只是访问结点的时机不同。每一结点在整个搜索路线中会经过</a:t>
            </a:r>
            <a:r>
              <a:rPr lang="en-US" altLang="zh-CN" sz="2400"/>
              <a:t>3</a:t>
            </a:r>
            <a:r>
              <a:rPr lang="zh-CN" altLang="en-US" sz="2400"/>
              <a:t>次：</a:t>
            </a:r>
          </a:p>
          <a:p>
            <a:pPr lvl="2">
              <a:lnSpc>
                <a:spcPct val="110000"/>
              </a:lnSpc>
            </a:pPr>
            <a:r>
              <a:rPr lang="zh-CN" altLang="en-US" sz="2000"/>
              <a:t>第一次进入到该结点</a:t>
            </a:r>
            <a:br>
              <a:rPr lang="zh-CN" altLang="en-US" sz="2000"/>
            </a:br>
            <a:r>
              <a:rPr lang="zh-CN" altLang="en-US" sz="2000"/>
              <a:t>此时访问该结点，称为</a:t>
            </a:r>
            <a:r>
              <a:rPr lang="zh-CN" altLang="en-US" sz="2000">
                <a:ea typeface="黑体" charset="-122"/>
              </a:rPr>
              <a:t>先序遍历</a:t>
            </a:r>
          </a:p>
          <a:p>
            <a:pPr lvl="2">
              <a:lnSpc>
                <a:spcPct val="110000"/>
              </a:lnSpc>
            </a:pPr>
            <a:r>
              <a:rPr lang="zh-CN" altLang="en-US" sz="2000"/>
              <a:t>由左子树回溯到该结点</a:t>
            </a:r>
            <a:br>
              <a:rPr lang="zh-CN" altLang="en-US" sz="2000"/>
            </a:br>
            <a:r>
              <a:rPr lang="zh-CN" altLang="en-US" sz="2000"/>
              <a:t>此时访问该结点，称为</a:t>
            </a:r>
            <a:r>
              <a:rPr lang="zh-CN" altLang="en-US" sz="2000">
                <a:ea typeface="黑体" charset="-122"/>
              </a:rPr>
              <a:t>中序遍历</a:t>
            </a:r>
            <a:endParaRPr lang="zh-CN" altLang="en-US" sz="2000"/>
          </a:p>
          <a:p>
            <a:pPr lvl="2">
              <a:lnSpc>
                <a:spcPct val="110000"/>
              </a:lnSpc>
            </a:pPr>
            <a:r>
              <a:rPr lang="zh-CN" altLang="en-US" sz="2000"/>
              <a:t>由右子树回溯到该结点</a:t>
            </a:r>
            <a:br>
              <a:rPr lang="zh-CN" altLang="en-US" sz="2000"/>
            </a:br>
            <a:r>
              <a:rPr lang="zh-CN" altLang="en-US" sz="2000"/>
              <a:t>此时访问该结点，称为</a:t>
            </a:r>
            <a:r>
              <a:rPr lang="zh-CN" altLang="en-US" sz="2000">
                <a:ea typeface="黑体" charset="-122"/>
              </a:rPr>
              <a:t>后序遍历</a:t>
            </a:r>
          </a:p>
        </p:txBody>
      </p:sp>
      <p:sp>
        <p:nvSpPr>
          <p:cNvPr id="314372"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pic>
        <p:nvPicPr>
          <p:cNvPr id="3143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2060575"/>
            <a:ext cx="3067050"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1780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2">
            <a:hlinkClick r:id="" action="ppaction://hlinkshowjump?jump=previousslide"/>
          </p:cNvPr>
          <p:cNvSpPr txBox="1">
            <a:spLocks noChangeArrowheads="1"/>
          </p:cNvSpPr>
          <p:nvPr/>
        </p:nvSpPr>
        <p:spPr bwMode="auto">
          <a:xfrm>
            <a:off x="179388" y="1274763"/>
            <a:ext cx="756285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kumimoji="1" lang="en-US" altLang="zh-CN" sz="2000">
                <a:latin typeface="Times New Roman" charset="0"/>
                <a:ea typeface="楷体_GB2312" charset="0"/>
              </a:rPr>
              <a:t> </a:t>
            </a:r>
            <a:r>
              <a:rPr kumimoji="1" lang="zh-CN" altLang="en-US" sz="3600">
                <a:solidFill>
                  <a:srgbClr val="CC6600"/>
                </a:solidFill>
                <a:latin typeface="Times New Roman" charset="0"/>
                <a:ea typeface="楷体_GB2312" charset="0"/>
              </a:rPr>
              <a:t>若二叉树为空树，则空操作；否则，</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1</a:t>
            </a:r>
            <a:r>
              <a:rPr kumimoji="1" lang="zh-CN" altLang="en-US" sz="3600">
                <a:solidFill>
                  <a:srgbClr val="CC6600"/>
                </a:solidFill>
                <a:latin typeface="Times New Roman" charset="0"/>
                <a:ea typeface="楷体_GB2312" charset="0"/>
              </a:rPr>
              <a:t>）访问根结点；</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2</a:t>
            </a:r>
            <a:r>
              <a:rPr kumimoji="1" lang="zh-CN" altLang="en-US" sz="3600">
                <a:solidFill>
                  <a:srgbClr val="CC6600"/>
                </a:solidFill>
                <a:latin typeface="Times New Roman" charset="0"/>
                <a:ea typeface="楷体_GB2312" charset="0"/>
              </a:rPr>
              <a:t>）先序遍历左子树；</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3</a:t>
            </a:r>
            <a:r>
              <a:rPr kumimoji="1" lang="zh-CN" altLang="en-US" sz="3600">
                <a:solidFill>
                  <a:srgbClr val="CC6600"/>
                </a:solidFill>
                <a:latin typeface="Times New Roman" charset="0"/>
                <a:ea typeface="楷体_GB2312" charset="0"/>
              </a:rPr>
              <a:t>）先序遍历右子树。</a:t>
            </a:r>
            <a:endParaRPr kumimoji="1" lang="zh-CN" altLang="en-US" sz="3600">
              <a:solidFill>
                <a:srgbClr val="CC6600"/>
              </a:solidFill>
              <a:latin typeface="Times New Roman" charset="0"/>
            </a:endParaRPr>
          </a:p>
        </p:txBody>
      </p:sp>
      <p:sp>
        <p:nvSpPr>
          <p:cNvPr id="206852" name="Text Box 4"/>
          <p:cNvSpPr txBox="1">
            <a:spLocks noChangeArrowheads="1"/>
          </p:cNvSpPr>
          <p:nvPr/>
        </p:nvSpPr>
        <p:spPr bwMode="auto">
          <a:xfrm>
            <a:off x="1447800" y="152400"/>
            <a:ext cx="69246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CC3300"/>
                </a:solidFill>
                <a:latin typeface="Times New Roman" charset="0"/>
                <a:ea typeface="楷体_GB2312" charset="0"/>
              </a:rPr>
              <a:t>先（根）序的遍历算法：</a:t>
            </a:r>
            <a:endParaRPr kumimoji="1" lang="zh-CN" altLang="en-US" sz="4800">
              <a:solidFill>
                <a:srgbClr val="CC3300"/>
              </a:solidFill>
              <a:latin typeface="Times New Roman" charset="0"/>
              <a:ea typeface="楷体_GB2312" charset="0"/>
            </a:endParaRPr>
          </a:p>
        </p:txBody>
      </p:sp>
      <p:sp>
        <p:nvSpPr>
          <p:cNvPr id="206853" name="Rectangle 5"/>
          <p:cNvSpPr>
            <a:spLocks noChangeArrowheads="1"/>
          </p:cNvSpPr>
          <p:nvPr/>
        </p:nvSpPr>
        <p:spPr bwMode="auto">
          <a:xfrm>
            <a:off x="323850" y="5157788"/>
            <a:ext cx="4572000" cy="112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1"/>
            <a:r>
              <a:rPr kumimoji="1" lang="zh-CN" altLang="en-US" sz="3600">
                <a:solidFill>
                  <a:srgbClr val="CC6600"/>
                </a:solidFill>
                <a:latin typeface="Times New Roman" charset="0"/>
                <a:ea typeface="楷体_GB2312" charset="0"/>
              </a:rPr>
              <a:t>遍历结果：</a:t>
            </a:r>
          </a:p>
          <a:p>
            <a:pPr lvl="1"/>
            <a:r>
              <a:rPr kumimoji="1" lang="en-US" altLang="zh-CN" sz="3200" b="1">
                <a:solidFill>
                  <a:srgbClr val="008000"/>
                </a:solidFill>
                <a:effectLst>
                  <a:outerShdw blurRad="38100" dist="38100" dir="2700000" algn="tl">
                    <a:srgbClr val="C0C0C0"/>
                  </a:outerShdw>
                </a:effectLst>
                <a:latin typeface="Times New Roman" charset="0"/>
              </a:rPr>
              <a:t>- + </a:t>
            </a:r>
            <a:r>
              <a:rPr kumimoji="1" lang="en-US" altLang="zh-CN" sz="3200" b="1" i="1">
                <a:solidFill>
                  <a:srgbClr val="008000"/>
                </a:solidFill>
                <a:effectLst>
                  <a:outerShdw blurRad="38100" dist="38100" dir="2700000" algn="tl">
                    <a:srgbClr val="C0C0C0"/>
                  </a:outerShdw>
                </a:effectLst>
                <a:latin typeface="Times New Roman" charset="0"/>
              </a:rPr>
              <a:t>a</a:t>
            </a:r>
            <a:r>
              <a:rPr kumimoji="1" lang="en-US" altLang="zh-CN" sz="3200" b="1">
                <a:solidFill>
                  <a:srgbClr val="008000"/>
                </a:solidFill>
                <a:effectLst>
                  <a:outerShdw blurRad="38100" dist="38100" dir="2700000" algn="tl">
                    <a:srgbClr val="C0C0C0"/>
                  </a:outerShdw>
                </a:effectLst>
                <a:latin typeface="Times New Roman" charset="0"/>
              </a:rPr>
              <a:t> * </a:t>
            </a:r>
            <a:r>
              <a:rPr kumimoji="1" lang="en-US" altLang="zh-CN" sz="3200" b="1" i="1">
                <a:solidFill>
                  <a:srgbClr val="008000"/>
                </a:solidFill>
                <a:effectLst>
                  <a:outerShdw blurRad="38100" dist="38100" dir="2700000" algn="tl">
                    <a:srgbClr val="C0C0C0"/>
                  </a:outerShdw>
                </a:effectLst>
                <a:latin typeface="Times New Roman" charset="0"/>
              </a:rPr>
              <a:t>b</a:t>
            </a:r>
            <a:r>
              <a:rPr kumimoji="1" lang="en-US" altLang="zh-CN" sz="3200" b="1">
                <a:solidFill>
                  <a:srgbClr val="008000"/>
                </a:solidFill>
                <a:effectLst>
                  <a:outerShdw blurRad="38100" dist="38100" dir="2700000" algn="tl">
                    <a:srgbClr val="C0C0C0"/>
                  </a:outerShdw>
                </a:effectLst>
                <a:latin typeface="Times New Roman" charset="0"/>
              </a:rPr>
              <a:t> - </a:t>
            </a:r>
            <a:r>
              <a:rPr kumimoji="1" lang="en-US" altLang="zh-CN" sz="3200" b="1" i="1">
                <a:solidFill>
                  <a:srgbClr val="008000"/>
                </a:solidFill>
                <a:effectLst>
                  <a:outerShdw blurRad="38100" dist="38100" dir="2700000" algn="tl">
                    <a:srgbClr val="C0C0C0"/>
                  </a:outerShdw>
                </a:effectLst>
                <a:latin typeface="Times New Roman" charset="0"/>
              </a:rPr>
              <a:t>c d</a:t>
            </a:r>
            <a:r>
              <a:rPr kumimoji="1" lang="en-US" altLang="zh-CN" sz="3200" b="1">
                <a:solidFill>
                  <a:srgbClr val="008000"/>
                </a:solidFill>
                <a:effectLst>
                  <a:outerShdw blurRad="38100" dist="38100" dir="2700000" algn="tl">
                    <a:srgbClr val="C0C0C0"/>
                  </a:outerShdw>
                </a:effectLst>
                <a:latin typeface="Times New Roman" charset="0"/>
              </a:rPr>
              <a:t> / </a:t>
            </a:r>
            <a:r>
              <a:rPr kumimoji="1" lang="en-US" altLang="zh-CN" sz="3200" b="1" i="1">
                <a:solidFill>
                  <a:srgbClr val="008000"/>
                </a:solidFill>
                <a:effectLst>
                  <a:outerShdw blurRad="38100" dist="38100" dir="2700000" algn="tl">
                    <a:srgbClr val="C0C0C0"/>
                  </a:outerShdw>
                </a:effectLst>
                <a:latin typeface="Times New Roman" charset="0"/>
              </a:rPr>
              <a:t>e f</a:t>
            </a:r>
          </a:p>
        </p:txBody>
      </p:sp>
      <p:grpSp>
        <p:nvGrpSpPr>
          <p:cNvPr id="206854" name="Group 6"/>
          <p:cNvGrpSpPr>
            <a:grpSpLocks/>
          </p:cNvGrpSpPr>
          <p:nvPr/>
        </p:nvGrpSpPr>
        <p:grpSpPr bwMode="auto">
          <a:xfrm>
            <a:off x="5003800" y="2492375"/>
            <a:ext cx="3962400" cy="4060825"/>
            <a:chOff x="3152" y="1570"/>
            <a:chExt cx="2496" cy="2558"/>
          </a:xfrm>
        </p:grpSpPr>
        <p:pic>
          <p:nvPicPr>
            <p:cNvPr id="2068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 y="1570"/>
              <a:ext cx="2496"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6" name="Text Box 8"/>
            <p:cNvSpPr txBox="1">
              <a:spLocks noChangeArrowheads="1"/>
            </p:cNvSpPr>
            <p:nvPr/>
          </p:nvSpPr>
          <p:spPr bwMode="auto">
            <a:xfrm>
              <a:off x="3600" y="3763"/>
              <a:ext cx="18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200" b="1">
                  <a:solidFill>
                    <a:srgbClr val="FF3300"/>
                  </a:solidFill>
                  <a:effectLst>
                    <a:outerShdw blurRad="38100" dist="38100" dir="2700000" algn="tl">
                      <a:srgbClr val="C0C0C0"/>
                    </a:outerShdw>
                  </a:effectLst>
                  <a:latin typeface="VW媩$婫`婡p瑙" charset="0"/>
                  <a:ea typeface="隶书" charset="0"/>
                </a:rPr>
                <a:t>表达式语法树</a:t>
              </a:r>
              <a:endParaRPr kumimoji="1" lang="zh-CN" altLang="en-US" sz="2000">
                <a:latin typeface="VW媩$婫`婡p瑙" charset="0"/>
              </a:endParaRPr>
            </a:p>
          </p:txBody>
        </p:sp>
      </p:grpSp>
    </p:spTree>
    <p:extLst>
      <p:ext uri="{BB962C8B-B14F-4D97-AF65-F5344CB8AC3E}">
        <p14:creationId xmlns:p14="http://schemas.microsoft.com/office/powerpoint/2010/main" val="20875794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slide(fromBottom)">
                                      <p:cBhvr>
                                        <p:cTn id="7" dur="500"/>
                                        <p:tgtEl>
                                          <p:spTgt spid="2068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06854"/>
                                        </p:tgtEl>
                                        <p:attrNameLst>
                                          <p:attrName>style.visibility</p:attrName>
                                        </p:attrNameLst>
                                      </p:cBhvr>
                                      <p:to>
                                        <p:strVal val="visible"/>
                                      </p:to>
                                    </p:set>
                                    <p:anim calcmode="lin" valueType="num">
                                      <p:cBhvr additive="base">
                                        <p:cTn id="12" dur="500" fill="hold"/>
                                        <p:tgtEl>
                                          <p:spTgt spid="206854"/>
                                        </p:tgtEl>
                                        <p:attrNameLst>
                                          <p:attrName>ppt_x</p:attrName>
                                        </p:attrNameLst>
                                      </p:cBhvr>
                                      <p:tavLst>
                                        <p:tav tm="0">
                                          <p:val>
                                            <p:strVal val="#ppt_x"/>
                                          </p:val>
                                        </p:tav>
                                        <p:tav tm="100000">
                                          <p:val>
                                            <p:strVal val="#ppt_x"/>
                                          </p:val>
                                        </p:tav>
                                      </p:tavLst>
                                    </p:anim>
                                    <p:anim calcmode="lin" valueType="num">
                                      <p:cBhvr additive="base">
                                        <p:cTn id="13" dur="500" fill="hold"/>
                                        <p:tgtEl>
                                          <p:spTgt spid="20685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06853"/>
                                        </p:tgtEl>
                                        <p:attrNameLst>
                                          <p:attrName>style.visibility</p:attrName>
                                        </p:attrNameLst>
                                      </p:cBhvr>
                                      <p:to>
                                        <p:strVal val="visible"/>
                                      </p:to>
                                    </p:set>
                                    <p:anim calcmode="lin" valueType="num">
                                      <p:cBhvr additive="base">
                                        <p:cTn id="18" dur="500" fill="hold"/>
                                        <p:tgtEl>
                                          <p:spTgt spid="206853"/>
                                        </p:tgtEl>
                                        <p:attrNameLst>
                                          <p:attrName>ppt_x</p:attrName>
                                        </p:attrNameLst>
                                      </p:cBhvr>
                                      <p:tavLst>
                                        <p:tav tm="0">
                                          <p:val>
                                            <p:strVal val="#ppt_x"/>
                                          </p:val>
                                        </p:tav>
                                        <p:tav tm="100000">
                                          <p:val>
                                            <p:strVal val="#ppt_x"/>
                                          </p:val>
                                        </p:tav>
                                      </p:tavLst>
                                    </p:anim>
                                    <p:anim calcmode="lin" valueType="num">
                                      <p:cBhvr additive="base">
                                        <p:cTn id="19" dur="500" fill="hold"/>
                                        <p:tgtEl>
                                          <p:spTgt spid="2068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autoUpdateAnimBg="0"/>
      <p:bldP spid="20685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a:hlinkClick r:id="rId2" action="ppaction://hlinksldjump"/>
          </p:cNvPr>
          <p:cNvSpPr txBox="1">
            <a:spLocks noChangeArrowheads="1"/>
          </p:cNvSpPr>
          <p:nvPr/>
        </p:nvSpPr>
        <p:spPr bwMode="auto">
          <a:xfrm>
            <a:off x="179388" y="1203325"/>
            <a:ext cx="762635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kumimoji="1" lang="en-US" altLang="zh-CN" sz="2000">
                <a:latin typeface="Times New Roman" charset="0"/>
                <a:ea typeface="楷体_GB2312" charset="0"/>
              </a:rPr>
              <a:t>  </a:t>
            </a:r>
            <a:r>
              <a:rPr kumimoji="1" lang="zh-CN" altLang="en-US" sz="3600">
                <a:solidFill>
                  <a:srgbClr val="CC6600"/>
                </a:solidFill>
                <a:latin typeface="Times New Roman" charset="0"/>
                <a:ea typeface="楷体_GB2312" charset="0"/>
              </a:rPr>
              <a:t>若二叉树为空树，则空操作；否则，</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1</a:t>
            </a:r>
            <a:r>
              <a:rPr kumimoji="1" lang="zh-CN" altLang="en-US" sz="3600">
                <a:solidFill>
                  <a:srgbClr val="CC6600"/>
                </a:solidFill>
                <a:latin typeface="Times New Roman" charset="0"/>
                <a:ea typeface="楷体_GB2312" charset="0"/>
              </a:rPr>
              <a:t>）中序遍历左子树；</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2</a:t>
            </a:r>
            <a:r>
              <a:rPr kumimoji="1" lang="zh-CN" altLang="en-US" sz="3600">
                <a:solidFill>
                  <a:srgbClr val="CC6600"/>
                </a:solidFill>
                <a:latin typeface="Times New Roman" charset="0"/>
                <a:ea typeface="楷体_GB2312" charset="0"/>
              </a:rPr>
              <a:t>）访问根结点；</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3</a:t>
            </a:r>
            <a:r>
              <a:rPr kumimoji="1" lang="zh-CN" altLang="en-US" sz="3600">
                <a:solidFill>
                  <a:srgbClr val="CC6600"/>
                </a:solidFill>
                <a:latin typeface="Times New Roman" charset="0"/>
                <a:ea typeface="楷体_GB2312" charset="0"/>
              </a:rPr>
              <a:t>）中序遍历右子树。</a:t>
            </a:r>
            <a:endParaRPr kumimoji="1" lang="zh-CN" altLang="en-US" sz="2000">
              <a:solidFill>
                <a:srgbClr val="CC6600"/>
              </a:solidFill>
              <a:latin typeface="Times New Roman" charset="0"/>
            </a:endParaRPr>
          </a:p>
        </p:txBody>
      </p:sp>
      <p:sp>
        <p:nvSpPr>
          <p:cNvPr id="207876" name="Text Box 4"/>
          <p:cNvSpPr txBox="1">
            <a:spLocks noChangeArrowheads="1"/>
          </p:cNvSpPr>
          <p:nvPr/>
        </p:nvSpPr>
        <p:spPr bwMode="auto">
          <a:xfrm>
            <a:off x="1371600" y="152400"/>
            <a:ext cx="69246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CC3300"/>
                </a:solidFill>
                <a:latin typeface="Times New Roman" charset="0"/>
                <a:ea typeface="楷体_GB2312" charset="0"/>
              </a:rPr>
              <a:t>中（根）序的遍历算法：</a:t>
            </a:r>
            <a:endParaRPr kumimoji="1" lang="zh-CN" altLang="en-US" sz="2400" b="1">
              <a:latin typeface="Times New Roman" charset="0"/>
            </a:endParaRPr>
          </a:p>
        </p:txBody>
      </p:sp>
      <p:grpSp>
        <p:nvGrpSpPr>
          <p:cNvPr id="207877" name="Group 5"/>
          <p:cNvGrpSpPr>
            <a:grpSpLocks/>
          </p:cNvGrpSpPr>
          <p:nvPr/>
        </p:nvGrpSpPr>
        <p:grpSpPr bwMode="auto">
          <a:xfrm>
            <a:off x="5003800" y="2492375"/>
            <a:ext cx="3962400" cy="4060825"/>
            <a:chOff x="3152" y="1570"/>
            <a:chExt cx="2496" cy="2558"/>
          </a:xfrm>
        </p:grpSpPr>
        <p:pic>
          <p:nvPicPr>
            <p:cNvPr id="2078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2" y="1570"/>
              <a:ext cx="2496"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79" name="Text Box 7"/>
            <p:cNvSpPr txBox="1">
              <a:spLocks noChangeArrowheads="1"/>
            </p:cNvSpPr>
            <p:nvPr/>
          </p:nvSpPr>
          <p:spPr bwMode="auto">
            <a:xfrm>
              <a:off x="3600" y="3763"/>
              <a:ext cx="18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200" b="1">
                  <a:solidFill>
                    <a:srgbClr val="FF3300"/>
                  </a:solidFill>
                  <a:effectLst>
                    <a:outerShdw blurRad="38100" dist="38100" dir="2700000" algn="tl">
                      <a:srgbClr val="C0C0C0"/>
                    </a:outerShdw>
                  </a:effectLst>
                  <a:latin typeface="VW媩$婫`婡p瑙" charset="0"/>
                  <a:ea typeface="隶书" charset="0"/>
                </a:rPr>
                <a:t>表达式语法树</a:t>
              </a:r>
              <a:endParaRPr kumimoji="1" lang="zh-CN" altLang="en-US" sz="2000">
                <a:latin typeface="VW媩$婫`婡p瑙" charset="0"/>
              </a:endParaRPr>
            </a:p>
          </p:txBody>
        </p:sp>
      </p:grpSp>
      <p:sp>
        <p:nvSpPr>
          <p:cNvPr id="207880" name="Rectangle 8"/>
          <p:cNvSpPr>
            <a:spLocks noChangeArrowheads="1"/>
          </p:cNvSpPr>
          <p:nvPr/>
        </p:nvSpPr>
        <p:spPr bwMode="auto">
          <a:xfrm>
            <a:off x="323850" y="5157788"/>
            <a:ext cx="45720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1"/>
            <a:r>
              <a:rPr kumimoji="1" lang="zh-CN" altLang="en-US" sz="3600">
                <a:solidFill>
                  <a:srgbClr val="CC6600"/>
                </a:solidFill>
                <a:latin typeface="Times New Roman" charset="0"/>
                <a:ea typeface="楷体_GB2312" charset="0"/>
              </a:rPr>
              <a:t>遍历结果：</a:t>
            </a:r>
          </a:p>
          <a:p>
            <a:pPr lvl="1"/>
            <a:r>
              <a:rPr kumimoji="1" lang="pt-BR" altLang="zh-CN" sz="3200" b="1" i="1">
                <a:solidFill>
                  <a:srgbClr val="008000"/>
                </a:solidFill>
                <a:effectLst>
                  <a:outerShdw blurRad="38100" dist="38100" dir="2700000" algn="tl">
                    <a:srgbClr val="C0C0C0"/>
                  </a:outerShdw>
                </a:effectLst>
                <a:latin typeface="Times New Roman" charset="0"/>
              </a:rPr>
              <a:t>a + b * c - d - e / f</a:t>
            </a:r>
          </a:p>
          <a:p>
            <a:pPr lvl="1"/>
            <a:endParaRPr kumimoji="1" lang="en-US" altLang="zh-CN" sz="3200" b="1" i="1">
              <a:solidFill>
                <a:srgbClr val="008000"/>
              </a:solidFill>
              <a:effectLst>
                <a:outerShdw blurRad="38100" dist="38100" dir="2700000" algn="tl">
                  <a:srgbClr val="C0C0C0"/>
                </a:outerShdw>
              </a:effectLst>
              <a:latin typeface="Times New Roman" charset="0"/>
            </a:endParaRPr>
          </a:p>
        </p:txBody>
      </p:sp>
    </p:spTree>
    <p:extLst>
      <p:ext uri="{BB962C8B-B14F-4D97-AF65-F5344CB8AC3E}">
        <p14:creationId xmlns:p14="http://schemas.microsoft.com/office/powerpoint/2010/main" val="4591109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slide(fromBottom)">
                                      <p:cBhvr>
                                        <p:cTn id="7" dur="500"/>
                                        <p:tgtEl>
                                          <p:spTgt spid="207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07877"/>
                                        </p:tgtEl>
                                        <p:attrNameLst>
                                          <p:attrName>style.visibility</p:attrName>
                                        </p:attrNameLst>
                                      </p:cBhvr>
                                      <p:to>
                                        <p:strVal val="visible"/>
                                      </p:to>
                                    </p:set>
                                    <p:anim calcmode="lin" valueType="num">
                                      <p:cBhvr additive="base">
                                        <p:cTn id="12" dur="500" fill="hold"/>
                                        <p:tgtEl>
                                          <p:spTgt spid="207877"/>
                                        </p:tgtEl>
                                        <p:attrNameLst>
                                          <p:attrName>ppt_x</p:attrName>
                                        </p:attrNameLst>
                                      </p:cBhvr>
                                      <p:tavLst>
                                        <p:tav tm="0">
                                          <p:val>
                                            <p:strVal val="#ppt_x"/>
                                          </p:val>
                                        </p:tav>
                                        <p:tav tm="100000">
                                          <p:val>
                                            <p:strVal val="#ppt_x"/>
                                          </p:val>
                                        </p:tav>
                                      </p:tavLst>
                                    </p:anim>
                                    <p:anim calcmode="lin" valueType="num">
                                      <p:cBhvr additive="base">
                                        <p:cTn id="13" dur="500" fill="hold"/>
                                        <p:tgtEl>
                                          <p:spTgt spid="207877"/>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07880"/>
                                        </p:tgtEl>
                                        <p:attrNameLst>
                                          <p:attrName>style.visibility</p:attrName>
                                        </p:attrNameLst>
                                      </p:cBhvr>
                                      <p:to>
                                        <p:strVal val="visible"/>
                                      </p:to>
                                    </p:set>
                                    <p:anim calcmode="lin" valueType="num">
                                      <p:cBhvr additive="base">
                                        <p:cTn id="18" dur="500" fill="hold"/>
                                        <p:tgtEl>
                                          <p:spTgt spid="207880"/>
                                        </p:tgtEl>
                                        <p:attrNameLst>
                                          <p:attrName>ppt_x</p:attrName>
                                        </p:attrNameLst>
                                      </p:cBhvr>
                                      <p:tavLst>
                                        <p:tav tm="0">
                                          <p:val>
                                            <p:strVal val="#ppt_x"/>
                                          </p:val>
                                        </p:tav>
                                        <p:tav tm="100000">
                                          <p:val>
                                            <p:strVal val="#ppt_x"/>
                                          </p:val>
                                        </p:tav>
                                      </p:tavLst>
                                    </p:anim>
                                    <p:anim calcmode="lin" valueType="num">
                                      <p:cBhvr additive="base">
                                        <p:cTn id="19" dur="500" fill="hold"/>
                                        <p:tgtEl>
                                          <p:spTgt spid="2078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utoUpdateAnimBg="0"/>
      <p:bldP spid="20788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a:hlinkClick r:id="rId2" action="ppaction://hlinksldjump"/>
          </p:cNvPr>
          <p:cNvSpPr txBox="1">
            <a:spLocks noChangeArrowheads="1"/>
          </p:cNvSpPr>
          <p:nvPr/>
        </p:nvSpPr>
        <p:spPr bwMode="auto">
          <a:xfrm>
            <a:off x="250825" y="1184275"/>
            <a:ext cx="762635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kumimoji="1" lang="en-US" altLang="zh-CN" sz="2000">
                <a:latin typeface="Times New Roman" charset="0"/>
                <a:ea typeface="楷体_GB2312" charset="0"/>
              </a:rPr>
              <a:t>  </a:t>
            </a:r>
            <a:r>
              <a:rPr kumimoji="1" lang="zh-CN" altLang="en-US" sz="3600">
                <a:solidFill>
                  <a:srgbClr val="CC6600"/>
                </a:solidFill>
                <a:latin typeface="Times New Roman" charset="0"/>
                <a:ea typeface="楷体_GB2312" charset="0"/>
              </a:rPr>
              <a:t>若二叉树为空树，则空操作；否则，</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1</a:t>
            </a:r>
            <a:r>
              <a:rPr kumimoji="1" lang="zh-CN" altLang="en-US" sz="3600">
                <a:solidFill>
                  <a:srgbClr val="CC6600"/>
                </a:solidFill>
                <a:latin typeface="Times New Roman" charset="0"/>
                <a:ea typeface="楷体_GB2312" charset="0"/>
              </a:rPr>
              <a:t>）后序遍历左子树；</a:t>
            </a: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2</a:t>
            </a:r>
            <a:r>
              <a:rPr kumimoji="1" lang="zh-CN" altLang="en-US" sz="3600">
                <a:solidFill>
                  <a:srgbClr val="CC6600"/>
                </a:solidFill>
                <a:latin typeface="Times New Roman" charset="0"/>
                <a:ea typeface="楷体_GB2312" charset="0"/>
              </a:rPr>
              <a:t>）后序遍历右子树；</a:t>
            </a:r>
            <a:endParaRPr kumimoji="1" lang="zh-CN" altLang="en-US" sz="3600">
              <a:solidFill>
                <a:srgbClr val="CC6600"/>
              </a:solidFill>
              <a:latin typeface="Times New Roman" charset="0"/>
              <a:ea typeface="楷体_GB2312" charset="0"/>
              <a:hlinkClick r:id="" action="ppaction://hlinkshowjump?jump=nextslide"/>
            </a:endParaRPr>
          </a:p>
          <a:p>
            <a:pPr>
              <a:lnSpc>
                <a:spcPct val="150000"/>
              </a:lnSpc>
            </a:pPr>
            <a:r>
              <a:rPr kumimoji="1" lang="zh-CN" altLang="en-US" sz="3600">
                <a:solidFill>
                  <a:srgbClr val="CC6600"/>
                </a:solidFill>
                <a:latin typeface="Times New Roman" charset="0"/>
                <a:ea typeface="楷体_GB2312" charset="0"/>
              </a:rPr>
              <a:t>（</a:t>
            </a:r>
            <a:r>
              <a:rPr kumimoji="1" lang="en-US" altLang="zh-CN" sz="3600">
                <a:solidFill>
                  <a:srgbClr val="CC6600"/>
                </a:solidFill>
                <a:latin typeface="Times New Roman" charset="0"/>
                <a:ea typeface="楷体_GB2312" charset="0"/>
              </a:rPr>
              <a:t>3</a:t>
            </a:r>
            <a:r>
              <a:rPr kumimoji="1" lang="zh-CN" altLang="en-US" sz="3600">
                <a:solidFill>
                  <a:srgbClr val="CC6600"/>
                </a:solidFill>
                <a:latin typeface="Times New Roman" charset="0"/>
                <a:ea typeface="楷体_GB2312" charset="0"/>
              </a:rPr>
              <a:t>）访问根结点。</a:t>
            </a:r>
            <a:endParaRPr kumimoji="1" lang="zh-CN" altLang="en-US" sz="2000">
              <a:solidFill>
                <a:srgbClr val="CC6600"/>
              </a:solidFill>
              <a:latin typeface="Times New Roman" charset="0"/>
            </a:endParaRPr>
          </a:p>
        </p:txBody>
      </p:sp>
      <p:sp>
        <p:nvSpPr>
          <p:cNvPr id="208900" name="Text Box 4"/>
          <p:cNvSpPr txBox="1">
            <a:spLocks noChangeArrowheads="1"/>
          </p:cNvSpPr>
          <p:nvPr/>
        </p:nvSpPr>
        <p:spPr bwMode="auto">
          <a:xfrm>
            <a:off x="1295400" y="152400"/>
            <a:ext cx="69246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CC3300"/>
                </a:solidFill>
                <a:latin typeface="Times New Roman" charset="0"/>
                <a:ea typeface="楷体_GB2312" charset="0"/>
              </a:rPr>
              <a:t>后（根）序的遍历算法：</a:t>
            </a:r>
            <a:endParaRPr kumimoji="1" lang="zh-CN" altLang="en-US" sz="4800">
              <a:solidFill>
                <a:srgbClr val="CC3300"/>
              </a:solidFill>
              <a:latin typeface="Times New Roman" charset="0"/>
              <a:ea typeface="楷体_GB2312" charset="0"/>
            </a:endParaRPr>
          </a:p>
        </p:txBody>
      </p:sp>
      <p:sp>
        <p:nvSpPr>
          <p:cNvPr id="208901" name="AutoShape 5">
            <a:hlinkClick r:id="rId3"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208902" name="Group 6"/>
          <p:cNvGrpSpPr>
            <a:grpSpLocks/>
          </p:cNvGrpSpPr>
          <p:nvPr/>
        </p:nvGrpSpPr>
        <p:grpSpPr bwMode="auto">
          <a:xfrm>
            <a:off x="5003800" y="2492375"/>
            <a:ext cx="3962400" cy="4060825"/>
            <a:chOff x="3152" y="1570"/>
            <a:chExt cx="2496" cy="2558"/>
          </a:xfrm>
        </p:grpSpPr>
        <p:pic>
          <p:nvPicPr>
            <p:cNvPr id="2089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 y="1570"/>
              <a:ext cx="2496"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4" name="Text Box 8"/>
            <p:cNvSpPr txBox="1">
              <a:spLocks noChangeArrowheads="1"/>
            </p:cNvSpPr>
            <p:nvPr/>
          </p:nvSpPr>
          <p:spPr bwMode="auto">
            <a:xfrm>
              <a:off x="3600" y="3763"/>
              <a:ext cx="18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200" b="1">
                  <a:solidFill>
                    <a:srgbClr val="FF3300"/>
                  </a:solidFill>
                  <a:effectLst>
                    <a:outerShdw blurRad="38100" dist="38100" dir="2700000" algn="tl">
                      <a:srgbClr val="C0C0C0"/>
                    </a:outerShdw>
                  </a:effectLst>
                  <a:latin typeface="VW媩$婫`婡p瑙" charset="0"/>
                  <a:ea typeface="隶书" charset="0"/>
                </a:rPr>
                <a:t>表达式语法树</a:t>
              </a:r>
              <a:endParaRPr kumimoji="1" lang="zh-CN" altLang="en-US" sz="2000">
                <a:latin typeface="VW媩$婫`婡p瑙" charset="0"/>
              </a:endParaRPr>
            </a:p>
          </p:txBody>
        </p:sp>
      </p:grpSp>
      <p:sp>
        <p:nvSpPr>
          <p:cNvPr id="208905" name="Rectangle 9"/>
          <p:cNvSpPr>
            <a:spLocks noChangeArrowheads="1"/>
          </p:cNvSpPr>
          <p:nvPr/>
        </p:nvSpPr>
        <p:spPr bwMode="auto">
          <a:xfrm>
            <a:off x="323850" y="5157788"/>
            <a:ext cx="4572000" cy="112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1"/>
            <a:r>
              <a:rPr kumimoji="1" lang="zh-CN" altLang="en-US" sz="3600">
                <a:solidFill>
                  <a:srgbClr val="CC6600"/>
                </a:solidFill>
                <a:latin typeface="Times New Roman" charset="0"/>
                <a:ea typeface="楷体_GB2312" charset="0"/>
              </a:rPr>
              <a:t>遍历结果：</a:t>
            </a:r>
          </a:p>
          <a:p>
            <a:pPr lvl="1"/>
            <a:r>
              <a:rPr kumimoji="1" lang="pt-BR" altLang="zh-CN" sz="3200" b="1" i="1">
                <a:solidFill>
                  <a:srgbClr val="008000"/>
                </a:solidFill>
                <a:effectLst>
                  <a:outerShdw blurRad="38100" dist="38100" dir="2700000" algn="tl">
                    <a:srgbClr val="C0C0C0"/>
                  </a:outerShdw>
                </a:effectLst>
                <a:latin typeface="Times New Roman" charset="0"/>
              </a:rPr>
              <a:t>a b c d - * + e f / -</a:t>
            </a:r>
            <a:endParaRPr kumimoji="1" lang="en-US" altLang="zh-CN" sz="3200" b="1" i="1">
              <a:solidFill>
                <a:srgbClr val="008000"/>
              </a:solidFill>
              <a:effectLst>
                <a:outerShdw blurRad="38100" dist="38100" dir="2700000" algn="tl">
                  <a:srgbClr val="C0C0C0"/>
                </a:outerShdw>
              </a:effectLst>
              <a:latin typeface="Times New Roman" charset="0"/>
            </a:endParaRPr>
          </a:p>
        </p:txBody>
      </p:sp>
    </p:spTree>
    <p:extLst>
      <p:ext uri="{BB962C8B-B14F-4D97-AF65-F5344CB8AC3E}">
        <p14:creationId xmlns:p14="http://schemas.microsoft.com/office/powerpoint/2010/main" val="8620999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slide(fromBottom)">
                                      <p:cBhvr>
                                        <p:cTn id="7" dur="500"/>
                                        <p:tgtEl>
                                          <p:spTgt spid="208898"/>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208901"/>
                                        </p:tgtEl>
                                        <p:attrNameLst>
                                          <p:attrName>style.visibility</p:attrName>
                                        </p:attrNameLst>
                                      </p:cBhvr>
                                      <p:to>
                                        <p:strVal val="visible"/>
                                      </p:to>
                                    </p:set>
                                    <p:anim calcmode="lin" valueType="num">
                                      <p:cBhvr additive="base">
                                        <p:cTn id="11" dur="500" fill="hold"/>
                                        <p:tgtEl>
                                          <p:spTgt spid="208901"/>
                                        </p:tgtEl>
                                        <p:attrNameLst>
                                          <p:attrName>ppt_x</p:attrName>
                                        </p:attrNameLst>
                                      </p:cBhvr>
                                      <p:tavLst>
                                        <p:tav tm="0">
                                          <p:val>
                                            <p:strVal val="1+#ppt_w/2"/>
                                          </p:val>
                                        </p:tav>
                                        <p:tav tm="100000">
                                          <p:val>
                                            <p:strVal val="#ppt_x"/>
                                          </p:val>
                                        </p:tav>
                                      </p:tavLst>
                                    </p:anim>
                                    <p:anim calcmode="lin" valueType="num">
                                      <p:cBhvr additive="base">
                                        <p:cTn id="12" dur="500" fill="hold"/>
                                        <p:tgtEl>
                                          <p:spTgt spid="20890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08902"/>
                                        </p:tgtEl>
                                        <p:attrNameLst>
                                          <p:attrName>style.visibility</p:attrName>
                                        </p:attrNameLst>
                                      </p:cBhvr>
                                      <p:to>
                                        <p:strVal val="visible"/>
                                      </p:to>
                                    </p:set>
                                    <p:anim calcmode="lin" valueType="num">
                                      <p:cBhvr additive="base">
                                        <p:cTn id="17" dur="500" fill="hold"/>
                                        <p:tgtEl>
                                          <p:spTgt spid="208902"/>
                                        </p:tgtEl>
                                        <p:attrNameLst>
                                          <p:attrName>ppt_x</p:attrName>
                                        </p:attrNameLst>
                                      </p:cBhvr>
                                      <p:tavLst>
                                        <p:tav tm="0">
                                          <p:val>
                                            <p:strVal val="#ppt_x"/>
                                          </p:val>
                                        </p:tav>
                                        <p:tav tm="100000">
                                          <p:val>
                                            <p:strVal val="#ppt_x"/>
                                          </p:val>
                                        </p:tav>
                                      </p:tavLst>
                                    </p:anim>
                                    <p:anim calcmode="lin" valueType="num">
                                      <p:cBhvr additive="base">
                                        <p:cTn id="18" dur="500" fill="hold"/>
                                        <p:tgtEl>
                                          <p:spTgt spid="20890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08905"/>
                                        </p:tgtEl>
                                        <p:attrNameLst>
                                          <p:attrName>style.visibility</p:attrName>
                                        </p:attrNameLst>
                                      </p:cBhvr>
                                      <p:to>
                                        <p:strVal val="visible"/>
                                      </p:to>
                                    </p:set>
                                    <p:anim calcmode="lin" valueType="num">
                                      <p:cBhvr additive="base">
                                        <p:cTn id="23" dur="500" fill="hold"/>
                                        <p:tgtEl>
                                          <p:spTgt spid="208905"/>
                                        </p:tgtEl>
                                        <p:attrNameLst>
                                          <p:attrName>ppt_x</p:attrName>
                                        </p:attrNameLst>
                                      </p:cBhvr>
                                      <p:tavLst>
                                        <p:tav tm="0">
                                          <p:val>
                                            <p:strVal val="#ppt_x"/>
                                          </p:val>
                                        </p:tav>
                                        <p:tav tm="100000">
                                          <p:val>
                                            <p:strVal val="#ppt_x"/>
                                          </p:val>
                                        </p:tav>
                                      </p:tavLst>
                                    </p:anim>
                                    <p:anim calcmode="lin" valueType="num">
                                      <p:cBhvr additive="base">
                                        <p:cTn id="24" dur="500" fill="hold"/>
                                        <p:tgtEl>
                                          <p:spTgt spid="2089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autoUpdateAnimBg="0"/>
      <p:bldP spid="208901" grpId="0" animBg="1"/>
      <p:bldP spid="20890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zh-CN" altLang="en-US" b="0">
                <a:ea typeface="楷体_GB2312" charset="0"/>
              </a:rPr>
              <a:t>两个推论</a:t>
            </a:r>
            <a:endParaRPr lang="zh-CN" altLang="en-US">
              <a:ea typeface="楷体_GB2312" charset="0"/>
            </a:endParaRPr>
          </a:p>
        </p:txBody>
      </p:sp>
      <p:sp>
        <p:nvSpPr>
          <p:cNvPr id="209923" name="Rectangle 3"/>
          <p:cNvSpPr>
            <a:spLocks noGrp="1" noChangeArrowheads="1"/>
          </p:cNvSpPr>
          <p:nvPr>
            <p:ph type="body" idx="1"/>
          </p:nvPr>
        </p:nvSpPr>
        <p:spPr/>
        <p:txBody>
          <a:bodyPr/>
          <a:lstStyle/>
          <a:p>
            <a:pPr>
              <a:lnSpc>
                <a:spcPct val="90000"/>
              </a:lnSpc>
              <a:spcBef>
                <a:spcPct val="50000"/>
              </a:spcBef>
            </a:pPr>
            <a:r>
              <a:rPr lang="zh-CN" altLang="en-US" sz="4000" b="1">
                <a:solidFill>
                  <a:srgbClr val="FF3300"/>
                </a:solidFill>
                <a:latin typeface="楷体_GB2312" charset="0"/>
                <a:ea typeface="楷体_GB2312" charset="0"/>
              </a:rPr>
              <a:t>若已知一棵二叉树的前序序列和中序序列</a:t>
            </a:r>
            <a:r>
              <a:rPr lang="en-US" altLang="zh-CN" sz="4000" b="1">
                <a:solidFill>
                  <a:srgbClr val="FF3300"/>
                </a:solidFill>
                <a:latin typeface="楷体_GB2312" charset="0"/>
                <a:ea typeface="楷体_GB2312" charset="0"/>
              </a:rPr>
              <a:t>,</a:t>
            </a:r>
            <a:r>
              <a:rPr lang="zh-CN" altLang="en-US" sz="4000" b="1">
                <a:solidFill>
                  <a:srgbClr val="FF3300"/>
                </a:solidFill>
                <a:latin typeface="楷体_GB2312" charset="0"/>
                <a:ea typeface="楷体_GB2312" charset="0"/>
              </a:rPr>
              <a:t>则可以唯一的确定这棵二叉树</a:t>
            </a:r>
            <a:r>
              <a:rPr lang="en-US" altLang="zh-CN" sz="4000" b="1">
                <a:solidFill>
                  <a:srgbClr val="FF3300"/>
                </a:solidFill>
                <a:latin typeface="楷体_GB2312" charset="0"/>
                <a:ea typeface="楷体_GB2312" charset="0"/>
              </a:rPr>
              <a:t>.</a:t>
            </a:r>
          </a:p>
          <a:p>
            <a:pPr>
              <a:lnSpc>
                <a:spcPct val="90000"/>
              </a:lnSpc>
              <a:spcBef>
                <a:spcPct val="50000"/>
              </a:spcBef>
            </a:pPr>
            <a:r>
              <a:rPr lang="zh-CN" altLang="en-US" sz="4000" b="1">
                <a:solidFill>
                  <a:srgbClr val="FF3300"/>
                </a:solidFill>
                <a:latin typeface="楷体_GB2312" charset="0"/>
                <a:ea typeface="楷体_GB2312" charset="0"/>
              </a:rPr>
              <a:t>若已知一棵二叉树的后序序列和中序序列</a:t>
            </a:r>
            <a:r>
              <a:rPr lang="en-US" altLang="zh-CN" sz="4000" b="1">
                <a:solidFill>
                  <a:srgbClr val="FF3300"/>
                </a:solidFill>
                <a:latin typeface="楷体_GB2312" charset="0"/>
                <a:ea typeface="楷体_GB2312" charset="0"/>
              </a:rPr>
              <a:t>,</a:t>
            </a:r>
            <a:r>
              <a:rPr lang="zh-CN" altLang="en-US" sz="4000" b="1">
                <a:solidFill>
                  <a:srgbClr val="FF3300"/>
                </a:solidFill>
                <a:latin typeface="楷体_GB2312" charset="0"/>
                <a:ea typeface="楷体_GB2312" charset="0"/>
              </a:rPr>
              <a:t>则也可以唯一的确定这棵二叉树</a:t>
            </a:r>
            <a:r>
              <a:rPr lang="en-US" altLang="zh-CN" sz="4000" b="1">
                <a:solidFill>
                  <a:srgbClr val="FF3300"/>
                </a:solidFill>
                <a:latin typeface="楷体_GB2312" charset="0"/>
                <a:ea typeface="楷体_GB2312" charset="0"/>
              </a:rPr>
              <a:t>.</a:t>
            </a:r>
          </a:p>
        </p:txBody>
      </p:sp>
    </p:spTree>
    <p:extLst>
      <p:ext uri="{BB962C8B-B14F-4D97-AF65-F5344CB8AC3E}">
        <p14:creationId xmlns:p14="http://schemas.microsoft.com/office/powerpoint/2010/main" val="37025515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9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81200"/>
            <a:ext cx="9144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09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14800"/>
            <a:ext cx="9144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948" name="Rectangle 4"/>
          <p:cNvSpPr>
            <a:spLocks noChangeArrowheads="1"/>
          </p:cNvSpPr>
          <p:nvPr/>
        </p:nvSpPr>
        <p:spPr bwMode="auto">
          <a:xfrm>
            <a:off x="1371600" y="76200"/>
            <a:ext cx="76962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2075" tIns="46038" rIns="92075" bIns="46038"/>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fontAlgn="base">
              <a:spcBef>
                <a:spcPct val="0"/>
              </a:spcBef>
              <a:spcAft>
                <a:spcPct val="0"/>
              </a:spcAft>
              <a:defRPr>
                <a:solidFill>
                  <a:schemeClr val="tx1"/>
                </a:solidFill>
                <a:latin typeface="Arial" charset="0"/>
                <a:ea typeface="宋体" charset="-122"/>
              </a:defRPr>
            </a:lvl6pPr>
            <a:lvl7pPr marL="2971800" indent="-228600" fontAlgn="base">
              <a:spcBef>
                <a:spcPct val="0"/>
              </a:spcBef>
              <a:spcAft>
                <a:spcPct val="0"/>
              </a:spcAft>
              <a:defRPr>
                <a:solidFill>
                  <a:schemeClr val="tx1"/>
                </a:solidFill>
                <a:latin typeface="Arial" charset="0"/>
                <a:ea typeface="宋体" charset="-122"/>
              </a:defRPr>
            </a:lvl7pPr>
            <a:lvl8pPr marL="3429000" indent="-228600" fontAlgn="base">
              <a:spcBef>
                <a:spcPct val="0"/>
              </a:spcBef>
              <a:spcAft>
                <a:spcPct val="0"/>
              </a:spcAft>
              <a:defRPr>
                <a:solidFill>
                  <a:schemeClr val="tx1"/>
                </a:solidFill>
                <a:latin typeface="Arial" charset="0"/>
                <a:ea typeface="宋体" charset="-122"/>
              </a:defRPr>
            </a:lvl8pPr>
            <a:lvl9pPr marL="3886200" indent="-228600" fontAlgn="base">
              <a:spcBef>
                <a:spcPct val="0"/>
              </a:spcBef>
              <a:spcAft>
                <a:spcPct val="0"/>
              </a:spcAft>
              <a:defRPr>
                <a:solidFill>
                  <a:schemeClr val="tx1"/>
                </a:solidFill>
                <a:latin typeface="Arial" charset="0"/>
                <a:ea typeface="宋体" charset="-122"/>
              </a:defRPr>
            </a:lvl9pPr>
          </a:lstStyle>
          <a:p>
            <a:pPr>
              <a:spcBef>
                <a:spcPct val="20000"/>
              </a:spcBef>
            </a:pPr>
            <a:r>
              <a:rPr kumimoji="1" lang="zh-CN" altLang="en-US" sz="2800" b="1">
                <a:solidFill>
                  <a:srgbClr val="FF3300"/>
                </a:solidFill>
                <a:effectLst>
                  <a:outerShdw blurRad="38100" dist="38100" dir="2700000" algn="tl">
                    <a:srgbClr val="C0C0C0"/>
                  </a:outerShdw>
                </a:effectLst>
                <a:latin typeface="VW媩$婫`婡p瑙" charset="0"/>
                <a:ea typeface="楷体_GB2312" charset="0"/>
              </a:rPr>
              <a:t>例：已知前序序列为 </a:t>
            </a:r>
            <a:r>
              <a:rPr kumimoji="1" lang="en-US" altLang="zh-CN" sz="2800" b="1">
                <a:solidFill>
                  <a:srgbClr val="FF3300"/>
                </a:solidFill>
                <a:effectLst>
                  <a:outerShdw blurRad="38100" dist="38100" dir="2700000" algn="tl">
                    <a:srgbClr val="C0C0C0"/>
                  </a:outerShdw>
                </a:effectLst>
                <a:latin typeface="VW媩$婫`婡p瑙" charset="0"/>
                <a:ea typeface="楷体_GB2312" charset="0"/>
              </a:rPr>
              <a:t>{ ABHFDECKG } </a:t>
            </a:r>
            <a:r>
              <a:rPr kumimoji="1" lang="zh-CN" altLang="en-US" sz="2800" b="1">
                <a:solidFill>
                  <a:srgbClr val="FF3300"/>
                </a:solidFill>
                <a:effectLst>
                  <a:outerShdw blurRad="38100" dist="38100" dir="2700000" algn="tl">
                    <a:srgbClr val="C0C0C0"/>
                  </a:outerShdw>
                </a:effectLst>
                <a:latin typeface="VW媩$婫`婡p瑙" charset="0"/>
                <a:ea typeface="楷体_GB2312" charset="0"/>
              </a:rPr>
              <a:t>，中序序列为 </a:t>
            </a:r>
            <a:r>
              <a:rPr kumimoji="1" lang="en-US" altLang="zh-CN" sz="2800" b="1">
                <a:solidFill>
                  <a:srgbClr val="FF3300"/>
                </a:solidFill>
                <a:effectLst>
                  <a:outerShdw blurRad="38100" dist="38100" dir="2700000" algn="tl">
                    <a:srgbClr val="C0C0C0"/>
                  </a:outerShdw>
                </a:effectLst>
                <a:latin typeface="VW媩$婫`婡p瑙" charset="0"/>
                <a:ea typeface="楷体_GB2312" charset="0"/>
              </a:rPr>
              <a:t>{ HBDFAEKCG }, </a:t>
            </a:r>
            <a:r>
              <a:rPr kumimoji="1" lang="zh-CN" altLang="en-US" sz="2800" b="1">
                <a:solidFill>
                  <a:srgbClr val="FF3300"/>
                </a:solidFill>
                <a:effectLst>
                  <a:outerShdw blurRad="38100" dist="38100" dir="2700000" algn="tl">
                    <a:srgbClr val="C0C0C0"/>
                  </a:outerShdw>
                </a:effectLst>
                <a:latin typeface="VW媩$婫`婡p瑙" charset="0"/>
                <a:ea typeface="楷体_GB2312" charset="0"/>
              </a:rPr>
              <a:t>试构造二叉树。</a:t>
            </a:r>
          </a:p>
          <a:p>
            <a:pPr>
              <a:spcBef>
                <a:spcPct val="20000"/>
              </a:spcBef>
            </a:pPr>
            <a:r>
              <a:rPr kumimoji="1" lang="zh-CN" altLang="en-US" sz="2800" b="1">
                <a:solidFill>
                  <a:srgbClr val="FF3300"/>
                </a:solidFill>
                <a:effectLst>
                  <a:outerShdw blurRad="38100" dist="38100" dir="2700000" algn="tl">
                    <a:srgbClr val="C0C0C0"/>
                  </a:outerShdw>
                </a:effectLst>
                <a:latin typeface="VW媩$婫`婡p瑙" charset="0"/>
                <a:ea typeface="楷体_GB2312" charset="0"/>
              </a:rPr>
              <a:t>解：过程如下：</a:t>
            </a:r>
            <a:endParaRPr kumimoji="1" lang="zh-CN" altLang="en-US" sz="2800" b="1">
              <a:solidFill>
                <a:schemeClr val="bg2"/>
              </a:solidFill>
              <a:effectLst>
                <a:outerShdw blurRad="38100" dist="38100" dir="2700000" algn="tl">
                  <a:srgbClr val="C0C0C0"/>
                </a:outerShdw>
              </a:effectLst>
              <a:latin typeface="VW媩$婫`婡p瑙" charset="0"/>
              <a:ea typeface="楷体_GB2312" charset="0"/>
            </a:endParaRPr>
          </a:p>
        </p:txBody>
      </p:sp>
    </p:spTree>
    <p:extLst>
      <p:ext uri="{BB962C8B-B14F-4D97-AF65-F5344CB8AC3E}">
        <p14:creationId xmlns:p14="http://schemas.microsoft.com/office/powerpoint/2010/main" val="1650957296"/>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kumimoji="1" lang="zh-CN" altLang="en-US">
                <a:solidFill>
                  <a:srgbClr val="0000FF"/>
                </a:solidFill>
                <a:latin typeface="Times New Roman" charset="0"/>
                <a:ea typeface="楷体_GB2312" charset="0"/>
              </a:rPr>
              <a:t>算法的递归实现</a:t>
            </a:r>
          </a:p>
        </p:txBody>
      </p:sp>
      <p:sp>
        <p:nvSpPr>
          <p:cNvPr id="315395" name="Rectangle 3"/>
          <p:cNvSpPr>
            <a:spLocks noGrp="1" noChangeArrowheads="1"/>
          </p:cNvSpPr>
          <p:nvPr>
            <p:ph type="body" idx="1"/>
          </p:nvPr>
        </p:nvSpPr>
        <p:spPr>
          <a:xfrm>
            <a:off x="304800" y="1219200"/>
            <a:ext cx="8686800" cy="5257800"/>
          </a:xfrm>
        </p:spPr>
        <p:txBody>
          <a:bodyPr/>
          <a:lstStyle/>
          <a:p>
            <a:pPr lvl="1">
              <a:lnSpc>
                <a:spcPct val="115000"/>
              </a:lnSpc>
            </a:pPr>
            <a:r>
              <a:rPr lang="zh-CN" altLang="en-US"/>
              <a:t>遍历算法的递归实现</a:t>
            </a:r>
          </a:p>
          <a:p>
            <a:pPr lvl="2">
              <a:lnSpc>
                <a:spcPct val="115000"/>
              </a:lnSpc>
            </a:pPr>
            <a:r>
              <a:rPr lang="zh-CN" altLang="en-US"/>
              <a:t>二叉树的递归定义性质，决定了它的很多算法都可用递归实现，遍历算法就是其中之一。</a:t>
            </a:r>
          </a:p>
          <a:p>
            <a:pPr lvl="2">
              <a:lnSpc>
                <a:spcPct val="115000"/>
              </a:lnSpc>
            </a:pPr>
            <a:r>
              <a:rPr lang="zh-CN" altLang="en-US"/>
              <a:t>对于二叉树的遍历，可以不去具体考虑各子问题</a:t>
            </a:r>
            <a:r>
              <a:rPr lang="en-US" altLang="zh-CN"/>
              <a:t>(</a:t>
            </a:r>
            <a:r>
              <a:rPr lang="zh-CN" altLang="en-US"/>
              <a:t>左子树、根、右子树</a:t>
            </a:r>
            <a:r>
              <a:rPr lang="en-US" altLang="zh-CN"/>
              <a:t>)</a:t>
            </a:r>
            <a:r>
              <a:rPr lang="zh-CN" altLang="en-US"/>
              <a:t>的遍历结果是什么，而去考虑如何由各子问题的求解结果构成原问题</a:t>
            </a:r>
            <a:r>
              <a:rPr lang="en-US" altLang="zh-CN"/>
              <a:t>(</a:t>
            </a:r>
            <a:r>
              <a:rPr lang="zh-CN" altLang="en-US"/>
              <a:t>二叉树</a:t>
            </a:r>
            <a:r>
              <a:rPr lang="en-US" altLang="zh-CN"/>
              <a:t>)</a:t>
            </a:r>
            <a:r>
              <a:rPr lang="zh-CN" altLang="en-US"/>
              <a:t>的遍历结果</a:t>
            </a:r>
            <a:r>
              <a:rPr lang="en-US" altLang="zh-CN"/>
              <a:t>——</a:t>
            </a:r>
            <a:r>
              <a:rPr lang="zh-CN" altLang="en-US">
                <a:ea typeface="黑体" charset="-122"/>
              </a:rPr>
              <a:t>递归规律的确定</a:t>
            </a:r>
            <a:r>
              <a:rPr lang="zh-CN" altLang="en-US"/>
              <a:t>。必须注意的是，当二叉树小到一定程度，即空树时，应直接给出解答</a:t>
            </a:r>
            <a:r>
              <a:rPr lang="en-US" altLang="zh-CN"/>
              <a:t>——</a:t>
            </a:r>
            <a:r>
              <a:rPr lang="zh-CN" altLang="en-US">
                <a:ea typeface="黑体" charset="-122"/>
              </a:rPr>
              <a:t>递归结束条件及处理</a:t>
            </a:r>
            <a:r>
              <a:rPr lang="zh-CN" altLang="en-US"/>
              <a:t>。 </a:t>
            </a:r>
          </a:p>
        </p:txBody>
      </p:sp>
    </p:spTree>
    <p:extLst>
      <p:ext uri="{BB962C8B-B14F-4D97-AF65-F5344CB8AC3E}">
        <p14:creationId xmlns:p14="http://schemas.microsoft.com/office/powerpoint/2010/main" val="131078346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a:spLocks noChangeArrowheads="1"/>
          </p:cNvSpPr>
          <p:nvPr/>
        </p:nvSpPr>
        <p:spPr bwMode="auto">
          <a:xfrm>
            <a:off x="1447800" y="228600"/>
            <a:ext cx="52276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三、算法的递归描述</a:t>
            </a:r>
            <a:endParaRPr kumimoji="1" lang="zh-CN" altLang="en-US" sz="2400">
              <a:latin typeface="Times New Roman" charset="0"/>
            </a:endParaRPr>
          </a:p>
        </p:txBody>
      </p:sp>
      <p:sp>
        <p:nvSpPr>
          <p:cNvPr id="211971" name="Text Box 3">
            <a:hlinkClick r:id="rId2" action="ppaction://hlinksldjump"/>
          </p:cNvPr>
          <p:cNvSpPr txBox="1">
            <a:spLocks noChangeArrowheads="1"/>
          </p:cNvSpPr>
          <p:nvPr/>
        </p:nvSpPr>
        <p:spPr bwMode="auto">
          <a:xfrm>
            <a:off x="228600" y="1143000"/>
            <a:ext cx="8716963"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0000"/>
                </a:solidFill>
                <a:latin typeface="Times New Roman" charset="0"/>
              </a:rPr>
              <a:t>void</a:t>
            </a:r>
            <a:r>
              <a:rPr kumimoji="1" lang="en-US" altLang="zh-CN" sz="4000">
                <a:solidFill>
                  <a:srgbClr val="FF0000"/>
                </a:solidFill>
                <a:latin typeface="Times New Roman" charset="0"/>
              </a:rPr>
              <a:t> Preorder (</a:t>
            </a:r>
            <a:r>
              <a:rPr kumimoji="1" lang="en-US" altLang="zh-CN" sz="4000">
                <a:solidFill>
                  <a:srgbClr val="800000"/>
                </a:solidFill>
                <a:latin typeface="Times New Roman" charset="0"/>
              </a:rPr>
              <a:t>BiTree T,</a:t>
            </a:r>
          </a:p>
          <a:p>
            <a:r>
              <a:rPr kumimoji="1" lang="en-US" altLang="zh-CN" sz="4000">
                <a:solidFill>
                  <a:srgbClr val="800000"/>
                </a:solidFill>
                <a:latin typeface="Times New Roman" charset="0"/>
              </a:rPr>
              <a:t>                  </a:t>
            </a:r>
            <a:r>
              <a:rPr kumimoji="1" lang="en-US" altLang="zh-CN" sz="4000" b="1">
                <a:solidFill>
                  <a:srgbClr val="800000"/>
                </a:solidFill>
                <a:latin typeface="Times New Roman" charset="0"/>
              </a:rPr>
              <a:t>void</a:t>
            </a:r>
            <a:r>
              <a:rPr kumimoji="1" lang="en-US" altLang="zh-CN" sz="4000">
                <a:solidFill>
                  <a:srgbClr val="800000"/>
                </a:solidFill>
                <a:latin typeface="Times New Roman" charset="0"/>
              </a:rPr>
              <a:t>( *visit)(TElemType</a:t>
            </a:r>
            <a:r>
              <a:rPr kumimoji="1" lang="en-US" altLang="zh-CN" sz="4000" b="1">
                <a:solidFill>
                  <a:srgbClr val="800000"/>
                </a:solidFill>
                <a:latin typeface="Times New Roman" charset="0"/>
              </a:rPr>
              <a:t>&amp;</a:t>
            </a:r>
            <a:r>
              <a:rPr kumimoji="1" lang="en-US" altLang="zh-CN" sz="4000">
                <a:solidFill>
                  <a:srgbClr val="800000"/>
                </a:solidFill>
                <a:latin typeface="Times New Roman" charset="0"/>
              </a:rPr>
              <a:t> e)</a:t>
            </a:r>
            <a:r>
              <a:rPr kumimoji="1" lang="en-US" altLang="zh-CN" sz="4000">
                <a:solidFill>
                  <a:srgbClr val="FF0000"/>
                </a:solidFill>
                <a:latin typeface="Times New Roman" charset="0"/>
              </a:rPr>
              <a:t>)</a:t>
            </a:r>
          </a:p>
          <a:p>
            <a:r>
              <a:rPr kumimoji="1" lang="en-US" altLang="zh-CN" sz="4000" b="1">
                <a:latin typeface="宋体" charset="-122"/>
              </a:rPr>
              <a:t>{ </a:t>
            </a:r>
            <a:r>
              <a:rPr kumimoji="1" lang="en-US" altLang="zh-CN" sz="4000">
                <a:latin typeface="Times New Roman" charset="0"/>
              </a:rPr>
              <a:t>//</a:t>
            </a:r>
            <a:r>
              <a:rPr kumimoji="1" lang="en-US" altLang="zh-CN" sz="4000" b="1">
                <a:latin typeface="Times New Roman" charset="0"/>
              </a:rPr>
              <a:t> </a:t>
            </a:r>
            <a:r>
              <a:rPr kumimoji="1" lang="zh-CN" altLang="en-US" sz="4000">
                <a:latin typeface="Times New Roman" charset="0"/>
                <a:ea typeface="楷体_GB2312" charset="0"/>
              </a:rPr>
              <a:t>先序遍历二叉树</a:t>
            </a:r>
            <a:r>
              <a:rPr kumimoji="1" lang="zh-CN" altLang="en-US" sz="4000" b="1">
                <a:latin typeface="Times New Roman" charset="0"/>
              </a:rPr>
              <a:t> </a:t>
            </a:r>
          </a:p>
          <a:p>
            <a:r>
              <a:rPr kumimoji="1" lang="zh-CN" altLang="en-US" sz="4000">
                <a:latin typeface="Times New Roman" charset="0"/>
              </a:rPr>
              <a:t>   </a:t>
            </a:r>
            <a:r>
              <a:rPr kumimoji="1" lang="en-US" altLang="zh-CN" sz="4000" b="1">
                <a:latin typeface="Times New Roman" charset="0"/>
              </a:rPr>
              <a:t>if </a:t>
            </a:r>
            <a:r>
              <a:rPr kumimoji="1" lang="en-US" altLang="zh-CN" sz="4000">
                <a:latin typeface="Times New Roman" charset="0"/>
              </a:rPr>
              <a:t>(T)</a:t>
            </a:r>
            <a:r>
              <a:rPr kumimoji="1" lang="en-US" altLang="zh-CN" sz="4000" b="1">
                <a:latin typeface="Times New Roman" charset="0"/>
              </a:rPr>
              <a:t> {</a:t>
            </a:r>
          </a:p>
          <a:p>
            <a:r>
              <a:rPr kumimoji="1" lang="en-US" altLang="zh-CN" sz="4000">
                <a:latin typeface="Times New Roman" charset="0"/>
              </a:rPr>
              <a:t>      </a:t>
            </a:r>
            <a:r>
              <a:rPr kumimoji="1" lang="en-US" altLang="zh-CN" sz="4000">
                <a:solidFill>
                  <a:srgbClr val="0000FF"/>
                </a:solidFill>
                <a:latin typeface="Times New Roman" charset="0"/>
              </a:rPr>
              <a:t>visit(T-&gt;data)</a:t>
            </a:r>
            <a:r>
              <a:rPr kumimoji="1" lang="en-US" altLang="zh-CN" sz="4000">
                <a:latin typeface="Times New Roman" charset="0"/>
              </a:rPr>
              <a:t>;            // </a:t>
            </a:r>
            <a:r>
              <a:rPr kumimoji="1" lang="zh-CN" altLang="en-US" sz="4000">
                <a:solidFill>
                  <a:srgbClr val="333399"/>
                </a:solidFill>
                <a:latin typeface="Times New Roman" charset="0"/>
                <a:ea typeface="楷体_GB2312" charset="0"/>
              </a:rPr>
              <a:t>访问结点</a:t>
            </a:r>
            <a:endParaRPr kumimoji="1" lang="zh-CN" altLang="en-US" sz="4000">
              <a:latin typeface="宋体" charset="-122"/>
            </a:endParaRPr>
          </a:p>
          <a:p>
            <a:r>
              <a:rPr kumimoji="1" lang="zh-CN" altLang="en-US" sz="4000">
                <a:latin typeface="Times New Roman" charset="0"/>
              </a:rPr>
              <a:t>      </a:t>
            </a:r>
            <a:r>
              <a:rPr kumimoji="1" lang="en-US" altLang="zh-CN" sz="4000">
                <a:solidFill>
                  <a:srgbClr val="FF0000"/>
                </a:solidFill>
                <a:latin typeface="Times New Roman" charset="0"/>
              </a:rPr>
              <a:t>Preorder(</a:t>
            </a:r>
            <a:r>
              <a:rPr kumimoji="1" lang="en-US" altLang="zh-CN" sz="4000">
                <a:solidFill>
                  <a:srgbClr val="800000"/>
                </a:solidFill>
                <a:latin typeface="Times New Roman" charset="0"/>
              </a:rPr>
              <a:t>T-&gt;</a:t>
            </a:r>
            <a:r>
              <a:rPr kumimoji="1" lang="en-US" altLang="zh-CN" sz="4000" b="1">
                <a:solidFill>
                  <a:srgbClr val="800000"/>
                </a:solidFill>
                <a:latin typeface="Times New Roman" charset="0"/>
              </a:rPr>
              <a:t>l</a:t>
            </a:r>
            <a:r>
              <a:rPr kumimoji="1" lang="en-US" altLang="zh-CN" sz="4000">
                <a:solidFill>
                  <a:srgbClr val="800000"/>
                </a:solidFill>
                <a:latin typeface="Times New Roman" charset="0"/>
              </a:rPr>
              <a:t>child, visit</a:t>
            </a:r>
            <a:r>
              <a:rPr kumimoji="1" lang="en-US" altLang="zh-CN" sz="4000">
                <a:solidFill>
                  <a:srgbClr val="FF0000"/>
                </a:solidFill>
                <a:latin typeface="Times New Roman" charset="0"/>
              </a:rPr>
              <a:t>)</a:t>
            </a:r>
            <a:r>
              <a:rPr kumimoji="1" lang="en-US" altLang="zh-CN" sz="4000">
                <a:latin typeface="Times New Roman" charset="0"/>
              </a:rPr>
              <a:t>; </a:t>
            </a:r>
            <a:r>
              <a:rPr kumimoji="1" lang="en-US" altLang="zh-CN" sz="3200">
                <a:latin typeface="Times New Roman" charset="0"/>
              </a:rPr>
              <a:t>// </a:t>
            </a:r>
            <a:r>
              <a:rPr kumimoji="1" lang="zh-CN" altLang="en-US" sz="3200">
                <a:latin typeface="Times New Roman" charset="0"/>
                <a:ea typeface="楷体_GB2312" charset="0"/>
              </a:rPr>
              <a:t>遍历左子树</a:t>
            </a:r>
            <a:endParaRPr kumimoji="1" lang="zh-CN" altLang="en-US" sz="3200">
              <a:latin typeface="宋体" charset="-122"/>
            </a:endParaRPr>
          </a:p>
          <a:p>
            <a:r>
              <a:rPr kumimoji="1" lang="zh-CN" altLang="en-US" sz="4000">
                <a:latin typeface="Times New Roman" charset="0"/>
              </a:rPr>
              <a:t>      </a:t>
            </a:r>
            <a:r>
              <a:rPr kumimoji="1" lang="en-US" altLang="zh-CN" sz="4000">
                <a:solidFill>
                  <a:srgbClr val="FF0000"/>
                </a:solidFill>
                <a:latin typeface="Times New Roman" charset="0"/>
              </a:rPr>
              <a:t>Preorder(</a:t>
            </a:r>
            <a:r>
              <a:rPr kumimoji="1" lang="en-US" altLang="zh-CN" sz="4000">
                <a:solidFill>
                  <a:srgbClr val="800000"/>
                </a:solidFill>
                <a:latin typeface="Times New Roman" charset="0"/>
              </a:rPr>
              <a:t>T-&gt;</a:t>
            </a:r>
            <a:r>
              <a:rPr kumimoji="1" lang="en-US" altLang="zh-CN" sz="4000" b="1">
                <a:solidFill>
                  <a:srgbClr val="800000"/>
                </a:solidFill>
                <a:latin typeface="Times New Roman" charset="0"/>
              </a:rPr>
              <a:t>r</a:t>
            </a:r>
            <a:r>
              <a:rPr kumimoji="1" lang="en-US" altLang="zh-CN" sz="4000">
                <a:solidFill>
                  <a:srgbClr val="800000"/>
                </a:solidFill>
                <a:latin typeface="Times New Roman" charset="0"/>
              </a:rPr>
              <a:t>child, visit</a:t>
            </a:r>
            <a:r>
              <a:rPr kumimoji="1" lang="en-US" altLang="zh-CN" sz="4000">
                <a:solidFill>
                  <a:srgbClr val="FF0000"/>
                </a:solidFill>
                <a:latin typeface="Times New Roman" charset="0"/>
              </a:rPr>
              <a:t>)</a:t>
            </a:r>
            <a:r>
              <a:rPr kumimoji="1" lang="en-US" altLang="zh-CN" sz="4000">
                <a:latin typeface="Times New Roman" charset="0"/>
              </a:rPr>
              <a:t>;</a:t>
            </a:r>
            <a:r>
              <a:rPr kumimoji="1" lang="en-US" altLang="zh-CN" sz="3200">
                <a:latin typeface="Times New Roman" charset="0"/>
              </a:rPr>
              <a:t>// </a:t>
            </a:r>
            <a:r>
              <a:rPr kumimoji="1" lang="zh-CN" altLang="en-US" sz="3200">
                <a:latin typeface="Times New Roman" charset="0"/>
                <a:ea typeface="楷体_GB2312" charset="0"/>
              </a:rPr>
              <a:t>遍历右子树</a:t>
            </a:r>
            <a:endParaRPr kumimoji="1" lang="zh-CN" altLang="en-US" sz="3200">
              <a:latin typeface="宋体" charset="-122"/>
            </a:endParaRPr>
          </a:p>
          <a:p>
            <a:r>
              <a:rPr kumimoji="1" lang="zh-CN" altLang="en-US" sz="4000">
                <a:latin typeface="Times New Roman" charset="0"/>
              </a:rPr>
              <a:t>   </a:t>
            </a:r>
            <a:r>
              <a:rPr kumimoji="1" lang="en-US" altLang="zh-CN" sz="4000" b="1">
                <a:latin typeface="宋体" charset="-122"/>
              </a:rPr>
              <a:t>}</a:t>
            </a:r>
          </a:p>
          <a:p>
            <a:r>
              <a:rPr kumimoji="1" lang="en-US" altLang="zh-CN" sz="4000" b="1">
                <a:latin typeface="宋体" charset="-122"/>
              </a:rPr>
              <a:t>}</a:t>
            </a:r>
            <a:endParaRPr kumimoji="1" lang="en-US" altLang="zh-CN" sz="2400">
              <a:latin typeface="Times New Roman" charset="0"/>
            </a:endParaRPr>
          </a:p>
        </p:txBody>
      </p:sp>
      <p:sp>
        <p:nvSpPr>
          <p:cNvPr id="211972" name="AutoShape 4">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092271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211971"/>
                                        </p:tgtEl>
                                        <p:attrNameLst>
                                          <p:attrName>style.visibility</p:attrName>
                                        </p:attrNameLst>
                                      </p:cBhvr>
                                      <p:to>
                                        <p:strVal val="visible"/>
                                      </p:to>
                                    </p:set>
                                    <p:anim calcmode="lin" valueType="num">
                                      <p:cBhvr>
                                        <p:cTn id="7" dur="500" fill="hold"/>
                                        <p:tgtEl>
                                          <p:spTgt spid="211971"/>
                                        </p:tgtEl>
                                        <p:attrNameLst>
                                          <p:attrName>ppt_x</p:attrName>
                                        </p:attrNameLst>
                                      </p:cBhvr>
                                      <p:tavLst>
                                        <p:tav tm="0">
                                          <p:val>
                                            <p:strVal val="#ppt_x"/>
                                          </p:val>
                                        </p:tav>
                                        <p:tav tm="100000">
                                          <p:val>
                                            <p:strVal val="#ppt_x"/>
                                          </p:val>
                                        </p:tav>
                                      </p:tavLst>
                                    </p:anim>
                                    <p:anim calcmode="lin" valueType="num">
                                      <p:cBhvr>
                                        <p:cTn id="8" dur="500" fill="hold"/>
                                        <p:tgtEl>
                                          <p:spTgt spid="211971"/>
                                        </p:tgtEl>
                                        <p:attrNameLst>
                                          <p:attrName>ppt_y</p:attrName>
                                        </p:attrNameLst>
                                      </p:cBhvr>
                                      <p:tavLst>
                                        <p:tav tm="0">
                                          <p:val>
                                            <p:strVal val="#ppt_y+#ppt_h/2"/>
                                          </p:val>
                                        </p:tav>
                                        <p:tav tm="100000">
                                          <p:val>
                                            <p:strVal val="#ppt_y"/>
                                          </p:val>
                                        </p:tav>
                                      </p:tavLst>
                                    </p:anim>
                                    <p:anim calcmode="lin" valueType="num">
                                      <p:cBhvr>
                                        <p:cTn id="9" dur="500" fill="hold"/>
                                        <p:tgtEl>
                                          <p:spTgt spid="211971"/>
                                        </p:tgtEl>
                                        <p:attrNameLst>
                                          <p:attrName>ppt_w</p:attrName>
                                        </p:attrNameLst>
                                      </p:cBhvr>
                                      <p:tavLst>
                                        <p:tav tm="0">
                                          <p:val>
                                            <p:strVal val="#ppt_w"/>
                                          </p:val>
                                        </p:tav>
                                        <p:tav tm="100000">
                                          <p:val>
                                            <p:strVal val="#ppt_w"/>
                                          </p:val>
                                        </p:tav>
                                      </p:tavLst>
                                    </p:anim>
                                    <p:anim calcmode="lin" valueType="num">
                                      <p:cBhvr>
                                        <p:cTn id="10" dur="500" fill="hold"/>
                                        <p:tgtEl>
                                          <p:spTgt spid="211971"/>
                                        </p:tgtEl>
                                        <p:attrNameLst>
                                          <p:attrName>ppt_h</p:attrName>
                                        </p:attrNameLst>
                                      </p:cBhvr>
                                      <p:tavLst>
                                        <p:tav tm="0">
                                          <p:val>
                                            <p:fltVal val="0"/>
                                          </p:val>
                                        </p:tav>
                                        <p:tav tm="100000">
                                          <p:val>
                                            <p:strVal val="#ppt_h"/>
                                          </p:val>
                                        </p:tav>
                                      </p:tavLst>
                                    </p:anim>
                                  </p:childTnLst>
                                </p:cTn>
                              </p:par>
                            </p:childTnLst>
                          </p:cTn>
                        </p:par>
                        <p:par>
                          <p:cTn id="11" fill="hold" nodeType="afterGroup">
                            <p:stCondLst>
                              <p:cond delay="500"/>
                            </p:stCondLst>
                            <p:childTnLst>
                              <p:par>
                                <p:cTn id="12" presetID="2" presetClass="entr" presetSubtype="6" fill="hold" grpId="0" nodeType="afterEffect">
                                  <p:stCondLst>
                                    <p:cond delay="0"/>
                                  </p:stCondLst>
                                  <p:childTnLst>
                                    <p:set>
                                      <p:cBhvr>
                                        <p:cTn id="13" dur="1" fill="hold">
                                          <p:stCondLst>
                                            <p:cond delay="0"/>
                                          </p:stCondLst>
                                        </p:cTn>
                                        <p:tgtEl>
                                          <p:spTgt spid="211972"/>
                                        </p:tgtEl>
                                        <p:attrNameLst>
                                          <p:attrName>style.visibility</p:attrName>
                                        </p:attrNameLst>
                                      </p:cBhvr>
                                      <p:to>
                                        <p:strVal val="visible"/>
                                      </p:to>
                                    </p:set>
                                    <p:anim calcmode="lin" valueType="num">
                                      <p:cBhvr additive="base">
                                        <p:cTn id="14" dur="500" fill="hold"/>
                                        <p:tgtEl>
                                          <p:spTgt spid="211972"/>
                                        </p:tgtEl>
                                        <p:attrNameLst>
                                          <p:attrName>ppt_x</p:attrName>
                                        </p:attrNameLst>
                                      </p:cBhvr>
                                      <p:tavLst>
                                        <p:tav tm="0">
                                          <p:val>
                                            <p:strVal val="1+#ppt_w/2"/>
                                          </p:val>
                                        </p:tav>
                                        <p:tav tm="100000">
                                          <p:val>
                                            <p:strVal val="#ppt_x"/>
                                          </p:val>
                                        </p:tav>
                                      </p:tavLst>
                                    </p:anim>
                                    <p:anim calcmode="lin" valueType="num">
                                      <p:cBhvr additive="base">
                                        <p:cTn id="15" dur="500" fill="hold"/>
                                        <p:tgtEl>
                                          <p:spTgt spid="2119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autoUpdateAnimBg="0"/>
      <p:bldP spid="21197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r>
              <a:rPr kumimoji="1" lang="zh-CN" altLang="en-US">
                <a:solidFill>
                  <a:srgbClr val="0000FF"/>
                </a:solidFill>
                <a:latin typeface="Times New Roman" charset="0"/>
                <a:ea typeface="楷体_GB2312" charset="0"/>
              </a:rPr>
              <a:t>四、遍历算法的非递归描述</a:t>
            </a:r>
          </a:p>
        </p:txBody>
      </p:sp>
      <p:sp>
        <p:nvSpPr>
          <p:cNvPr id="325635" name="Rectangle 3"/>
          <p:cNvSpPr>
            <a:spLocks noGrp="1" noChangeArrowheads="1"/>
          </p:cNvSpPr>
          <p:nvPr>
            <p:ph type="body" idx="1"/>
          </p:nvPr>
        </p:nvSpPr>
        <p:spPr>
          <a:xfrm>
            <a:off x="0" y="2138363"/>
            <a:ext cx="5334000" cy="4719637"/>
          </a:xfrm>
        </p:spPr>
        <p:txBody>
          <a:bodyPr/>
          <a:lstStyle/>
          <a:p>
            <a:pPr>
              <a:lnSpc>
                <a:spcPct val="110000"/>
              </a:lnSpc>
              <a:buClr>
                <a:schemeClr val="hlink"/>
              </a:buClr>
              <a:buSzPct val="55000"/>
              <a:buFont typeface="Wingdings" charset="2"/>
              <a:buChar char="n"/>
            </a:pPr>
            <a:r>
              <a:rPr kumimoji="1" lang="zh-CN" altLang="en-US" sz="2400" b="1">
                <a:solidFill>
                  <a:srgbClr val="000000"/>
                </a:solidFill>
                <a:latin typeface="宋体" charset="-122"/>
              </a:rPr>
              <a:t>思路</a:t>
            </a:r>
          </a:p>
          <a:p>
            <a:pPr lvl="1">
              <a:buClr>
                <a:schemeClr val="folHlink"/>
              </a:buClr>
              <a:buSzPct val="50000"/>
              <a:buFont typeface="Wingdings" charset="2"/>
              <a:buNone/>
            </a:pPr>
            <a:r>
              <a:rPr kumimoji="1" lang="zh-CN" altLang="zh-CN" sz="2000" b="1">
                <a:solidFill>
                  <a:srgbClr val="000000"/>
                </a:solidFill>
                <a:latin typeface="Tahoma" charset="0"/>
                <a:ea typeface="黑体" charset="-122"/>
              </a:rPr>
              <a:t>假设</a:t>
            </a:r>
            <a:r>
              <a:rPr kumimoji="1" lang="zh-CN" altLang="zh-CN" sz="2000" b="1">
                <a:solidFill>
                  <a:srgbClr val="000000"/>
                </a:solidFill>
                <a:latin typeface="Tahoma" charset="0"/>
              </a:rPr>
              <a:t>：</a:t>
            </a:r>
            <a:r>
              <a:rPr kumimoji="1" lang="en-US" altLang="zh-CN" sz="2000" b="1">
                <a:solidFill>
                  <a:srgbClr val="000000"/>
                </a:solidFill>
                <a:latin typeface="Tahoma" charset="0"/>
              </a:rPr>
              <a:t>T</a:t>
            </a:r>
            <a:r>
              <a:rPr kumimoji="1" lang="zh-CN" altLang="en-US" sz="2000" b="1">
                <a:solidFill>
                  <a:srgbClr val="000000"/>
                </a:solidFill>
                <a:latin typeface="Tahoma" charset="0"/>
              </a:rPr>
              <a:t>指向要遍历的二叉树的根，若</a:t>
            </a:r>
            <a:r>
              <a:rPr kumimoji="1" lang="en-US" altLang="zh-CN" sz="2000" b="1">
                <a:solidFill>
                  <a:srgbClr val="000000"/>
                </a:solidFill>
                <a:latin typeface="Tahoma" charset="0"/>
              </a:rPr>
              <a:t>T != NULL </a:t>
            </a:r>
            <a:r>
              <a:rPr kumimoji="1" lang="zh-CN" altLang="en-US" sz="2000" b="1">
                <a:solidFill>
                  <a:srgbClr val="000000"/>
                </a:solidFill>
                <a:latin typeface="Tahoma" charset="0"/>
              </a:rPr>
              <a:t>对于非递归算法，引入栈模拟递归工作栈，初始栈为空。</a:t>
            </a:r>
          </a:p>
          <a:p>
            <a:pPr lvl="1">
              <a:buClr>
                <a:schemeClr val="folHlink"/>
              </a:buClr>
              <a:buSzPct val="50000"/>
              <a:buFont typeface="Wingdings" charset="2"/>
              <a:buNone/>
            </a:pPr>
            <a:r>
              <a:rPr kumimoji="1" lang="zh-CN" altLang="en-US" sz="2000" b="1">
                <a:solidFill>
                  <a:srgbClr val="000000"/>
                </a:solidFill>
                <a:latin typeface="Tahoma" charset="0"/>
                <a:ea typeface="黑体" charset="-122"/>
              </a:rPr>
              <a:t>问题</a:t>
            </a:r>
            <a:r>
              <a:rPr kumimoji="1" lang="zh-CN" altLang="en-US" sz="2000" b="1">
                <a:solidFill>
                  <a:srgbClr val="000000"/>
                </a:solidFill>
                <a:latin typeface="Tahoma" charset="0"/>
              </a:rPr>
              <a:t>：如何用栈来保存信息，使得在先序遍历过左子树后，能利用栈顶信息获取</a:t>
            </a:r>
            <a:r>
              <a:rPr kumimoji="1" lang="en-US" altLang="zh-CN" sz="2000" b="1">
                <a:solidFill>
                  <a:srgbClr val="000000"/>
                </a:solidFill>
                <a:latin typeface="Tahoma" charset="0"/>
              </a:rPr>
              <a:t>T</a:t>
            </a:r>
            <a:r>
              <a:rPr kumimoji="1" lang="zh-CN" altLang="en-US" sz="2000" b="1">
                <a:solidFill>
                  <a:srgbClr val="000000"/>
                </a:solidFill>
                <a:latin typeface="Tahoma" charset="0"/>
              </a:rPr>
              <a:t>的右子树的根指针？</a:t>
            </a:r>
          </a:p>
          <a:p>
            <a:pPr lvl="1">
              <a:buClr>
                <a:schemeClr val="folHlink"/>
              </a:buClr>
              <a:buSzPct val="50000"/>
              <a:buFont typeface="Wingdings" charset="2"/>
              <a:buNone/>
            </a:pPr>
            <a:r>
              <a:rPr kumimoji="1" lang="zh-CN" altLang="en-US" sz="2000" b="1">
                <a:solidFill>
                  <a:srgbClr val="000000"/>
                </a:solidFill>
                <a:latin typeface="Tahoma" charset="0"/>
                <a:ea typeface="黑体" charset="-122"/>
              </a:rPr>
              <a:t>方法</a:t>
            </a:r>
            <a:r>
              <a:rPr kumimoji="1" lang="zh-CN" altLang="en-US" sz="2000" b="1">
                <a:solidFill>
                  <a:srgbClr val="000000"/>
                </a:solidFill>
                <a:latin typeface="Tahoma" charset="0"/>
              </a:rPr>
              <a:t>：访问</a:t>
            </a:r>
            <a:r>
              <a:rPr kumimoji="1" lang="en-US" altLang="zh-CN" sz="2000" b="1">
                <a:solidFill>
                  <a:srgbClr val="000000"/>
                </a:solidFill>
                <a:latin typeface="Tahoma" charset="0"/>
              </a:rPr>
              <a:t>T-&gt;data</a:t>
            </a:r>
            <a:r>
              <a:rPr kumimoji="1" lang="zh-CN" altLang="en-US" sz="2000" b="1">
                <a:solidFill>
                  <a:srgbClr val="000000"/>
                </a:solidFill>
                <a:latin typeface="Tahoma" charset="0"/>
              </a:rPr>
              <a:t>后，将</a:t>
            </a:r>
            <a:r>
              <a:rPr kumimoji="1" lang="en-US" altLang="zh-CN" sz="2000" b="1">
                <a:solidFill>
                  <a:srgbClr val="000000"/>
                </a:solidFill>
                <a:latin typeface="Tahoma" charset="0"/>
              </a:rPr>
              <a:t>T</a:t>
            </a:r>
            <a:r>
              <a:rPr kumimoji="1" lang="zh-CN" altLang="en-US" sz="2000" b="1">
                <a:solidFill>
                  <a:srgbClr val="000000"/>
                </a:solidFill>
                <a:latin typeface="Tahoma" charset="0"/>
              </a:rPr>
              <a:t>入栈，遍历左子树；遍历完左子树返回时，栈顶元素应为</a:t>
            </a:r>
            <a:r>
              <a:rPr kumimoji="1" lang="en-US" altLang="zh-CN" sz="2000" b="1">
                <a:solidFill>
                  <a:srgbClr val="000000"/>
                </a:solidFill>
                <a:latin typeface="Tahoma" charset="0"/>
              </a:rPr>
              <a:t>T</a:t>
            </a:r>
            <a:r>
              <a:rPr kumimoji="1" lang="zh-CN" altLang="en-US" sz="2000" b="1">
                <a:solidFill>
                  <a:srgbClr val="000000"/>
                </a:solidFill>
                <a:latin typeface="Tahoma" charset="0"/>
              </a:rPr>
              <a:t>，出栈，再先序遍历</a:t>
            </a:r>
            <a:r>
              <a:rPr kumimoji="1" lang="en-US" altLang="zh-CN" sz="2000" b="1">
                <a:solidFill>
                  <a:srgbClr val="000000"/>
                </a:solidFill>
                <a:latin typeface="Tahoma" charset="0"/>
              </a:rPr>
              <a:t>T</a:t>
            </a:r>
            <a:r>
              <a:rPr kumimoji="1" lang="zh-CN" altLang="en-US" sz="2000" b="1">
                <a:solidFill>
                  <a:srgbClr val="000000"/>
                </a:solidFill>
                <a:latin typeface="Tahoma" charset="0"/>
              </a:rPr>
              <a:t>的右子树。</a:t>
            </a:r>
          </a:p>
          <a:p>
            <a:endParaRPr lang="zh-CN" altLang="en-US"/>
          </a:p>
        </p:txBody>
      </p:sp>
      <p:pic>
        <p:nvPicPr>
          <p:cNvPr id="3256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6213" y="2062163"/>
            <a:ext cx="3887787" cy="3768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25639" name="Rectangle 7"/>
          <p:cNvSpPr>
            <a:spLocks noChangeArrowheads="1"/>
          </p:cNvSpPr>
          <p:nvPr/>
        </p:nvSpPr>
        <p:spPr bwMode="auto">
          <a:xfrm>
            <a:off x="609600" y="1447800"/>
            <a:ext cx="4772025" cy="64135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333399"/>
                </a:solidFill>
                <a:latin typeface="Tahoma" charset="0"/>
                <a:ea typeface="楷体_GB2312" charset="0"/>
              </a:rPr>
              <a:t>先序遍历的非递归算法</a:t>
            </a:r>
          </a:p>
        </p:txBody>
      </p:sp>
    </p:spTree>
    <p:extLst>
      <p:ext uri="{BB962C8B-B14F-4D97-AF65-F5344CB8AC3E}">
        <p14:creationId xmlns:p14="http://schemas.microsoft.com/office/powerpoint/2010/main" val="66727780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p:cNvSpPr txBox="1">
            <a:spLocks noChangeArrowheads="1"/>
          </p:cNvSpPr>
          <p:nvPr/>
        </p:nvSpPr>
        <p:spPr bwMode="auto">
          <a:xfrm>
            <a:off x="1371600" y="152400"/>
            <a:ext cx="5788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先序遍历的非递归算法</a:t>
            </a:r>
            <a:endParaRPr kumimoji="1" lang="zh-CN" altLang="en-US" sz="4400">
              <a:latin typeface="Times New Roman" charset="0"/>
            </a:endParaRPr>
          </a:p>
        </p:txBody>
      </p:sp>
      <p:sp>
        <p:nvSpPr>
          <p:cNvPr id="306179" name="Text Box 3"/>
          <p:cNvSpPr txBox="1">
            <a:spLocks noChangeArrowheads="1"/>
          </p:cNvSpPr>
          <p:nvPr/>
        </p:nvSpPr>
        <p:spPr bwMode="auto">
          <a:xfrm>
            <a:off x="801688" y="912813"/>
            <a:ext cx="8342312" cy="594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800" b="1">
                <a:solidFill>
                  <a:srgbClr val="0000FF"/>
                </a:solidFill>
                <a:latin typeface="Times New Roman" charset="0"/>
              </a:rPr>
              <a:t>void</a:t>
            </a:r>
            <a:r>
              <a:rPr kumimoji="1" lang="en-US" altLang="zh-CN" sz="2800">
                <a:solidFill>
                  <a:srgbClr val="0000FF"/>
                </a:solidFill>
                <a:latin typeface="Times New Roman" charset="0"/>
              </a:rPr>
              <a:t> Preorder_I(BiTree T, </a:t>
            </a:r>
            <a:r>
              <a:rPr kumimoji="1" lang="en-US" altLang="zh-CN" sz="2800" b="1">
                <a:solidFill>
                  <a:srgbClr val="0000FF"/>
                </a:solidFill>
                <a:latin typeface="Times New Roman" charset="0"/>
              </a:rPr>
              <a:t>void</a:t>
            </a:r>
            <a:r>
              <a:rPr kumimoji="1" lang="en-US" altLang="zh-CN" sz="2800">
                <a:solidFill>
                  <a:srgbClr val="0000FF"/>
                </a:solidFill>
                <a:latin typeface="Times New Roman" charset="0"/>
              </a:rPr>
              <a:t> (*visit)(TelemType</a:t>
            </a:r>
            <a:r>
              <a:rPr kumimoji="1" lang="en-US" altLang="zh-CN" sz="2800" b="1">
                <a:solidFill>
                  <a:srgbClr val="0000FF"/>
                </a:solidFill>
                <a:latin typeface="Times New Roman" charset="0"/>
              </a:rPr>
              <a:t>&amp;</a:t>
            </a:r>
            <a:r>
              <a:rPr kumimoji="1" lang="en-US" altLang="zh-CN" sz="2800">
                <a:solidFill>
                  <a:srgbClr val="0000FF"/>
                </a:solidFill>
                <a:latin typeface="Times New Roman" charset="0"/>
              </a:rPr>
              <a:t> e))</a:t>
            </a:r>
          </a:p>
          <a:p>
            <a:r>
              <a:rPr kumimoji="1" lang="en-US" altLang="zh-CN" sz="2800">
                <a:solidFill>
                  <a:srgbClr val="0000FF"/>
                </a:solidFill>
                <a:latin typeface="Times New Roman" charset="0"/>
              </a:rPr>
              <a:t>{</a:t>
            </a:r>
            <a:r>
              <a:rPr kumimoji="1" lang="en-US" altLang="zh-CN" sz="2800">
                <a:latin typeface="Times New Roman" charset="0"/>
              </a:rPr>
              <a:t>  </a:t>
            </a:r>
            <a:r>
              <a:rPr kumimoji="1" lang="en-US" altLang="zh-CN" sz="2800">
                <a:solidFill>
                  <a:srgbClr val="0000FF"/>
                </a:solidFill>
                <a:latin typeface="Times New Roman" charset="0"/>
              </a:rPr>
              <a:t>Stack </a:t>
            </a:r>
            <a:r>
              <a:rPr kumimoji="1" lang="en-US" altLang="zh-CN" sz="2800" b="1">
                <a:solidFill>
                  <a:srgbClr val="0000FF"/>
                </a:solidFill>
                <a:latin typeface="Times New Roman" charset="0"/>
              </a:rPr>
              <a:t>*</a:t>
            </a:r>
            <a:r>
              <a:rPr kumimoji="1" lang="en-US" altLang="zh-CN" sz="2800">
                <a:solidFill>
                  <a:srgbClr val="0000FF"/>
                </a:solidFill>
                <a:latin typeface="Times New Roman" charset="0"/>
              </a:rPr>
              <a:t>S;  initStack(S);   t=T; </a:t>
            </a:r>
            <a:endParaRPr kumimoji="1" lang="en-US" altLang="zh-CN" sz="2800">
              <a:solidFill>
                <a:srgbClr val="0000FF"/>
              </a:solidFill>
              <a:latin typeface="宋体" charset="-122"/>
            </a:endParaRPr>
          </a:p>
          <a:p>
            <a:r>
              <a:rPr kumimoji="1" lang="en-US" altLang="zh-CN" sz="3200">
                <a:latin typeface="Times New Roman" charset="0"/>
              </a:rPr>
              <a:t>   </a:t>
            </a:r>
            <a:r>
              <a:rPr kumimoji="1" lang="en-US" altLang="zh-CN" sz="3200">
                <a:solidFill>
                  <a:srgbClr val="0000FF"/>
                </a:solidFill>
                <a:latin typeface="Times New Roman" charset="0"/>
              </a:rPr>
              <a:t>while(!(t==NULL&amp;&amp;</a:t>
            </a:r>
            <a:r>
              <a:rPr kumimoji="1" lang="en-US" altLang="en-US" sz="3200">
                <a:solidFill>
                  <a:srgbClr val="0000FF"/>
                </a:solidFill>
                <a:latin typeface="Times New Roman" charset="0"/>
              </a:rPr>
              <a:t>StackEmpty(S </a:t>
            </a:r>
            <a:r>
              <a:rPr kumimoji="1" lang="en-US" altLang="zh-CN" sz="3200">
                <a:solidFill>
                  <a:srgbClr val="0000FF"/>
                </a:solidFill>
                <a:latin typeface="Times New Roman" charset="0"/>
              </a:rPr>
              <a:t>)</a:t>
            </a:r>
            <a:r>
              <a:rPr kumimoji="1" lang="en-US" altLang="en-US" sz="3200">
                <a:solidFill>
                  <a:srgbClr val="0000FF"/>
                </a:solidFill>
                <a:latin typeface="Times New Roman" charset="0"/>
              </a:rPr>
              <a:t>)</a:t>
            </a:r>
            <a:r>
              <a:rPr kumimoji="1" lang="en-US" altLang="zh-CN" sz="3200">
                <a:latin typeface="Times New Roman" charset="0"/>
              </a:rPr>
              <a:t> </a:t>
            </a:r>
          </a:p>
          <a:p>
            <a:r>
              <a:rPr kumimoji="1" lang="en-US" altLang="zh-CN" sz="3200">
                <a:latin typeface="Times New Roman" charset="0"/>
              </a:rPr>
              <a:t>   </a:t>
            </a:r>
            <a:r>
              <a:rPr kumimoji="1" lang="en-US" altLang="zh-CN" sz="2800" b="1">
                <a:solidFill>
                  <a:srgbClr val="0000FF"/>
                </a:solidFill>
                <a:latin typeface="宋体" charset="-122"/>
              </a:rPr>
              <a:t> {</a:t>
            </a:r>
            <a:r>
              <a:rPr kumimoji="1" lang="en-US" altLang="zh-CN" sz="3200">
                <a:latin typeface="Times New Roman" charset="0"/>
              </a:rPr>
              <a:t>   </a:t>
            </a:r>
            <a:r>
              <a:rPr kumimoji="1" lang="en-US" altLang="zh-CN" sz="2800" b="1">
                <a:solidFill>
                  <a:srgbClr val="0000FF"/>
                </a:solidFill>
                <a:latin typeface="Times New Roman" charset="0"/>
              </a:rPr>
              <a:t>while</a:t>
            </a:r>
            <a:r>
              <a:rPr kumimoji="1" lang="en-US" altLang="zh-CN" sz="2800">
                <a:solidFill>
                  <a:srgbClr val="0000FF"/>
                </a:solidFill>
                <a:latin typeface="Times New Roman" charset="0"/>
              </a:rPr>
              <a:t>(t)</a:t>
            </a:r>
          </a:p>
          <a:p>
            <a:r>
              <a:rPr kumimoji="1" lang="en-US" altLang="zh-CN" sz="2800">
                <a:solidFill>
                  <a:srgbClr val="0000FF"/>
                </a:solidFill>
                <a:latin typeface="Times New Roman" charset="0"/>
              </a:rPr>
              <a:t>              </a:t>
            </a:r>
            <a:r>
              <a:rPr kumimoji="1" lang="en-US" altLang="zh-CN" sz="2800" b="1">
                <a:solidFill>
                  <a:srgbClr val="0000FF"/>
                </a:solidFill>
                <a:latin typeface="宋体" charset="-122"/>
              </a:rPr>
              <a:t>{</a:t>
            </a:r>
            <a:r>
              <a:rPr kumimoji="1" lang="en-US" altLang="zh-CN" sz="2800">
                <a:latin typeface="Times New Roman" charset="0"/>
              </a:rPr>
              <a:t>  </a:t>
            </a:r>
          </a:p>
          <a:p>
            <a:r>
              <a:rPr kumimoji="1" lang="en-US" altLang="zh-CN" sz="2800">
                <a:latin typeface="Times New Roman" charset="0"/>
              </a:rPr>
              <a:t>               </a:t>
            </a:r>
            <a:r>
              <a:rPr kumimoji="1" lang="en-US" altLang="zh-CN" sz="2800">
                <a:solidFill>
                  <a:srgbClr val="FF3300"/>
                </a:solidFill>
                <a:latin typeface="Times New Roman" charset="0"/>
              </a:rPr>
              <a:t>visit(t-&gt;data);</a:t>
            </a:r>
            <a:r>
              <a:rPr kumimoji="1" lang="en-US" altLang="zh-CN" sz="2800">
                <a:solidFill>
                  <a:srgbClr val="0000FF"/>
                </a:solidFill>
                <a:latin typeface="Times New Roman" charset="0"/>
              </a:rPr>
              <a:t> push(S,t); t=t-&gt;lchild;</a:t>
            </a:r>
          </a:p>
          <a:p>
            <a:r>
              <a:rPr kumimoji="1" lang="en-US" altLang="zh-CN" sz="2800">
                <a:solidFill>
                  <a:srgbClr val="0000FF"/>
                </a:solidFill>
                <a:latin typeface="Times New Roman" charset="0"/>
              </a:rPr>
              <a:t>                }</a:t>
            </a:r>
          </a:p>
          <a:p>
            <a:r>
              <a:rPr kumimoji="1" lang="en-US" altLang="zh-CN" sz="3200" b="1">
                <a:solidFill>
                  <a:srgbClr val="0000FF"/>
                </a:solidFill>
                <a:latin typeface="Times New Roman" charset="0"/>
              </a:rPr>
              <a:t>       if</a:t>
            </a:r>
            <a:r>
              <a:rPr kumimoji="1" lang="en-US" altLang="zh-CN" sz="3200">
                <a:solidFill>
                  <a:srgbClr val="0000FF"/>
                </a:solidFill>
                <a:latin typeface="Times New Roman" charset="0"/>
              </a:rPr>
              <a:t> (StackEmpty(S)) return;   </a:t>
            </a:r>
            <a:r>
              <a:rPr kumimoji="1" lang="en-US" altLang="zh-CN" sz="3200">
                <a:latin typeface="Times New Roman" charset="0"/>
              </a:rPr>
              <a:t>// </a:t>
            </a:r>
            <a:r>
              <a:rPr kumimoji="1" lang="zh-CN" altLang="en-US" sz="3200">
                <a:latin typeface="Times New Roman" charset="0"/>
                <a:ea typeface="楷体_GB2312" charset="0"/>
              </a:rPr>
              <a:t>栈空时结束</a:t>
            </a:r>
            <a:endParaRPr kumimoji="1" lang="zh-CN" altLang="en-US" sz="3200">
              <a:latin typeface="宋体" charset="-122"/>
            </a:endParaRPr>
          </a:p>
          <a:p>
            <a:r>
              <a:rPr kumimoji="1" lang="zh-CN" altLang="en-US" sz="3200">
                <a:solidFill>
                  <a:srgbClr val="0000FF"/>
                </a:solidFill>
                <a:latin typeface="Times New Roman" charset="0"/>
              </a:rPr>
              <a:t>        </a:t>
            </a:r>
            <a:r>
              <a:rPr kumimoji="1" lang="en-US" altLang="zh-CN" sz="3200">
                <a:solidFill>
                  <a:srgbClr val="0000FF"/>
                </a:solidFill>
                <a:latin typeface="Times New Roman" charset="0"/>
              </a:rPr>
              <a:t>else {  </a:t>
            </a:r>
          </a:p>
          <a:p>
            <a:r>
              <a:rPr kumimoji="1" lang="en-US" altLang="zh-CN" sz="3200">
                <a:solidFill>
                  <a:srgbClr val="0000FF"/>
                </a:solidFill>
                <a:latin typeface="Times New Roman" charset="0"/>
              </a:rPr>
              <a:t>                 </a:t>
            </a:r>
            <a:r>
              <a:rPr kumimoji="1" lang="en-US" altLang="zh-CN" sz="2800">
                <a:solidFill>
                  <a:srgbClr val="0000FF"/>
                </a:solidFill>
                <a:latin typeface="Times New Roman" charset="0"/>
              </a:rPr>
              <a:t>t = Pop(S);  t=t-&gt;rchild</a:t>
            </a:r>
            <a:r>
              <a:rPr kumimoji="1" lang="zh-CN" altLang="en-US" sz="2800">
                <a:solidFill>
                  <a:srgbClr val="0000FF"/>
                </a:solidFill>
                <a:latin typeface="Times New Roman" charset="0"/>
              </a:rPr>
              <a:t>；</a:t>
            </a:r>
          </a:p>
          <a:p>
            <a:r>
              <a:rPr kumimoji="1" lang="zh-CN" altLang="en-US" sz="2800">
                <a:solidFill>
                  <a:srgbClr val="0000FF"/>
                </a:solidFill>
                <a:latin typeface="Times New Roman" charset="0"/>
              </a:rPr>
              <a:t>                  </a:t>
            </a:r>
            <a:r>
              <a:rPr kumimoji="1" lang="en-US" altLang="zh-CN" sz="2800">
                <a:solidFill>
                  <a:srgbClr val="0000FF"/>
                </a:solidFill>
                <a:latin typeface="Times New Roman" charset="0"/>
              </a:rPr>
              <a:t>}</a:t>
            </a:r>
          </a:p>
          <a:p>
            <a:r>
              <a:rPr kumimoji="1" lang="en-US" altLang="zh-CN" sz="2800" b="1">
                <a:solidFill>
                  <a:srgbClr val="0000FF"/>
                </a:solidFill>
                <a:latin typeface="Times New Roman" charset="0"/>
              </a:rPr>
              <a:t>    } </a:t>
            </a:r>
            <a:r>
              <a:rPr kumimoji="1" lang="en-US" altLang="zh-CN" sz="2800">
                <a:solidFill>
                  <a:srgbClr val="0000FF"/>
                </a:solidFill>
                <a:latin typeface="Times New Roman" charset="0"/>
              </a:rPr>
              <a:t>// while</a:t>
            </a:r>
            <a:endParaRPr kumimoji="1" lang="en-US" altLang="zh-CN" sz="2800" b="1">
              <a:solidFill>
                <a:srgbClr val="0000FF"/>
              </a:solidFill>
              <a:latin typeface="Times New Roman" charset="0"/>
            </a:endParaRPr>
          </a:p>
          <a:p>
            <a:r>
              <a:rPr kumimoji="1" lang="en-US" altLang="zh-CN" sz="2800" b="1">
                <a:solidFill>
                  <a:srgbClr val="0000FF"/>
                </a:solidFill>
                <a:latin typeface="Times New Roman" charset="0"/>
              </a:rPr>
              <a:t>}// </a:t>
            </a:r>
            <a:r>
              <a:rPr kumimoji="1" lang="en-US" altLang="zh-CN" sz="2800">
                <a:solidFill>
                  <a:srgbClr val="0000FF"/>
                </a:solidFill>
                <a:latin typeface="Times New Roman" charset="0"/>
              </a:rPr>
              <a:t>Preorder_I</a:t>
            </a:r>
            <a:r>
              <a:rPr kumimoji="1" lang="en-US" altLang="zh-CN" sz="2800" b="1">
                <a:solidFill>
                  <a:srgbClr val="0000FF"/>
                </a:solidFill>
                <a:latin typeface="Times New Roman" charset="0"/>
              </a:rPr>
              <a:t>           </a:t>
            </a:r>
          </a:p>
        </p:txBody>
      </p:sp>
    </p:spTree>
    <p:extLst>
      <p:ext uri="{BB962C8B-B14F-4D97-AF65-F5344CB8AC3E}">
        <p14:creationId xmlns:p14="http://schemas.microsoft.com/office/powerpoint/2010/main" val="7785312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306179"/>
                                        </p:tgtEl>
                                        <p:attrNameLst>
                                          <p:attrName>style.visibility</p:attrName>
                                        </p:attrNameLst>
                                      </p:cBhvr>
                                      <p:to>
                                        <p:strVal val="visible"/>
                                      </p:to>
                                    </p:set>
                                    <p:anim calcmode="lin" valueType="num">
                                      <p:cBhvr>
                                        <p:cTn id="7" dur="500" fill="hold"/>
                                        <p:tgtEl>
                                          <p:spTgt spid="306179"/>
                                        </p:tgtEl>
                                        <p:attrNameLst>
                                          <p:attrName>ppt_x</p:attrName>
                                        </p:attrNameLst>
                                      </p:cBhvr>
                                      <p:tavLst>
                                        <p:tav tm="0">
                                          <p:val>
                                            <p:strVal val="#ppt_x"/>
                                          </p:val>
                                        </p:tav>
                                        <p:tav tm="100000">
                                          <p:val>
                                            <p:strVal val="#ppt_x"/>
                                          </p:val>
                                        </p:tav>
                                      </p:tavLst>
                                    </p:anim>
                                    <p:anim calcmode="lin" valueType="num">
                                      <p:cBhvr>
                                        <p:cTn id="8" dur="500" fill="hold"/>
                                        <p:tgtEl>
                                          <p:spTgt spid="306179"/>
                                        </p:tgtEl>
                                        <p:attrNameLst>
                                          <p:attrName>ppt_y</p:attrName>
                                        </p:attrNameLst>
                                      </p:cBhvr>
                                      <p:tavLst>
                                        <p:tav tm="0">
                                          <p:val>
                                            <p:strVal val="#ppt_y+#ppt_h/2"/>
                                          </p:val>
                                        </p:tav>
                                        <p:tav tm="100000">
                                          <p:val>
                                            <p:strVal val="#ppt_y"/>
                                          </p:val>
                                        </p:tav>
                                      </p:tavLst>
                                    </p:anim>
                                    <p:anim calcmode="lin" valueType="num">
                                      <p:cBhvr>
                                        <p:cTn id="9" dur="500" fill="hold"/>
                                        <p:tgtEl>
                                          <p:spTgt spid="306179"/>
                                        </p:tgtEl>
                                        <p:attrNameLst>
                                          <p:attrName>ppt_w</p:attrName>
                                        </p:attrNameLst>
                                      </p:cBhvr>
                                      <p:tavLst>
                                        <p:tav tm="0">
                                          <p:val>
                                            <p:strVal val="#ppt_w"/>
                                          </p:val>
                                        </p:tav>
                                        <p:tav tm="100000">
                                          <p:val>
                                            <p:strVal val="#ppt_w"/>
                                          </p:val>
                                        </p:tav>
                                      </p:tavLst>
                                    </p:anim>
                                    <p:anim calcmode="lin" valueType="num">
                                      <p:cBhvr>
                                        <p:cTn id="10" dur="500" fill="hold"/>
                                        <p:tgtEl>
                                          <p:spTgt spid="3061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p:txBody>
          <a:bodyPr/>
          <a:lstStyle/>
          <a:p>
            <a:r>
              <a:rPr kumimoji="1" lang="zh-CN" altLang="en-US" sz="3600">
                <a:solidFill>
                  <a:srgbClr val="333399"/>
                </a:solidFill>
                <a:latin typeface="Tahoma" charset="0"/>
                <a:ea typeface="楷体_GB2312" charset="0"/>
              </a:rPr>
              <a:t>中序遍历的非递归算法</a:t>
            </a:r>
          </a:p>
        </p:txBody>
      </p:sp>
      <p:sp>
        <p:nvSpPr>
          <p:cNvPr id="327683" name="Rectangle 3"/>
          <p:cNvSpPr>
            <a:spLocks noGrp="1" noChangeArrowheads="1"/>
          </p:cNvSpPr>
          <p:nvPr>
            <p:ph type="body" idx="1"/>
          </p:nvPr>
        </p:nvSpPr>
        <p:spPr>
          <a:xfrm>
            <a:off x="152400" y="1600200"/>
            <a:ext cx="4800600" cy="4687888"/>
          </a:xfrm>
        </p:spPr>
        <p:txBody>
          <a:bodyPr/>
          <a:lstStyle/>
          <a:p>
            <a:pPr>
              <a:lnSpc>
                <a:spcPct val="110000"/>
              </a:lnSpc>
              <a:buClr>
                <a:schemeClr val="hlink"/>
              </a:buClr>
              <a:buSzPct val="55000"/>
              <a:buFont typeface="Wingdings" charset="2"/>
              <a:buChar char="n"/>
            </a:pPr>
            <a:r>
              <a:rPr kumimoji="1" lang="zh-CN" altLang="en-US" sz="2400" b="1">
                <a:solidFill>
                  <a:srgbClr val="000000"/>
                </a:solidFill>
                <a:latin typeface="宋体" charset="-122"/>
              </a:rPr>
              <a:t>思路</a:t>
            </a:r>
          </a:p>
          <a:p>
            <a:pPr lvl="1">
              <a:buClr>
                <a:schemeClr val="folHlink"/>
              </a:buClr>
              <a:buSzPct val="50000"/>
              <a:buFont typeface="Wingdings" charset="2"/>
              <a:buNone/>
            </a:pPr>
            <a:r>
              <a:rPr kumimoji="1" lang="en-US" altLang="zh-CN" sz="2000" b="1">
                <a:solidFill>
                  <a:srgbClr val="000000"/>
                </a:solidFill>
                <a:latin typeface="Tahoma" charset="0"/>
              </a:rPr>
              <a:t>T</a:t>
            </a:r>
            <a:r>
              <a:rPr kumimoji="1" lang="zh-CN" altLang="en-US" sz="2000" b="1">
                <a:solidFill>
                  <a:srgbClr val="000000"/>
                </a:solidFill>
                <a:latin typeface="Tahoma" charset="0"/>
              </a:rPr>
              <a:t>是指向要遍历的二叉树的根，中序遍历要求在遍历完左子树后，访问根，再遍历右子树。</a:t>
            </a:r>
          </a:p>
          <a:p>
            <a:pPr lvl="1">
              <a:buClr>
                <a:schemeClr val="folHlink"/>
              </a:buClr>
              <a:buSzPct val="50000"/>
              <a:buFont typeface="Wingdings" charset="2"/>
              <a:buNone/>
            </a:pPr>
            <a:r>
              <a:rPr kumimoji="1" lang="zh-CN" altLang="en-US" sz="2000" b="1">
                <a:solidFill>
                  <a:srgbClr val="000000"/>
                </a:solidFill>
                <a:latin typeface="Tahoma" charset="0"/>
              </a:rPr>
              <a:t>问题：如何用栈来保存信息，使得在中序遍历过左子树后，能利用栈顶信息获取</a:t>
            </a:r>
            <a:r>
              <a:rPr kumimoji="1" lang="en-US" altLang="zh-CN" sz="2000" b="1">
                <a:solidFill>
                  <a:srgbClr val="000000"/>
                </a:solidFill>
                <a:latin typeface="Tahoma" charset="0"/>
              </a:rPr>
              <a:t>T</a:t>
            </a:r>
            <a:r>
              <a:rPr kumimoji="1" lang="zh-CN" altLang="en-US" sz="2000" b="1">
                <a:solidFill>
                  <a:srgbClr val="000000"/>
                </a:solidFill>
                <a:latin typeface="Tahoma" charset="0"/>
              </a:rPr>
              <a:t>指针？</a:t>
            </a:r>
          </a:p>
          <a:p>
            <a:pPr lvl="1">
              <a:buClr>
                <a:schemeClr val="folHlink"/>
              </a:buClr>
              <a:buSzPct val="50000"/>
              <a:buFont typeface="Wingdings" charset="2"/>
              <a:buNone/>
            </a:pPr>
            <a:r>
              <a:rPr kumimoji="1" lang="zh-CN" altLang="en-US" sz="2000" b="1">
                <a:solidFill>
                  <a:srgbClr val="000000"/>
                </a:solidFill>
                <a:latin typeface="Tahoma" charset="0"/>
              </a:rPr>
              <a:t>方法：先将</a:t>
            </a:r>
            <a:r>
              <a:rPr kumimoji="1" lang="en-US" altLang="zh-CN" sz="2000" b="1">
                <a:solidFill>
                  <a:srgbClr val="000000"/>
                </a:solidFill>
                <a:latin typeface="Tahoma" charset="0"/>
              </a:rPr>
              <a:t>T</a:t>
            </a:r>
            <a:r>
              <a:rPr kumimoji="1" lang="zh-CN" altLang="en-US" sz="2000" b="1">
                <a:solidFill>
                  <a:srgbClr val="000000"/>
                </a:solidFill>
                <a:latin typeface="Tahoma" charset="0"/>
              </a:rPr>
              <a:t>入栈，遍历左子树；遍历完左子树返回时，栈顶元素应为</a:t>
            </a:r>
            <a:r>
              <a:rPr kumimoji="1" lang="en-US" altLang="zh-CN" sz="2000" b="1">
                <a:solidFill>
                  <a:srgbClr val="000000"/>
                </a:solidFill>
                <a:latin typeface="Tahoma" charset="0"/>
              </a:rPr>
              <a:t>T</a:t>
            </a:r>
            <a:r>
              <a:rPr kumimoji="1" lang="zh-CN" altLang="en-US" sz="2000" b="1">
                <a:solidFill>
                  <a:srgbClr val="000000"/>
                </a:solidFill>
                <a:latin typeface="Tahoma" charset="0"/>
              </a:rPr>
              <a:t>，出栈，访问</a:t>
            </a:r>
            <a:r>
              <a:rPr kumimoji="1" lang="en-US" altLang="zh-CN" sz="2000" b="1">
                <a:solidFill>
                  <a:srgbClr val="000000"/>
                </a:solidFill>
                <a:latin typeface="Tahoma" charset="0"/>
              </a:rPr>
              <a:t>T-&gt;data</a:t>
            </a:r>
            <a:r>
              <a:rPr kumimoji="1" lang="zh-CN" altLang="en-US" sz="2000" b="1">
                <a:solidFill>
                  <a:srgbClr val="000000"/>
                </a:solidFill>
                <a:latin typeface="Tahoma" charset="0"/>
              </a:rPr>
              <a:t>，再中序遍历</a:t>
            </a:r>
            <a:r>
              <a:rPr kumimoji="1" lang="en-US" altLang="zh-CN" sz="2000" b="1">
                <a:solidFill>
                  <a:srgbClr val="000000"/>
                </a:solidFill>
                <a:latin typeface="Tahoma" charset="0"/>
              </a:rPr>
              <a:t>T</a:t>
            </a:r>
            <a:r>
              <a:rPr kumimoji="1" lang="zh-CN" altLang="en-US" sz="2000" b="1">
                <a:solidFill>
                  <a:srgbClr val="000000"/>
                </a:solidFill>
                <a:latin typeface="Tahoma" charset="0"/>
              </a:rPr>
              <a:t>的右子树。</a:t>
            </a:r>
            <a:r>
              <a:rPr lang="zh-CN" altLang="en-US" sz="2000"/>
              <a:t> </a:t>
            </a:r>
          </a:p>
        </p:txBody>
      </p:sp>
      <p:pic>
        <p:nvPicPr>
          <p:cNvPr id="3276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676400"/>
            <a:ext cx="3851275" cy="4103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0463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1371600" y="203200"/>
            <a:ext cx="6299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00FF"/>
                </a:solidFill>
                <a:latin typeface="Times New Roman" charset="0"/>
                <a:ea typeface="楷体_GB2312" charset="0"/>
              </a:rPr>
              <a:t>中序遍历算法的非递归描述</a:t>
            </a:r>
          </a:p>
          <a:p>
            <a:endParaRPr kumimoji="1" lang="zh-CN" altLang="en-US" sz="4000">
              <a:latin typeface="Times New Roman" charset="0"/>
            </a:endParaRPr>
          </a:p>
        </p:txBody>
      </p:sp>
      <p:sp>
        <p:nvSpPr>
          <p:cNvPr id="212995" name="Text Box 3"/>
          <p:cNvSpPr txBox="1">
            <a:spLocks noChangeArrowheads="1"/>
          </p:cNvSpPr>
          <p:nvPr/>
        </p:nvSpPr>
        <p:spPr bwMode="auto">
          <a:xfrm>
            <a:off x="827088" y="1187450"/>
            <a:ext cx="8164512" cy="551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800" b="1">
                <a:solidFill>
                  <a:srgbClr val="0000FF"/>
                </a:solidFill>
                <a:latin typeface="Times New Roman" charset="0"/>
              </a:rPr>
              <a:t>void</a:t>
            </a:r>
            <a:r>
              <a:rPr kumimoji="1" lang="en-US" altLang="zh-CN" sz="2800">
                <a:solidFill>
                  <a:srgbClr val="0000FF"/>
                </a:solidFill>
                <a:latin typeface="Times New Roman" charset="0"/>
              </a:rPr>
              <a:t> Inorder_I(BiTree T, </a:t>
            </a:r>
            <a:r>
              <a:rPr kumimoji="1" lang="en-US" altLang="zh-CN" sz="2800" b="1">
                <a:solidFill>
                  <a:srgbClr val="0000FF"/>
                </a:solidFill>
                <a:latin typeface="Times New Roman" charset="0"/>
              </a:rPr>
              <a:t>void</a:t>
            </a:r>
            <a:r>
              <a:rPr kumimoji="1" lang="en-US" altLang="zh-CN" sz="2800">
                <a:solidFill>
                  <a:srgbClr val="0000FF"/>
                </a:solidFill>
                <a:latin typeface="Times New Roman" charset="0"/>
              </a:rPr>
              <a:t> (*visit)(TelemType</a:t>
            </a:r>
            <a:r>
              <a:rPr kumimoji="1" lang="en-US" altLang="zh-CN" sz="2800" b="1">
                <a:solidFill>
                  <a:srgbClr val="0000FF"/>
                </a:solidFill>
                <a:latin typeface="Times New Roman" charset="0"/>
              </a:rPr>
              <a:t>&amp;</a:t>
            </a:r>
            <a:r>
              <a:rPr kumimoji="1" lang="en-US" altLang="zh-CN" sz="2800">
                <a:solidFill>
                  <a:srgbClr val="0000FF"/>
                </a:solidFill>
                <a:latin typeface="Times New Roman" charset="0"/>
              </a:rPr>
              <a:t> e))</a:t>
            </a:r>
          </a:p>
          <a:p>
            <a:r>
              <a:rPr kumimoji="1" lang="en-US" altLang="zh-CN" sz="2800">
                <a:solidFill>
                  <a:srgbClr val="0000FF"/>
                </a:solidFill>
                <a:latin typeface="Times New Roman" charset="0"/>
              </a:rPr>
              <a:t>{</a:t>
            </a:r>
            <a:r>
              <a:rPr kumimoji="1" lang="en-US" altLang="zh-CN" sz="2800">
                <a:latin typeface="Times New Roman" charset="0"/>
              </a:rPr>
              <a:t>  </a:t>
            </a:r>
            <a:r>
              <a:rPr kumimoji="1" lang="en-US" altLang="zh-CN" sz="2800">
                <a:solidFill>
                  <a:srgbClr val="0000FF"/>
                </a:solidFill>
                <a:latin typeface="Times New Roman" charset="0"/>
              </a:rPr>
              <a:t>Stack </a:t>
            </a:r>
            <a:r>
              <a:rPr kumimoji="1" lang="en-US" altLang="zh-CN" sz="2800" b="1">
                <a:solidFill>
                  <a:srgbClr val="0000FF"/>
                </a:solidFill>
                <a:latin typeface="Times New Roman" charset="0"/>
              </a:rPr>
              <a:t>*</a:t>
            </a:r>
            <a:r>
              <a:rPr kumimoji="1" lang="en-US" altLang="zh-CN" sz="2800">
                <a:solidFill>
                  <a:srgbClr val="0000FF"/>
                </a:solidFill>
                <a:latin typeface="Times New Roman" charset="0"/>
              </a:rPr>
              <a:t>S;   t=T; </a:t>
            </a:r>
            <a:endParaRPr kumimoji="1" lang="en-US" altLang="zh-CN" sz="2800">
              <a:solidFill>
                <a:srgbClr val="0000FF"/>
              </a:solidFill>
              <a:latin typeface="宋体" charset="-122"/>
            </a:endParaRPr>
          </a:p>
          <a:p>
            <a:r>
              <a:rPr kumimoji="1" lang="en-US" altLang="zh-CN" sz="3200">
                <a:latin typeface="Times New Roman" charset="0"/>
              </a:rPr>
              <a:t>   </a:t>
            </a:r>
            <a:r>
              <a:rPr kumimoji="1" lang="en-US" altLang="zh-CN" sz="3200">
                <a:solidFill>
                  <a:srgbClr val="0000FF"/>
                </a:solidFill>
                <a:latin typeface="Times New Roman" charset="0"/>
              </a:rPr>
              <a:t>while(!(t==NULL&amp;&amp;</a:t>
            </a:r>
            <a:r>
              <a:rPr kumimoji="1" lang="en-US" altLang="en-US" sz="3200">
                <a:solidFill>
                  <a:srgbClr val="0000FF"/>
                </a:solidFill>
                <a:latin typeface="Times New Roman" charset="0"/>
              </a:rPr>
              <a:t>StackEmpty(S </a:t>
            </a:r>
            <a:r>
              <a:rPr kumimoji="1" lang="en-US" altLang="zh-CN" sz="3200">
                <a:solidFill>
                  <a:srgbClr val="0000FF"/>
                </a:solidFill>
                <a:latin typeface="Times New Roman" charset="0"/>
              </a:rPr>
              <a:t>)</a:t>
            </a:r>
            <a:r>
              <a:rPr kumimoji="1" lang="en-US" altLang="en-US" sz="3200">
                <a:solidFill>
                  <a:srgbClr val="0000FF"/>
                </a:solidFill>
                <a:latin typeface="Times New Roman" charset="0"/>
              </a:rPr>
              <a:t>)</a:t>
            </a:r>
            <a:r>
              <a:rPr kumimoji="1" lang="en-US" altLang="zh-CN" sz="3200">
                <a:latin typeface="Times New Roman" charset="0"/>
              </a:rPr>
              <a:t> </a:t>
            </a:r>
          </a:p>
          <a:p>
            <a:r>
              <a:rPr kumimoji="1" lang="en-US" altLang="zh-CN" sz="3200">
                <a:latin typeface="Times New Roman" charset="0"/>
              </a:rPr>
              <a:t>   </a:t>
            </a:r>
            <a:r>
              <a:rPr kumimoji="1" lang="en-US" altLang="zh-CN" sz="2800" b="1">
                <a:solidFill>
                  <a:srgbClr val="0000FF"/>
                </a:solidFill>
                <a:latin typeface="宋体" charset="-122"/>
              </a:rPr>
              <a:t> {</a:t>
            </a:r>
            <a:r>
              <a:rPr kumimoji="1" lang="en-US" altLang="zh-CN" sz="3200">
                <a:latin typeface="Times New Roman" charset="0"/>
              </a:rPr>
              <a:t>   </a:t>
            </a:r>
            <a:r>
              <a:rPr kumimoji="1" lang="en-US" altLang="zh-CN" sz="2800" b="1">
                <a:solidFill>
                  <a:srgbClr val="0000FF"/>
                </a:solidFill>
                <a:latin typeface="Times New Roman" charset="0"/>
              </a:rPr>
              <a:t>while</a:t>
            </a:r>
            <a:r>
              <a:rPr kumimoji="1" lang="en-US" altLang="zh-CN" sz="2800">
                <a:solidFill>
                  <a:srgbClr val="0000FF"/>
                </a:solidFill>
                <a:latin typeface="Times New Roman" charset="0"/>
              </a:rPr>
              <a:t>(t)</a:t>
            </a:r>
          </a:p>
          <a:p>
            <a:r>
              <a:rPr kumimoji="1" lang="en-US" altLang="zh-CN" sz="2800">
                <a:solidFill>
                  <a:srgbClr val="0000FF"/>
                </a:solidFill>
                <a:latin typeface="Times New Roman" charset="0"/>
              </a:rPr>
              <a:t>              </a:t>
            </a:r>
            <a:r>
              <a:rPr kumimoji="1" lang="en-US" altLang="zh-CN" sz="2800" b="1">
                <a:solidFill>
                  <a:srgbClr val="0000FF"/>
                </a:solidFill>
                <a:latin typeface="宋体" charset="-122"/>
              </a:rPr>
              <a:t>{</a:t>
            </a:r>
            <a:r>
              <a:rPr kumimoji="1" lang="en-US" altLang="zh-CN" sz="2800">
                <a:latin typeface="Times New Roman" charset="0"/>
              </a:rPr>
              <a:t> </a:t>
            </a:r>
            <a:r>
              <a:rPr kumimoji="1" lang="en-US" altLang="zh-CN" sz="2800">
                <a:solidFill>
                  <a:srgbClr val="0000FF"/>
                </a:solidFill>
                <a:latin typeface="Times New Roman" charset="0"/>
              </a:rPr>
              <a:t>push(S,t);    t=t-&gt;lchild;</a:t>
            </a:r>
          </a:p>
          <a:p>
            <a:r>
              <a:rPr kumimoji="1" lang="en-US" altLang="zh-CN" sz="2800">
                <a:solidFill>
                  <a:srgbClr val="0000FF"/>
                </a:solidFill>
                <a:latin typeface="Times New Roman" charset="0"/>
              </a:rPr>
              <a:t>                }</a:t>
            </a:r>
          </a:p>
          <a:p>
            <a:r>
              <a:rPr kumimoji="1" lang="en-US" altLang="zh-CN" sz="3200" b="1">
                <a:solidFill>
                  <a:srgbClr val="0000FF"/>
                </a:solidFill>
                <a:latin typeface="Times New Roman" charset="0"/>
              </a:rPr>
              <a:t>       if</a:t>
            </a:r>
            <a:r>
              <a:rPr kumimoji="1" lang="en-US" altLang="zh-CN" sz="3200">
                <a:solidFill>
                  <a:srgbClr val="0000FF"/>
                </a:solidFill>
                <a:latin typeface="Times New Roman" charset="0"/>
              </a:rPr>
              <a:t> (StackEmpty(S)) return;   </a:t>
            </a:r>
            <a:r>
              <a:rPr kumimoji="1" lang="en-US" altLang="zh-CN" sz="3200">
                <a:latin typeface="Times New Roman" charset="0"/>
              </a:rPr>
              <a:t>// </a:t>
            </a:r>
            <a:r>
              <a:rPr kumimoji="1" lang="zh-CN" altLang="en-US" sz="3200">
                <a:latin typeface="Times New Roman" charset="0"/>
                <a:ea typeface="楷体_GB2312" charset="0"/>
              </a:rPr>
              <a:t>栈空时结束</a:t>
            </a:r>
            <a:endParaRPr kumimoji="1" lang="zh-CN" altLang="en-US" sz="3200">
              <a:latin typeface="宋体" charset="-122"/>
            </a:endParaRPr>
          </a:p>
          <a:p>
            <a:r>
              <a:rPr kumimoji="1" lang="zh-CN" altLang="en-US" sz="3200">
                <a:solidFill>
                  <a:srgbClr val="0000FF"/>
                </a:solidFill>
                <a:latin typeface="Times New Roman" charset="0"/>
              </a:rPr>
              <a:t>        </a:t>
            </a:r>
            <a:r>
              <a:rPr kumimoji="1" lang="en-US" altLang="zh-CN" sz="3200">
                <a:solidFill>
                  <a:srgbClr val="0000FF"/>
                </a:solidFill>
                <a:latin typeface="Times New Roman" charset="0"/>
              </a:rPr>
              <a:t>else {  </a:t>
            </a:r>
          </a:p>
          <a:p>
            <a:r>
              <a:rPr kumimoji="1" lang="en-US" altLang="zh-CN" sz="3200">
                <a:solidFill>
                  <a:srgbClr val="0000FF"/>
                </a:solidFill>
                <a:latin typeface="Times New Roman" charset="0"/>
              </a:rPr>
              <a:t>                 </a:t>
            </a:r>
            <a:r>
              <a:rPr kumimoji="1" lang="en-US" altLang="zh-CN" sz="2800">
                <a:solidFill>
                  <a:srgbClr val="0000FF"/>
                </a:solidFill>
                <a:latin typeface="Times New Roman" charset="0"/>
              </a:rPr>
              <a:t>t = Pop(S);</a:t>
            </a:r>
            <a:r>
              <a:rPr kumimoji="1" lang="en-US" altLang="zh-CN" sz="2400">
                <a:solidFill>
                  <a:srgbClr val="FF3300"/>
                </a:solidFill>
                <a:latin typeface="Times New Roman" charset="0"/>
              </a:rPr>
              <a:t>   </a:t>
            </a:r>
            <a:r>
              <a:rPr kumimoji="1" lang="en-US" altLang="zh-CN" sz="2800">
                <a:solidFill>
                  <a:srgbClr val="FF3300"/>
                </a:solidFill>
                <a:latin typeface="Times New Roman" charset="0"/>
              </a:rPr>
              <a:t>visit(t-&gt;data);</a:t>
            </a:r>
            <a:r>
              <a:rPr kumimoji="1" lang="en-US" altLang="zh-CN" sz="2800">
                <a:solidFill>
                  <a:srgbClr val="0000FF"/>
                </a:solidFill>
                <a:latin typeface="Times New Roman" charset="0"/>
              </a:rPr>
              <a:t> t=t-&gt;rchild</a:t>
            </a:r>
            <a:r>
              <a:rPr kumimoji="1" lang="zh-CN" altLang="en-US" sz="2800">
                <a:solidFill>
                  <a:srgbClr val="0000FF"/>
                </a:solidFill>
                <a:latin typeface="Times New Roman" charset="0"/>
              </a:rPr>
              <a:t>；</a:t>
            </a:r>
          </a:p>
          <a:p>
            <a:r>
              <a:rPr kumimoji="1" lang="zh-CN" altLang="en-US" sz="2800">
                <a:solidFill>
                  <a:srgbClr val="0000FF"/>
                </a:solidFill>
                <a:latin typeface="Times New Roman" charset="0"/>
              </a:rPr>
              <a:t>                  </a:t>
            </a:r>
            <a:r>
              <a:rPr kumimoji="1" lang="en-US" altLang="zh-CN" sz="2800">
                <a:solidFill>
                  <a:srgbClr val="0000FF"/>
                </a:solidFill>
                <a:latin typeface="Times New Roman" charset="0"/>
              </a:rPr>
              <a:t>}</a:t>
            </a:r>
          </a:p>
          <a:p>
            <a:r>
              <a:rPr kumimoji="1" lang="en-US" altLang="zh-CN" sz="2800" b="1">
                <a:solidFill>
                  <a:srgbClr val="0000FF"/>
                </a:solidFill>
                <a:latin typeface="Times New Roman" charset="0"/>
              </a:rPr>
              <a:t>    } </a:t>
            </a:r>
            <a:r>
              <a:rPr kumimoji="1" lang="en-US" altLang="zh-CN" sz="2800">
                <a:solidFill>
                  <a:srgbClr val="0000FF"/>
                </a:solidFill>
                <a:latin typeface="Times New Roman" charset="0"/>
              </a:rPr>
              <a:t>// while</a:t>
            </a:r>
            <a:endParaRPr kumimoji="1" lang="en-US" altLang="zh-CN" sz="2800" b="1">
              <a:solidFill>
                <a:srgbClr val="0000FF"/>
              </a:solidFill>
              <a:latin typeface="Times New Roman" charset="0"/>
            </a:endParaRPr>
          </a:p>
          <a:p>
            <a:r>
              <a:rPr kumimoji="1" lang="en-US" altLang="zh-CN" sz="2800" b="1">
                <a:solidFill>
                  <a:srgbClr val="0000FF"/>
                </a:solidFill>
                <a:latin typeface="Times New Roman" charset="0"/>
              </a:rPr>
              <a:t>}// </a:t>
            </a:r>
            <a:r>
              <a:rPr kumimoji="1" lang="en-US" altLang="zh-CN" sz="2800">
                <a:solidFill>
                  <a:srgbClr val="0000FF"/>
                </a:solidFill>
                <a:latin typeface="Times New Roman" charset="0"/>
              </a:rPr>
              <a:t>Inorder_I</a:t>
            </a:r>
          </a:p>
        </p:txBody>
      </p:sp>
    </p:spTree>
    <p:extLst>
      <p:ext uri="{BB962C8B-B14F-4D97-AF65-F5344CB8AC3E}">
        <p14:creationId xmlns:p14="http://schemas.microsoft.com/office/powerpoint/2010/main" val="19056235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212995"/>
                                        </p:tgtEl>
                                        <p:attrNameLst>
                                          <p:attrName>style.visibility</p:attrName>
                                        </p:attrNameLst>
                                      </p:cBhvr>
                                      <p:to>
                                        <p:strVal val="visible"/>
                                      </p:to>
                                    </p:set>
                                    <p:anim calcmode="lin" valueType="num">
                                      <p:cBhvr>
                                        <p:cTn id="7" dur="500" fill="hold"/>
                                        <p:tgtEl>
                                          <p:spTgt spid="212995"/>
                                        </p:tgtEl>
                                        <p:attrNameLst>
                                          <p:attrName>ppt_x</p:attrName>
                                        </p:attrNameLst>
                                      </p:cBhvr>
                                      <p:tavLst>
                                        <p:tav tm="0">
                                          <p:val>
                                            <p:strVal val="#ppt_x"/>
                                          </p:val>
                                        </p:tav>
                                        <p:tav tm="100000">
                                          <p:val>
                                            <p:strVal val="#ppt_x"/>
                                          </p:val>
                                        </p:tav>
                                      </p:tavLst>
                                    </p:anim>
                                    <p:anim calcmode="lin" valueType="num">
                                      <p:cBhvr>
                                        <p:cTn id="8" dur="500" fill="hold"/>
                                        <p:tgtEl>
                                          <p:spTgt spid="212995"/>
                                        </p:tgtEl>
                                        <p:attrNameLst>
                                          <p:attrName>ppt_y</p:attrName>
                                        </p:attrNameLst>
                                      </p:cBhvr>
                                      <p:tavLst>
                                        <p:tav tm="0">
                                          <p:val>
                                            <p:strVal val="#ppt_y+#ppt_h/2"/>
                                          </p:val>
                                        </p:tav>
                                        <p:tav tm="100000">
                                          <p:val>
                                            <p:strVal val="#ppt_y"/>
                                          </p:val>
                                        </p:tav>
                                      </p:tavLst>
                                    </p:anim>
                                    <p:anim calcmode="lin" valueType="num">
                                      <p:cBhvr>
                                        <p:cTn id="9" dur="500" fill="hold"/>
                                        <p:tgtEl>
                                          <p:spTgt spid="212995"/>
                                        </p:tgtEl>
                                        <p:attrNameLst>
                                          <p:attrName>ppt_w</p:attrName>
                                        </p:attrNameLst>
                                      </p:cBhvr>
                                      <p:tavLst>
                                        <p:tav tm="0">
                                          <p:val>
                                            <p:strVal val="#ppt_w"/>
                                          </p:val>
                                        </p:tav>
                                        <p:tav tm="100000">
                                          <p:val>
                                            <p:strVal val="#ppt_w"/>
                                          </p:val>
                                        </p:tav>
                                      </p:tavLst>
                                    </p:anim>
                                    <p:anim calcmode="lin" valueType="num">
                                      <p:cBhvr>
                                        <p:cTn id="10" dur="500" fill="hold"/>
                                        <p:tgtEl>
                                          <p:spTgt spid="21299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r>
              <a:rPr kumimoji="1" lang="zh-CN" altLang="en-US">
                <a:solidFill>
                  <a:srgbClr val="0000FF"/>
                </a:solidFill>
                <a:latin typeface="Times New Roman" charset="0"/>
                <a:ea typeface="楷体_GB2312" charset="0"/>
              </a:rPr>
              <a:t>后序遍历的非递归算法</a:t>
            </a:r>
          </a:p>
        </p:txBody>
      </p:sp>
      <p:sp>
        <p:nvSpPr>
          <p:cNvPr id="328707" name="Rectangle 3"/>
          <p:cNvSpPr>
            <a:spLocks noGrp="1" noChangeArrowheads="1"/>
          </p:cNvSpPr>
          <p:nvPr>
            <p:ph type="body" idx="1"/>
          </p:nvPr>
        </p:nvSpPr>
        <p:spPr>
          <a:xfrm>
            <a:off x="609600" y="1371600"/>
            <a:ext cx="8153400" cy="3384550"/>
          </a:xfrm>
        </p:spPr>
        <p:txBody>
          <a:bodyPr/>
          <a:lstStyle/>
          <a:p>
            <a:pPr lvl="1">
              <a:lnSpc>
                <a:spcPct val="90000"/>
              </a:lnSpc>
            </a:pPr>
            <a:r>
              <a:rPr lang="zh-CN" altLang="en-US">
                <a:latin typeface="楷体_GB2312" charset="0"/>
                <a:ea typeface="楷体_GB2312" charset="0"/>
              </a:rPr>
              <a:t>思路</a:t>
            </a:r>
          </a:p>
          <a:p>
            <a:pPr lvl="2">
              <a:lnSpc>
                <a:spcPct val="90000"/>
              </a:lnSpc>
            </a:pPr>
            <a:r>
              <a:rPr lang="en-US" altLang="zh-CN">
                <a:latin typeface="楷体_GB2312" charset="0"/>
                <a:ea typeface="楷体_GB2312" charset="0"/>
              </a:rPr>
              <a:t>T</a:t>
            </a:r>
            <a:r>
              <a:rPr lang="zh-CN" altLang="en-US">
                <a:latin typeface="楷体_GB2312" charset="0"/>
                <a:ea typeface="楷体_GB2312" charset="0"/>
              </a:rPr>
              <a:t>指向要遍历的二叉树的根，后序遍历要求在遍历完左右子树后，再访问根。需要判断根结点的左右子树是否均遍历过。</a:t>
            </a:r>
          </a:p>
          <a:p>
            <a:pPr lvl="2">
              <a:lnSpc>
                <a:spcPct val="90000"/>
              </a:lnSpc>
            </a:pPr>
            <a:r>
              <a:rPr lang="zh-CN" altLang="en-US">
                <a:latin typeface="楷体_GB2312" charset="0"/>
                <a:ea typeface="楷体_GB2312" charset="0"/>
              </a:rPr>
              <a:t>可采用标记法，结点入栈时，配一个标志</a:t>
            </a:r>
            <a:r>
              <a:rPr lang="en-US" altLang="zh-CN">
                <a:latin typeface="楷体_GB2312" charset="0"/>
                <a:ea typeface="楷体_GB2312" charset="0"/>
              </a:rPr>
              <a:t>tag</a:t>
            </a:r>
            <a:r>
              <a:rPr lang="zh-CN" altLang="en-US">
                <a:latin typeface="楷体_GB2312" charset="0"/>
                <a:ea typeface="楷体_GB2312" charset="0"/>
              </a:rPr>
              <a:t>一同入栈</a:t>
            </a:r>
            <a:r>
              <a:rPr lang="en-US" altLang="zh-CN">
                <a:latin typeface="楷体_GB2312" charset="0"/>
                <a:ea typeface="楷体_GB2312" charset="0"/>
              </a:rPr>
              <a:t>(0</a:t>
            </a:r>
            <a:r>
              <a:rPr lang="zh-CN" altLang="en-US">
                <a:latin typeface="楷体_GB2312" charset="0"/>
                <a:ea typeface="楷体_GB2312" charset="0"/>
              </a:rPr>
              <a:t>：遍历左子树前的现场保护，</a:t>
            </a:r>
            <a:r>
              <a:rPr lang="en-US" altLang="zh-CN">
                <a:latin typeface="楷体_GB2312" charset="0"/>
                <a:ea typeface="楷体_GB2312" charset="0"/>
              </a:rPr>
              <a:t>1</a:t>
            </a:r>
            <a:r>
              <a:rPr lang="zh-CN" altLang="en-US">
                <a:latin typeface="楷体_GB2312" charset="0"/>
                <a:ea typeface="楷体_GB2312" charset="0"/>
              </a:rPr>
              <a:t>：遍历右子树前的现场保护</a:t>
            </a:r>
            <a:r>
              <a:rPr lang="en-US" altLang="zh-CN">
                <a:latin typeface="楷体_GB2312" charset="0"/>
                <a:ea typeface="楷体_GB2312" charset="0"/>
              </a:rPr>
              <a:t>)</a:t>
            </a:r>
            <a:r>
              <a:rPr lang="zh-CN" altLang="en-US">
                <a:latin typeface="楷体_GB2312" charset="0"/>
                <a:ea typeface="楷体_GB2312" charset="0"/>
              </a:rPr>
              <a:t>。</a:t>
            </a:r>
          </a:p>
          <a:p>
            <a:pPr lvl="2">
              <a:lnSpc>
                <a:spcPct val="90000"/>
              </a:lnSpc>
            </a:pPr>
            <a:r>
              <a:rPr lang="zh-CN" altLang="en-US">
                <a:latin typeface="楷体_GB2312" charset="0"/>
                <a:ea typeface="楷体_GB2312" charset="0"/>
              </a:rPr>
              <a:t>首先将</a:t>
            </a:r>
            <a:r>
              <a:rPr lang="en-US" altLang="zh-CN">
                <a:latin typeface="楷体_GB2312" charset="0"/>
                <a:ea typeface="楷体_GB2312" charset="0"/>
              </a:rPr>
              <a:t>T</a:t>
            </a:r>
            <a:r>
              <a:rPr lang="zh-CN" altLang="en-US">
                <a:latin typeface="楷体_GB2312" charset="0"/>
                <a:ea typeface="楷体_GB2312" charset="0"/>
              </a:rPr>
              <a:t>和</a:t>
            </a:r>
            <a:r>
              <a:rPr lang="en-US" altLang="zh-CN">
                <a:latin typeface="楷体_GB2312" charset="0"/>
                <a:ea typeface="楷体_GB2312" charset="0"/>
              </a:rPr>
              <a:t>tag(</a:t>
            </a:r>
            <a:r>
              <a:rPr lang="zh-CN" altLang="en-US">
                <a:latin typeface="楷体_GB2312" charset="0"/>
                <a:ea typeface="楷体_GB2312" charset="0"/>
              </a:rPr>
              <a:t>为</a:t>
            </a:r>
            <a:r>
              <a:rPr lang="en-US" altLang="zh-CN">
                <a:latin typeface="楷体_GB2312" charset="0"/>
                <a:ea typeface="楷体_GB2312" charset="0"/>
              </a:rPr>
              <a:t>0)</a:t>
            </a:r>
            <a:r>
              <a:rPr lang="zh-CN" altLang="en-US">
                <a:latin typeface="楷体_GB2312" charset="0"/>
                <a:ea typeface="楷体_GB2312" charset="0"/>
              </a:rPr>
              <a:t>入栈，遍历左子树；返回后，修改栈顶</a:t>
            </a:r>
            <a:r>
              <a:rPr lang="en-US" altLang="zh-CN">
                <a:latin typeface="楷体_GB2312" charset="0"/>
                <a:ea typeface="楷体_GB2312" charset="0"/>
              </a:rPr>
              <a:t>tag</a:t>
            </a:r>
            <a:r>
              <a:rPr lang="zh-CN" altLang="en-US">
                <a:latin typeface="楷体_GB2312" charset="0"/>
                <a:ea typeface="楷体_GB2312" charset="0"/>
              </a:rPr>
              <a:t>为</a:t>
            </a:r>
            <a:r>
              <a:rPr lang="en-US" altLang="zh-CN">
                <a:latin typeface="楷体_GB2312" charset="0"/>
                <a:ea typeface="楷体_GB2312" charset="0"/>
              </a:rPr>
              <a:t>1</a:t>
            </a:r>
            <a:r>
              <a:rPr lang="zh-CN" altLang="en-US">
                <a:latin typeface="楷体_GB2312" charset="0"/>
                <a:ea typeface="楷体_GB2312" charset="0"/>
              </a:rPr>
              <a:t>，遍历右子树；最后访问根结点。</a:t>
            </a:r>
          </a:p>
        </p:txBody>
      </p:sp>
      <p:sp>
        <p:nvSpPr>
          <p:cNvPr id="328709" name="Rectangle 5"/>
          <p:cNvSpPr>
            <a:spLocks noChangeArrowheads="1"/>
          </p:cNvSpPr>
          <p:nvPr/>
        </p:nvSpPr>
        <p:spPr bwMode="auto">
          <a:xfrm>
            <a:off x="4173538" y="5410200"/>
            <a:ext cx="4970462"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buClr>
                <a:schemeClr val="bg1"/>
              </a:buClr>
              <a:buFont typeface="Wingdings" charset="2"/>
              <a:buNone/>
            </a:pPr>
            <a:r>
              <a:rPr kumimoji="1" lang="en-US" altLang="zh-CN" b="1">
                <a:solidFill>
                  <a:srgbClr val="990000"/>
                </a:solidFill>
                <a:ea typeface="仿宋_GB2312" charset="0"/>
              </a:rPr>
              <a:t>typedef struct stackElement{</a:t>
            </a:r>
          </a:p>
          <a:p>
            <a:pPr lvl="2">
              <a:buClr>
                <a:schemeClr val="bg1"/>
              </a:buClr>
              <a:buFont typeface="Wingdings" charset="2"/>
              <a:buNone/>
            </a:pPr>
            <a:r>
              <a:rPr kumimoji="1" lang="en-US" altLang="zh-CN" b="1">
                <a:solidFill>
                  <a:srgbClr val="990000"/>
                </a:solidFill>
                <a:ea typeface="仿宋_GB2312" charset="0"/>
              </a:rPr>
              <a:t>    Bitree	 link;</a:t>
            </a:r>
          </a:p>
          <a:p>
            <a:pPr lvl="2">
              <a:buClr>
                <a:schemeClr val="bg1"/>
              </a:buClr>
              <a:buFont typeface="Wingdings" charset="2"/>
              <a:buNone/>
            </a:pPr>
            <a:r>
              <a:rPr kumimoji="1" lang="en-US" altLang="zh-CN" b="1">
                <a:solidFill>
                  <a:srgbClr val="990000"/>
                </a:solidFill>
                <a:ea typeface="仿宋_GB2312" charset="0"/>
              </a:rPr>
              <a:t>    int	tag;</a:t>
            </a:r>
          </a:p>
          <a:p>
            <a:pPr lvl="2">
              <a:buClr>
                <a:schemeClr val="bg1"/>
              </a:buClr>
              <a:buFont typeface="Wingdings" charset="2"/>
              <a:buNone/>
            </a:pPr>
            <a:r>
              <a:rPr kumimoji="1" lang="en-US" altLang="zh-CN" b="1">
                <a:solidFill>
                  <a:srgbClr val="990000"/>
                </a:solidFill>
                <a:ea typeface="仿宋_GB2312" charset="0"/>
              </a:rPr>
              <a:t>}stackElemType;</a:t>
            </a:r>
          </a:p>
        </p:txBody>
      </p:sp>
    </p:spTree>
    <p:extLst>
      <p:ext uri="{BB962C8B-B14F-4D97-AF65-F5344CB8AC3E}">
        <p14:creationId xmlns:p14="http://schemas.microsoft.com/office/powerpoint/2010/main" val="3088433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lstStyle/>
          <a:p>
            <a:r>
              <a:rPr kumimoji="1" lang="zh-CN" altLang="en-US">
                <a:solidFill>
                  <a:srgbClr val="0000FF"/>
                </a:solidFill>
                <a:latin typeface="Times New Roman" charset="0"/>
                <a:ea typeface="楷体_GB2312" charset="0"/>
              </a:rPr>
              <a:t>后序遍历的非递归算法</a:t>
            </a:r>
          </a:p>
        </p:txBody>
      </p:sp>
      <p:sp>
        <p:nvSpPr>
          <p:cNvPr id="329731" name="AutoShape 3">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pic>
        <p:nvPicPr>
          <p:cNvPr id="3297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447800"/>
            <a:ext cx="5472113" cy="4672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09046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ext Box 2"/>
          <p:cNvSpPr txBox="1">
            <a:spLocks noChangeArrowheads="1"/>
          </p:cNvSpPr>
          <p:nvPr/>
        </p:nvSpPr>
        <p:spPr bwMode="auto">
          <a:xfrm>
            <a:off x="1371600" y="236538"/>
            <a:ext cx="6477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4000" b="1">
                <a:solidFill>
                  <a:srgbClr val="0000FF"/>
                </a:solidFill>
                <a:latin typeface="Times New Roman" charset="0"/>
                <a:ea typeface="楷体_GB2312" charset="0"/>
              </a:rPr>
              <a:t>后序遍历的非递归算法</a:t>
            </a:r>
          </a:p>
        </p:txBody>
      </p:sp>
      <p:sp>
        <p:nvSpPr>
          <p:cNvPr id="308227" name="Text Box 3"/>
          <p:cNvSpPr txBox="1">
            <a:spLocks noChangeArrowheads="1"/>
          </p:cNvSpPr>
          <p:nvPr/>
        </p:nvSpPr>
        <p:spPr bwMode="auto">
          <a:xfrm>
            <a:off x="457200" y="1371600"/>
            <a:ext cx="8480425" cy="423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2800" b="1">
                <a:solidFill>
                  <a:srgbClr val="0000FF"/>
                </a:solidFill>
                <a:latin typeface="Times New Roman" charset="0"/>
              </a:rPr>
              <a:t>void</a:t>
            </a:r>
            <a:r>
              <a:rPr kumimoji="1" lang="en-US" altLang="zh-CN" sz="2800">
                <a:solidFill>
                  <a:srgbClr val="0000FF"/>
                </a:solidFill>
                <a:latin typeface="Times New Roman" charset="0"/>
              </a:rPr>
              <a:t> Postorder_I(BiTree T, </a:t>
            </a:r>
            <a:r>
              <a:rPr kumimoji="1" lang="en-US" altLang="zh-CN" sz="2800" b="1">
                <a:solidFill>
                  <a:srgbClr val="0000FF"/>
                </a:solidFill>
                <a:latin typeface="Times New Roman" charset="0"/>
              </a:rPr>
              <a:t>void</a:t>
            </a:r>
            <a:r>
              <a:rPr kumimoji="1" lang="en-US" altLang="zh-CN" sz="2800">
                <a:solidFill>
                  <a:srgbClr val="0000FF"/>
                </a:solidFill>
                <a:latin typeface="Times New Roman" charset="0"/>
              </a:rPr>
              <a:t> (*visit)(TelemType</a:t>
            </a:r>
            <a:r>
              <a:rPr kumimoji="1" lang="en-US" altLang="zh-CN" sz="2800" b="1">
                <a:solidFill>
                  <a:srgbClr val="0000FF"/>
                </a:solidFill>
                <a:latin typeface="Times New Roman" charset="0"/>
              </a:rPr>
              <a:t>&amp;</a:t>
            </a:r>
            <a:r>
              <a:rPr kumimoji="1" lang="en-US" altLang="zh-CN" sz="2800">
                <a:solidFill>
                  <a:srgbClr val="0000FF"/>
                </a:solidFill>
                <a:latin typeface="Times New Roman" charset="0"/>
              </a:rPr>
              <a:t> e))</a:t>
            </a:r>
          </a:p>
          <a:p>
            <a:r>
              <a:rPr kumimoji="1" lang="en-US" altLang="zh-CN" sz="2800">
                <a:solidFill>
                  <a:srgbClr val="0000FF"/>
                </a:solidFill>
                <a:latin typeface="Times New Roman" charset="0"/>
              </a:rPr>
              <a:t>{</a:t>
            </a:r>
            <a:r>
              <a:rPr kumimoji="1" lang="en-US" altLang="zh-CN" sz="2800">
                <a:latin typeface="Times New Roman" charset="0"/>
              </a:rPr>
              <a:t>  </a:t>
            </a:r>
            <a:r>
              <a:rPr kumimoji="1" lang="en-US" altLang="zh-CN" sz="2800">
                <a:solidFill>
                  <a:srgbClr val="0000FF"/>
                </a:solidFill>
                <a:latin typeface="Times New Roman" charset="0"/>
              </a:rPr>
              <a:t>Stack </a:t>
            </a:r>
            <a:r>
              <a:rPr kumimoji="1" lang="en-US" altLang="zh-CN" sz="2800" b="1">
                <a:solidFill>
                  <a:srgbClr val="0000FF"/>
                </a:solidFill>
                <a:latin typeface="Times New Roman" charset="0"/>
              </a:rPr>
              <a:t>*</a:t>
            </a:r>
            <a:r>
              <a:rPr kumimoji="1" lang="en-US" altLang="zh-CN" sz="2800">
                <a:solidFill>
                  <a:srgbClr val="0000FF"/>
                </a:solidFill>
                <a:latin typeface="Times New Roman" charset="0"/>
              </a:rPr>
              <a:t>S;   t=T; </a:t>
            </a:r>
            <a:endParaRPr kumimoji="1" lang="en-US" altLang="zh-CN" sz="2800">
              <a:solidFill>
                <a:srgbClr val="0000FF"/>
              </a:solidFill>
              <a:latin typeface="宋体" charset="-122"/>
            </a:endParaRPr>
          </a:p>
          <a:p>
            <a:r>
              <a:rPr kumimoji="1" lang="en-US" altLang="zh-CN" sz="3200">
                <a:latin typeface="Times New Roman" charset="0"/>
              </a:rPr>
              <a:t>   </a:t>
            </a:r>
            <a:r>
              <a:rPr kumimoji="1" lang="en-US" altLang="zh-CN" sz="3200">
                <a:solidFill>
                  <a:srgbClr val="0000FF"/>
                </a:solidFill>
                <a:latin typeface="Times New Roman" charset="0"/>
              </a:rPr>
              <a:t>while(!(t==NULL&amp;&amp;</a:t>
            </a:r>
            <a:r>
              <a:rPr kumimoji="1" lang="en-US" altLang="en-US" sz="3200">
                <a:solidFill>
                  <a:srgbClr val="0000FF"/>
                </a:solidFill>
                <a:latin typeface="Times New Roman" charset="0"/>
              </a:rPr>
              <a:t>StackEmpty(S </a:t>
            </a:r>
            <a:r>
              <a:rPr kumimoji="1" lang="en-US" altLang="zh-CN" sz="3200">
                <a:solidFill>
                  <a:srgbClr val="0000FF"/>
                </a:solidFill>
                <a:latin typeface="Times New Roman" charset="0"/>
              </a:rPr>
              <a:t>)</a:t>
            </a:r>
            <a:r>
              <a:rPr kumimoji="1" lang="en-US" altLang="en-US" sz="3200">
                <a:solidFill>
                  <a:srgbClr val="0000FF"/>
                </a:solidFill>
                <a:latin typeface="Times New Roman" charset="0"/>
              </a:rPr>
              <a:t>)</a:t>
            </a:r>
            <a:r>
              <a:rPr kumimoji="1" lang="en-US" altLang="zh-CN" sz="3200">
                <a:latin typeface="Times New Roman" charset="0"/>
              </a:rPr>
              <a:t> </a:t>
            </a:r>
          </a:p>
          <a:p>
            <a:r>
              <a:rPr kumimoji="1" lang="en-US" altLang="zh-CN" sz="3200">
                <a:latin typeface="Times New Roman" charset="0"/>
              </a:rPr>
              <a:t>   </a:t>
            </a:r>
            <a:r>
              <a:rPr kumimoji="1" lang="en-US" altLang="zh-CN" sz="2800" b="1">
                <a:solidFill>
                  <a:srgbClr val="0000FF"/>
                </a:solidFill>
                <a:latin typeface="宋体" charset="-122"/>
              </a:rPr>
              <a:t> {</a:t>
            </a:r>
            <a:r>
              <a:rPr kumimoji="1" lang="en-US" altLang="zh-CN" sz="3200">
                <a:latin typeface="Times New Roman" charset="0"/>
              </a:rPr>
              <a:t> </a:t>
            </a:r>
            <a:r>
              <a:rPr kumimoji="1" lang="en-US" altLang="zh-CN" sz="2800" b="1">
                <a:solidFill>
                  <a:srgbClr val="0000FF"/>
                </a:solidFill>
                <a:latin typeface="Times New Roman" charset="0"/>
              </a:rPr>
              <a:t>if(t)</a:t>
            </a:r>
            <a:r>
              <a:rPr kumimoji="1" lang="en-US" altLang="zh-CN" sz="2800" b="1">
                <a:solidFill>
                  <a:srgbClr val="0000FF"/>
                </a:solidFill>
                <a:latin typeface="宋体" charset="-122"/>
              </a:rPr>
              <a:t>{</a:t>
            </a:r>
            <a:r>
              <a:rPr kumimoji="1" lang="en-US" altLang="zh-CN" sz="2800">
                <a:latin typeface="Times New Roman" charset="0"/>
              </a:rPr>
              <a:t> </a:t>
            </a:r>
            <a:r>
              <a:rPr kumimoji="1" lang="en-US" altLang="zh-CN" sz="2800">
                <a:solidFill>
                  <a:srgbClr val="0000FF"/>
                </a:solidFill>
                <a:latin typeface="Times New Roman" charset="0"/>
              </a:rPr>
              <a:t>push(S,(t,1)); t=t-&gt;lchild;}</a:t>
            </a:r>
          </a:p>
          <a:p>
            <a:r>
              <a:rPr kumimoji="1" lang="en-US" altLang="zh-CN" sz="3200" b="1">
                <a:solidFill>
                  <a:srgbClr val="0000FF"/>
                </a:solidFill>
                <a:latin typeface="Times New Roman" charset="0"/>
              </a:rPr>
              <a:t>       else{</a:t>
            </a:r>
            <a:r>
              <a:rPr kumimoji="1" lang="en-US" altLang="zh-CN" sz="3200">
                <a:solidFill>
                  <a:srgbClr val="0000FF"/>
                </a:solidFill>
                <a:latin typeface="Times New Roman" charset="0"/>
              </a:rPr>
              <a:t> t=top(s). link;  sign=top(s).tag; pop(s); </a:t>
            </a:r>
          </a:p>
          <a:p>
            <a:r>
              <a:rPr kumimoji="1" lang="en-US" altLang="zh-CN" sz="3200">
                <a:solidFill>
                  <a:srgbClr val="0000FF"/>
                </a:solidFill>
                <a:latin typeface="Times New Roman" charset="0"/>
              </a:rPr>
              <a:t>              if(sign==1){push(S,(t,2);t=t-&gt;rchild;)</a:t>
            </a:r>
          </a:p>
          <a:p>
            <a:r>
              <a:rPr kumimoji="1" lang="en-US" altLang="zh-CN" sz="3200">
                <a:solidFill>
                  <a:srgbClr val="0000FF"/>
                </a:solidFill>
                <a:latin typeface="Times New Roman" charset="0"/>
              </a:rPr>
              <a:t>              else{Visite(t-&gt;data); t=NULL; }</a:t>
            </a:r>
          </a:p>
          <a:p>
            <a:r>
              <a:rPr kumimoji="1" lang="en-US" altLang="zh-CN" sz="2800" b="1">
                <a:solidFill>
                  <a:srgbClr val="0000FF"/>
                </a:solidFill>
                <a:latin typeface="Times New Roman" charset="0"/>
              </a:rPr>
              <a:t> } </a:t>
            </a:r>
            <a:r>
              <a:rPr kumimoji="1" lang="en-US" altLang="zh-CN" sz="2800">
                <a:solidFill>
                  <a:srgbClr val="0000FF"/>
                </a:solidFill>
                <a:latin typeface="Times New Roman" charset="0"/>
              </a:rPr>
              <a:t>// while</a:t>
            </a:r>
            <a:endParaRPr kumimoji="1" lang="en-US" altLang="zh-CN" sz="2800" b="1">
              <a:solidFill>
                <a:srgbClr val="0000FF"/>
              </a:solidFill>
              <a:latin typeface="Times New Roman" charset="0"/>
            </a:endParaRPr>
          </a:p>
          <a:p>
            <a:r>
              <a:rPr kumimoji="1" lang="en-US" altLang="zh-CN" sz="2800" b="1">
                <a:solidFill>
                  <a:srgbClr val="0000FF"/>
                </a:solidFill>
                <a:latin typeface="Times New Roman" charset="0"/>
              </a:rPr>
              <a:t>}// </a:t>
            </a:r>
            <a:r>
              <a:rPr kumimoji="1" lang="en-US" altLang="zh-CN" sz="2800">
                <a:solidFill>
                  <a:srgbClr val="0000FF"/>
                </a:solidFill>
                <a:latin typeface="Times New Roman" charset="0"/>
              </a:rPr>
              <a:t>Postorder_I</a:t>
            </a:r>
          </a:p>
        </p:txBody>
      </p:sp>
      <p:sp>
        <p:nvSpPr>
          <p:cNvPr id="308229" name="Rectangle 5"/>
          <p:cNvSpPr>
            <a:spLocks noChangeArrowheads="1"/>
          </p:cNvSpPr>
          <p:nvPr/>
        </p:nvSpPr>
        <p:spPr bwMode="auto">
          <a:xfrm>
            <a:off x="3810000" y="5410200"/>
            <a:ext cx="4970463"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buClr>
                <a:schemeClr val="bg1"/>
              </a:buClr>
              <a:buFont typeface="Wingdings" charset="2"/>
              <a:buNone/>
            </a:pPr>
            <a:r>
              <a:rPr kumimoji="1" lang="en-US" altLang="zh-CN" b="1">
                <a:solidFill>
                  <a:srgbClr val="990000"/>
                </a:solidFill>
                <a:ea typeface="仿宋_GB2312" charset="0"/>
              </a:rPr>
              <a:t>typedef struct stackElement{</a:t>
            </a:r>
          </a:p>
          <a:p>
            <a:pPr lvl="2">
              <a:buClr>
                <a:schemeClr val="bg1"/>
              </a:buClr>
              <a:buFont typeface="Wingdings" charset="2"/>
              <a:buNone/>
            </a:pPr>
            <a:r>
              <a:rPr kumimoji="1" lang="en-US" altLang="zh-CN" b="1">
                <a:solidFill>
                  <a:srgbClr val="990000"/>
                </a:solidFill>
                <a:ea typeface="仿宋_GB2312" charset="0"/>
              </a:rPr>
              <a:t>    Bitree	 link;</a:t>
            </a:r>
          </a:p>
          <a:p>
            <a:pPr lvl="2">
              <a:buClr>
                <a:schemeClr val="bg1"/>
              </a:buClr>
              <a:buFont typeface="Wingdings" charset="2"/>
              <a:buNone/>
            </a:pPr>
            <a:r>
              <a:rPr kumimoji="1" lang="en-US" altLang="zh-CN" b="1">
                <a:solidFill>
                  <a:srgbClr val="990000"/>
                </a:solidFill>
                <a:ea typeface="仿宋_GB2312" charset="0"/>
              </a:rPr>
              <a:t>    int	tag;</a:t>
            </a:r>
          </a:p>
          <a:p>
            <a:pPr lvl="2">
              <a:buClr>
                <a:schemeClr val="bg1"/>
              </a:buClr>
              <a:buFont typeface="Wingdings" charset="2"/>
              <a:buNone/>
            </a:pPr>
            <a:r>
              <a:rPr kumimoji="1" lang="en-US" altLang="zh-CN" b="1">
                <a:solidFill>
                  <a:srgbClr val="990000"/>
                </a:solidFill>
                <a:ea typeface="仿宋_GB2312" charset="0"/>
              </a:rPr>
              <a:t>}stackElemType;</a:t>
            </a:r>
          </a:p>
        </p:txBody>
      </p:sp>
    </p:spTree>
    <p:extLst>
      <p:ext uri="{BB962C8B-B14F-4D97-AF65-F5344CB8AC3E}">
        <p14:creationId xmlns:p14="http://schemas.microsoft.com/office/powerpoint/2010/main" val="17786500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308227"/>
                                        </p:tgtEl>
                                        <p:attrNameLst>
                                          <p:attrName>style.visibility</p:attrName>
                                        </p:attrNameLst>
                                      </p:cBhvr>
                                      <p:to>
                                        <p:strVal val="visible"/>
                                      </p:to>
                                    </p:set>
                                    <p:anim calcmode="lin" valueType="num">
                                      <p:cBhvr>
                                        <p:cTn id="7" dur="500" fill="hold"/>
                                        <p:tgtEl>
                                          <p:spTgt spid="308227"/>
                                        </p:tgtEl>
                                        <p:attrNameLst>
                                          <p:attrName>ppt_x</p:attrName>
                                        </p:attrNameLst>
                                      </p:cBhvr>
                                      <p:tavLst>
                                        <p:tav tm="0">
                                          <p:val>
                                            <p:strVal val="#ppt_x"/>
                                          </p:val>
                                        </p:tav>
                                        <p:tav tm="100000">
                                          <p:val>
                                            <p:strVal val="#ppt_x"/>
                                          </p:val>
                                        </p:tav>
                                      </p:tavLst>
                                    </p:anim>
                                    <p:anim calcmode="lin" valueType="num">
                                      <p:cBhvr>
                                        <p:cTn id="8" dur="500" fill="hold"/>
                                        <p:tgtEl>
                                          <p:spTgt spid="308227"/>
                                        </p:tgtEl>
                                        <p:attrNameLst>
                                          <p:attrName>ppt_y</p:attrName>
                                        </p:attrNameLst>
                                      </p:cBhvr>
                                      <p:tavLst>
                                        <p:tav tm="0">
                                          <p:val>
                                            <p:strVal val="#ppt_y+#ppt_h/2"/>
                                          </p:val>
                                        </p:tav>
                                        <p:tav tm="100000">
                                          <p:val>
                                            <p:strVal val="#ppt_y"/>
                                          </p:val>
                                        </p:tav>
                                      </p:tavLst>
                                    </p:anim>
                                    <p:anim calcmode="lin" valueType="num">
                                      <p:cBhvr>
                                        <p:cTn id="9" dur="500" fill="hold"/>
                                        <p:tgtEl>
                                          <p:spTgt spid="308227"/>
                                        </p:tgtEl>
                                        <p:attrNameLst>
                                          <p:attrName>ppt_w</p:attrName>
                                        </p:attrNameLst>
                                      </p:cBhvr>
                                      <p:tavLst>
                                        <p:tav tm="0">
                                          <p:val>
                                            <p:strVal val="#ppt_w"/>
                                          </p:val>
                                        </p:tav>
                                        <p:tav tm="100000">
                                          <p:val>
                                            <p:strVal val="#ppt_w"/>
                                          </p:val>
                                        </p:tav>
                                      </p:tavLst>
                                    </p:anim>
                                    <p:anim calcmode="lin" valueType="num">
                                      <p:cBhvr>
                                        <p:cTn id="10" dur="500" fill="hold"/>
                                        <p:tgtEl>
                                          <p:spTgt spid="3082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p:cNvSpPr txBox="1">
            <a:spLocks noChangeArrowheads="1"/>
          </p:cNvSpPr>
          <p:nvPr/>
        </p:nvSpPr>
        <p:spPr bwMode="auto">
          <a:xfrm>
            <a:off x="1368425" y="77788"/>
            <a:ext cx="69215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0000FF"/>
                </a:solidFill>
                <a:latin typeface="Times New Roman" charset="0"/>
                <a:ea typeface="楷体_GB2312" charset="0"/>
              </a:rPr>
              <a:t>五</a:t>
            </a:r>
            <a:r>
              <a:rPr kumimoji="1" lang="zh-CN" altLang="en-US" sz="4800">
                <a:solidFill>
                  <a:srgbClr val="0000FF"/>
                </a:solidFill>
                <a:latin typeface="Times New Roman" charset="0"/>
                <a:ea typeface="楷体_GB2312" charset="0"/>
              </a:rPr>
              <a:t>、</a:t>
            </a:r>
            <a:r>
              <a:rPr kumimoji="1" lang="zh-CN" altLang="en-US" sz="4800" b="1">
                <a:solidFill>
                  <a:srgbClr val="0000FF"/>
                </a:solidFill>
                <a:latin typeface="楷体_GB2312" charset="0"/>
                <a:ea typeface="楷体_GB2312" charset="0"/>
              </a:rPr>
              <a:t>遍历算法的应用举例</a:t>
            </a:r>
            <a:endParaRPr kumimoji="1" lang="zh-CN" altLang="en-US" sz="2000">
              <a:latin typeface="Times New Roman" charset="0"/>
            </a:endParaRPr>
          </a:p>
        </p:txBody>
      </p:sp>
      <p:sp>
        <p:nvSpPr>
          <p:cNvPr id="218115" name="Text Box 3">
            <a:hlinkClick r:id="" action="ppaction://hlinkshowjump?jump=nextslide"/>
          </p:cNvPr>
          <p:cNvSpPr txBox="1">
            <a:spLocks noChangeArrowheads="1"/>
          </p:cNvSpPr>
          <p:nvPr/>
        </p:nvSpPr>
        <p:spPr bwMode="auto">
          <a:xfrm>
            <a:off x="612775" y="1441450"/>
            <a:ext cx="8074025" cy="469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buFontTx/>
              <a:buAutoNum type="arabicPeriod"/>
            </a:pPr>
            <a:r>
              <a:rPr kumimoji="1" lang="zh-CN" altLang="en-US" sz="3200" b="1">
                <a:solidFill>
                  <a:srgbClr val="800000"/>
                </a:solidFill>
                <a:latin typeface="Times New Roman" charset="0"/>
                <a:ea typeface="隶书" charset="0"/>
              </a:rPr>
              <a:t>统计二叉树中叶子结点的个数</a:t>
            </a:r>
            <a:r>
              <a:rPr kumimoji="1" lang="en-US" altLang="zh-CN" sz="3200" b="1">
                <a:solidFill>
                  <a:srgbClr val="800000"/>
                </a:solidFill>
                <a:latin typeface="Times New Roman" charset="0"/>
                <a:ea typeface="隶书" charset="0"/>
              </a:rPr>
              <a:t>(</a:t>
            </a:r>
            <a:r>
              <a:rPr kumimoji="1" lang="zh-CN" altLang="en-US" sz="3200" b="1">
                <a:solidFill>
                  <a:srgbClr val="800000"/>
                </a:solidFill>
                <a:latin typeface="Times New Roman" charset="0"/>
                <a:ea typeface="隶书" charset="0"/>
              </a:rPr>
              <a:t>先序遍历</a:t>
            </a:r>
            <a:r>
              <a:rPr kumimoji="1" lang="en-US" altLang="zh-CN" sz="3200" b="1">
                <a:solidFill>
                  <a:srgbClr val="800000"/>
                </a:solidFill>
                <a:latin typeface="Times New Roman" charset="0"/>
                <a:ea typeface="隶书" charset="0"/>
              </a:rPr>
              <a:t>)</a:t>
            </a:r>
          </a:p>
          <a:p>
            <a:pPr>
              <a:buFontTx/>
              <a:buAutoNum type="arabicPeriod"/>
            </a:pPr>
            <a:r>
              <a:rPr kumimoji="1" lang="zh-CN" altLang="en-US" sz="3200" b="1">
                <a:solidFill>
                  <a:srgbClr val="800000"/>
                </a:solidFill>
                <a:latin typeface="Times New Roman" charset="0"/>
                <a:ea typeface="隶书" charset="0"/>
              </a:rPr>
              <a:t>求二叉树的深度</a:t>
            </a:r>
            <a:r>
              <a:rPr kumimoji="1" lang="en-US" altLang="zh-CN" sz="3200" b="1">
                <a:solidFill>
                  <a:srgbClr val="800000"/>
                </a:solidFill>
                <a:latin typeface="Times New Roman" charset="0"/>
                <a:ea typeface="隶书" charset="0"/>
              </a:rPr>
              <a:t>(</a:t>
            </a:r>
            <a:r>
              <a:rPr kumimoji="1" lang="zh-CN" altLang="en-US" sz="3200" b="1">
                <a:solidFill>
                  <a:srgbClr val="800000"/>
                </a:solidFill>
                <a:latin typeface="Times New Roman" charset="0"/>
                <a:ea typeface="隶书" charset="0"/>
              </a:rPr>
              <a:t>后序遍历</a:t>
            </a:r>
            <a:r>
              <a:rPr kumimoji="1" lang="en-US" altLang="zh-CN" sz="3200" b="1">
                <a:solidFill>
                  <a:srgbClr val="800000"/>
                </a:solidFill>
                <a:latin typeface="Times New Roman" charset="0"/>
                <a:ea typeface="隶书" charset="0"/>
              </a:rPr>
              <a:t>)</a:t>
            </a:r>
          </a:p>
          <a:p>
            <a:pPr>
              <a:buFontTx/>
              <a:buAutoNum type="arabicPeriod"/>
            </a:pPr>
            <a:r>
              <a:rPr kumimoji="1" lang="zh-CN" altLang="en-US" sz="3200" b="1">
                <a:solidFill>
                  <a:srgbClr val="800000"/>
                </a:solidFill>
                <a:latin typeface="Times New Roman" charset="0"/>
                <a:ea typeface="隶书" charset="0"/>
              </a:rPr>
              <a:t>复制二叉树</a:t>
            </a:r>
            <a:r>
              <a:rPr kumimoji="1" lang="en-US" altLang="zh-CN" sz="3200" b="1">
                <a:solidFill>
                  <a:srgbClr val="800000"/>
                </a:solidFill>
                <a:latin typeface="Times New Roman" charset="0"/>
                <a:ea typeface="隶书" charset="0"/>
              </a:rPr>
              <a:t>(</a:t>
            </a:r>
            <a:r>
              <a:rPr kumimoji="1" lang="zh-CN" altLang="en-US" sz="3200" b="1">
                <a:solidFill>
                  <a:srgbClr val="800000"/>
                </a:solidFill>
                <a:latin typeface="Times New Roman" charset="0"/>
                <a:ea typeface="隶书" charset="0"/>
              </a:rPr>
              <a:t>后序遍历</a:t>
            </a:r>
            <a:r>
              <a:rPr kumimoji="1" lang="en-US" altLang="zh-CN" sz="3200" b="1">
                <a:solidFill>
                  <a:srgbClr val="800000"/>
                </a:solidFill>
                <a:latin typeface="Times New Roman" charset="0"/>
                <a:ea typeface="隶书" charset="0"/>
              </a:rPr>
              <a:t>)</a:t>
            </a:r>
          </a:p>
          <a:p>
            <a:pPr>
              <a:buFontTx/>
              <a:buAutoNum type="arabicPeriod"/>
            </a:pPr>
            <a:r>
              <a:rPr kumimoji="1" lang="zh-CN" altLang="en-US" sz="3200" b="1">
                <a:solidFill>
                  <a:srgbClr val="800000"/>
                </a:solidFill>
                <a:latin typeface="Times New Roman" charset="0"/>
                <a:ea typeface="隶书" charset="0"/>
              </a:rPr>
              <a:t>建立二叉树的存储结构</a:t>
            </a:r>
          </a:p>
          <a:p>
            <a:pPr>
              <a:buFontTx/>
              <a:buAutoNum type="arabicPeriod"/>
            </a:pPr>
            <a:r>
              <a:rPr kumimoji="1" lang="zh-CN" altLang="en-US" sz="3200" b="1">
                <a:solidFill>
                  <a:srgbClr val="800000"/>
                </a:solidFill>
                <a:latin typeface="Times New Roman" charset="0"/>
                <a:ea typeface="隶书" charset="0"/>
              </a:rPr>
              <a:t>删除并释放二叉树中以元素值为</a:t>
            </a:r>
            <a:r>
              <a:rPr kumimoji="1" lang="en-US" altLang="zh-CN" sz="3200" b="1">
                <a:solidFill>
                  <a:srgbClr val="800000"/>
                </a:solidFill>
                <a:latin typeface="Times New Roman" charset="0"/>
                <a:ea typeface="隶书" charset="0"/>
              </a:rPr>
              <a:t>x</a:t>
            </a:r>
            <a:r>
              <a:rPr kumimoji="1" lang="zh-CN" altLang="en-US" sz="3200" b="1">
                <a:solidFill>
                  <a:srgbClr val="800000"/>
                </a:solidFill>
                <a:latin typeface="Times New Roman" charset="0"/>
                <a:ea typeface="隶书" charset="0"/>
              </a:rPr>
              <a:t>的结点作为根的各子树</a:t>
            </a:r>
          </a:p>
          <a:p>
            <a:pPr>
              <a:buFontTx/>
              <a:buAutoNum type="arabicPeriod"/>
            </a:pPr>
            <a:r>
              <a:rPr kumimoji="1" lang="zh-CN" altLang="en-US" sz="3200" b="1">
                <a:solidFill>
                  <a:srgbClr val="800000"/>
                </a:solidFill>
                <a:latin typeface="Times New Roman" charset="0"/>
                <a:ea typeface="隶书" charset="0"/>
              </a:rPr>
              <a:t>求位于二叉树先序序列中第</a:t>
            </a:r>
            <a:r>
              <a:rPr kumimoji="1" lang="en-US" altLang="zh-CN" sz="3200" b="1">
                <a:solidFill>
                  <a:srgbClr val="800000"/>
                </a:solidFill>
                <a:latin typeface="Times New Roman" charset="0"/>
                <a:ea typeface="隶书" charset="0"/>
              </a:rPr>
              <a:t>k</a:t>
            </a:r>
            <a:r>
              <a:rPr kumimoji="1" lang="zh-CN" altLang="en-US" sz="3200" b="1">
                <a:solidFill>
                  <a:srgbClr val="800000"/>
                </a:solidFill>
                <a:latin typeface="Times New Roman" charset="0"/>
                <a:ea typeface="隶书" charset="0"/>
              </a:rPr>
              <a:t>个位置的结点的值</a:t>
            </a:r>
          </a:p>
          <a:p>
            <a:endParaRPr kumimoji="1" lang="zh-CN" altLang="en-US" sz="3200" b="1">
              <a:solidFill>
                <a:srgbClr val="800000"/>
              </a:solidFill>
              <a:latin typeface="Times New Roman" charset="0"/>
              <a:ea typeface="隶书" charset="0"/>
            </a:endParaRPr>
          </a:p>
          <a:p>
            <a:endParaRPr kumimoji="1" lang="zh-CN" altLang="en-US" sz="1400" b="1">
              <a:solidFill>
                <a:srgbClr val="800000"/>
              </a:solidFill>
            </a:endParaRPr>
          </a:p>
        </p:txBody>
      </p:sp>
      <p:sp>
        <p:nvSpPr>
          <p:cNvPr id="218119" name="Rectangle 7"/>
          <p:cNvSpPr>
            <a:spLocks noChangeArrowheads="1"/>
          </p:cNvSpPr>
          <p:nvPr/>
        </p:nvSpPr>
        <p:spPr bwMode="auto">
          <a:xfrm>
            <a:off x="304800" y="54864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r>
              <a:rPr lang="zh-CN" altLang="en-US" sz="2800">
                <a:solidFill>
                  <a:srgbClr val="FF3300"/>
                </a:solidFill>
                <a:latin typeface="隶书" charset="0"/>
                <a:ea typeface="隶书" charset="0"/>
              </a:rPr>
              <a:t>分析问题本身的特征，选择合适的遍历次序！</a:t>
            </a:r>
          </a:p>
          <a:p>
            <a:pPr lvl="2"/>
            <a:r>
              <a:rPr lang="zh-CN" altLang="en-US" sz="2800">
                <a:solidFill>
                  <a:srgbClr val="FF3300"/>
                </a:solidFill>
                <a:latin typeface="隶书" charset="0"/>
                <a:ea typeface="隶书" charset="0"/>
              </a:rPr>
              <a:t>应用递归编写算法，简洁！</a:t>
            </a:r>
          </a:p>
        </p:txBody>
      </p:sp>
    </p:spTree>
    <p:extLst>
      <p:ext uri="{BB962C8B-B14F-4D97-AF65-F5344CB8AC3E}">
        <p14:creationId xmlns:p14="http://schemas.microsoft.com/office/powerpoint/2010/main" val="1322036638"/>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a:spLocks noChangeArrowheads="1"/>
          </p:cNvSpPr>
          <p:nvPr/>
        </p:nvSpPr>
        <p:spPr bwMode="auto">
          <a:xfrm>
            <a:off x="1371600" y="228600"/>
            <a:ext cx="7772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b="1">
                <a:solidFill>
                  <a:srgbClr val="800000"/>
                </a:solidFill>
                <a:latin typeface="Times New Roman" charset="0"/>
                <a:ea typeface="隶书" charset="0"/>
              </a:rPr>
              <a:t>1</a:t>
            </a:r>
            <a:r>
              <a:rPr kumimoji="1" lang="zh-CN" altLang="en-US" sz="4000" b="1">
                <a:solidFill>
                  <a:srgbClr val="800000"/>
                </a:solidFill>
                <a:latin typeface="Times New Roman" charset="0"/>
                <a:ea typeface="隶书" charset="0"/>
              </a:rPr>
              <a:t>、统计二叉树中叶子结点的个数</a:t>
            </a:r>
          </a:p>
        </p:txBody>
      </p:sp>
      <p:sp>
        <p:nvSpPr>
          <p:cNvPr id="219139" name="Text Box 3"/>
          <p:cNvSpPr txBox="1">
            <a:spLocks noChangeArrowheads="1"/>
          </p:cNvSpPr>
          <p:nvPr/>
        </p:nvSpPr>
        <p:spPr bwMode="auto">
          <a:xfrm>
            <a:off x="1052513" y="1487488"/>
            <a:ext cx="35194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3366"/>
                </a:solidFill>
                <a:latin typeface="楷体_GB2312" charset="0"/>
                <a:ea typeface="楷体_GB2312" charset="0"/>
              </a:rPr>
              <a:t>算法基本思想</a:t>
            </a:r>
            <a:r>
              <a:rPr kumimoji="1" lang="en-US" altLang="zh-CN" sz="4000" b="1">
                <a:solidFill>
                  <a:srgbClr val="993366"/>
                </a:solidFill>
                <a:latin typeface="楷体_GB2312" charset="0"/>
                <a:ea typeface="楷体_GB2312" charset="0"/>
              </a:rPr>
              <a:t>:</a:t>
            </a:r>
            <a:endParaRPr kumimoji="1" lang="en-US" altLang="zh-CN" sz="2400">
              <a:latin typeface="Times New Roman" charset="0"/>
            </a:endParaRPr>
          </a:p>
        </p:txBody>
      </p:sp>
      <p:sp>
        <p:nvSpPr>
          <p:cNvPr id="219140" name="Text Box 4"/>
          <p:cNvSpPr txBox="1">
            <a:spLocks noChangeArrowheads="1"/>
          </p:cNvSpPr>
          <p:nvPr/>
        </p:nvSpPr>
        <p:spPr bwMode="auto">
          <a:xfrm>
            <a:off x="457200" y="2362200"/>
            <a:ext cx="8305800"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3600">
                <a:latin typeface="楷体_GB2312" charset="0"/>
                <a:ea typeface="楷体_GB2312" charset="0"/>
              </a:rPr>
              <a:t>  </a:t>
            </a:r>
            <a:r>
              <a:rPr kumimoji="1" lang="zh-CN" altLang="en-US" sz="3600">
                <a:solidFill>
                  <a:srgbClr val="CC6600"/>
                </a:solidFill>
                <a:latin typeface="楷体_GB2312" charset="0"/>
                <a:ea typeface="楷体_GB2312" charset="0"/>
              </a:rPr>
              <a:t>先序</a:t>
            </a:r>
            <a:r>
              <a:rPr kumimoji="1" lang="en-US" altLang="zh-CN" sz="3600">
                <a:solidFill>
                  <a:srgbClr val="CC6600"/>
                </a:solidFill>
                <a:latin typeface="楷体_GB2312" charset="0"/>
                <a:ea typeface="楷体_GB2312" charset="0"/>
              </a:rPr>
              <a:t>(</a:t>
            </a:r>
            <a:r>
              <a:rPr kumimoji="1" lang="zh-CN" altLang="en-US" sz="3600">
                <a:solidFill>
                  <a:srgbClr val="CC6600"/>
                </a:solidFill>
                <a:latin typeface="楷体_GB2312" charset="0"/>
                <a:ea typeface="楷体_GB2312" charset="0"/>
              </a:rPr>
              <a:t>或中序或后序</a:t>
            </a:r>
            <a:r>
              <a:rPr kumimoji="1" lang="en-US" altLang="zh-CN" sz="3600">
                <a:solidFill>
                  <a:srgbClr val="CC6600"/>
                </a:solidFill>
                <a:latin typeface="楷体_GB2312" charset="0"/>
                <a:ea typeface="楷体_GB2312" charset="0"/>
              </a:rPr>
              <a:t>)</a:t>
            </a:r>
            <a:r>
              <a:rPr kumimoji="1" lang="zh-CN" altLang="en-US" sz="3600">
                <a:solidFill>
                  <a:srgbClr val="CC6600"/>
                </a:solidFill>
                <a:latin typeface="楷体_GB2312" charset="0"/>
                <a:ea typeface="楷体_GB2312" charset="0"/>
              </a:rPr>
              <a:t>遍历二叉树，在遍历过程中查找叶子结点，并计数。</a:t>
            </a:r>
          </a:p>
          <a:p>
            <a:pPr>
              <a:lnSpc>
                <a:spcPct val="125000"/>
              </a:lnSpc>
            </a:pPr>
            <a:r>
              <a:rPr kumimoji="1" lang="zh-CN" altLang="en-US" sz="3600">
                <a:solidFill>
                  <a:srgbClr val="CC6600"/>
                </a:solidFill>
                <a:latin typeface="楷体_GB2312" charset="0"/>
                <a:ea typeface="楷体_GB2312" charset="0"/>
              </a:rPr>
              <a:t>由此，</a:t>
            </a:r>
            <a:r>
              <a:rPr kumimoji="1" lang="zh-CN" altLang="en-US" sz="3600" b="1">
                <a:solidFill>
                  <a:srgbClr val="CC6600"/>
                </a:solidFill>
                <a:latin typeface="楷体_GB2312" charset="0"/>
                <a:ea typeface="楷体_GB2312" charset="0"/>
              </a:rPr>
              <a:t>需在遍历算法中增添一个</a:t>
            </a:r>
            <a:r>
              <a:rPr kumimoji="1" lang="zh-CN" altLang="en-US" sz="3600" b="1">
                <a:solidFill>
                  <a:srgbClr val="CC6600"/>
                </a:solidFill>
                <a:latin typeface="Times New Roman" charset="0"/>
                <a:ea typeface="楷体_GB2312" charset="0"/>
              </a:rPr>
              <a:t>“</a:t>
            </a:r>
            <a:r>
              <a:rPr kumimoji="1" lang="zh-CN" altLang="en-US" sz="3600" b="1">
                <a:solidFill>
                  <a:srgbClr val="CC6600"/>
                </a:solidFill>
                <a:latin typeface="楷体_GB2312" charset="0"/>
                <a:ea typeface="楷体_GB2312" charset="0"/>
              </a:rPr>
              <a:t>计数</a:t>
            </a:r>
            <a:r>
              <a:rPr kumimoji="1" lang="zh-CN" altLang="en-US" sz="3600" b="1">
                <a:solidFill>
                  <a:srgbClr val="CC6600"/>
                </a:solidFill>
                <a:latin typeface="Times New Roman" charset="0"/>
                <a:ea typeface="楷体_GB2312" charset="0"/>
              </a:rPr>
              <a:t>”</a:t>
            </a:r>
            <a:r>
              <a:rPr kumimoji="1" lang="zh-CN" altLang="en-US" sz="3600" b="1">
                <a:solidFill>
                  <a:srgbClr val="CC6600"/>
                </a:solidFill>
                <a:latin typeface="楷体_GB2312" charset="0"/>
                <a:ea typeface="楷体_GB2312" charset="0"/>
              </a:rPr>
              <a:t>的参数，</a:t>
            </a:r>
            <a:r>
              <a:rPr kumimoji="1" lang="zh-CN" altLang="en-US" sz="3600">
                <a:solidFill>
                  <a:srgbClr val="CC6600"/>
                </a:solidFill>
                <a:latin typeface="楷体_GB2312" charset="0"/>
                <a:ea typeface="楷体_GB2312" charset="0"/>
              </a:rPr>
              <a:t>并将算法中</a:t>
            </a:r>
            <a:r>
              <a:rPr kumimoji="1" lang="zh-CN" altLang="en-US" sz="3600">
                <a:solidFill>
                  <a:srgbClr val="CC6600"/>
                </a:solidFill>
                <a:latin typeface="Times New Roman" charset="0"/>
                <a:ea typeface="楷体_GB2312" charset="0"/>
              </a:rPr>
              <a:t>“</a:t>
            </a:r>
            <a:r>
              <a:rPr kumimoji="1" lang="zh-CN" altLang="en-US" sz="3600">
                <a:solidFill>
                  <a:srgbClr val="CC6600"/>
                </a:solidFill>
                <a:latin typeface="楷体_GB2312" charset="0"/>
                <a:ea typeface="楷体_GB2312" charset="0"/>
              </a:rPr>
              <a:t>访问结点</a:t>
            </a:r>
            <a:r>
              <a:rPr kumimoji="1" lang="zh-CN" altLang="en-US" sz="3600">
                <a:solidFill>
                  <a:srgbClr val="CC6600"/>
                </a:solidFill>
                <a:latin typeface="Times New Roman" charset="0"/>
                <a:ea typeface="楷体_GB2312" charset="0"/>
              </a:rPr>
              <a:t>”</a:t>
            </a:r>
            <a:r>
              <a:rPr kumimoji="1" lang="zh-CN" altLang="en-US" sz="3600">
                <a:solidFill>
                  <a:srgbClr val="CC6600"/>
                </a:solidFill>
                <a:latin typeface="楷体_GB2312" charset="0"/>
                <a:ea typeface="楷体_GB2312" charset="0"/>
              </a:rPr>
              <a:t>的操作改为：</a:t>
            </a:r>
            <a:r>
              <a:rPr kumimoji="1" lang="zh-CN" altLang="en-US" sz="3600" b="1">
                <a:solidFill>
                  <a:srgbClr val="CC6600"/>
                </a:solidFill>
                <a:latin typeface="楷体_GB2312" charset="0"/>
                <a:ea typeface="楷体_GB2312" charset="0"/>
              </a:rPr>
              <a:t>若是叶子，则计数器增</a:t>
            </a:r>
            <a:r>
              <a:rPr kumimoji="1" lang="en-US" altLang="zh-CN" sz="3600" b="1">
                <a:solidFill>
                  <a:srgbClr val="CC6600"/>
                </a:solidFill>
                <a:latin typeface="楷体_GB2312" charset="0"/>
                <a:ea typeface="楷体_GB2312" charset="0"/>
              </a:rPr>
              <a:t>1</a:t>
            </a:r>
            <a:r>
              <a:rPr kumimoji="1" lang="zh-CN" altLang="en-US" sz="3600" b="1">
                <a:solidFill>
                  <a:srgbClr val="CC6600"/>
                </a:solidFill>
                <a:latin typeface="楷体_GB2312" charset="0"/>
                <a:ea typeface="楷体_GB2312" charset="0"/>
              </a:rPr>
              <a:t>。</a:t>
            </a:r>
            <a:endParaRPr kumimoji="1" lang="zh-CN" altLang="en-US" sz="3600">
              <a:solidFill>
                <a:srgbClr val="CC6600"/>
              </a:solidFill>
              <a:latin typeface="楷体_GB2312" charset="0"/>
              <a:ea typeface="楷体_GB2312" charset="0"/>
            </a:endParaRPr>
          </a:p>
        </p:txBody>
      </p:sp>
    </p:spTree>
    <p:extLst>
      <p:ext uri="{BB962C8B-B14F-4D97-AF65-F5344CB8AC3E}">
        <p14:creationId xmlns:p14="http://schemas.microsoft.com/office/powerpoint/2010/main" val="8266352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39"/>
                                        </p:tgtEl>
                                        <p:attrNameLst>
                                          <p:attrName>style.visibility</p:attrName>
                                        </p:attrNameLst>
                                      </p:cBhvr>
                                      <p:to>
                                        <p:strVal val="visible"/>
                                      </p:to>
                                    </p:set>
                                    <p:anim calcmode="lin" valueType="num">
                                      <p:cBhvr additive="base">
                                        <p:cTn id="7" dur="500" fill="hold"/>
                                        <p:tgtEl>
                                          <p:spTgt spid="219139"/>
                                        </p:tgtEl>
                                        <p:attrNameLst>
                                          <p:attrName>ppt_x</p:attrName>
                                        </p:attrNameLst>
                                      </p:cBhvr>
                                      <p:tavLst>
                                        <p:tav tm="0">
                                          <p:val>
                                            <p:strVal val="0-#ppt_w/2"/>
                                          </p:val>
                                        </p:tav>
                                        <p:tav tm="100000">
                                          <p:val>
                                            <p:strVal val="#ppt_x"/>
                                          </p:val>
                                        </p:tav>
                                      </p:tavLst>
                                    </p:anim>
                                    <p:anim calcmode="lin" valueType="num">
                                      <p:cBhvr additive="base">
                                        <p:cTn id="8" dur="500" fill="hold"/>
                                        <p:tgtEl>
                                          <p:spTgt spid="21913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19140"/>
                                        </p:tgtEl>
                                        <p:attrNameLst>
                                          <p:attrName>style.visibility</p:attrName>
                                        </p:attrNameLst>
                                      </p:cBhvr>
                                      <p:to>
                                        <p:strVal val="visible"/>
                                      </p:to>
                                    </p:set>
                                    <p:animEffect transition="in" filter="wipe(up)">
                                      <p:cBhvr>
                                        <p:cTn id="13" dur="500"/>
                                        <p:tgtEl>
                                          <p:spTgt spid="219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autoUpdateAnimBg="0"/>
      <p:bldP spid="219140"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ext Box 2"/>
          <p:cNvSpPr txBox="1">
            <a:spLocks noChangeArrowheads="1"/>
          </p:cNvSpPr>
          <p:nvPr/>
        </p:nvSpPr>
        <p:spPr bwMode="auto">
          <a:xfrm>
            <a:off x="676275" y="1190625"/>
            <a:ext cx="7781925"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latin typeface="Times New Roman" charset="0"/>
              </a:rPr>
              <a:t>void</a:t>
            </a:r>
            <a:r>
              <a:rPr kumimoji="1" lang="en-US" altLang="zh-CN" sz="3600">
                <a:latin typeface="Times New Roman" charset="0"/>
              </a:rPr>
              <a:t> </a:t>
            </a:r>
            <a:r>
              <a:rPr kumimoji="1" lang="en-US" altLang="zh-CN" sz="3600">
                <a:solidFill>
                  <a:srgbClr val="0000FF"/>
                </a:solidFill>
                <a:latin typeface="Times New Roman" charset="0"/>
              </a:rPr>
              <a:t>CountLeaf</a:t>
            </a:r>
            <a:r>
              <a:rPr kumimoji="1" lang="en-US" altLang="zh-CN" sz="3600">
                <a:latin typeface="Times New Roman" charset="0"/>
              </a:rPr>
              <a:t> </a:t>
            </a:r>
            <a:r>
              <a:rPr kumimoji="1" lang="en-US" altLang="zh-CN" sz="3600">
                <a:solidFill>
                  <a:srgbClr val="008080"/>
                </a:solidFill>
                <a:latin typeface="Times New Roman" charset="0"/>
              </a:rPr>
              <a:t>(BiTree T,  </a:t>
            </a:r>
            <a:r>
              <a:rPr kumimoji="1" lang="en-US" altLang="zh-CN" sz="3600" b="1">
                <a:solidFill>
                  <a:srgbClr val="008080"/>
                </a:solidFill>
                <a:latin typeface="Times New Roman" charset="0"/>
              </a:rPr>
              <a:t>int&amp;</a:t>
            </a:r>
            <a:r>
              <a:rPr kumimoji="1" lang="en-US" altLang="zh-CN" sz="3600">
                <a:solidFill>
                  <a:srgbClr val="008080"/>
                </a:solidFill>
                <a:latin typeface="Times New Roman" charset="0"/>
              </a:rPr>
              <a:t> count){</a:t>
            </a:r>
            <a:endParaRPr kumimoji="1" lang="en-US" altLang="zh-CN" sz="3600" b="1">
              <a:latin typeface="宋体" charset="-122"/>
            </a:endParaRPr>
          </a:p>
          <a:p>
            <a:pPr>
              <a:lnSpc>
                <a:spcPct val="120000"/>
              </a:lnSpc>
            </a:pPr>
            <a:r>
              <a:rPr kumimoji="1" lang="en-US" altLang="zh-CN" sz="3600">
                <a:latin typeface="Times New Roman" charset="0"/>
              </a:rPr>
              <a:t>   </a:t>
            </a:r>
            <a:r>
              <a:rPr kumimoji="1" lang="en-US" altLang="zh-CN" sz="3600" b="1">
                <a:latin typeface="Times New Roman" charset="0"/>
              </a:rPr>
              <a:t>if</a:t>
            </a:r>
            <a:r>
              <a:rPr kumimoji="1" lang="en-US" altLang="zh-CN" sz="3600">
                <a:latin typeface="Times New Roman" charset="0"/>
              </a:rPr>
              <a:t> ( T ) </a:t>
            </a:r>
            <a:r>
              <a:rPr kumimoji="1" lang="en-US" altLang="zh-CN" sz="3600" b="1">
                <a:latin typeface="Times New Roman" charset="0"/>
              </a:rPr>
              <a:t>{</a:t>
            </a:r>
          </a:p>
          <a:p>
            <a:pPr>
              <a:lnSpc>
                <a:spcPct val="120000"/>
              </a:lnSpc>
            </a:pPr>
            <a:r>
              <a:rPr kumimoji="1" lang="en-US" altLang="zh-CN" sz="3600">
                <a:latin typeface="Times New Roman" charset="0"/>
              </a:rPr>
              <a:t>      </a:t>
            </a:r>
            <a:r>
              <a:rPr kumimoji="1" lang="en-US" altLang="zh-CN" sz="3600" b="1">
                <a:latin typeface="Times New Roman" charset="0"/>
              </a:rPr>
              <a:t>if</a:t>
            </a:r>
            <a:r>
              <a:rPr kumimoji="1" lang="en-US" altLang="zh-CN" sz="3600">
                <a:latin typeface="Times New Roman" charset="0"/>
              </a:rPr>
              <a:t> ((</a:t>
            </a:r>
            <a:r>
              <a:rPr kumimoji="1" lang="en-US" altLang="zh-CN" sz="3600" b="1">
                <a:latin typeface="Times New Roman" charset="0"/>
              </a:rPr>
              <a:t>!</a:t>
            </a:r>
            <a:r>
              <a:rPr kumimoji="1" lang="en-US" altLang="zh-CN" sz="3600">
                <a:latin typeface="Times New Roman" charset="0"/>
              </a:rPr>
              <a:t>T-&gt;</a:t>
            </a:r>
            <a:r>
              <a:rPr kumimoji="1" lang="en-US" altLang="zh-CN" sz="3600" b="1">
                <a:latin typeface="Times New Roman" charset="0"/>
              </a:rPr>
              <a:t>l</a:t>
            </a:r>
            <a:r>
              <a:rPr kumimoji="1" lang="en-US" altLang="zh-CN" sz="3600">
                <a:latin typeface="Times New Roman" charset="0"/>
              </a:rPr>
              <a:t>child)</a:t>
            </a:r>
            <a:r>
              <a:rPr kumimoji="1" lang="en-US" altLang="zh-CN" sz="3600" b="1">
                <a:latin typeface="Times New Roman" charset="0"/>
              </a:rPr>
              <a:t>&amp;&amp;</a:t>
            </a:r>
            <a:r>
              <a:rPr kumimoji="1" lang="en-US" altLang="zh-CN" sz="3600">
                <a:latin typeface="Times New Roman" charset="0"/>
              </a:rPr>
              <a:t> (</a:t>
            </a:r>
            <a:r>
              <a:rPr kumimoji="1" lang="en-US" altLang="zh-CN" sz="3600" b="1">
                <a:latin typeface="Times New Roman" charset="0"/>
              </a:rPr>
              <a:t>!</a:t>
            </a:r>
            <a:r>
              <a:rPr kumimoji="1" lang="en-US" altLang="zh-CN" sz="3600">
                <a:latin typeface="Times New Roman" charset="0"/>
              </a:rPr>
              <a:t>T-&gt;</a:t>
            </a:r>
            <a:r>
              <a:rPr kumimoji="1" lang="en-US" altLang="zh-CN" sz="3600" b="1">
                <a:latin typeface="Times New Roman" charset="0"/>
              </a:rPr>
              <a:t>r</a:t>
            </a:r>
            <a:r>
              <a:rPr kumimoji="1" lang="en-US" altLang="zh-CN" sz="3600">
                <a:latin typeface="Times New Roman" charset="0"/>
              </a:rPr>
              <a:t>child))</a:t>
            </a:r>
          </a:p>
          <a:p>
            <a:pPr>
              <a:lnSpc>
                <a:spcPct val="120000"/>
              </a:lnSpc>
            </a:pPr>
            <a:r>
              <a:rPr kumimoji="1" lang="en-US" altLang="zh-CN" sz="3600">
                <a:latin typeface="Times New Roman" charset="0"/>
              </a:rPr>
              <a:t>         count</a:t>
            </a:r>
            <a:r>
              <a:rPr kumimoji="1" lang="en-US" altLang="zh-CN" sz="3600" b="1">
                <a:latin typeface="Times New Roman" charset="0"/>
              </a:rPr>
              <a:t>++;     </a:t>
            </a:r>
            <a:r>
              <a:rPr kumimoji="1" lang="en-US" altLang="zh-CN" sz="3600">
                <a:latin typeface="Times New Roman" charset="0"/>
              </a:rPr>
              <a:t>// </a:t>
            </a:r>
            <a:r>
              <a:rPr kumimoji="1" lang="zh-CN" altLang="zh-CN" sz="3200">
                <a:latin typeface="Times New Roman" charset="0"/>
                <a:ea typeface="楷体_GB2312" charset="0"/>
              </a:rPr>
              <a:t>对叶子结点计数</a:t>
            </a:r>
            <a:endParaRPr kumimoji="1" lang="zh-CN" altLang="en-US" sz="3600" b="1">
              <a:latin typeface="Times New Roman" charset="0"/>
            </a:endParaRPr>
          </a:p>
          <a:p>
            <a:pPr>
              <a:lnSpc>
                <a:spcPct val="120000"/>
              </a:lnSpc>
            </a:pPr>
            <a:r>
              <a:rPr kumimoji="1" lang="zh-CN" altLang="en-US" sz="3600">
                <a:latin typeface="Times New Roman" charset="0"/>
              </a:rPr>
              <a:t>      </a:t>
            </a:r>
            <a:r>
              <a:rPr kumimoji="1" lang="en-US" altLang="zh-CN" sz="3600">
                <a:solidFill>
                  <a:srgbClr val="0000FF"/>
                </a:solidFill>
                <a:latin typeface="Times New Roman" charset="0"/>
              </a:rPr>
              <a:t>CountLeaf</a:t>
            </a:r>
            <a:r>
              <a:rPr kumimoji="1" lang="en-US" altLang="zh-CN" sz="3600">
                <a:solidFill>
                  <a:srgbClr val="008080"/>
                </a:solidFill>
                <a:latin typeface="Times New Roman" charset="0"/>
              </a:rPr>
              <a:t>( T-&gt;</a:t>
            </a:r>
            <a:r>
              <a:rPr kumimoji="1" lang="en-US" altLang="zh-CN" sz="3600" b="1">
                <a:solidFill>
                  <a:srgbClr val="008080"/>
                </a:solidFill>
                <a:latin typeface="Times New Roman" charset="0"/>
              </a:rPr>
              <a:t>l</a:t>
            </a:r>
            <a:r>
              <a:rPr kumimoji="1" lang="en-US" altLang="zh-CN" sz="3600">
                <a:solidFill>
                  <a:srgbClr val="008080"/>
                </a:solidFill>
                <a:latin typeface="Times New Roman" charset="0"/>
              </a:rPr>
              <a:t>child, count)</a:t>
            </a:r>
            <a:r>
              <a:rPr kumimoji="1" lang="en-US" altLang="zh-CN" sz="3600">
                <a:latin typeface="Times New Roman" charset="0"/>
              </a:rPr>
              <a:t>;  </a:t>
            </a:r>
            <a:endParaRPr kumimoji="1" lang="en-US" altLang="zh-CN" sz="3600">
              <a:latin typeface="宋体" charset="-122"/>
            </a:endParaRPr>
          </a:p>
          <a:p>
            <a:pPr>
              <a:lnSpc>
                <a:spcPct val="120000"/>
              </a:lnSpc>
            </a:pPr>
            <a:r>
              <a:rPr kumimoji="1" lang="en-US" altLang="zh-CN" sz="3600">
                <a:latin typeface="Times New Roman" charset="0"/>
              </a:rPr>
              <a:t>      </a:t>
            </a:r>
            <a:r>
              <a:rPr kumimoji="1" lang="en-US" altLang="zh-CN" sz="3600">
                <a:solidFill>
                  <a:srgbClr val="0000FF"/>
                </a:solidFill>
                <a:latin typeface="Times New Roman" charset="0"/>
              </a:rPr>
              <a:t>CountLeaf</a:t>
            </a:r>
            <a:r>
              <a:rPr kumimoji="1" lang="en-US" altLang="zh-CN" sz="3600">
                <a:solidFill>
                  <a:srgbClr val="008080"/>
                </a:solidFill>
                <a:latin typeface="Times New Roman" charset="0"/>
              </a:rPr>
              <a:t>( T-&gt;</a:t>
            </a:r>
            <a:r>
              <a:rPr kumimoji="1" lang="en-US" altLang="zh-CN" sz="3600" b="1">
                <a:solidFill>
                  <a:srgbClr val="008080"/>
                </a:solidFill>
                <a:latin typeface="Times New Roman" charset="0"/>
              </a:rPr>
              <a:t>r</a:t>
            </a:r>
            <a:r>
              <a:rPr kumimoji="1" lang="en-US" altLang="zh-CN" sz="3600">
                <a:solidFill>
                  <a:srgbClr val="008080"/>
                </a:solidFill>
                <a:latin typeface="Times New Roman" charset="0"/>
              </a:rPr>
              <a:t>child, count)</a:t>
            </a:r>
            <a:r>
              <a:rPr kumimoji="1" lang="en-US" altLang="zh-CN" sz="3600">
                <a:latin typeface="Times New Roman" charset="0"/>
              </a:rPr>
              <a:t>; </a:t>
            </a:r>
            <a:endParaRPr kumimoji="1" lang="en-US" altLang="zh-CN" sz="3600">
              <a:latin typeface="宋体" charset="-122"/>
            </a:endParaRPr>
          </a:p>
          <a:p>
            <a:pPr>
              <a:lnSpc>
                <a:spcPct val="120000"/>
              </a:lnSpc>
            </a:pPr>
            <a:r>
              <a:rPr kumimoji="1" lang="en-US" altLang="zh-CN" sz="3600" b="1">
                <a:latin typeface="Times New Roman" charset="0"/>
              </a:rPr>
              <a:t>   } </a:t>
            </a:r>
            <a:r>
              <a:rPr kumimoji="1" lang="en-US" altLang="zh-CN" sz="3600">
                <a:latin typeface="Times New Roman" charset="0"/>
              </a:rPr>
              <a:t>// if</a:t>
            </a:r>
            <a:endParaRPr kumimoji="1" lang="en-US" altLang="zh-CN" sz="3600" b="1">
              <a:latin typeface="Times New Roman" charset="0"/>
            </a:endParaRPr>
          </a:p>
          <a:p>
            <a:pPr>
              <a:lnSpc>
                <a:spcPct val="120000"/>
              </a:lnSpc>
            </a:pPr>
            <a:r>
              <a:rPr kumimoji="1" lang="en-US" altLang="zh-CN" sz="3600" b="1">
                <a:latin typeface="Times New Roman" charset="0"/>
              </a:rPr>
              <a:t>} </a:t>
            </a:r>
            <a:r>
              <a:rPr kumimoji="1" lang="en-US" altLang="zh-CN" sz="3600">
                <a:latin typeface="Times New Roman" charset="0"/>
              </a:rPr>
              <a:t>// CountLeaf</a:t>
            </a:r>
          </a:p>
        </p:txBody>
      </p:sp>
      <p:sp>
        <p:nvSpPr>
          <p:cNvPr id="220163" name="AutoShape 3">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406406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20162"/>
                                        </p:tgtEl>
                                        <p:attrNameLst>
                                          <p:attrName>style.visibility</p:attrName>
                                        </p:attrNameLst>
                                      </p:cBhvr>
                                      <p:to>
                                        <p:strVal val="visible"/>
                                      </p:to>
                                    </p:set>
                                    <p:anim calcmode="lin" valueType="num">
                                      <p:cBhvr>
                                        <p:cTn id="7" dur="500" fill="hold"/>
                                        <p:tgtEl>
                                          <p:spTgt spid="220162"/>
                                        </p:tgtEl>
                                        <p:attrNameLst>
                                          <p:attrName>ppt_x</p:attrName>
                                        </p:attrNameLst>
                                      </p:cBhvr>
                                      <p:tavLst>
                                        <p:tav tm="0">
                                          <p:val>
                                            <p:strVal val="#ppt_x-#ppt_w/2"/>
                                          </p:val>
                                        </p:tav>
                                        <p:tav tm="100000">
                                          <p:val>
                                            <p:strVal val="#ppt_x"/>
                                          </p:val>
                                        </p:tav>
                                      </p:tavLst>
                                    </p:anim>
                                    <p:anim calcmode="lin" valueType="num">
                                      <p:cBhvr>
                                        <p:cTn id="8" dur="500" fill="hold"/>
                                        <p:tgtEl>
                                          <p:spTgt spid="220162"/>
                                        </p:tgtEl>
                                        <p:attrNameLst>
                                          <p:attrName>ppt_y</p:attrName>
                                        </p:attrNameLst>
                                      </p:cBhvr>
                                      <p:tavLst>
                                        <p:tav tm="0">
                                          <p:val>
                                            <p:strVal val="#ppt_y"/>
                                          </p:val>
                                        </p:tav>
                                        <p:tav tm="100000">
                                          <p:val>
                                            <p:strVal val="#ppt_y"/>
                                          </p:val>
                                        </p:tav>
                                      </p:tavLst>
                                    </p:anim>
                                    <p:anim calcmode="lin" valueType="num">
                                      <p:cBhvr>
                                        <p:cTn id="9" dur="500" fill="hold"/>
                                        <p:tgtEl>
                                          <p:spTgt spid="220162"/>
                                        </p:tgtEl>
                                        <p:attrNameLst>
                                          <p:attrName>ppt_w</p:attrName>
                                        </p:attrNameLst>
                                      </p:cBhvr>
                                      <p:tavLst>
                                        <p:tav tm="0">
                                          <p:val>
                                            <p:fltVal val="0"/>
                                          </p:val>
                                        </p:tav>
                                        <p:tav tm="100000">
                                          <p:val>
                                            <p:strVal val="#ppt_w"/>
                                          </p:val>
                                        </p:tav>
                                      </p:tavLst>
                                    </p:anim>
                                    <p:anim calcmode="lin" valueType="num">
                                      <p:cBhvr>
                                        <p:cTn id="10" dur="500" fill="hold"/>
                                        <p:tgtEl>
                                          <p:spTgt spid="220162"/>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2" presetClass="entr" presetSubtype="6" fill="hold" grpId="0" nodeType="afterEffect">
                                  <p:stCondLst>
                                    <p:cond delay="0"/>
                                  </p:stCondLst>
                                  <p:childTnLst>
                                    <p:set>
                                      <p:cBhvr>
                                        <p:cTn id="13" dur="1" fill="hold">
                                          <p:stCondLst>
                                            <p:cond delay="0"/>
                                          </p:stCondLst>
                                        </p:cTn>
                                        <p:tgtEl>
                                          <p:spTgt spid="220163"/>
                                        </p:tgtEl>
                                        <p:attrNameLst>
                                          <p:attrName>style.visibility</p:attrName>
                                        </p:attrNameLst>
                                      </p:cBhvr>
                                      <p:to>
                                        <p:strVal val="visible"/>
                                      </p:to>
                                    </p:set>
                                    <p:anim calcmode="lin" valueType="num">
                                      <p:cBhvr additive="base">
                                        <p:cTn id="14" dur="500" fill="hold"/>
                                        <p:tgtEl>
                                          <p:spTgt spid="220163"/>
                                        </p:tgtEl>
                                        <p:attrNameLst>
                                          <p:attrName>ppt_x</p:attrName>
                                        </p:attrNameLst>
                                      </p:cBhvr>
                                      <p:tavLst>
                                        <p:tav tm="0">
                                          <p:val>
                                            <p:strVal val="1+#ppt_w/2"/>
                                          </p:val>
                                        </p:tav>
                                        <p:tav tm="100000">
                                          <p:val>
                                            <p:strVal val="#ppt_x"/>
                                          </p:val>
                                        </p:tav>
                                      </p:tavLst>
                                    </p:anim>
                                    <p:anim calcmode="lin" valueType="num">
                                      <p:cBhvr additive="base">
                                        <p:cTn id="15" dur="500" fill="hold"/>
                                        <p:tgtEl>
                                          <p:spTgt spid="2201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autoUpdateAnimBg="0"/>
      <p:bldP spid="22016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a:spLocks noChangeArrowheads="1"/>
          </p:cNvSpPr>
          <p:nvPr/>
        </p:nvSpPr>
        <p:spPr bwMode="auto">
          <a:xfrm>
            <a:off x="1412875" y="152400"/>
            <a:ext cx="68929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800000"/>
                </a:solidFill>
                <a:latin typeface="Times New Roman" charset="0"/>
                <a:ea typeface="隶书" charset="0"/>
              </a:rPr>
              <a:t>2</a:t>
            </a:r>
            <a:r>
              <a:rPr kumimoji="1" lang="zh-CN" altLang="en-US" sz="4000" b="1">
                <a:solidFill>
                  <a:srgbClr val="800000"/>
                </a:solidFill>
                <a:latin typeface="Times New Roman" charset="0"/>
                <a:ea typeface="隶书" charset="0"/>
              </a:rPr>
              <a:t>、求二叉树的深度</a:t>
            </a:r>
            <a:r>
              <a:rPr kumimoji="1" lang="en-US" altLang="zh-CN" sz="4000" b="1">
                <a:solidFill>
                  <a:srgbClr val="800000"/>
                </a:solidFill>
                <a:latin typeface="Times New Roman" charset="0"/>
                <a:ea typeface="隶书" charset="0"/>
              </a:rPr>
              <a:t>(</a:t>
            </a:r>
            <a:r>
              <a:rPr kumimoji="1" lang="zh-CN" altLang="en-US" sz="4000" b="1">
                <a:solidFill>
                  <a:srgbClr val="800000"/>
                </a:solidFill>
                <a:latin typeface="Times New Roman" charset="0"/>
                <a:ea typeface="隶书" charset="0"/>
              </a:rPr>
              <a:t>后序遍历</a:t>
            </a:r>
            <a:r>
              <a:rPr kumimoji="1" lang="en-US" altLang="zh-CN" sz="4000" b="1">
                <a:solidFill>
                  <a:srgbClr val="800000"/>
                </a:solidFill>
                <a:latin typeface="Times New Roman" charset="0"/>
                <a:ea typeface="隶书" charset="0"/>
              </a:rPr>
              <a:t>)</a:t>
            </a:r>
            <a:endParaRPr kumimoji="1" lang="en-US" altLang="zh-CN" sz="2400">
              <a:latin typeface="Times New Roman" charset="0"/>
            </a:endParaRPr>
          </a:p>
        </p:txBody>
      </p:sp>
      <p:sp>
        <p:nvSpPr>
          <p:cNvPr id="221187" name="Text Box 3"/>
          <p:cNvSpPr txBox="1">
            <a:spLocks noChangeArrowheads="1"/>
          </p:cNvSpPr>
          <p:nvPr/>
        </p:nvSpPr>
        <p:spPr bwMode="auto">
          <a:xfrm>
            <a:off x="1052513" y="914400"/>
            <a:ext cx="35194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3366"/>
                </a:solidFill>
                <a:latin typeface="楷体_GB2312" charset="0"/>
                <a:ea typeface="楷体_GB2312" charset="0"/>
              </a:rPr>
              <a:t>算法基本思想</a:t>
            </a:r>
            <a:r>
              <a:rPr kumimoji="1" lang="en-US" altLang="zh-CN" sz="4000" b="1">
                <a:solidFill>
                  <a:srgbClr val="993366"/>
                </a:solidFill>
                <a:latin typeface="楷体_GB2312" charset="0"/>
                <a:ea typeface="楷体_GB2312" charset="0"/>
              </a:rPr>
              <a:t>:</a:t>
            </a:r>
            <a:endParaRPr kumimoji="1" lang="en-US" altLang="zh-CN" sz="2400">
              <a:latin typeface="Times New Roman" charset="0"/>
            </a:endParaRPr>
          </a:p>
        </p:txBody>
      </p:sp>
      <p:sp>
        <p:nvSpPr>
          <p:cNvPr id="221188" name="Text Box 4"/>
          <p:cNvSpPr txBox="1">
            <a:spLocks noChangeArrowheads="1"/>
          </p:cNvSpPr>
          <p:nvPr/>
        </p:nvSpPr>
        <p:spPr bwMode="auto">
          <a:xfrm>
            <a:off x="457200" y="3032125"/>
            <a:ext cx="83058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3200">
                <a:solidFill>
                  <a:srgbClr val="CC6600"/>
                </a:solidFill>
                <a:latin typeface="楷体_GB2312" charset="0"/>
                <a:ea typeface="楷体_GB2312" charset="0"/>
              </a:rPr>
              <a:t>   </a:t>
            </a:r>
            <a:r>
              <a:rPr kumimoji="1" lang="zh-CN" altLang="en-US" sz="3200">
                <a:solidFill>
                  <a:srgbClr val="CC6600"/>
                </a:solidFill>
                <a:latin typeface="楷体_GB2312" charset="0"/>
                <a:ea typeface="楷体_GB2312" charset="0"/>
              </a:rPr>
              <a:t>从二叉树深度的定义可知，</a:t>
            </a:r>
            <a:r>
              <a:rPr kumimoji="1" lang="zh-CN" altLang="en-US" sz="3200" b="1">
                <a:solidFill>
                  <a:srgbClr val="CC6600"/>
                </a:solidFill>
                <a:latin typeface="楷体_GB2312" charset="0"/>
                <a:ea typeface="楷体_GB2312" charset="0"/>
              </a:rPr>
              <a:t>二叉树的深度应为其左、右子树深度的最大值加</a:t>
            </a:r>
            <a:r>
              <a:rPr kumimoji="1" lang="en-US" altLang="zh-CN" sz="3200" b="1">
                <a:solidFill>
                  <a:srgbClr val="CC6600"/>
                </a:solidFill>
                <a:latin typeface="楷体_GB2312" charset="0"/>
                <a:ea typeface="楷体_GB2312" charset="0"/>
              </a:rPr>
              <a:t>1</a:t>
            </a:r>
            <a:r>
              <a:rPr kumimoji="1" lang="zh-CN" altLang="en-US" sz="3200">
                <a:solidFill>
                  <a:srgbClr val="CC6600"/>
                </a:solidFill>
                <a:latin typeface="楷体_GB2312" charset="0"/>
                <a:ea typeface="楷体_GB2312" charset="0"/>
              </a:rPr>
              <a:t>。由此，</a:t>
            </a:r>
            <a:r>
              <a:rPr kumimoji="1" lang="zh-CN" altLang="en-US" sz="3200" b="1">
                <a:solidFill>
                  <a:srgbClr val="CC6600"/>
                </a:solidFill>
                <a:latin typeface="楷体_GB2312" charset="0"/>
                <a:ea typeface="楷体_GB2312" charset="0"/>
              </a:rPr>
              <a:t>需先分别求得左、右子树的深度，</a:t>
            </a:r>
            <a:r>
              <a:rPr kumimoji="1" lang="zh-CN" altLang="en-US" sz="3200">
                <a:solidFill>
                  <a:srgbClr val="CC6600"/>
                </a:solidFill>
                <a:latin typeface="楷体_GB2312" charset="0"/>
                <a:ea typeface="楷体_GB2312" charset="0"/>
              </a:rPr>
              <a:t>算法中</a:t>
            </a:r>
            <a:r>
              <a:rPr kumimoji="1" lang="zh-CN" altLang="en-US" sz="3200">
                <a:solidFill>
                  <a:srgbClr val="993366"/>
                </a:solidFill>
                <a:latin typeface="Times New Roman" charset="0"/>
                <a:ea typeface="楷体_GB2312" charset="0"/>
              </a:rPr>
              <a:t>“</a:t>
            </a:r>
            <a:r>
              <a:rPr kumimoji="1" lang="zh-CN" altLang="en-US" sz="3200">
                <a:solidFill>
                  <a:srgbClr val="993366"/>
                </a:solidFill>
                <a:latin typeface="楷体_GB2312" charset="0"/>
                <a:ea typeface="楷体_GB2312" charset="0"/>
              </a:rPr>
              <a:t>访问结点</a:t>
            </a:r>
            <a:r>
              <a:rPr kumimoji="1" lang="zh-CN" altLang="en-US" sz="3200">
                <a:solidFill>
                  <a:srgbClr val="993366"/>
                </a:solidFill>
                <a:latin typeface="Times New Roman" charset="0"/>
                <a:ea typeface="楷体_GB2312" charset="0"/>
              </a:rPr>
              <a:t>”</a:t>
            </a:r>
            <a:r>
              <a:rPr kumimoji="1" lang="zh-CN" altLang="en-US" sz="3200">
                <a:solidFill>
                  <a:srgbClr val="993366"/>
                </a:solidFill>
                <a:latin typeface="楷体_GB2312" charset="0"/>
                <a:ea typeface="楷体_GB2312" charset="0"/>
              </a:rPr>
              <a:t>的操作为：</a:t>
            </a:r>
            <a:r>
              <a:rPr kumimoji="1" lang="zh-CN" altLang="en-US" sz="3200" b="1">
                <a:solidFill>
                  <a:srgbClr val="993366"/>
                </a:solidFill>
                <a:latin typeface="楷体_GB2312" charset="0"/>
                <a:ea typeface="楷体_GB2312" charset="0"/>
              </a:rPr>
              <a:t>求得左、右子树深度的最大值，然后加 </a:t>
            </a:r>
            <a:r>
              <a:rPr kumimoji="1" lang="en-US" altLang="zh-CN" sz="3200" b="1">
                <a:solidFill>
                  <a:srgbClr val="993366"/>
                </a:solidFill>
                <a:latin typeface="楷体_GB2312" charset="0"/>
                <a:ea typeface="楷体_GB2312" charset="0"/>
              </a:rPr>
              <a:t>1 </a:t>
            </a:r>
            <a:r>
              <a:rPr kumimoji="1" lang="zh-CN" altLang="en-US" sz="3200" b="1">
                <a:solidFill>
                  <a:srgbClr val="993366"/>
                </a:solidFill>
                <a:latin typeface="楷体_GB2312" charset="0"/>
                <a:ea typeface="楷体_GB2312" charset="0"/>
              </a:rPr>
              <a:t>。</a:t>
            </a:r>
          </a:p>
        </p:txBody>
      </p:sp>
      <p:sp>
        <p:nvSpPr>
          <p:cNvPr id="221189" name="Text Box 5"/>
          <p:cNvSpPr txBox="1">
            <a:spLocks noChangeArrowheads="1"/>
          </p:cNvSpPr>
          <p:nvPr/>
        </p:nvSpPr>
        <p:spPr bwMode="auto">
          <a:xfrm>
            <a:off x="288925" y="1539875"/>
            <a:ext cx="88550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3600">
                <a:solidFill>
                  <a:srgbClr val="CC6600"/>
                </a:solidFill>
                <a:latin typeface="楷体_GB2312" charset="0"/>
                <a:ea typeface="楷体_GB2312" charset="0"/>
              </a:rPr>
              <a:t>   </a:t>
            </a:r>
            <a:r>
              <a:rPr kumimoji="1" lang="zh-CN" altLang="en-US" sz="3600">
                <a:solidFill>
                  <a:srgbClr val="333399"/>
                </a:solidFill>
                <a:latin typeface="楷体_GB2312" charset="0"/>
                <a:ea typeface="楷体_GB2312" charset="0"/>
              </a:rPr>
              <a:t>首先分析</a:t>
            </a:r>
            <a:r>
              <a:rPr kumimoji="1" lang="zh-CN" altLang="en-US" sz="3600" b="1">
                <a:solidFill>
                  <a:srgbClr val="333399"/>
                </a:solidFill>
                <a:latin typeface="楷体_GB2312" charset="0"/>
                <a:ea typeface="楷体_GB2312" charset="0"/>
              </a:rPr>
              <a:t>二叉树的深度</a:t>
            </a:r>
            <a:r>
              <a:rPr kumimoji="1" lang="zh-CN" altLang="en-US" sz="3600">
                <a:solidFill>
                  <a:srgbClr val="333399"/>
                </a:solidFill>
                <a:latin typeface="楷体_GB2312" charset="0"/>
                <a:ea typeface="楷体_GB2312" charset="0"/>
              </a:rPr>
              <a:t>和它的</a:t>
            </a:r>
            <a:r>
              <a:rPr kumimoji="1" lang="zh-CN" altLang="en-US" sz="3600" b="1">
                <a:solidFill>
                  <a:srgbClr val="333399"/>
                </a:solidFill>
                <a:latin typeface="楷体_GB2312" charset="0"/>
                <a:ea typeface="楷体_GB2312" charset="0"/>
              </a:rPr>
              <a:t>左</a:t>
            </a:r>
            <a:r>
              <a:rPr kumimoji="1" lang="zh-CN" altLang="en-US" sz="3600">
                <a:solidFill>
                  <a:srgbClr val="333399"/>
                </a:solidFill>
                <a:latin typeface="楷体_GB2312" charset="0"/>
                <a:ea typeface="楷体_GB2312" charset="0"/>
              </a:rPr>
              <a:t>、</a:t>
            </a:r>
            <a:r>
              <a:rPr kumimoji="1" lang="zh-CN" altLang="en-US" sz="3600" b="1">
                <a:solidFill>
                  <a:srgbClr val="333399"/>
                </a:solidFill>
                <a:latin typeface="楷体_GB2312" charset="0"/>
                <a:ea typeface="楷体_GB2312" charset="0"/>
              </a:rPr>
              <a:t>右子树深度</a:t>
            </a:r>
            <a:r>
              <a:rPr kumimoji="1" lang="zh-CN" altLang="en-US" sz="3600">
                <a:solidFill>
                  <a:srgbClr val="333399"/>
                </a:solidFill>
                <a:latin typeface="楷体_GB2312" charset="0"/>
                <a:ea typeface="楷体_GB2312" charset="0"/>
              </a:rPr>
              <a:t>之间的关系。</a:t>
            </a:r>
            <a:endParaRPr kumimoji="1" lang="zh-CN" altLang="en-US" sz="3600">
              <a:solidFill>
                <a:srgbClr val="CC6600"/>
              </a:solidFill>
              <a:latin typeface="楷体_GB2312" charset="0"/>
              <a:ea typeface="楷体_GB2312" charset="0"/>
            </a:endParaRPr>
          </a:p>
        </p:txBody>
      </p:sp>
    </p:spTree>
    <p:extLst>
      <p:ext uri="{BB962C8B-B14F-4D97-AF65-F5344CB8AC3E}">
        <p14:creationId xmlns:p14="http://schemas.microsoft.com/office/powerpoint/2010/main" val="10069509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gtEl>
                                        <p:attrNameLst>
                                          <p:attrName>style.visibility</p:attrName>
                                        </p:attrNameLst>
                                      </p:cBhvr>
                                      <p:to>
                                        <p:strVal val="visible"/>
                                      </p:to>
                                    </p:set>
                                    <p:anim calcmode="lin" valueType="num">
                                      <p:cBhvr additive="base">
                                        <p:cTn id="7" dur="500" fill="hold"/>
                                        <p:tgtEl>
                                          <p:spTgt spid="221187"/>
                                        </p:tgtEl>
                                        <p:attrNameLst>
                                          <p:attrName>ppt_x</p:attrName>
                                        </p:attrNameLst>
                                      </p:cBhvr>
                                      <p:tavLst>
                                        <p:tav tm="0">
                                          <p:val>
                                            <p:strVal val="0-#ppt_w/2"/>
                                          </p:val>
                                        </p:tav>
                                        <p:tav tm="100000">
                                          <p:val>
                                            <p:strVal val="#ppt_x"/>
                                          </p:val>
                                        </p:tav>
                                      </p:tavLst>
                                    </p:anim>
                                    <p:anim calcmode="lin" valueType="num">
                                      <p:cBhvr additive="base">
                                        <p:cTn id="8" dur="500" fill="hold"/>
                                        <p:tgtEl>
                                          <p:spTgt spid="2211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21189"/>
                                        </p:tgtEl>
                                        <p:attrNameLst>
                                          <p:attrName>style.visibility</p:attrName>
                                        </p:attrNameLst>
                                      </p:cBhvr>
                                      <p:to>
                                        <p:strVal val="visible"/>
                                      </p:to>
                                    </p:set>
                                    <p:anim calcmode="lin" valueType="num">
                                      <p:cBhvr additive="base">
                                        <p:cTn id="13" dur="500" fill="hold"/>
                                        <p:tgtEl>
                                          <p:spTgt spid="221189"/>
                                        </p:tgtEl>
                                        <p:attrNameLst>
                                          <p:attrName>ppt_x</p:attrName>
                                        </p:attrNameLst>
                                      </p:cBhvr>
                                      <p:tavLst>
                                        <p:tav tm="0">
                                          <p:val>
                                            <p:strVal val="1+#ppt_w/2"/>
                                          </p:val>
                                        </p:tav>
                                        <p:tav tm="100000">
                                          <p:val>
                                            <p:strVal val="#ppt_x"/>
                                          </p:val>
                                        </p:tav>
                                      </p:tavLst>
                                    </p:anim>
                                    <p:anim calcmode="lin" valueType="num">
                                      <p:cBhvr additive="base">
                                        <p:cTn id="14" dur="500" fill="hold"/>
                                        <p:tgtEl>
                                          <p:spTgt spid="22118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21188"/>
                                        </p:tgtEl>
                                        <p:attrNameLst>
                                          <p:attrName>style.visibility</p:attrName>
                                        </p:attrNameLst>
                                      </p:cBhvr>
                                      <p:to>
                                        <p:strVal val="visible"/>
                                      </p:to>
                                    </p:set>
                                    <p:animEffect transition="in" filter="wipe(up)">
                                      <p:cBhvr>
                                        <p:cTn id="19" dur="500"/>
                                        <p:tgtEl>
                                          <p:spTgt spid="221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autoUpdateAnimBg="0"/>
      <p:bldP spid="221188" grpId="0" autoUpdateAnimBg="0"/>
      <p:bldP spid="22118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Text Box 2"/>
          <p:cNvSpPr txBox="1">
            <a:spLocks noChangeArrowheads="1"/>
          </p:cNvSpPr>
          <p:nvPr/>
        </p:nvSpPr>
        <p:spPr bwMode="auto">
          <a:xfrm>
            <a:off x="1295400" y="314325"/>
            <a:ext cx="7620000" cy="593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3200" b="1">
                <a:latin typeface="Times New Roman" charset="0"/>
              </a:rPr>
              <a:t>int</a:t>
            </a:r>
            <a:r>
              <a:rPr kumimoji="1" lang="en-US" altLang="zh-CN" sz="3200">
                <a:latin typeface="Times New Roman" charset="0"/>
              </a:rPr>
              <a:t> </a:t>
            </a:r>
            <a:r>
              <a:rPr kumimoji="1" lang="en-US" altLang="zh-CN" sz="3200">
                <a:solidFill>
                  <a:srgbClr val="0000FF"/>
                </a:solidFill>
                <a:latin typeface="Times New Roman" charset="0"/>
              </a:rPr>
              <a:t>Depth</a:t>
            </a:r>
            <a:r>
              <a:rPr kumimoji="1" lang="en-US" altLang="zh-CN" sz="3200">
                <a:solidFill>
                  <a:srgbClr val="008080"/>
                </a:solidFill>
                <a:latin typeface="Times New Roman" charset="0"/>
              </a:rPr>
              <a:t> (BiTree T )</a:t>
            </a:r>
            <a:r>
              <a:rPr kumimoji="1" lang="en-US" altLang="zh-CN" sz="3200" b="1">
                <a:latin typeface="Times New Roman" charset="0"/>
              </a:rPr>
              <a:t>{ </a:t>
            </a:r>
            <a:r>
              <a:rPr kumimoji="1" lang="en-US" altLang="zh-CN" sz="3200">
                <a:latin typeface="Times New Roman" charset="0"/>
              </a:rPr>
              <a:t>// </a:t>
            </a:r>
            <a:r>
              <a:rPr kumimoji="1" lang="zh-CN" altLang="en-US" sz="3200">
                <a:latin typeface="Times New Roman" charset="0"/>
                <a:ea typeface="楷体_GB2312" charset="0"/>
              </a:rPr>
              <a:t>返回二叉树的深度</a:t>
            </a:r>
            <a:endParaRPr kumimoji="1" lang="zh-CN" altLang="en-US" sz="3200" b="1">
              <a:latin typeface="Times New Roman" charset="0"/>
            </a:endParaRPr>
          </a:p>
          <a:p>
            <a:pPr>
              <a:lnSpc>
                <a:spcPct val="120000"/>
              </a:lnSpc>
            </a:pPr>
            <a:r>
              <a:rPr kumimoji="1" lang="zh-CN" altLang="en-US" sz="3200">
                <a:latin typeface="Times New Roman" charset="0"/>
              </a:rPr>
              <a:t>   </a:t>
            </a:r>
            <a:r>
              <a:rPr kumimoji="1" lang="en-US" altLang="zh-CN" sz="3200" b="1">
                <a:latin typeface="Times New Roman" charset="0"/>
              </a:rPr>
              <a:t>if</a:t>
            </a:r>
            <a:r>
              <a:rPr kumimoji="1" lang="en-US" altLang="zh-CN" sz="3200">
                <a:latin typeface="Times New Roman" charset="0"/>
              </a:rPr>
              <a:t> ( </a:t>
            </a:r>
            <a:r>
              <a:rPr kumimoji="1" lang="en-US" altLang="zh-CN" sz="3200" b="1">
                <a:latin typeface="Times New Roman" charset="0"/>
              </a:rPr>
              <a:t>!</a:t>
            </a:r>
            <a:r>
              <a:rPr kumimoji="1" lang="en-US" altLang="zh-CN" sz="3200">
                <a:latin typeface="Times New Roman" charset="0"/>
              </a:rPr>
              <a:t>T )    depthval = 0;</a:t>
            </a:r>
          </a:p>
          <a:p>
            <a:pPr>
              <a:lnSpc>
                <a:spcPct val="120000"/>
              </a:lnSpc>
            </a:pPr>
            <a:r>
              <a:rPr kumimoji="1" lang="en-US" altLang="zh-CN" sz="3200" b="1">
                <a:latin typeface="Times New Roman" charset="0"/>
              </a:rPr>
              <a:t>   else   {</a:t>
            </a:r>
          </a:p>
          <a:p>
            <a:pPr>
              <a:lnSpc>
                <a:spcPct val="120000"/>
              </a:lnSpc>
            </a:pPr>
            <a:r>
              <a:rPr kumimoji="1" lang="en-US" altLang="zh-CN" sz="3200">
                <a:latin typeface="Times New Roman" charset="0"/>
              </a:rPr>
              <a:t>     depthLeft = </a:t>
            </a:r>
            <a:r>
              <a:rPr kumimoji="1" lang="en-US" altLang="zh-CN" sz="3200">
                <a:solidFill>
                  <a:srgbClr val="0000FF"/>
                </a:solidFill>
                <a:latin typeface="Times New Roman" charset="0"/>
              </a:rPr>
              <a:t>Depth</a:t>
            </a:r>
            <a:r>
              <a:rPr kumimoji="1" lang="en-US" altLang="zh-CN" sz="3200">
                <a:solidFill>
                  <a:srgbClr val="008080"/>
                </a:solidFill>
                <a:latin typeface="Times New Roman" charset="0"/>
              </a:rPr>
              <a:t>( T-&gt;</a:t>
            </a:r>
            <a:r>
              <a:rPr kumimoji="1" lang="en-US" altLang="zh-CN" sz="3200" b="1">
                <a:solidFill>
                  <a:srgbClr val="008080"/>
                </a:solidFill>
                <a:latin typeface="Times New Roman" charset="0"/>
              </a:rPr>
              <a:t>l</a:t>
            </a:r>
            <a:r>
              <a:rPr kumimoji="1" lang="en-US" altLang="zh-CN" sz="3200">
                <a:solidFill>
                  <a:srgbClr val="008080"/>
                </a:solidFill>
                <a:latin typeface="Times New Roman" charset="0"/>
              </a:rPr>
              <a:t>child )</a:t>
            </a:r>
            <a:r>
              <a:rPr kumimoji="1" lang="en-US" altLang="zh-CN" sz="3200">
                <a:latin typeface="Times New Roman" charset="0"/>
              </a:rPr>
              <a:t>;</a:t>
            </a:r>
          </a:p>
          <a:p>
            <a:pPr>
              <a:lnSpc>
                <a:spcPct val="120000"/>
              </a:lnSpc>
            </a:pPr>
            <a:r>
              <a:rPr kumimoji="1" lang="en-US" altLang="zh-CN" sz="3200">
                <a:latin typeface="Times New Roman" charset="0"/>
              </a:rPr>
              <a:t>     depthRight= </a:t>
            </a:r>
            <a:r>
              <a:rPr kumimoji="1" lang="en-US" altLang="zh-CN" sz="3200">
                <a:solidFill>
                  <a:srgbClr val="0000FF"/>
                </a:solidFill>
                <a:latin typeface="Times New Roman" charset="0"/>
              </a:rPr>
              <a:t>Depth</a:t>
            </a:r>
            <a:r>
              <a:rPr kumimoji="1" lang="en-US" altLang="zh-CN" sz="3200">
                <a:solidFill>
                  <a:srgbClr val="008080"/>
                </a:solidFill>
                <a:latin typeface="Times New Roman" charset="0"/>
              </a:rPr>
              <a:t>( T-&gt;</a:t>
            </a:r>
            <a:r>
              <a:rPr kumimoji="1" lang="en-US" altLang="zh-CN" sz="3200" b="1">
                <a:solidFill>
                  <a:srgbClr val="008080"/>
                </a:solidFill>
                <a:latin typeface="Times New Roman" charset="0"/>
              </a:rPr>
              <a:t>r</a:t>
            </a:r>
            <a:r>
              <a:rPr kumimoji="1" lang="en-US" altLang="zh-CN" sz="3200">
                <a:solidFill>
                  <a:srgbClr val="008080"/>
                </a:solidFill>
                <a:latin typeface="Times New Roman" charset="0"/>
              </a:rPr>
              <a:t>child )</a:t>
            </a:r>
            <a:r>
              <a:rPr kumimoji="1" lang="en-US" altLang="zh-CN" sz="3200">
                <a:latin typeface="Times New Roman" charset="0"/>
              </a:rPr>
              <a:t>;</a:t>
            </a:r>
          </a:p>
          <a:p>
            <a:pPr>
              <a:lnSpc>
                <a:spcPct val="120000"/>
              </a:lnSpc>
            </a:pPr>
            <a:r>
              <a:rPr kumimoji="1" lang="en-US" altLang="zh-CN" sz="3200">
                <a:latin typeface="Times New Roman" charset="0"/>
              </a:rPr>
              <a:t>     </a:t>
            </a:r>
            <a:r>
              <a:rPr kumimoji="1" lang="en-US" altLang="zh-CN" sz="3200">
                <a:solidFill>
                  <a:srgbClr val="FF0000"/>
                </a:solidFill>
                <a:latin typeface="Times New Roman" charset="0"/>
              </a:rPr>
              <a:t>depthval = 1 + (depthLeft &gt; depthRight  ?</a:t>
            </a:r>
          </a:p>
          <a:p>
            <a:pPr>
              <a:lnSpc>
                <a:spcPct val="120000"/>
              </a:lnSpc>
            </a:pPr>
            <a:r>
              <a:rPr kumimoji="1" lang="en-US" altLang="zh-CN" sz="3200">
                <a:solidFill>
                  <a:srgbClr val="FF0000"/>
                </a:solidFill>
                <a:latin typeface="Times New Roman" charset="0"/>
              </a:rPr>
              <a:t>                               depthLeft : depthRight);</a:t>
            </a:r>
            <a:endParaRPr kumimoji="1" lang="en-US" altLang="zh-CN" sz="3200">
              <a:latin typeface="Times New Roman" charset="0"/>
            </a:endParaRPr>
          </a:p>
          <a:p>
            <a:pPr>
              <a:lnSpc>
                <a:spcPct val="120000"/>
              </a:lnSpc>
            </a:pPr>
            <a:r>
              <a:rPr kumimoji="1" lang="en-US" altLang="zh-CN" sz="3200">
                <a:latin typeface="Times New Roman" charset="0"/>
              </a:rPr>
              <a:t>   </a:t>
            </a:r>
            <a:r>
              <a:rPr kumimoji="1" lang="en-US" altLang="zh-CN" sz="3200" b="1">
                <a:latin typeface="Times New Roman" charset="0"/>
              </a:rPr>
              <a:t>}</a:t>
            </a:r>
            <a:r>
              <a:rPr kumimoji="1" lang="en-US" altLang="zh-CN" sz="3200">
                <a:latin typeface="Times New Roman" charset="0"/>
              </a:rPr>
              <a:t> </a:t>
            </a:r>
          </a:p>
          <a:p>
            <a:pPr>
              <a:lnSpc>
                <a:spcPct val="120000"/>
              </a:lnSpc>
            </a:pPr>
            <a:r>
              <a:rPr kumimoji="1" lang="en-US" altLang="zh-CN" sz="3200">
                <a:latin typeface="Times New Roman" charset="0"/>
              </a:rPr>
              <a:t>   </a:t>
            </a:r>
            <a:r>
              <a:rPr kumimoji="1" lang="en-US" altLang="zh-CN" sz="3200" b="1">
                <a:latin typeface="Times New Roman" charset="0"/>
              </a:rPr>
              <a:t>return</a:t>
            </a:r>
            <a:r>
              <a:rPr kumimoji="1" lang="en-US" altLang="zh-CN" sz="3200">
                <a:latin typeface="Times New Roman" charset="0"/>
              </a:rPr>
              <a:t> depthval;</a:t>
            </a:r>
          </a:p>
          <a:p>
            <a:pPr>
              <a:lnSpc>
                <a:spcPct val="120000"/>
              </a:lnSpc>
            </a:pPr>
            <a:r>
              <a:rPr kumimoji="1" lang="en-US" altLang="zh-CN" sz="3200" b="1">
                <a:latin typeface="Times New Roman" charset="0"/>
              </a:rPr>
              <a:t>}</a:t>
            </a:r>
            <a:endParaRPr kumimoji="1" lang="en-US" altLang="zh-CN" sz="2400">
              <a:latin typeface="Times New Roman" charset="0"/>
            </a:endParaRPr>
          </a:p>
        </p:txBody>
      </p:sp>
      <p:sp>
        <p:nvSpPr>
          <p:cNvPr id="222211" name="AutoShape 3">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502864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22211"/>
                                        </p:tgtEl>
                                        <p:attrNameLst>
                                          <p:attrName>style.visibility</p:attrName>
                                        </p:attrNameLst>
                                      </p:cBhvr>
                                      <p:to>
                                        <p:strVal val="visible"/>
                                      </p:to>
                                    </p:set>
                                    <p:anim calcmode="lin" valueType="num">
                                      <p:cBhvr additive="base">
                                        <p:cTn id="7" dur="500" fill="hold"/>
                                        <p:tgtEl>
                                          <p:spTgt spid="222211"/>
                                        </p:tgtEl>
                                        <p:attrNameLst>
                                          <p:attrName>ppt_x</p:attrName>
                                        </p:attrNameLst>
                                      </p:cBhvr>
                                      <p:tavLst>
                                        <p:tav tm="0">
                                          <p:val>
                                            <p:strVal val="1+#ppt_w/2"/>
                                          </p:val>
                                        </p:tav>
                                        <p:tav tm="100000">
                                          <p:val>
                                            <p:strVal val="#ppt_x"/>
                                          </p:val>
                                        </p:tav>
                                      </p:tavLst>
                                    </p:anim>
                                    <p:anim calcmode="lin" valueType="num">
                                      <p:cBhvr additive="base">
                                        <p:cTn id="8" dur="500" fill="hold"/>
                                        <p:tgtEl>
                                          <p:spTgt spid="2222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p:cNvSpPr txBox="1">
            <a:spLocks noChangeArrowheads="1"/>
          </p:cNvSpPr>
          <p:nvPr/>
        </p:nvSpPr>
        <p:spPr bwMode="auto">
          <a:xfrm>
            <a:off x="1447800" y="228600"/>
            <a:ext cx="3495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800000"/>
                </a:solidFill>
                <a:latin typeface="Times New Roman" charset="0"/>
                <a:ea typeface="隶书" charset="0"/>
              </a:rPr>
              <a:t>3</a:t>
            </a:r>
            <a:r>
              <a:rPr kumimoji="1" lang="zh-CN" altLang="en-US" sz="4000" b="1">
                <a:solidFill>
                  <a:srgbClr val="800000"/>
                </a:solidFill>
                <a:latin typeface="Times New Roman" charset="0"/>
                <a:ea typeface="隶书" charset="0"/>
              </a:rPr>
              <a:t>、复制二叉树</a:t>
            </a:r>
            <a:endParaRPr kumimoji="1" lang="zh-CN" altLang="en-US" sz="4000">
              <a:latin typeface="Times New Roman" charset="0"/>
            </a:endParaRPr>
          </a:p>
        </p:txBody>
      </p:sp>
      <p:sp>
        <p:nvSpPr>
          <p:cNvPr id="223235" name="Text Box 3"/>
          <p:cNvSpPr txBox="1">
            <a:spLocks noChangeArrowheads="1"/>
          </p:cNvSpPr>
          <p:nvPr/>
        </p:nvSpPr>
        <p:spPr bwMode="auto">
          <a:xfrm>
            <a:off x="1066800" y="1524000"/>
            <a:ext cx="73628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3366"/>
                </a:solidFill>
                <a:latin typeface="楷体_GB2312" charset="0"/>
                <a:ea typeface="楷体_GB2312" charset="0"/>
              </a:rPr>
              <a:t>其基本操作为：生成一个结点。</a:t>
            </a:r>
            <a:endParaRPr kumimoji="1" lang="zh-CN" altLang="en-US" sz="2400">
              <a:latin typeface="Times New Roman" charset="0"/>
            </a:endParaRPr>
          </a:p>
        </p:txBody>
      </p:sp>
      <p:sp>
        <p:nvSpPr>
          <p:cNvPr id="223236" name="Text Box 4"/>
          <p:cNvSpPr txBox="1">
            <a:spLocks noChangeArrowheads="1"/>
          </p:cNvSpPr>
          <p:nvPr/>
        </p:nvSpPr>
        <p:spPr bwMode="auto">
          <a:xfrm>
            <a:off x="1181100" y="3687763"/>
            <a:ext cx="2187575" cy="604837"/>
          </a:xfrm>
          <a:prstGeom prst="rect">
            <a:avLst/>
          </a:prstGeom>
          <a:solidFill>
            <a:srgbClr val="CAF2CE"/>
          </a:solidFill>
          <a:ln w="2540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kumimoji="1" lang="zh-CN" altLang="en-US" sz="3200" b="1">
                <a:latin typeface="Times New Roman" charset="0"/>
                <a:ea typeface="楷体_GB2312" charset="0"/>
              </a:rPr>
              <a:t>根元素</a:t>
            </a:r>
            <a:endParaRPr kumimoji="1" lang="zh-CN" altLang="en-US" sz="2400">
              <a:latin typeface="Times New Roman" charset="0"/>
            </a:endParaRPr>
          </a:p>
        </p:txBody>
      </p:sp>
      <p:sp>
        <p:nvSpPr>
          <p:cNvPr id="223237" name="Line 5"/>
          <p:cNvSpPr>
            <a:spLocks noChangeShapeType="1"/>
          </p:cNvSpPr>
          <p:nvPr/>
        </p:nvSpPr>
        <p:spPr bwMode="auto">
          <a:xfrm>
            <a:off x="1616075" y="3695700"/>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38" name="Line 6"/>
          <p:cNvSpPr>
            <a:spLocks noChangeShapeType="1"/>
          </p:cNvSpPr>
          <p:nvPr/>
        </p:nvSpPr>
        <p:spPr bwMode="auto">
          <a:xfrm>
            <a:off x="2911475" y="3695700"/>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39" name="Freeform 7"/>
          <p:cNvSpPr>
            <a:spLocks/>
          </p:cNvSpPr>
          <p:nvPr/>
        </p:nvSpPr>
        <p:spPr bwMode="auto">
          <a:xfrm>
            <a:off x="1463675" y="2971800"/>
            <a:ext cx="762000" cy="723900"/>
          </a:xfrm>
          <a:custGeom>
            <a:avLst/>
            <a:gdLst>
              <a:gd name="T0" fmla="*/ 0 w 480"/>
              <a:gd name="T1" fmla="*/ 24 h 456"/>
              <a:gd name="T2" fmla="*/ 96 w 480"/>
              <a:gd name="T3" fmla="*/ 24 h 456"/>
              <a:gd name="T4" fmla="*/ 192 w 480"/>
              <a:gd name="T5" fmla="*/ 24 h 456"/>
              <a:gd name="T6" fmla="*/ 288 w 480"/>
              <a:gd name="T7" fmla="*/ 72 h 456"/>
              <a:gd name="T8" fmla="*/ 480 w 480"/>
              <a:gd name="T9" fmla="*/ 456 h 456"/>
            </a:gdLst>
            <a:ahLst/>
            <a:cxnLst>
              <a:cxn ang="0">
                <a:pos x="T0" y="T1"/>
              </a:cxn>
              <a:cxn ang="0">
                <a:pos x="T2" y="T3"/>
              </a:cxn>
              <a:cxn ang="0">
                <a:pos x="T4" y="T5"/>
              </a:cxn>
              <a:cxn ang="0">
                <a:pos x="T6" y="T7"/>
              </a:cxn>
              <a:cxn ang="0">
                <a:pos x="T8" y="T9"/>
              </a:cxn>
            </a:cxnLst>
            <a:rect l="0" t="0" r="r" b="b"/>
            <a:pathLst>
              <a:path w="480" h="456">
                <a:moveTo>
                  <a:pt x="0" y="24"/>
                </a:moveTo>
                <a:cubicBezTo>
                  <a:pt x="32" y="24"/>
                  <a:pt x="64" y="24"/>
                  <a:pt x="96" y="24"/>
                </a:cubicBezTo>
                <a:cubicBezTo>
                  <a:pt x="128" y="24"/>
                  <a:pt x="160" y="16"/>
                  <a:pt x="192" y="24"/>
                </a:cubicBezTo>
                <a:cubicBezTo>
                  <a:pt x="224" y="32"/>
                  <a:pt x="240" y="0"/>
                  <a:pt x="288" y="72"/>
                </a:cubicBezTo>
                <a:cubicBezTo>
                  <a:pt x="336" y="144"/>
                  <a:pt x="448" y="392"/>
                  <a:pt x="480" y="456"/>
                </a:cubicBezTo>
              </a:path>
            </a:pathLst>
          </a:custGeom>
          <a:noFill/>
          <a:ln w="38100" cap="sq" cmpd="sng">
            <a:solidFill>
              <a:schemeClr val="tx2"/>
            </a:solidFill>
            <a:prstDash val="solid"/>
            <a:round/>
            <a:headEnd type="none" w="sm" len="sm"/>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0" name="Text Box 8"/>
          <p:cNvSpPr txBox="1">
            <a:spLocks noChangeArrowheads="1"/>
          </p:cNvSpPr>
          <p:nvPr/>
        </p:nvSpPr>
        <p:spPr bwMode="auto">
          <a:xfrm>
            <a:off x="1260475" y="2506663"/>
            <a:ext cx="431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a:solidFill>
                  <a:schemeClr val="tx2"/>
                </a:solidFill>
                <a:latin typeface="Times New Roman" charset="0"/>
              </a:rPr>
              <a:t>T</a:t>
            </a:r>
            <a:endParaRPr kumimoji="1" lang="en-US" altLang="zh-CN" sz="2400">
              <a:latin typeface="Times New Roman" charset="0"/>
            </a:endParaRPr>
          </a:p>
        </p:txBody>
      </p:sp>
      <p:sp>
        <p:nvSpPr>
          <p:cNvPr id="223241" name="Line 9"/>
          <p:cNvSpPr>
            <a:spLocks noChangeShapeType="1"/>
          </p:cNvSpPr>
          <p:nvPr/>
        </p:nvSpPr>
        <p:spPr bwMode="auto">
          <a:xfrm flipH="1">
            <a:off x="930275" y="4000500"/>
            <a:ext cx="457200" cy="1066800"/>
          </a:xfrm>
          <a:prstGeom prst="line">
            <a:avLst/>
          </a:prstGeom>
          <a:noFill/>
          <a:ln w="38100" cap="sq">
            <a:solidFill>
              <a:schemeClr val="tx2"/>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2" name="Line 10"/>
          <p:cNvSpPr>
            <a:spLocks noChangeShapeType="1"/>
          </p:cNvSpPr>
          <p:nvPr/>
        </p:nvSpPr>
        <p:spPr bwMode="auto">
          <a:xfrm>
            <a:off x="3140075" y="4000500"/>
            <a:ext cx="457200" cy="1066800"/>
          </a:xfrm>
          <a:prstGeom prst="line">
            <a:avLst/>
          </a:prstGeom>
          <a:noFill/>
          <a:ln w="38100" cap="sq">
            <a:solidFill>
              <a:schemeClr val="tx2"/>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3" name="Text Box 11"/>
          <p:cNvSpPr txBox="1">
            <a:spLocks noChangeArrowheads="1"/>
          </p:cNvSpPr>
          <p:nvPr/>
        </p:nvSpPr>
        <p:spPr bwMode="auto">
          <a:xfrm>
            <a:off x="152400" y="4983163"/>
            <a:ext cx="1412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chemeClr val="tx2"/>
                </a:solidFill>
                <a:latin typeface="Times New Roman" charset="0"/>
                <a:ea typeface="楷体_GB2312" charset="0"/>
              </a:rPr>
              <a:t>左子树</a:t>
            </a:r>
            <a:endParaRPr kumimoji="1" lang="zh-CN" altLang="en-US" sz="2400">
              <a:latin typeface="Times New Roman" charset="0"/>
            </a:endParaRPr>
          </a:p>
        </p:txBody>
      </p:sp>
      <p:sp>
        <p:nvSpPr>
          <p:cNvPr id="223244" name="Text Box 12"/>
          <p:cNvSpPr txBox="1">
            <a:spLocks noChangeArrowheads="1"/>
          </p:cNvSpPr>
          <p:nvPr/>
        </p:nvSpPr>
        <p:spPr bwMode="auto">
          <a:xfrm>
            <a:off x="2870200" y="4945063"/>
            <a:ext cx="1412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chemeClr val="tx2"/>
                </a:solidFill>
                <a:latin typeface="Times New Roman" charset="0"/>
                <a:ea typeface="楷体_GB2312" charset="0"/>
              </a:rPr>
              <a:t>右子树</a:t>
            </a:r>
            <a:endParaRPr kumimoji="1" lang="zh-CN" altLang="en-US" sz="2400">
              <a:latin typeface="Times New Roman" charset="0"/>
            </a:endParaRPr>
          </a:p>
        </p:txBody>
      </p:sp>
      <p:sp>
        <p:nvSpPr>
          <p:cNvPr id="223245" name="Text Box 13"/>
          <p:cNvSpPr txBox="1">
            <a:spLocks noChangeArrowheads="1"/>
          </p:cNvSpPr>
          <p:nvPr/>
        </p:nvSpPr>
        <p:spPr bwMode="auto">
          <a:xfrm>
            <a:off x="5737225" y="3619500"/>
            <a:ext cx="2187575" cy="604838"/>
          </a:xfrm>
          <a:prstGeom prst="rect">
            <a:avLst/>
          </a:prstGeom>
          <a:solidFill>
            <a:srgbClr val="FBE2DF"/>
          </a:solidFill>
          <a:ln w="25400" cap="sq">
            <a:solidFill>
              <a:srgbClr val="FF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kumimoji="1" lang="zh-CN" altLang="en-US" sz="3200" b="1">
                <a:solidFill>
                  <a:srgbClr val="FF3300"/>
                </a:solidFill>
                <a:latin typeface="Times New Roman" charset="0"/>
                <a:ea typeface="楷体_GB2312" charset="0"/>
              </a:rPr>
              <a:t>根元素</a:t>
            </a:r>
            <a:endParaRPr kumimoji="1" lang="zh-CN" altLang="en-US" sz="2400">
              <a:latin typeface="Times New Roman" charset="0"/>
            </a:endParaRPr>
          </a:p>
        </p:txBody>
      </p:sp>
      <p:sp>
        <p:nvSpPr>
          <p:cNvPr id="223246" name="Line 14"/>
          <p:cNvSpPr>
            <a:spLocks noChangeShapeType="1"/>
          </p:cNvSpPr>
          <p:nvPr/>
        </p:nvSpPr>
        <p:spPr bwMode="auto">
          <a:xfrm>
            <a:off x="6172200" y="3627438"/>
            <a:ext cx="0" cy="609600"/>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7" name="Line 15"/>
          <p:cNvSpPr>
            <a:spLocks noChangeShapeType="1"/>
          </p:cNvSpPr>
          <p:nvPr/>
        </p:nvSpPr>
        <p:spPr bwMode="auto">
          <a:xfrm>
            <a:off x="7467600" y="3627438"/>
            <a:ext cx="0" cy="609600"/>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8" name="Freeform 16"/>
          <p:cNvSpPr>
            <a:spLocks/>
          </p:cNvSpPr>
          <p:nvPr/>
        </p:nvSpPr>
        <p:spPr bwMode="auto">
          <a:xfrm>
            <a:off x="6019800" y="2903538"/>
            <a:ext cx="762000" cy="723900"/>
          </a:xfrm>
          <a:custGeom>
            <a:avLst/>
            <a:gdLst>
              <a:gd name="T0" fmla="*/ 0 w 480"/>
              <a:gd name="T1" fmla="*/ 24 h 456"/>
              <a:gd name="T2" fmla="*/ 96 w 480"/>
              <a:gd name="T3" fmla="*/ 24 h 456"/>
              <a:gd name="T4" fmla="*/ 192 w 480"/>
              <a:gd name="T5" fmla="*/ 24 h 456"/>
              <a:gd name="T6" fmla="*/ 288 w 480"/>
              <a:gd name="T7" fmla="*/ 72 h 456"/>
              <a:gd name="T8" fmla="*/ 480 w 480"/>
              <a:gd name="T9" fmla="*/ 456 h 456"/>
            </a:gdLst>
            <a:ahLst/>
            <a:cxnLst>
              <a:cxn ang="0">
                <a:pos x="T0" y="T1"/>
              </a:cxn>
              <a:cxn ang="0">
                <a:pos x="T2" y="T3"/>
              </a:cxn>
              <a:cxn ang="0">
                <a:pos x="T4" y="T5"/>
              </a:cxn>
              <a:cxn ang="0">
                <a:pos x="T6" y="T7"/>
              </a:cxn>
              <a:cxn ang="0">
                <a:pos x="T8" y="T9"/>
              </a:cxn>
            </a:cxnLst>
            <a:rect l="0" t="0" r="r" b="b"/>
            <a:pathLst>
              <a:path w="480" h="456">
                <a:moveTo>
                  <a:pt x="0" y="24"/>
                </a:moveTo>
                <a:cubicBezTo>
                  <a:pt x="32" y="24"/>
                  <a:pt x="64" y="24"/>
                  <a:pt x="96" y="24"/>
                </a:cubicBezTo>
                <a:cubicBezTo>
                  <a:pt x="128" y="24"/>
                  <a:pt x="160" y="16"/>
                  <a:pt x="192" y="24"/>
                </a:cubicBezTo>
                <a:cubicBezTo>
                  <a:pt x="224" y="32"/>
                  <a:pt x="240" y="0"/>
                  <a:pt x="288" y="72"/>
                </a:cubicBezTo>
                <a:cubicBezTo>
                  <a:pt x="336" y="144"/>
                  <a:pt x="448" y="392"/>
                  <a:pt x="480" y="456"/>
                </a:cubicBezTo>
              </a:path>
            </a:pathLst>
          </a:custGeom>
          <a:noFill/>
          <a:ln w="38100" cap="sq" cmpd="sng">
            <a:solidFill>
              <a:srgbClr val="FF3300"/>
            </a:solidFill>
            <a:prstDash val="solid"/>
            <a:round/>
            <a:headEnd type="none" w="sm" len="sm"/>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49" name="Text Box 17"/>
          <p:cNvSpPr txBox="1">
            <a:spLocks noChangeArrowheads="1"/>
          </p:cNvSpPr>
          <p:nvPr/>
        </p:nvSpPr>
        <p:spPr bwMode="auto">
          <a:xfrm>
            <a:off x="5334000" y="2438400"/>
            <a:ext cx="1357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a:solidFill>
                  <a:srgbClr val="FF3300"/>
                </a:solidFill>
                <a:latin typeface="Times New Roman" charset="0"/>
              </a:rPr>
              <a:t>NEWT</a:t>
            </a:r>
            <a:endParaRPr kumimoji="1" lang="en-US" altLang="zh-CN" sz="2400">
              <a:latin typeface="Times New Roman" charset="0"/>
            </a:endParaRPr>
          </a:p>
        </p:txBody>
      </p:sp>
      <p:sp>
        <p:nvSpPr>
          <p:cNvPr id="223250" name="Line 18"/>
          <p:cNvSpPr>
            <a:spLocks noChangeShapeType="1"/>
          </p:cNvSpPr>
          <p:nvPr/>
        </p:nvSpPr>
        <p:spPr bwMode="auto">
          <a:xfrm flipH="1">
            <a:off x="5486400" y="3932238"/>
            <a:ext cx="457200" cy="1066800"/>
          </a:xfrm>
          <a:prstGeom prst="line">
            <a:avLst/>
          </a:prstGeom>
          <a:noFill/>
          <a:ln w="38100" cap="sq">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1" name="Line 19"/>
          <p:cNvSpPr>
            <a:spLocks noChangeShapeType="1"/>
          </p:cNvSpPr>
          <p:nvPr/>
        </p:nvSpPr>
        <p:spPr bwMode="auto">
          <a:xfrm>
            <a:off x="7696200" y="3932238"/>
            <a:ext cx="457200" cy="1066800"/>
          </a:xfrm>
          <a:prstGeom prst="line">
            <a:avLst/>
          </a:prstGeom>
          <a:noFill/>
          <a:ln w="38100" cap="sq">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2" name="Text Box 20"/>
          <p:cNvSpPr txBox="1">
            <a:spLocks noChangeArrowheads="1"/>
          </p:cNvSpPr>
          <p:nvPr/>
        </p:nvSpPr>
        <p:spPr bwMode="auto">
          <a:xfrm>
            <a:off x="4708525" y="4914900"/>
            <a:ext cx="1412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rgbClr val="FF3300"/>
                </a:solidFill>
                <a:latin typeface="Times New Roman" charset="0"/>
                <a:ea typeface="楷体_GB2312" charset="0"/>
              </a:rPr>
              <a:t>左子树</a:t>
            </a:r>
            <a:endParaRPr kumimoji="1" lang="zh-CN" altLang="en-US" sz="2400">
              <a:latin typeface="Times New Roman" charset="0"/>
            </a:endParaRPr>
          </a:p>
        </p:txBody>
      </p:sp>
      <p:sp>
        <p:nvSpPr>
          <p:cNvPr id="223253" name="Text Box 21"/>
          <p:cNvSpPr txBox="1">
            <a:spLocks noChangeArrowheads="1"/>
          </p:cNvSpPr>
          <p:nvPr/>
        </p:nvSpPr>
        <p:spPr bwMode="auto">
          <a:xfrm>
            <a:off x="7426325" y="4876800"/>
            <a:ext cx="1412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rgbClr val="FF3300"/>
                </a:solidFill>
                <a:latin typeface="Times New Roman" charset="0"/>
                <a:ea typeface="楷体_GB2312" charset="0"/>
              </a:rPr>
              <a:t>右子树</a:t>
            </a:r>
            <a:endParaRPr kumimoji="1" lang="zh-CN" altLang="en-US" sz="2400">
              <a:latin typeface="Times New Roman" charset="0"/>
            </a:endParaRPr>
          </a:p>
        </p:txBody>
      </p:sp>
      <p:sp>
        <p:nvSpPr>
          <p:cNvPr id="223254" name="Text Box 22"/>
          <p:cNvSpPr txBox="1">
            <a:spLocks noChangeArrowheads="1"/>
          </p:cNvSpPr>
          <p:nvPr/>
        </p:nvSpPr>
        <p:spPr bwMode="auto">
          <a:xfrm>
            <a:off x="1025525" y="5668963"/>
            <a:ext cx="1412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rgbClr val="FF3300"/>
                </a:solidFill>
                <a:latin typeface="Times New Roman" charset="0"/>
                <a:ea typeface="楷体_GB2312" charset="0"/>
              </a:rPr>
              <a:t>左子树</a:t>
            </a:r>
            <a:endParaRPr kumimoji="1" lang="zh-CN" altLang="en-US" sz="2400">
              <a:latin typeface="Times New Roman" charset="0"/>
            </a:endParaRPr>
          </a:p>
        </p:txBody>
      </p:sp>
      <p:sp>
        <p:nvSpPr>
          <p:cNvPr id="223255" name="Line 23"/>
          <p:cNvSpPr>
            <a:spLocks noChangeShapeType="1"/>
          </p:cNvSpPr>
          <p:nvPr/>
        </p:nvSpPr>
        <p:spPr bwMode="auto">
          <a:xfrm>
            <a:off x="1524000" y="4419600"/>
            <a:ext cx="304800" cy="1371600"/>
          </a:xfrm>
          <a:prstGeom prst="line">
            <a:avLst/>
          </a:prstGeom>
          <a:noFill/>
          <a:ln w="38100" cap="sq">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223256" name="Rectangle 24"/>
          <p:cNvSpPr>
            <a:spLocks noChangeArrowheads="1"/>
          </p:cNvSpPr>
          <p:nvPr/>
        </p:nvSpPr>
        <p:spPr bwMode="auto">
          <a:xfrm>
            <a:off x="990600" y="5638800"/>
            <a:ext cx="1447800" cy="609600"/>
          </a:xfrm>
          <a:prstGeom prst="rect">
            <a:avLst/>
          </a:prstGeom>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223257" name="Rectangle 25"/>
          <p:cNvSpPr>
            <a:spLocks noChangeArrowheads="1"/>
          </p:cNvSpPr>
          <p:nvPr/>
        </p:nvSpPr>
        <p:spPr bwMode="auto">
          <a:xfrm>
            <a:off x="1447800" y="4343400"/>
            <a:ext cx="457200" cy="1295400"/>
          </a:xfrm>
          <a:prstGeom prst="rect">
            <a:avLst/>
          </a:prstGeom>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58" name="Text Box 26"/>
          <p:cNvSpPr txBox="1">
            <a:spLocks noChangeArrowheads="1"/>
          </p:cNvSpPr>
          <p:nvPr/>
        </p:nvSpPr>
        <p:spPr bwMode="auto">
          <a:xfrm>
            <a:off x="1600200" y="5867400"/>
            <a:ext cx="1412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rgbClr val="FF3300"/>
                </a:solidFill>
                <a:latin typeface="Times New Roman" charset="0"/>
                <a:ea typeface="楷体_GB2312" charset="0"/>
              </a:rPr>
              <a:t>右子树</a:t>
            </a:r>
            <a:endParaRPr kumimoji="1" lang="zh-CN" altLang="en-US" sz="2400">
              <a:latin typeface="Times New Roman" charset="0"/>
            </a:endParaRPr>
          </a:p>
        </p:txBody>
      </p:sp>
      <p:sp>
        <p:nvSpPr>
          <p:cNvPr id="223259" name="Line 27"/>
          <p:cNvSpPr>
            <a:spLocks noChangeShapeType="1"/>
          </p:cNvSpPr>
          <p:nvPr/>
        </p:nvSpPr>
        <p:spPr bwMode="auto">
          <a:xfrm flipH="1">
            <a:off x="2590800" y="4419600"/>
            <a:ext cx="304800" cy="1600200"/>
          </a:xfrm>
          <a:prstGeom prst="line">
            <a:avLst/>
          </a:prstGeom>
          <a:noFill/>
          <a:ln w="38100" cap="sq">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223260" name="Rectangle 28"/>
          <p:cNvSpPr>
            <a:spLocks noChangeArrowheads="1"/>
          </p:cNvSpPr>
          <p:nvPr/>
        </p:nvSpPr>
        <p:spPr bwMode="auto">
          <a:xfrm>
            <a:off x="1676400" y="4343400"/>
            <a:ext cx="1295400" cy="2057400"/>
          </a:xfrm>
          <a:prstGeom prst="rect">
            <a:avLst/>
          </a:prstGeom>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3261" name="Text Box 29"/>
          <p:cNvSpPr txBox="1">
            <a:spLocks noChangeArrowheads="1"/>
          </p:cNvSpPr>
          <p:nvPr/>
        </p:nvSpPr>
        <p:spPr bwMode="auto">
          <a:xfrm>
            <a:off x="4860925" y="212725"/>
            <a:ext cx="25622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800000"/>
                </a:solidFill>
                <a:latin typeface="Times New Roman" charset="0"/>
                <a:ea typeface="隶书" charset="0"/>
              </a:rPr>
              <a:t>(</a:t>
            </a:r>
            <a:r>
              <a:rPr kumimoji="1" lang="zh-CN" altLang="en-US" sz="4000" b="1">
                <a:solidFill>
                  <a:srgbClr val="800000"/>
                </a:solidFill>
                <a:latin typeface="Times New Roman" charset="0"/>
                <a:ea typeface="隶书" charset="0"/>
              </a:rPr>
              <a:t>后序遍历</a:t>
            </a:r>
            <a:r>
              <a:rPr kumimoji="1" lang="en-US" altLang="zh-CN" sz="4000" b="1">
                <a:solidFill>
                  <a:srgbClr val="800000"/>
                </a:solidFill>
                <a:latin typeface="Times New Roman" charset="0"/>
                <a:ea typeface="隶书" charset="0"/>
              </a:rPr>
              <a:t>)</a:t>
            </a:r>
          </a:p>
        </p:txBody>
      </p:sp>
    </p:spTree>
    <p:extLst>
      <p:ext uri="{BB962C8B-B14F-4D97-AF65-F5344CB8AC3E}">
        <p14:creationId xmlns:p14="http://schemas.microsoft.com/office/powerpoint/2010/main" val="6898751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gtEl>
                                        <p:attrNameLst>
                                          <p:attrName>style.visibility</p:attrName>
                                        </p:attrNameLst>
                                      </p:cBhvr>
                                      <p:to>
                                        <p:strVal val="visible"/>
                                      </p:to>
                                    </p:set>
                                    <p:anim calcmode="lin" valueType="num">
                                      <p:cBhvr additive="base">
                                        <p:cTn id="7" dur="500" fill="hold"/>
                                        <p:tgtEl>
                                          <p:spTgt spid="223235"/>
                                        </p:tgtEl>
                                        <p:attrNameLst>
                                          <p:attrName>ppt_x</p:attrName>
                                        </p:attrNameLst>
                                      </p:cBhvr>
                                      <p:tavLst>
                                        <p:tav tm="0">
                                          <p:val>
                                            <p:strVal val="0-#ppt_w/2"/>
                                          </p:val>
                                        </p:tav>
                                        <p:tav tm="100000">
                                          <p:val>
                                            <p:strVal val="#ppt_x"/>
                                          </p:val>
                                        </p:tav>
                                      </p:tavLst>
                                    </p:anim>
                                    <p:anim calcmode="lin" valueType="num">
                                      <p:cBhvr additive="base">
                                        <p:cTn id="8" dur="500" fill="hold"/>
                                        <p:tgtEl>
                                          <p:spTgt spid="2232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23236"/>
                                        </p:tgtEl>
                                        <p:attrNameLst>
                                          <p:attrName>style.visibility</p:attrName>
                                        </p:attrNameLst>
                                      </p:cBhvr>
                                      <p:to>
                                        <p:strVal val="visible"/>
                                      </p:to>
                                    </p:set>
                                    <p:animEffect transition="in" filter="wipe(up)">
                                      <p:cBhvr>
                                        <p:cTn id="13" dur="500"/>
                                        <p:tgtEl>
                                          <p:spTgt spid="223236"/>
                                        </p:tgtEl>
                                      </p:cBhvr>
                                    </p:animEffect>
                                  </p:childTnLst>
                                </p:cTn>
                              </p:par>
                            </p:childTnLst>
                          </p:cTn>
                        </p:par>
                        <p:par>
                          <p:cTn id="14" fill="hold" nodeType="afterGroup">
                            <p:stCondLst>
                              <p:cond delay="500"/>
                            </p:stCondLst>
                            <p:childTnLst>
                              <p:par>
                                <p:cTn id="15" presetID="22" presetClass="entr" presetSubtype="1" fill="hold" grpId="0" nodeType="afterEffect">
                                  <p:stCondLst>
                                    <p:cond delay="0"/>
                                  </p:stCondLst>
                                  <p:childTnLst>
                                    <p:set>
                                      <p:cBhvr>
                                        <p:cTn id="16" dur="1" fill="hold">
                                          <p:stCondLst>
                                            <p:cond delay="0"/>
                                          </p:stCondLst>
                                        </p:cTn>
                                        <p:tgtEl>
                                          <p:spTgt spid="223237"/>
                                        </p:tgtEl>
                                        <p:attrNameLst>
                                          <p:attrName>style.visibility</p:attrName>
                                        </p:attrNameLst>
                                      </p:cBhvr>
                                      <p:to>
                                        <p:strVal val="visible"/>
                                      </p:to>
                                    </p:set>
                                    <p:animEffect transition="in" filter="wipe(up)">
                                      <p:cBhvr>
                                        <p:cTn id="17" dur="500"/>
                                        <p:tgtEl>
                                          <p:spTgt spid="223237"/>
                                        </p:tgtEl>
                                      </p:cBhvr>
                                    </p:animEffect>
                                  </p:childTnLst>
                                </p:cTn>
                              </p:par>
                            </p:childTnLst>
                          </p:cTn>
                        </p:par>
                        <p:par>
                          <p:cTn id="18" fill="hold" nodeType="afterGroup">
                            <p:stCondLst>
                              <p:cond delay="1000"/>
                            </p:stCondLst>
                            <p:childTnLst>
                              <p:par>
                                <p:cTn id="19" presetID="22" presetClass="entr" presetSubtype="1" fill="hold" grpId="0" nodeType="afterEffect">
                                  <p:stCondLst>
                                    <p:cond delay="0"/>
                                  </p:stCondLst>
                                  <p:childTnLst>
                                    <p:set>
                                      <p:cBhvr>
                                        <p:cTn id="20" dur="1" fill="hold">
                                          <p:stCondLst>
                                            <p:cond delay="0"/>
                                          </p:stCondLst>
                                        </p:cTn>
                                        <p:tgtEl>
                                          <p:spTgt spid="223238"/>
                                        </p:tgtEl>
                                        <p:attrNameLst>
                                          <p:attrName>style.visibility</p:attrName>
                                        </p:attrNameLst>
                                      </p:cBhvr>
                                      <p:to>
                                        <p:strVal val="visible"/>
                                      </p:to>
                                    </p:set>
                                    <p:animEffect transition="in" filter="wipe(up)">
                                      <p:cBhvr>
                                        <p:cTn id="21" dur="500"/>
                                        <p:tgtEl>
                                          <p:spTgt spid="223238"/>
                                        </p:tgtEl>
                                      </p:cBhvr>
                                    </p:animEffect>
                                  </p:childTnLst>
                                </p:cTn>
                              </p:par>
                            </p:childTnLst>
                          </p:cTn>
                        </p:par>
                        <p:par>
                          <p:cTn id="22" fill="hold" nodeType="afterGroup">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223239"/>
                                        </p:tgtEl>
                                        <p:attrNameLst>
                                          <p:attrName>style.visibility</p:attrName>
                                        </p:attrNameLst>
                                      </p:cBhvr>
                                      <p:to>
                                        <p:strVal val="visible"/>
                                      </p:to>
                                    </p:set>
                                    <p:animEffect transition="in" filter="wipe(up)">
                                      <p:cBhvr>
                                        <p:cTn id="25" dur="500"/>
                                        <p:tgtEl>
                                          <p:spTgt spid="223239"/>
                                        </p:tgtEl>
                                      </p:cBhvr>
                                    </p:animEffect>
                                  </p:childTnLst>
                                </p:cTn>
                              </p:par>
                            </p:childTnLst>
                          </p:cTn>
                        </p:par>
                        <p:par>
                          <p:cTn id="26" fill="hold" nodeType="afterGroup">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223240"/>
                                        </p:tgtEl>
                                        <p:attrNameLst>
                                          <p:attrName>style.visibility</p:attrName>
                                        </p:attrNameLst>
                                      </p:cBhvr>
                                      <p:to>
                                        <p:strVal val="visible"/>
                                      </p:to>
                                    </p:set>
                                    <p:animEffect transition="in" filter="wipe(up)">
                                      <p:cBhvr>
                                        <p:cTn id="29" dur="500"/>
                                        <p:tgtEl>
                                          <p:spTgt spid="223240"/>
                                        </p:tgtEl>
                                      </p:cBhvr>
                                    </p:animEffect>
                                  </p:childTnLst>
                                </p:cTn>
                              </p:par>
                            </p:childTnLst>
                          </p:cTn>
                        </p:par>
                        <p:par>
                          <p:cTn id="30" fill="hold" nodeType="afterGroup">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223241"/>
                                        </p:tgtEl>
                                        <p:attrNameLst>
                                          <p:attrName>style.visibility</p:attrName>
                                        </p:attrNameLst>
                                      </p:cBhvr>
                                      <p:to>
                                        <p:strVal val="visible"/>
                                      </p:to>
                                    </p:set>
                                    <p:animEffect transition="in" filter="wipe(up)">
                                      <p:cBhvr>
                                        <p:cTn id="33" dur="500"/>
                                        <p:tgtEl>
                                          <p:spTgt spid="223241"/>
                                        </p:tgtEl>
                                      </p:cBhvr>
                                    </p:animEffect>
                                  </p:childTnLst>
                                </p:cTn>
                              </p:par>
                            </p:childTnLst>
                          </p:cTn>
                        </p:par>
                        <p:par>
                          <p:cTn id="34" fill="hold" nodeType="afterGroup">
                            <p:stCondLst>
                              <p:cond delay="3000"/>
                            </p:stCondLst>
                            <p:childTnLst>
                              <p:par>
                                <p:cTn id="35" presetID="22" presetClass="entr" presetSubtype="1" fill="hold" grpId="0" nodeType="afterEffect">
                                  <p:stCondLst>
                                    <p:cond delay="0"/>
                                  </p:stCondLst>
                                  <p:childTnLst>
                                    <p:set>
                                      <p:cBhvr>
                                        <p:cTn id="36" dur="1" fill="hold">
                                          <p:stCondLst>
                                            <p:cond delay="0"/>
                                          </p:stCondLst>
                                        </p:cTn>
                                        <p:tgtEl>
                                          <p:spTgt spid="223242"/>
                                        </p:tgtEl>
                                        <p:attrNameLst>
                                          <p:attrName>style.visibility</p:attrName>
                                        </p:attrNameLst>
                                      </p:cBhvr>
                                      <p:to>
                                        <p:strVal val="visible"/>
                                      </p:to>
                                    </p:set>
                                    <p:animEffect transition="in" filter="wipe(up)">
                                      <p:cBhvr>
                                        <p:cTn id="37" dur="500"/>
                                        <p:tgtEl>
                                          <p:spTgt spid="223242"/>
                                        </p:tgtEl>
                                      </p:cBhvr>
                                    </p:animEffect>
                                  </p:childTnLst>
                                </p:cTn>
                              </p:par>
                            </p:childTnLst>
                          </p:cTn>
                        </p:par>
                        <p:par>
                          <p:cTn id="38" fill="hold" nodeType="afterGroup">
                            <p:stCondLst>
                              <p:cond delay="3500"/>
                            </p:stCondLst>
                            <p:childTnLst>
                              <p:par>
                                <p:cTn id="39" presetID="22" presetClass="entr" presetSubtype="1" fill="hold" grpId="0" nodeType="afterEffect">
                                  <p:stCondLst>
                                    <p:cond delay="0"/>
                                  </p:stCondLst>
                                  <p:childTnLst>
                                    <p:set>
                                      <p:cBhvr>
                                        <p:cTn id="40" dur="1" fill="hold">
                                          <p:stCondLst>
                                            <p:cond delay="0"/>
                                          </p:stCondLst>
                                        </p:cTn>
                                        <p:tgtEl>
                                          <p:spTgt spid="223243"/>
                                        </p:tgtEl>
                                        <p:attrNameLst>
                                          <p:attrName>style.visibility</p:attrName>
                                        </p:attrNameLst>
                                      </p:cBhvr>
                                      <p:to>
                                        <p:strVal val="visible"/>
                                      </p:to>
                                    </p:set>
                                    <p:animEffect transition="in" filter="wipe(up)">
                                      <p:cBhvr>
                                        <p:cTn id="41" dur="500"/>
                                        <p:tgtEl>
                                          <p:spTgt spid="223243"/>
                                        </p:tgtEl>
                                      </p:cBhvr>
                                    </p:animEffect>
                                  </p:childTnLst>
                                </p:cTn>
                              </p:par>
                            </p:childTnLst>
                          </p:cTn>
                        </p:par>
                        <p:par>
                          <p:cTn id="42" fill="hold" nodeType="afterGroup">
                            <p:stCondLst>
                              <p:cond delay="4000"/>
                            </p:stCondLst>
                            <p:childTnLst>
                              <p:par>
                                <p:cTn id="43" presetID="22" presetClass="entr" presetSubtype="1" fill="hold" grpId="0" nodeType="afterEffect">
                                  <p:stCondLst>
                                    <p:cond delay="0"/>
                                  </p:stCondLst>
                                  <p:childTnLst>
                                    <p:set>
                                      <p:cBhvr>
                                        <p:cTn id="44" dur="1" fill="hold">
                                          <p:stCondLst>
                                            <p:cond delay="0"/>
                                          </p:stCondLst>
                                        </p:cTn>
                                        <p:tgtEl>
                                          <p:spTgt spid="223244"/>
                                        </p:tgtEl>
                                        <p:attrNameLst>
                                          <p:attrName>style.visibility</p:attrName>
                                        </p:attrNameLst>
                                      </p:cBhvr>
                                      <p:to>
                                        <p:strVal val="visible"/>
                                      </p:to>
                                    </p:set>
                                    <p:animEffect transition="in" filter="wipe(up)">
                                      <p:cBhvr>
                                        <p:cTn id="45" dur="500"/>
                                        <p:tgtEl>
                                          <p:spTgt spid="22324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223245"/>
                                        </p:tgtEl>
                                        <p:attrNameLst>
                                          <p:attrName>style.visibility</p:attrName>
                                        </p:attrNameLst>
                                      </p:cBhvr>
                                      <p:to>
                                        <p:strVal val="visible"/>
                                      </p:to>
                                    </p:set>
                                    <p:animEffect transition="in" filter="slide(fromLeft)">
                                      <p:cBhvr>
                                        <p:cTn id="50" dur="500"/>
                                        <p:tgtEl>
                                          <p:spTgt spid="223245"/>
                                        </p:tgtEl>
                                      </p:cBhvr>
                                    </p:animEffect>
                                  </p:childTnLst>
                                </p:cTn>
                              </p:par>
                            </p:childTnLst>
                          </p:cTn>
                        </p:par>
                        <p:par>
                          <p:cTn id="51" fill="hold" nodeType="afterGroup">
                            <p:stCondLst>
                              <p:cond delay="500"/>
                            </p:stCondLst>
                            <p:childTnLst>
                              <p:par>
                                <p:cTn id="52" presetID="12" presetClass="entr" presetSubtype="8" fill="hold" grpId="0" nodeType="afterEffect">
                                  <p:stCondLst>
                                    <p:cond delay="0"/>
                                  </p:stCondLst>
                                  <p:childTnLst>
                                    <p:set>
                                      <p:cBhvr>
                                        <p:cTn id="53" dur="1" fill="hold">
                                          <p:stCondLst>
                                            <p:cond delay="0"/>
                                          </p:stCondLst>
                                        </p:cTn>
                                        <p:tgtEl>
                                          <p:spTgt spid="223246"/>
                                        </p:tgtEl>
                                        <p:attrNameLst>
                                          <p:attrName>style.visibility</p:attrName>
                                        </p:attrNameLst>
                                      </p:cBhvr>
                                      <p:to>
                                        <p:strVal val="visible"/>
                                      </p:to>
                                    </p:set>
                                    <p:animEffect transition="in" filter="slide(fromLeft)">
                                      <p:cBhvr>
                                        <p:cTn id="54" dur="500"/>
                                        <p:tgtEl>
                                          <p:spTgt spid="223246"/>
                                        </p:tgtEl>
                                      </p:cBhvr>
                                    </p:animEffect>
                                  </p:childTnLst>
                                </p:cTn>
                              </p:par>
                            </p:childTnLst>
                          </p:cTn>
                        </p:par>
                        <p:par>
                          <p:cTn id="55" fill="hold" nodeType="afterGroup">
                            <p:stCondLst>
                              <p:cond delay="1000"/>
                            </p:stCondLst>
                            <p:childTnLst>
                              <p:par>
                                <p:cTn id="56" presetID="12" presetClass="entr" presetSubtype="8" fill="hold" grpId="0" nodeType="afterEffect">
                                  <p:stCondLst>
                                    <p:cond delay="0"/>
                                  </p:stCondLst>
                                  <p:childTnLst>
                                    <p:set>
                                      <p:cBhvr>
                                        <p:cTn id="57" dur="1" fill="hold">
                                          <p:stCondLst>
                                            <p:cond delay="0"/>
                                          </p:stCondLst>
                                        </p:cTn>
                                        <p:tgtEl>
                                          <p:spTgt spid="223247"/>
                                        </p:tgtEl>
                                        <p:attrNameLst>
                                          <p:attrName>style.visibility</p:attrName>
                                        </p:attrNameLst>
                                      </p:cBhvr>
                                      <p:to>
                                        <p:strVal val="visible"/>
                                      </p:to>
                                    </p:set>
                                    <p:animEffect transition="in" filter="slide(fromLeft)">
                                      <p:cBhvr>
                                        <p:cTn id="58" dur="500"/>
                                        <p:tgtEl>
                                          <p:spTgt spid="223247"/>
                                        </p:tgtEl>
                                      </p:cBhvr>
                                    </p:animEffect>
                                  </p:childTnLst>
                                </p:cTn>
                              </p:par>
                            </p:childTnLst>
                          </p:cTn>
                        </p:par>
                        <p:par>
                          <p:cTn id="59" fill="hold" nodeType="afterGroup">
                            <p:stCondLst>
                              <p:cond delay="1500"/>
                            </p:stCondLst>
                            <p:childTnLst>
                              <p:par>
                                <p:cTn id="60" presetID="12" presetClass="entr" presetSubtype="8" fill="hold" grpId="0" nodeType="afterEffect">
                                  <p:stCondLst>
                                    <p:cond delay="0"/>
                                  </p:stCondLst>
                                  <p:childTnLst>
                                    <p:set>
                                      <p:cBhvr>
                                        <p:cTn id="61" dur="1" fill="hold">
                                          <p:stCondLst>
                                            <p:cond delay="0"/>
                                          </p:stCondLst>
                                        </p:cTn>
                                        <p:tgtEl>
                                          <p:spTgt spid="223248"/>
                                        </p:tgtEl>
                                        <p:attrNameLst>
                                          <p:attrName>style.visibility</p:attrName>
                                        </p:attrNameLst>
                                      </p:cBhvr>
                                      <p:to>
                                        <p:strVal val="visible"/>
                                      </p:to>
                                    </p:set>
                                    <p:animEffect transition="in" filter="slide(fromLeft)">
                                      <p:cBhvr>
                                        <p:cTn id="62" dur="500"/>
                                        <p:tgtEl>
                                          <p:spTgt spid="223248"/>
                                        </p:tgtEl>
                                      </p:cBhvr>
                                    </p:animEffect>
                                  </p:childTnLst>
                                </p:cTn>
                              </p:par>
                            </p:childTnLst>
                          </p:cTn>
                        </p:par>
                        <p:par>
                          <p:cTn id="63" fill="hold" nodeType="afterGroup">
                            <p:stCondLst>
                              <p:cond delay="2000"/>
                            </p:stCondLst>
                            <p:childTnLst>
                              <p:par>
                                <p:cTn id="64" presetID="12" presetClass="entr" presetSubtype="8" fill="hold" grpId="0" nodeType="afterEffect">
                                  <p:stCondLst>
                                    <p:cond delay="0"/>
                                  </p:stCondLst>
                                  <p:childTnLst>
                                    <p:set>
                                      <p:cBhvr>
                                        <p:cTn id="65" dur="1" fill="hold">
                                          <p:stCondLst>
                                            <p:cond delay="0"/>
                                          </p:stCondLst>
                                        </p:cTn>
                                        <p:tgtEl>
                                          <p:spTgt spid="223249"/>
                                        </p:tgtEl>
                                        <p:attrNameLst>
                                          <p:attrName>style.visibility</p:attrName>
                                        </p:attrNameLst>
                                      </p:cBhvr>
                                      <p:to>
                                        <p:strVal val="visible"/>
                                      </p:to>
                                    </p:set>
                                    <p:animEffect transition="in" filter="slide(fromLeft)">
                                      <p:cBhvr>
                                        <p:cTn id="66" dur="500"/>
                                        <p:tgtEl>
                                          <p:spTgt spid="22324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7" presetClass="entr" presetSubtype="1" fill="hold" grpId="0" nodeType="clickEffect">
                                  <p:stCondLst>
                                    <p:cond delay="0"/>
                                  </p:stCondLst>
                                  <p:childTnLst>
                                    <p:set>
                                      <p:cBhvr>
                                        <p:cTn id="70" dur="1" fill="hold">
                                          <p:stCondLst>
                                            <p:cond delay="0"/>
                                          </p:stCondLst>
                                        </p:cTn>
                                        <p:tgtEl>
                                          <p:spTgt spid="223255"/>
                                        </p:tgtEl>
                                        <p:attrNameLst>
                                          <p:attrName>style.visibility</p:attrName>
                                        </p:attrNameLst>
                                      </p:cBhvr>
                                      <p:to>
                                        <p:strVal val="visible"/>
                                      </p:to>
                                    </p:set>
                                    <p:anim calcmode="lin" valueType="num">
                                      <p:cBhvr>
                                        <p:cTn id="71" dur="500" fill="hold"/>
                                        <p:tgtEl>
                                          <p:spTgt spid="223255"/>
                                        </p:tgtEl>
                                        <p:attrNameLst>
                                          <p:attrName>ppt_x</p:attrName>
                                        </p:attrNameLst>
                                      </p:cBhvr>
                                      <p:tavLst>
                                        <p:tav tm="0">
                                          <p:val>
                                            <p:strVal val="#ppt_x"/>
                                          </p:val>
                                        </p:tav>
                                        <p:tav tm="100000">
                                          <p:val>
                                            <p:strVal val="#ppt_x"/>
                                          </p:val>
                                        </p:tav>
                                      </p:tavLst>
                                    </p:anim>
                                    <p:anim calcmode="lin" valueType="num">
                                      <p:cBhvr>
                                        <p:cTn id="72" dur="500" fill="hold"/>
                                        <p:tgtEl>
                                          <p:spTgt spid="223255"/>
                                        </p:tgtEl>
                                        <p:attrNameLst>
                                          <p:attrName>ppt_y</p:attrName>
                                        </p:attrNameLst>
                                      </p:cBhvr>
                                      <p:tavLst>
                                        <p:tav tm="0">
                                          <p:val>
                                            <p:strVal val="#ppt_y-#ppt_h/2"/>
                                          </p:val>
                                        </p:tav>
                                        <p:tav tm="100000">
                                          <p:val>
                                            <p:strVal val="#ppt_y"/>
                                          </p:val>
                                        </p:tav>
                                      </p:tavLst>
                                    </p:anim>
                                    <p:anim calcmode="lin" valueType="num">
                                      <p:cBhvr>
                                        <p:cTn id="73" dur="500" fill="hold"/>
                                        <p:tgtEl>
                                          <p:spTgt spid="223255"/>
                                        </p:tgtEl>
                                        <p:attrNameLst>
                                          <p:attrName>ppt_w</p:attrName>
                                        </p:attrNameLst>
                                      </p:cBhvr>
                                      <p:tavLst>
                                        <p:tav tm="0">
                                          <p:val>
                                            <p:strVal val="#ppt_w"/>
                                          </p:val>
                                        </p:tav>
                                        <p:tav tm="100000">
                                          <p:val>
                                            <p:strVal val="#ppt_w"/>
                                          </p:val>
                                        </p:tav>
                                      </p:tavLst>
                                    </p:anim>
                                    <p:anim calcmode="lin" valueType="num">
                                      <p:cBhvr>
                                        <p:cTn id="74" dur="500" fill="hold"/>
                                        <p:tgtEl>
                                          <p:spTgt spid="223255"/>
                                        </p:tgtEl>
                                        <p:attrNameLst>
                                          <p:attrName>ppt_h</p:attrName>
                                        </p:attrNameLst>
                                      </p:cBhvr>
                                      <p:tavLst>
                                        <p:tav tm="0">
                                          <p:val>
                                            <p:fltVal val="0"/>
                                          </p:val>
                                        </p:tav>
                                        <p:tav tm="100000">
                                          <p:val>
                                            <p:strVal val="#ppt_h"/>
                                          </p:val>
                                        </p:tav>
                                      </p:tavLst>
                                    </p:anim>
                                  </p:childTnLst>
                                </p:cTn>
                              </p:par>
                            </p:childTnLst>
                          </p:cTn>
                        </p:par>
                        <p:par>
                          <p:cTn id="75" fill="hold" nodeType="afterGroup">
                            <p:stCondLst>
                              <p:cond delay="500"/>
                            </p:stCondLst>
                            <p:childTnLst>
                              <p:par>
                                <p:cTn id="76" presetID="12" presetClass="entr" presetSubtype="1" fill="hold" grpId="0" nodeType="afterEffect">
                                  <p:stCondLst>
                                    <p:cond delay="0"/>
                                  </p:stCondLst>
                                  <p:childTnLst>
                                    <p:set>
                                      <p:cBhvr>
                                        <p:cTn id="77" dur="1" fill="hold">
                                          <p:stCondLst>
                                            <p:cond delay="0"/>
                                          </p:stCondLst>
                                        </p:cTn>
                                        <p:tgtEl>
                                          <p:spTgt spid="223254"/>
                                        </p:tgtEl>
                                        <p:attrNameLst>
                                          <p:attrName>style.visibility</p:attrName>
                                        </p:attrNameLst>
                                      </p:cBhvr>
                                      <p:to>
                                        <p:strVal val="visible"/>
                                      </p:to>
                                    </p:set>
                                    <p:animEffect transition="in" filter="slide(fromTop)">
                                      <p:cBhvr>
                                        <p:cTn id="78" dur="500"/>
                                        <p:tgtEl>
                                          <p:spTgt spid="22325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223257"/>
                                        </p:tgtEl>
                                        <p:attrNameLst>
                                          <p:attrName>style.visibility</p:attrName>
                                        </p:attrNameLst>
                                      </p:cBhvr>
                                      <p:to>
                                        <p:strVal val="visible"/>
                                      </p:to>
                                    </p:set>
                                  </p:childTnLst>
                                </p:cTn>
                              </p:par>
                            </p:childTnLst>
                          </p:cTn>
                        </p:par>
                        <p:par>
                          <p:cTn id="83" fill="hold" nodeType="afterGroup">
                            <p:stCondLst>
                              <p:cond delay="500"/>
                            </p:stCondLst>
                            <p:childTnLst>
                              <p:par>
                                <p:cTn id="84" presetID="1" presetClass="entr" presetSubtype="0" fill="hold" grpId="0" nodeType="afterEffect">
                                  <p:stCondLst>
                                    <p:cond delay="0"/>
                                  </p:stCondLst>
                                  <p:childTnLst>
                                    <p:set>
                                      <p:cBhvr>
                                        <p:cTn id="85" dur="1" fill="hold">
                                          <p:stCondLst>
                                            <p:cond delay="499"/>
                                          </p:stCondLst>
                                        </p:cTn>
                                        <p:tgtEl>
                                          <p:spTgt spid="223256"/>
                                        </p:tgtEl>
                                        <p:attrNameLst>
                                          <p:attrName>style.visibility</p:attrName>
                                        </p:attrNameLst>
                                      </p:cBhvr>
                                      <p:to>
                                        <p:strVal val="visible"/>
                                      </p:to>
                                    </p:set>
                                  </p:childTnLst>
                                </p:cTn>
                              </p:par>
                            </p:childTnLst>
                          </p:cTn>
                        </p:par>
                        <p:par>
                          <p:cTn id="86" fill="hold" nodeType="afterGroup">
                            <p:stCondLst>
                              <p:cond delay="1000"/>
                            </p:stCondLst>
                            <p:childTnLst>
                              <p:par>
                                <p:cTn id="87" presetID="17" presetClass="entr" presetSubtype="1" fill="hold" grpId="0" nodeType="afterEffect">
                                  <p:stCondLst>
                                    <p:cond delay="0"/>
                                  </p:stCondLst>
                                  <p:childTnLst>
                                    <p:set>
                                      <p:cBhvr>
                                        <p:cTn id="88" dur="1" fill="hold">
                                          <p:stCondLst>
                                            <p:cond delay="0"/>
                                          </p:stCondLst>
                                        </p:cTn>
                                        <p:tgtEl>
                                          <p:spTgt spid="223250"/>
                                        </p:tgtEl>
                                        <p:attrNameLst>
                                          <p:attrName>style.visibility</p:attrName>
                                        </p:attrNameLst>
                                      </p:cBhvr>
                                      <p:to>
                                        <p:strVal val="visible"/>
                                      </p:to>
                                    </p:set>
                                    <p:anim calcmode="lin" valueType="num">
                                      <p:cBhvr>
                                        <p:cTn id="89" dur="500" fill="hold"/>
                                        <p:tgtEl>
                                          <p:spTgt spid="223250"/>
                                        </p:tgtEl>
                                        <p:attrNameLst>
                                          <p:attrName>ppt_x</p:attrName>
                                        </p:attrNameLst>
                                      </p:cBhvr>
                                      <p:tavLst>
                                        <p:tav tm="0">
                                          <p:val>
                                            <p:strVal val="#ppt_x"/>
                                          </p:val>
                                        </p:tav>
                                        <p:tav tm="100000">
                                          <p:val>
                                            <p:strVal val="#ppt_x"/>
                                          </p:val>
                                        </p:tav>
                                      </p:tavLst>
                                    </p:anim>
                                    <p:anim calcmode="lin" valueType="num">
                                      <p:cBhvr>
                                        <p:cTn id="90" dur="500" fill="hold"/>
                                        <p:tgtEl>
                                          <p:spTgt spid="223250"/>
                                        </p:tgtEl>
                                        <p:attrNameLst>
                                          <p:attrName>ppt_y</p:attrName>
                                        </p:attrNameLst>
                                      </p:cBhvr>
                                      <p:tavLst>
                                        <p:tav tm="0">
                                          <p:val>
                                            <p:strVal val="#ppt_y-#ppt_h/2"/>
                                          </p:val>
                                        </p:tav>
                                        <p:tav tm="100000">
                                          <p:val>
                                            <p:strVal val="#ppt_y"/>
                                          </p:val>
                                        </p:tav>
                                      </p:tavLst>
                                    </p:anim>
                                    <p:anim calcmode="lin" valueType="num">
                                      <p:cBhvr>
                                        <p:cTn id="91" dur="500" fill="hold"/>
                                        <p:tgtEl>
                                          <p:spTgt spid="223250"/>
                                        </p:tgtEl>
                                        <p:attrNameLst>
                                          <p:attrName>ppt_w</p:attrName>
                                        </p:attrNameLst>
                                      </p:cBhvr>
                                      <p:tavLst>
                                        <p:tav tm="0">
                                          <p:val>
                                            <p:strVal val="#ppt_w"/>
                                          </p:val>
                                        </p:tav>
                                        <p:tav tm="100000">
                                          <p:val>
                                            <p:strVal val="#ppt_w"/>
                                          </p:val>
                                        </p:tav>
                                      </p:tavLst>
                                    </p:anim>
                                    <p:anim calcmode="lin" valueType="num">
                                      <p:cBhvr>
                                        <p:cTn id="92" dur="500" fill="hold"/>
                                        <p:tgtEl>
                                          <p:spTgt spid="223250"/>
                                        </p:tgtEl>
                                        <p:attrNameLst>
                                          <p:attrName>ppt_h</p:attrName>
                                        </p:attrNameLst>
                                      </p:cBhvr>
                                      <p:tavLst>
                                        <p:tav tm="0">
                                          <p:val>
                                            <p:fltVal val="0"/>
                                          </p:val>
                                        </p:tav>
                                        <p:tav tm="100000">
                                          <p:val>
                                            <p:strVal val="#ppt_h"/>
                                          </p:val>
                                        </p:tav>
                                      </p:tavLst>
                                    </p:anim>
                                  </p:childTnLst>
                                </p:cTn>
                              </p:par>
                            </p:childTnLst>
                          </p:cTn>
                        </p:par>
                        <p:par>
                          <p:cTn id="93" fill="hold" nodeType="afterGroup">
                            <p:stCondLst>
                              <p:cond delay="1500"/>
                            </p:stCondLst>
                            <p:childTnLst>
                              <p:par>
                                <p:cTn id="94" presetID="12" presetClass="entr" presetSubtype="1" fill="hold" grpId="0" nodeType="afterEffect">
                                  <p:stCondLst>
                                    <p:cond delay="0"/>
                                  </p:stCondLst>
                                  <p:childTnLst>
                                    <p:set>
                                      <p:cBhvr>
                                        <p:cTn id="95" dur="1" fill="hold">
                                          <p:stCondLst>
                                            <p:cond delay="0"/>
                                          </p:stCondLst>
                                        </p:cTn>
                                        <p:tgtEl>
                                          <p:spTgt spid="223252"/>
                                        </p:tgtEl>
                                        <p:attrNameLst>
                                          <p:attrName>style.visibility</p:attrName>
                                        </p:attrNameLst>
                                      </p:cBhvr>
                                      <p:to>
                                        <p:strVal val="visible"/>
                                      </p:to>
                                    </p:set>
                                    <p:animEffect transition="in" filter="slide(fromTop)">
                                      <p:cBhvr>
                                        <p:cTn id="96" dur="500"/>
                                        <p:tgtEl>
                                          <p:spTgt spid="22325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1" fill="hold" grpId="0" nodeType="clickEffect">
                                  <p:stCondLst>
                                    <p:cond delay="0"/>
                                  </p:stCondLst>
                                  <p:childTnLst>
                                    <p:set>
                                      <p:cBhvr>
                                        <p:cTn id="100" dur="1" fill="hold">
                                          <p:stCondLst>
                                            <p:cond delay="0"/>
                                          </p:stCondLst>
                                        </p:cTn>
                                        <p:tgtEl>
                                          <p:spTgt spid="223259"/>
                                        </p:tgtEl>
                                        <p:attrNameLst>
                                          <p:attrName>style.visibility</p:attrName>
                                        </p:attrNameLst>
                                      </p:cBhvr>
                                      <p:to>
                                        <p:strVal val="visible"/>
                                      </p:to>
                                    </p:set>
                                    <p:anim calcmode="lin" valueType="num">
                                      <p:cBhvr>
                                        <p:cTn id="101" dur="500" fill="hold"/>
                                        <p:tgtEl>
                                          <p:spTgt spid="223259"/>
                                        </p:tgtEl>
                                        <p:attrNameLst>
                                          <p:attrName>ppt_x</p:attrName>
                                        </p:attrNameLst>
                                      </p:cBhvr>
                                      <p:tavLst>
                                        <p:tav tm="0">
                                          <p:val>
                                            <p:strVal val="#ppt_x"/>
                                          </p:val>
                                        </p:tav>
                                        <p:tav tm="100000">
                                          <p:val>
                                            <p:strVal val="#ppt_x"/>
                                          </p:val>
                                        </p:tav>
                                      </p:tavLst>
                                    </p:anim>
                                    <p:anim calcmode="lin" valueType="num">
                                      <p:cBhvr>
                                        <p:cTn id="102" dur="500" fill="hold"/>
                                        <p:tgtEl>
                                          <p:spTgt spid="223259"/>
                                        </p:tgtEl>
                                        <p:attrNameLst>
                                          <p:attrName>ppt_y</p:attrName>
                                        </p:attrNameLst>
                                      </p:cBhvr>
                                      <p:tavLst>
                                        <p:tav tm="0">
                                          <p:val>
                                            <p:strVal val="#ppt_y-#ppt_h/2"/>
                                          </p:val>
                                        </p:tav>
                                        <p:tav tm="100000">
                                          <p:val>
                                            <p:strVal val="#ppt_y"/>
                                          </p:val>
                                        </p:tav>
                                      </p:tavLst>
                                    </p:anim>
                                    <p:anim calcmode="lin" valueType="num">
                                      <p:cBhvr>
                                        <p:cTn id="103" dur="500" fill="hold"/>
                                        <p:tgtEl>
                                          <p:spTgt spid="223259"/>
                                        </p:tgtEl>
                                        <p:attrNameLst>
                                          <p:attrName>ppt_w</p:attrName>
                                        </p:attrNameLst>
                                      </p:cBhvr>
                                      <p:tavLst>
                                        <p:tav tm="0">
                                          <p:val>
                                            <p:strVal val="#ppt_w"/>
                                          </p:val>
                                        </p:tav>
                                        <p:tav tm="100000">
                                          <p:val>
                                            <p:strVal val="#ppt_w"/>
                                          </p:val>
                                        </p:tav>
                                      </p:tavLst>
                                    </p:anim>
                                    <p:anim calcmode="lin" valueType="num">
                                      <p:cBhvr>
                                        <p:cTn id="104" dur="500" fill="hold"/>
                                        <p:tgtEl>
                                          <p:spTgt spid="223259"/>
                                        </p:tgtEl>
                                        <p:attrNameLst>
                                          <p:attrName>ppt_h</p:attrName>
                                        </p:attrNameLst>
                                      </p:cBhvr>
                                      <p:tavLst>
                                        <p:tav tm="0">
                                          <p:val>
                                            <p:fltVal val="0"/>
                                          </p:val>
                                        </p:tav>
                                        <p:tav tm="100000">
                                          <p:val>
                                            <p:strVal val="#ppt_h"/>
                                          </p:val>
                                        </p:tav>
                                      </p:tavLst>
                                    </p:anim>
                                  </p:childTnLst>
                                </p:cTn>
                              </p:par>
                            </p:childTnLst>
                          </p:cTn>
                        </p:par>
                        <p:par>
                          <p:cTn id="105" fill="hold" nodeType="afterGroup">
                            <p:stCondLst>
                              <p:cond delay="500"/>
                            </p:stCondLst>
                            <p:childTnLst>
                              <p:par>
                                <p:cTn id="106" presetID="12" presetClass="entr" presetSubtype="1" fill="hold" grpId="0" nodeType="afterEffect">
                                  <p:stCondLst>
                                    <p:cond delay="0"/>
                                  </p:stCondLst>
                                  <p:childTnLst>
                                    <p:set>
                                      <p:cBhvr>
                                        <p:cTn id="107" dur="1" fill="hold">
                                          <p:stCondLst>
                                            <p:cond delay="0"/>
                                          </p:stCondLst>
                                        </p:cTn>
                                        <p:tgtEl>
                                          <p:spTgt spid="223258"/>
                                        </p:tgtEl>
                                        <p:attrNameLst>
                                          <p:attrName>style.visibility</p:attrName>
                                        </p:attrNameLst>
                                      </p:cBhvr>
                                      <p:to>
                                        <p:strVal val="visible"/>
                                      </p:to>
                                    </p:set>
                                    <p:animEffect transition="in" filter="slide(fromTop)">
                                      <p:cBhvr>
                                        <p:cTn id="108" dur="500"/>
                                        <p:tgtEl>
                                          <p:spTgt spid="223258"/>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223260"/>
                                        </p:tgtEl>
                                        <p:attrNameLst>
                                          <p:attrName>style.visibility</p:attrName>
                                        </p:attrNameLst>
                                      </p:cBhvr>
                                      <p:to>
                                        <p:strVal val="visible"/>
                                      </p:to>
                                    </p:set>
                                  </p:childTnLst>
                                </p:cTn>
                              </p:par>
                            </p:childTnLst>
                          </p:cTn>
                        </p:par>
                        <p:par>
                          <p:cTn id="113" fill="hold" nodeType="afterGroup">
                            <p:stCondLst>
                              <p:cond delay="500"/>
                            </p:stCondLst>
                            <p:childTnLst>
                              <p:par>
                                <p:cTn id="114" presetID="17" presetClass="entr" presetSubtype="1" fill="hold" grpId="0" nodeType="afterEffect">
                                  <p:stCondLst>
                                    <p:cond delay="0"/>
                                  </p:stCondLst>
                                  <p:childTnLst>
                                    <p:set>
                                      <p:cBhvr>
                                        <p:cTn id="115" dur="1" fill="hold">
                                          <p:stCondLst>
                                            <p:cond delay="0"/>
                                          </p:stCondLst>
                                        </p:cTn>
                                        <p:tgtEl>
                                          <p:spTgt spid="223251"/>
                                        </p:tgtEl>
                                        <p:attrNameLst>
                                          <p:attrName>style.visibility</p:attrName>
                                        </p:attrNameLst>
                                      </p:cBhvr>
                                      <p:to>
                                        <p:strVal val="visible"/>
                                      </p:to>
                                    </p:set>
                                    <p:anim calcmode="lin" valueType="num">
                                      <p:cBhvr>
                                        <p:cTn id="116" dur="500" fill="hold"/>
                                        <p:tgtEl>
                                          <p:spTgt spid="223251"/>
                                        </p:tgtEl>
                                        <p:attrNameLst>
                                          <p:attrName>ppt_x</p:attrName>
                                        </p:attrNameLst>
                                      </p:cBhvr>
                                      <p:tavLst>
                                        <p:tav tm="0">
                                          <p:val>
                                            <p:strVal val="#ppt_x"/>
                                          </p:val>
                                        </p:tav>
                                        <p:tav tm="100000">
                                          <p:val>
                                            <p:strVal val="#ppt_x"/>
                                          </p:val>
                                        </p:tav>
                                      </p:tavLst>
                                    </p:anim>
                                    <p:anim calcmode="lin" valueType="num">
                                      <p:cBhvr>
                                        <p:cTn id="117" dur="500" fill="hold"/>
                                        <p:tgtEl>
                                          <p:spTgt spid="223251"/>
                                        </p:tgtEl>
                                        <p:attrNameLst>
                                          <p:attrName>ppt_y</p:attrName>
                                        </p:attrNameLst>
                                      </p:cBhvr>
                                      <p:tavLst>
                                        <p:tav tm="0">
                                          <p:val>
                                            <p:strVal val="#ppt_y-#ppt_h/2"/>
                                          </p:val>
                                        </p:tav>
                                        <p:tav tm="100000">
                                          <p:val>
                                            <p:strVal val="#ppt_y"/>
                                          </p:val>
                                        </p:tav>
                                      </p:tavLst>
                                    </p:anim>
                                    <p:anim calcmode="lin" valueType="num">
                                      <p:cBhvr>
                                        <p:cTn id="118" dur="500" fill="hold"/>
                                        <p:tgtEl>
                                          <p:spTgt spid="223251"/>
                                        </p:tgtEl>
                                        <p:attrNameLst>
                                          <p:attrName>ppt_w</p:attrName>
                                        </p:attrNameLst>
                                      </p:cBhvr>
                                      <p:tavLst>
                                        <p:tav tm="0">
                                          <p:val>
                                            <p:strVal val="#ppt_w"/>
                                          </p:val>
                                        </p:tav>
                                        <p:tav tm="100000">
                                          <p:val>
                                            <p:strVal val="#ppt_w"/>
                                          </p:val>
                                        </p:tav>
                                      </p:tavLst>
                                    </p:anim>
                                    <p:anim calcmode="lin" valueType="num">
                                      <p:cBhvr>
                                        <p:cTn id="119" dur="500" fill="hold"/>
                                        <p:tgtEl>
                                          <p:spTgt spid="223251"/>
                                        </p:tgtEl>
                                        <p:attrNameLst>
                                          <p:attrName>ppt_h</p:attrName>
                                        </p:attrNameLst>
                                      </p:cBhvr>
                                      <p:tavLst>
                                        <p:tav tm="0">
                                          <p:val>
                                            <p:fltVal val="0"/>
                                          </p:val>
                                        </p:tav>
                                        <p:tav tm="100000">
                                          <p:val>
                                            <p:strVal val="#ppt_h"/>
                                          </p:val>
                                        </p:tav>
                                      </p:tavLst>
                                    </p:anim>
                                  </p:childTnLst>
                                </p:cTn>
                              </p:par>
                            </p:childTnLst>
                          </p:cTn>
                        </p:par>
                        <p:par>
                          <p:cTn id="120" fill="hold" nodeType="afterGroup">
                            <p:stCondLst>
                              <p:cond delay="1000"/>
                            </p:stCondLst>
                            <p:childTnLst>
                              <p:par>
                                <p:cTn id="121" presetID="12" presetClass="entr" presetSubtype="1" fill="hold" grpId="0" nodeType="afterEffect">
                                  <p:stCondLst>
                                    <p:cond delay="0"/>
                                  </p:stCondLst>
                                  <p:childTnLst>
                                    <p:set>
                                      <p:cBhvr>
                                        <p:cTn id="122" dur="1" fill="hold">
                                          <p:stCondLst>
                                            <p:cond delay="0"/>
                                          </p:stCondLst>
                                        </p:cTn>
                                        <p:tgtEl>
                                          <p:spTgt spid="223253"/>
                                        </p:tgtEl>
                                        <p:attrNameLst>
                                          <p:attrName>style.visibility</p:attrName>
                                        </p:attrNameLst>
                                      </p:cBhvr>
                                      <p:to>
                                        <p:strVal val="visible"/>
                                      </p:to>
                                    </p:set>
                                    <p:animEffect transition="in" filter="slide(fromTop)">
                                      <p:cBhvr>
                                        <p:cTn id="123" dur="500"/>
                                        <p:tgtEl>
                                          <p:spTgt spid="22325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iterate type="wd">
                                    <p:tmPct val="100000"/>
                                  </p:iterate>
                                  <p:childTnLst>
                                    <p:set>
                                      <p:cBhvr>
                                        <p:cTn id="127" dur="1" fill="hold">
                                          <p:stCondLst>
                                            <p:cond delay="0"/>
                                          </p:stCondLst>
                                        </p:cTn>
                                        <p:tgtEl>
                                          <p:spTgt spid="223261"/>
                                        </p:tgtEl>
                                        <p:attrNameLst>
                                          <p:attrName>style.visibility</p:attrName>
                                        </p:attrNameLst>
                                      </p:cBhvr>
                                      <p:to>
                                        <p:strVal val="visible"/>
                                      </p:to>
                                    </p:set>
                                    <p:animEffect transition="in" filter="wipe(left)">
                                      <p:cBhvr>
                                        <p:cTn id="128" dur="300"/>
                                        <p:tgtEl>
                                          <p:spTgt spid="223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autoUpdateAnimBg="0"/>
      <p:bldP spid="223236" grpId="0" animBg="1" autoUpdateAnimBg="0"/>
      <p:bldP spid="223237" grpId="0" animBg="1"/>
      <p:bldP spid="223238" grpId="0" animBg="1"/>
      <p:bldP spid="223239" grpId="0" animBg="1"/>
      <p:bldP spid="223240" grpId="0" autoUpdateAnimBg="0"/>
      <p:bldP spid="223241" grpId="0" animBg="1"/>
      <p:bldP spid="223242" grpId="0" animBg="1"/>
      <p:bldP spid="223243" grpId="0" autoUpdateAnimBg="0"/>
      <p:bldP spid="223244" grpId="0" autoUpdateAnimBg="0"/>
      <p:bldP spid="223245" grpId="0" animBg="1" autoUpdateAnimBg="0"/>
      <p:bldP spid="223246" grpId="0" animBg="1"/>
      <p:bldP spid="223247" grpId="0" animBg="1"/>
      <p:bldP spid="223248" grpId="0" animBg="1"/>
      <p:bldP spid="223249" grpId="0" autoUpdateAnimBg="0"/>
      <p:bldP spid="223250" grpId="0" animBg="1"/>
      <p:bldP spid="223251" grpId="0" animBg="1"/>
      <p:bldP spid="223252" grpId="0" autoUpdateAnimBg="0"/>
      <p:bldP spid="223253" grpId="0" autoUpdateAnimBg="0"/>
      <p:bldP spid="223254" grpId="0" autoUpdateAnimBg="0"/>
      <p:bldP spid="223255" grpId="0" animBg="1"/>
      <p:bldP spid="223256" grpId="0" animBg="1"/>
      <p:bldP spid="223257" grpId="0" animBg="1"/>
      <p:bldP spid="223258" grpId="0" autoUpdateAnimBg="0"/>
      <p:bldP spid="223259" grpId="0" animBg="1"/>
      <p:bldP spid="223260" grpId="0" animBg="1"/>
      <p:bldP spid="223261"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Text Box 2"/>
          <p:cNvSpPr txBox="1">
            <a:spLocks noChangeArrowheads="1"/>
          </p:cNvSpPr>
          <p:nvPr/>
        </p:nvSpPr>
        <p:spPr bwMode="auto">
          <a:xfrm>
            <a:off x="333375" y="1343025"/>
            <a:ext cx="8505825"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a:solidFill>
                  <a:srgbClr val="FF3300"/>
                </a:solidFill>
                <a:latin typeface="Times New Roman" charset="0"/>
              </a:rPr>
              <a:t>BiTNode</a:t>
            </a:r>
            <a:r>
              <a:rPr kumimoji="1" lang="en-US" altLang="zh-CN" sz="3600">
                <a:latin typeface="Times New Roman" charset="0"/>
              </a:rPr>
              <a:t> </a:t>
            </a:r>
            <a:r>
              <a:rPr kumimoji="1" lang="en-US" altLang="zh-CN" sz="3600">
                <a:solidFill>
                  <a:srgbClr val="800000"/>
                </a:solidFill>
                <a:latin typeface="Times New Roman" charset="0"/>
              </a:rPr>
              <a:t>*GetTreeNode(TElemType </a:t>
            </a:r>
            <a:r>
              <a:rPr kumimoji="1" lang="en-US" altLang="zh-CN" sz="3600" b="1">
                <a:solidFill>
                  <a:schemeClr val="tx2"/>
                </a:solidFill>
                <a:latin typeface="Times New Roman" charset="0"/>
              </a:rPr>
              <a:t>item</a:t>
            </a:r>
            <a:r>
              <a:rPr kumimoji="1" lang="en-US" altLang="zh-CN" sz="3600">
                <a:solidFill>
                  <a:srgbClr val="800000"/>
                </a:solidFill>
                <a:latin typeface="Times New Roman" charset="0"/>
              </a:rPr>
              <a:t>,</a:t>
            </a:r>
            <a:r>
              <a:rPr kumimoji="1" lang="en-US" altLang="zh-CN" sz="3600">
                <a:latin typeface="Times New Roman" charset="0"/>
              </a:rPr>
              <a:t> </a:t>
            </a:r>
          </a:p>
          <a:p>
            <a:pPr>
              <a:lnSpc>
                <a:spcPct val="120000"/>
              </a:lnSpc>
            </a:pPr>
            <a:r>
              <a:rPr kumimoji="1" lang="en-US" altLang="zh-CN" sz="3600">
                <a:latin typeface="Times New Roman" charset="0"/>
              </a:rPr>
              <a:t>          </a:t>
            </a:r>
            <a:r>
              <a:rPr kumimoji="1" lang="en-US" altLang="zh-CN" sz="3600">
                <a:solidFill>
                  <a:srgbClr val="FF3300"/>
                </a:solidFill>
                <a:latin typeface="Times New Roman" charset="0"/>
              </a:rPr>
              <a:t>BiTNode</a:t>
            </a:r>
            <a:r>
              <a:rPr kumimoji="1" lang="en-US" altLang="zh-CN" sz="3600">
                <a:solidFill>
                  <a:srgbClr val="FF9900"/>
                </a:solidFill>
                <a:latin typeface="Times New Roman" charset="0"/>
              </a:rPr>
              <a:t> </a:t>
            </a:r>
            <a:r>
              <a:rPr kumimoji="1" lang="en-US" altLang="zh-CN" sz="3600" b="1">
                <a:solidFill>
                  <a:schemeClr val="tx2"/>
                </a:solidFill>
                <a:latin typeface="Times New Roman" charset="0"/>
              </a:rPr>
              <a:t>*lptr</a:t>
            </a:r>
            <a:r>
              <a:rPr kumimoji="1" lang="en-US" altLang="zh-CN" sz="3600">
                <a:solidFill>
                  <a:srgbClr val="800000"/>
                </a:solidFill>
                <a:latin typeface="Times New Roman" charset="0"/>
              </a:rPr>
              <a:t> , BiTNode </a:t>
            </a:r>
            <a:r>
              <a:rPr kumimoji="1" lang="en-US" altLang="zh-CN" sz="3600" b="1">
                <a:solidFill>
                  <a:schemeClr val="tx2"/>
                </a:solidFill>
                <a:latin typeface="Times New Roman" charset="0"/>
              </a:rPr>
              <a:t>*rptr</a:t>
            </a:r>
            <a:r>
              <a:rPr kumimoji="1" lang="en-US" altLang="zh-CN" sz="3600">
                <a:solidFill>
                  <a:srgbClr val="800000"/>
                </a:solidFill>
                <a:latin typeface="Times New Roman" charset="0"/>
              </a:rPr>
              <a:t> )</a:t>
            </a:r>
            <a:r>
              <a:rPr kumimoji="1" lang="en-US" altLang="zh-CN" sz="3600" b="1">
                <a:solidFill>
                  <a:srgbClr val="800000"/>
                </a:solidFill>
                <a:latin typeface="Times New Roman" charset="0"/>
              </a:rPr>
              <a:t>{</a:t>
            </a:r>
            <a:endParaRPr kumimoji="1" lang="en-US" altLang="zh-CN" sz="3600" b="1">
              <a:latin typeface="Times New Roman" charset="0"/>
            </a:endParaRPr>
          </a:p>
          <a:p>
            <a:pPr>
              <a:lnSpc>
                <a:spcPct val="120000"/>
              </a:lnSpc>
            </a:pPr>
            <a:r>
              <a:rPr kumimoji="1" lang="en-US" altLang="zh-CN" sz="3600">
                <a:latin typeface="Times New Roman" charset="0"/>
              </a:rPr>
              <a:t>    </a:t>
            </a:r>
            <a:r>
              <a:rPr kumimoji="1" lang="en-US" altLang="zh-CN" sz="3200" b="1">
                <a:solidFill>
                  <a:srgbClr val="800000"/>
                </a:solidFill>
                <a:latin typeface="Times New Roman" charset="0"/>
              </a:rPr>
              <a:t>if</a:t>
            </a:r>
            <a:r>
              <a:rPr kumimoji="1" lang="en-US" altLang="zh-CN" sz="3200">
                <a:solidFill>
                  <a:srgbClr val="800000"/>
                </a:solidFill>
                <a:latin typeface="Times New Roman" charset="0"/>
              </a:rPr>
              <a:t> (!(T = (</a:t>
            </a:r>
            <a:r>
              <a:rPr kumimoji="1" lang="en-US" altLang="zh-CN" sz="3200">
                <a:solidFill>
                  <a:srgbClr val="FF3300"/>
                </a:solidFill>
                <a:latin typeface="Times New Roman" charset="0"/>
              </a:rPr>
              <a:t>BiTNode</a:t>
            </a:r>
            <a:r>
              <a:rPr kumimoji="1" lang="en-US" altLang="zh-CN" sz="3200" b="1">
                <a:solidFill>
                  <a:srgbClr val="FF3300"/>
                </a:solidFill>
                <a:latin typeface="Times New Roman" charset="0"/>
              </a:rPr>
              <a:t>*</a:t>
            </a:r>
            <a:r>
              <a:rPr kumimoji="1" lang="en-US" altLang="zh-CN" sz="3200">
                <a:solidFill>
                  <a:srgbClr val="800000"/>
                </a:solidFill>
                <a:latin typeface="Times New Roman" charset="0"/>
              </a:rPr>
              <a:t>)</a:t>
            </a:r>
            <a:r>
              <a:rPr kumimoji="1" lang="en-US" altLang="zh-CN" sz="3200" b="1">
                <a:solidFill>
                  <a:srgbClr val="800000"/>
                </a:solidFill>
                <a:latin typeface="Times New Roman" charset="0"/>
              </a:rPr>
              <a:t>malloc</a:t>
            </a:r>
            <a:r>
              <a:rPr kumimoji="1" lang="en-US" altLang="zh-CN" sz="3200">
                <a:solidFill>
                  <a:srgbClr val="800000"/>
                </a:solidFill>
                <a:latin typeface="Times New Roman" charset="0"/>
              </a:rPr>
              <a:t>(</a:t>
            </a:r>
            <a:r>
              <a:rPr kumimoji="1" lang="en-US" altLang="zh-CN" sz="3200" b="1">
                <a:solidFill>
                  <a:srgbClr val="800000"/>
                </a:solidFill>
                <a:latin typeface="Times New Roman" charset="0"/>
              </a:rPr>
              <a:t>sizeof</a:t>
            </a:r>
            <a:r>
              <a:rPr kumimoji="1" lang="en-US" altLang="zh-CN" sz="3200">
                <a:solidFill>
                  <a:srgbClr val="800000"/>
                </a:solidFill>
                <a:latin typeface="Times New Roman" charset="0"/>
              </a:rPr>
              <a:t>(</a:t>
            </a:r>
            <a:r>
              <a:rPr kumimoji="1" lang="en-US" altLang="zh-CN" sz="3200">
                <a:solidFill>
                  <a:srgbClr val="FF3300"/>
                </a:solidFill>
                <a:latin typeface="Times New Roman" charset="0"/>
              </a:rPr>
              <a:t>BiTNode</a:t>
            </a:r>
            <a:r>
              <a:rPr kumimoji="1" lang="en-US" altLang="zh-CN" sz="3200">
                <a:solidFill>
                  <a:srgbClr val="800000"/>
                </a:solidFill>
                <a:latin typeface="Times New Roman" charset="0"/>
              </a:rPr>
              <a:t>))))</a:t>
            </a:r>
            <a:endParaRPr kumimoji="1" lang="en-US" altLang="zh-CN" sz="3600">
              <a:latin typeface="Times New Roman" charset="0"/>
            </a:endParaRPr>
          </a:p>
          <a:p>
            <a:pPr>
              <a:lnSpc>
                <a:spcPct val="120000"/>
              </a:lnSpc>
            </a:pPr>
            <a:r>
              <a:rPr kumimoji="1" lang="en-US" altLang="zh-CN" sz="3600">
                <a:latin typeface="Times New Roman" charset="0"/>
              </a:rPr>
              <a:t>       </a:t>
            </a:r>
            <a:r>
              <a:rPr kumimoji="1" lang="en-US" altLang="zh-CN" sz="3600" b="1">
                <a:solidFill>
                  <a:srgbClr val="800000"/>
                </a:solidFill>
                <a:latin typeface="Times New Roman" charset="0"/>
              </a:rPr>
              <a:t>exit</a:t>
            </a:r>
            <a:r>
              <a:rPr kumimoji="1" lang="en-US" altLang="zh-CN" sz="3600">
                <a:solidFill>
                  <a:srgbClr val="800000"/>
                </a:solidFill>
                <a:latin typeface="Times New Roman" charset="0"/>
              </a:rPr>
              <a:t>(1);</a:t>
            </a:r>
          </a:p>
          <a:p>
            <a:pPr>
              <a:lnSpc>
                <a:spcPct val="120000"/>
              </a:lnSpc>
            </a:pPr>
            <a:r>
              <a:rPr kumimoji="1" lang="en-US" altLang="zh-CN" sz="3600">
                <a:latin typeface="Times New Roman" charset="0"/>
              </a:rPr>
              <a:t>    </a:t>
            </a:r>
            <a:r>
              <a:rPr kumimoji="1" lang="en-US" altLang="zh-CN" sz="3600">
                <a:solidFill>
                  <a:schemeClr val="tx2"/>
                </a:solidFill>
                <a:latin typeface="Times New Roman" charset="0"/>
              </a:rPr>
              <a:t>T-&gt; data = </a:t>
            </a:r>
            <a:r>
              <a:rPr kumimoji="1" lang="en-US" altLang="zh-CN" sz="3600" b="1">
                <a:solidFill>
                  <a:schemeClr val="tx2"/>
                </a:solidFill>
                <a:latin typeface="Times New Roman" charset="0"/>
              </a:rPr>
              <a:t>item</a:t>
            </a:r>
            <a:r>
              <a:rPr kumimoji="1" lang="en-US" altLang="zh-CN" sz="3600">
                <a:solidFill>
                  <a:schemeClr val="tx2"/>
                </a:solidFill>
                <a:latin typeface="Times New Roman" charset="0"/>
              </a:rPr>
              <a:t>;</a:t>
            </a:r>
            <a:endParaRPr kumimoji="1" lang="en-US" altLang="zh-CN" sz="3600">
              <a:solidFill>
                <a:srgbClr val="0000CC"/>
              </a:solidFill>
              <a:latin typeface="Times New Roman" charset="0"/>
            </a:endParaRPr>
          </a:p>
          <a:p>
            <a:pPr>
              <a:lnSpc>
                <a:spcPct val="120000"/>
              </a:lnSpc>
            </a:pPr>
            <a:r>
              <a:rPr kumimoji="1" lang="en-US" altLang="zh-CN" sz="3600">
                <a:solidFill>
                  <a:srgbClr val="0000CC"/>
                </a:solidFill>
                <a:latin typeface="Times New Roman" charset="0"/>
              </a:rPr>
              <a:t>    </a:t>
            </a:r>
            <a:r>
              <a:rPr kumimoji="1" lang="en-US" altLang="zh-CN" sz="3600">
                <a:solidFill>
                  <a:schemeClr val="tx2"/>
                </a:solidFill>
                <a:latin typeface="Times New Roman" charset="0"/>
              </a:rPr>
              <a:t>T-&gt; </a:t>
            </a:r>
            <a:r>
              <a:rPr kumimoji="1" lang="en-US" altLang="zh-CN" sz="3600" b="1">
                <a:solidFill>
                  <a:schemeClr val="tx2"/>
                </a:solidFill>
                <a:latin typeface="Times New Roman" charset="0"/>
              </a:rPr>
              <a:t>l</a:t>
            </a:r>
            <a:r>
              <a:rPr kumimoji="1" lang="en-US" altLang="zh-CN" sz="3600">
                <a:solidFill>
                  <a:schemeClr val="tx2"/>
                </a:solidFill>
                <a:latin typeface="Times New Roman" charset="0"/>
              </a:rPr>
              <a:t>child =</a:t>
            </a:r>
            <a:r>
              <a:rPr kumimoji="1" lang="en-US" altLang="zh-CN" sz="3600" b="1">
                <a:solidFill>
                  <a:schemeClr val="tx2"/>
                </a:solidFill>
                <a:latin typeface="Times New Roman" charset="0"/>
              </a:rPr>
              <a:t> lptr</a:t>
            </a:r>
            <a:r>
              <a:rPr kumimoji="1" lang="en-US" altLang="zh-CN" sz="3600">
                <a:solidFill>
                  <a:schemeClr val="tx2"/>
                </a:solidFill>
                <a:latin typeface="Times New Roman" charset="0"/>
              </a:rPr>
              <a:t>;    T-&gt; </a:t>
            </a:r>
            <a:r>
              <a:rPr kumimoji="1" lang="en-US" altLang="zh-CN" sz="3600" b="1">
                <a:solidFill>
                  <a:schemeClr val="tx2"/>
                </a:solidFill>
                <a:latin typeface="Times New Roman" charset="0"/>
              </a:rPr>
              <a:t>r</a:t>
            </a:r>
            <a:r>
              <a:rPr kumimoji="1" lang="en-US" altLang="zh-CN" sz="3600">
                <a:solidFill>
                  <a:schemeClr val="tx2"/>
                </a:solidFill>
                <a:latin typeface="Times New Roman" charset="0"/>
              </a:rPr>
              <a:t>child =</a:t>
            </a:r>
            <a:r>
              <a:rPr kumimoji="1" lang="en-US" altLang="zh-CN" sz="3600" b="1">
                <a:solidFill>
                  <a:schemeClr val="tx2"/>
                </a:solidFill>
                <a:latin typeface="Times New Roman" charset="0"/>
              </a:rPr>
              <a:t> rptr</a:t>
            </a:r>
            <a:r>
              <a:rPr kumimoji="1" lang="en-US" altLang="zh-CN" sz="3600">
                <a:solidFill>
                  <a:schemeClr val="tx2"/>
                </a:solidFill>
                <a:latin typeface="Times New Roman" charset="0"/>
              </a:rPr>
              <a:t>;</a:t>
            </a:r>
            <a:endParaRPr kumimoji="1" lang="en-US" altLang="zh-CN" sz="3600">
              <a:solidFill>
                <a:srgbClr val="0000CC"/>
              </a:solidFill>
              <a:latin typeface="Times New Roman" charset="0"/>
            </a:endParaRPr>
          </a:p>
          <a:p>
            <a:pPr>
              <a:lnSpc>
                <a:spcPct val="120000"/>
              </a:lnSpc>
            </a:pPr>
            <a:r>
              <a:rPr kumimoji="1" lang="en-US" altLang="zh-CN" sz="3600">
                <a:latin typeface="Times New Roman" charset="0"/>
              </a:rPr>
              <a:t>    </a:t>
            </a:r>
            <a:r>
              <a:rPr kumimoji="1" lang="en-US" altLang="zh-CN" sz="3600" b="1">
                <a:solidFill>
                  <a:srgbClr val="800000"/>
                </a:solidFill>
                <a:latin typeface="Times New Roman" charset="0"/>
              </a:rPr>
              <a:t>return</a:t>
            </a:r>
            <a:r>
              <a:rPr kumimoji="1" lang="en-US" altLang="zh-CN" sz="3600">
                <a:solidFill>
                  <a:srgbClr val="800000"/>
                </a:solidFill>
                <a:latin typeface="Times New Roman" charset="0"/>
              </a:rPr>
              <a:t> T;</a:t>
            </a:r>
          </a:p>
          <a:p>
            <a:pPr>
              <a:lnSpc>
                <a:spcPct val="120000"/>
              </a:lnSpc>
            </a:pPr>
            <a:r>
              <a:rPr kumimoji="1" lang="en-US" altLang="zh-CN" sz="3600" b="1">
                <a:solidFill>
                  <a:srgbClr val="800000"/>
                </a:solidFill>
                <a:latin typeface="Times New Roman" charset="0"/>
              </a:rPr>
              <a:t>}</a:t>
            </a:r>
            <a:endParaRPr kumimoji="1" lang="en-US" altLang="zh-CN" sz="4000">
              <a:solidFill>
                <a:srgbClr val="800000"/>
              </a:solidFill>
              <a:latin typeface="Times New Roman" charset="0"/>
            </a:endParaRPr>
          </a:p>
        </p:txBody>
      </p:sp>
      <p:sp>
        <p:nvSpPr>
          <p:cNvPr id="224259" name="Text Box 3"/>
          <p:cNvSpPr txBox="1">
            <a:spLocks noChangeArrowheads="1"/>
          </p:cNvSpPr>
          <p:nvPr/>
        </p:nvSpPr>
        <p:spPr bwMode="auto">
          <a:xfrm>
            <a:off x="223838" y="381000"/>
            <a:ext cx="892016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b="1">
                <a:solidFill>
                  <a:srgbClr val="993366"/>
                </a:solidFill>
                <a:latin typeface="Times New Roman" charset="0"/>
              </a:rPr>
              <a:t>              </a:t>
            </a:r>
            <a:r>
              <a:rPr kumimoji="1" lang="zh-CN" altLang="en-US" sz="3200" b="1">
                <a:solidFill>
                  <a:srgbClr val="993366"/>
                </a:solidFill>
                <a:latin typeface="Times New Roman" charset="0"/>
                <a:ea typeface="楷体_GB2312" charset="0"/>
              </a:rPr>
              <a:t>生成一个二叉树的结点</a:t>
            </a:r>
          </a:p>
          <a:p>
            <a:r>
              <a:rPr kumimoji="1" lang="en-US" altLang="zh-CN" sz="3200" b="1">
                <a:solidFill>
                  <a:srgbClr val="993366"/>
                </a:solidFill>
                <a:latin typeface="Times New Roman" charset="0"/>
                <a:ea typeface="楷体_GB2312" charset="0"/>
              </a:rPr>
              <a:t>(</a:t>
            </a:r>
            <a:r>
              <a:rPr kumimoji="1" lang="zh-CN" altLang="en-US" sz="3200" b="1">
                <a:solidFill>
                  <a:srgbClr val="993366"/>
                </a:solidFill>
                <a:latin typeface="Times New Roman" charset="0"/>
                <a:ea typeface="楷体_GB2312" charset="0"/>
              </a:rPr>
              <a:t>其数据域为</a:t>
            </a:r>
            <a:r>
              <a:rPr kumimoji="1" lang="en-US" altLang="zh-CN" sz="3200" b="1">
                <a:solidFill>
                  <a:srgbClr val="993366"/>
                </a:solidFill>
                <a:latin typeface="Times New Roman" charset="0"/>
                <a:ea typeface="楷体_GB2312" charset="0"/>
              </a:rPr>
              <a:t>item,</a:t>
            </a:r>
            <a:r>
              <a:rPr kumimoji="1" lang="zh-CN" altLang="en-US" sz="3200" b="1">
                <a:solidFill>
                  <a:srgbClr val="993366"/>
                </a:solidFill>
                <a:latin typeface="Times New Roman" charset="0"/>
                <a:ea typeface="楷体_GB2312" charset="0"/>
              </a:rPr>
              <a:t>左指针域为</a:t>
            </a:r>
            <a:r>
              <a:rPr kumimoji="1" lang="en-US" altLang="zh-CN" sz="3200" b="1">
                <a:solidFill>
                  <a:srgbClr val="993366"/>
                </a:solidFill>
                <a:latin typeface="Times New Roman" charset="0"/>
                <a:ea typeface="楷体_GB2312" charset="0"/>
              </a:rPr>
              <a:t>lptr,</a:t>
            </a:r>
            <a:r>
              <a:rPr kumimoji="1" lang="zh-CN" altLang="en-US" sz="3200" b="1">
                <a:solidFill>
                  <a:srgbClr val="993366"/>
                </a:solidFill>
                <a:latin typeface="Times New Roman" charset="0"/>
                <a:ea typeface="楷体_GB2312" charset="0"/>
              </a:rPr>
              <a:t>右指针域为</a:t>
            </a:r>
            <a:r>
              <a:rPr kumimoji="1" lang="en-US" altLang="zh-CN" sz="3200" b="1">
                <a:solidFill>
                  <a:srgbClr val="993366"/>
                </a:solidFill>
                <a:latin typeface="Times New Roman" charset="0"/>
                <a:ea typeface="楷体_GB2312" charset="0"/>
              </a:rPr>
              <a:t>rptr)</a:t>
            </a:r>
            <a:endParaRPr kumimoji="1" lang="en-US" altLang="zh-CN" sz="3200">
              <a:latin typeface="Times New Roman" charset="0"/>
              <a:ea typeface="楷体_GB2312" charset="0"/>
            </a:endParaRPr>
          </a:p>
        </p:txBody>
      </p:sp>
    </p:spTree>
    <p:extLst>
      <p:ext uri="{BB962C8B-B14F-4D97-AF65-F5344CB8AC3E}">
        <p14:creationId xmlns:p14="http://schemas.microsoft.com/office/powerpoint/2010/main" val="18910384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24258"/>
                                        </p:tgtEl>
                                        <p:attrNameLst>
                                          <p:attrName>style.visibility</p:attrName>
                                        </p:attrNameLst>
                                      </p:cBhvr>
                                      <p:to>
                                        <p:strVal val="visible"/>
                                      </p:to>
                                    </p:set>
                                    <p:anim calcmode="lin" valueType="num">
                                      <p:cBhvr>
                                        <p:cTn id="7" dur="500" fill="hold"/>
                                        <p:tgtEl>
                                          <p:spTgt spid="224258"/>
                                        </p:tgtEl>
                                        <p:attrNameLst>
                                          <p:attrName>ppt_x</p:attrName>
                                        </p:attrNameLst>
                                      </p:cBhvr>
                                      <p:tavLst>
                                        <p:tav tm="0">
                                          <p:val>
                                            <p:strVal val="#ppt_x-#ppt_w/2"/>
                                          </p:val>
                                        </p:tav>
                                        <p:tav tm="100000">
                                          <p:val>
                                            <p:strVal val="#ppt_x"/>
                                          </p:val>
                                        </p:tav>
                                      </p:tavLst>
                                    </p:anim>
                                    <p:anim calcmode="lin" valueType="num">
                                      <p:cBhvr>
                                        <p:cTn id="8" dur="500" fill="hold"/>
                                        <p:tgtEl>
                                          <p:spTgt spid="224258"/>
                                        </p:tgtEl>
                                        <p:attrNameLst>
                                          <p:attrName>ppt_y</p:attrName>
                                        </p:attrNameLst>
                                      </p:cBhvr>
                                      <p:tavLst>
                                        <p:tav tm="0">
                                          <p:val>
                                            <p:strVal val="#ppt_y"/>
                                          </p:val>
                                        </p:tav>
                                        <p:tav tm="100000">
                                          <p:val>
                                            <p:strVal val="#ppt_y"/>
                                          </p:val>
                                        </p:tav>
                                      </p:tavLst>
                                    </p:anim>
                                    <p:anim calcmode="lin" valueType="num">
                                      <p:cBhvr>
                                        <p:cTn id="9" dur="500" fill="hold"/>
                                        <p:tgtEl>
                                          <p:spTgt spid="224258"/>
                                        </p:tgtEl>
                                        <p:attrNameLst>
                                          <p:attrName>ppt_w</p:attrName>
                                        </p:attrNameLst>
                                      </p:cBhvr>
                                      <p:tavLst>
                                        <p:tav tm="0">
                                          <p:val>
                                            <p:fltVal val="0"/>
                                          </p:val>
                                        </p:tav>
                                        <p:tav tm="100000">
                                          <p:val>
                                            <p:strVal val="#ppt_w"/>
                                          </p:val>
                                        </p:tav>
                                      </p:tavLst>
                                    </p:anim>
                                    <p:anim calcmode="lin" valueType="num">
                                      <p:cBhvr>
                                        <p:cTn id="10" dur="500" fill="hold"/>
                                        <p:tgtEl>
                                          <p:spTgt spid="22425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p:cNvSpPr txBox="1">
            <a:spLocks noChangeArrowheads="1"/>
          </p:cNvSpPr>
          <p:nvPr/>
        </p:nvSpPr>
        <p:spPr bwMode="auto">
          <a:xfrm>
            <a:off x="1233488" y="914400"/>
            <a:ext cx="7910512" cy="573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2800">
                <a:solidFill>
                  <a:srgbClr val="800000"/>
                </a:solidFill>
                <a:latin typeface="Times New Roman" charset="0"/>
              </a:rPr>
              <a:t>BiTNode</a:t>
            </a:r>
            <a:r>
              <a:rPr kumimoji="1" lang="en-US" altLang="zh-CN" sz="2800">
                <a:latin typeface="Times New Roman" charset="0"/>
              </a:rPr>
              <a:t> </a:t>
            </a:r>
            <a:r>
              <a:rPr kumimoji="1" lang="en-US" altLang="zh-CN" sz="2800" b="1">
                <a:solidFill>
                  <a:srgbClr val="0000FF"/>
                </a:solidFill>
                <a:latin typeface="Times New Roman" charset="0"/>
              </a:rPr>
              <a:t>*</a:t>
            </a:r>
            <a:r>
              <a:rPr kumimoji="1" lang="en-US" altLang="zh-CN" sz="2800">
                <a:solidFill>
                  <a:srgbClr val="0000FF"/>
                </a:solidFill>
                <a:latin typeface="Times New Roman" charset="0"/>
              </a:rPr>
              <a:t>CopyTree</a:t>
            </a:r>
            <a:r>
              <a:rPr kumimoji="1" lang="en-US" altLang="zh-CN" sz="2800">
                <a:solidFill>
                  <a:srgbClr val="008080"/>
                </a:solidFill>
                <a:latin typeface="Times New Roman" charset="0"/>
              </a:rPr>
              <a:t>(BiTNode </a:t>
            </a:r>
            <a:r>
              <a:rPr kumimoji="1" lang="en-US" altLang="zh-CN" sz="2800" b="1">
                <a:solidFill>
                  <a:srgbClr val="008080"/>
                </a:solidFill>
                <a:latin typeface="Times New Roman" charset="0"/>
              </a:rPr>
              <a:t>*</a:t>
            </a:r>
            <a:r>
              <a:rPr kumimoji="1" lang="en-US" altLang="zh-CN" sz="2800">
                <a:solidFill>
                  <a:srgbClr val="008080"/>
                </a:solidFill>
                <a:latin typeface="Times New Roman" charset="0"/>
              </a:rPr>
              <a:t>T) </a:t>
            </a:r>
            <a:r>
              <a:rPr kumimoji="1" lang="en-US" altLang="zh-CN" sz="2800" b="1">
                <a:solidFill>
                  <a:srgbClr val="800000"/>
                </a:solidFill>
                <a:latin typeface="Times New Roman" charset="0"/>
              </a:rPr>
              <a:t>{</a:t>
            </a:r>
            <a:r>
              <a:rPr kumimoji="1" lang="en-US" altLang="zh-CN" sz="2800" b="1">
                <a:latin typeface="Times New Roman" charset="0"/>
              </a:rPr>
              <a:t>  </a:t>
            </a:r>
          </a:p>
          <a:p>
            <a:pPr>
              <a:lnSpc>
                <a:spcPct val="120000"/>
              </a:lnSpc>
            </a:pPr>
            <a:r>
              <a:rPr kumimoji="1" lang="en-US" altLang="zh-CN" sz="2800">
                <a:latin typeface="Times New Roman" charset="0"/>
              </a:rPr>
              <a:t>    </a:t>
            </a:r>
            <a:r>
              <a:rPr kumimoji="1" lang="en-US" altLang="zh-CN" sz="2800" b="1">
                <a:solidFill>
                  <a:srgbClr val="800000"/>
                </a:solidFill>
                <a:latin typeface="Times New Roman" charset="0"/>
              </a:rPr>
              <a:t>if</a:t>
            </a:r>
            <a:r>
              <a:rPr kumimoji="1" lang="en-US" altLang="zh-CN" sz="2800">
                <a:solidFill>
                  <a:srgbClr val="800000"/>
                </a:solidFill>
                <a:latin typeface="Times New Roman" charset="0"/>
              </a:rPr>
              <a:t> (</a:t>
            </a:r>
            <a:r>
              <a:rPr kumimoji="1" lang="en-US" altLang="zh-CN" sz="2800" b="1">
                <a:solidFill>
                  <a:srgbClr val="800000"/>
                </a:solidFill>
                <a:latin typeface="Times New Roman" charset="0"/>
              </a:rPr>
              <a:t>!</a:t>
            </a:r>
            <a:r>
              <a:rPr kumimoji="1" lang="en-US" altLang="zh-CN" sz="2800">
                <a:solidFill>
                  <a:srgbClr val="800000"/>
                </a:solidFill>
                <a:latin typeface="Times New Roman" charset="0"/>
              </a:rPr>
              <a:t>T )    </a:t>
            </a:r>
            <a:r>
              <a:rPr kumimoji="1" lang="en-US" altLang="zh-CN" sz="2800" b="1">
                <a:solidFill>
                  <a:srgbClr val="800000"/>
                </a:solidFill>
                <a:latin typeface="Times New Roman" charset="0"/>
              </a:rPr>
              <a:t>return NULL</a:t>
            </a:r>
            <a:r>
              <a:rPr kumimoji="1" lang="en-US" altLang="zh-CN" sz="2800">
                <a:solidFill>
                  <a:srgbClr val="800000"/>
                </a:solidFill>
                <a:latin typeface="Times New Roman" charset="0"/>
              </a:rPr>
              <a:t>;</a:t>
            </a:r>
          </a:p>
          <a:p>
            <a:pPr>
              <a:lnSpc>
                <a:spcPct val="120000"/>
              </a:lnSpc>
            </a:pPr>
            <a:r>
              <a:rPr kumimoji="1" lang="en-US" altLang="zh-CN" sz="2800">
                <a:latin typeface="Times New Roman" charset="0"/>
              </a:rPr>
              <a:t>    </a:t>
            </a:r>
            <a:r>
              <a:rPr kumimoji="1" lang="en-US" altLang="zh-CN" sz="2800" b="1">
                <a:solidFill>
                  <a:srgbClr val="800000"/>
                </a:solidFill>
                <a:latin typeface="Times New Roman" charset="0"/>
              </a:rPr>
              <a:t>if</a:t>
            </a:r>
            <a:r>
              <a:rPr kumimoji="1" lang="en-US" altLang="zh-CN" sz="2800">
                <a:solidFill>
                  <a:srgbClr val="800000"/>
                </a:solidFill>
                <a:latin typeface="Times New Roman" charset="0"/>
              </a:rPr>
              <a:t> (T-&gt;</a:t>
            </a:r>
            <a:r>
              <a:rPr kumimoji="1" lang="en-US" altLang="zh-CN" sz="2800" b="1">
                <a:solidFill>
                  <a:srgbClr val="800000"/>
                </a:solidFill>
                <a:latin typeface="Times New Roman" charset="0"/>
              </a:rPr>
              <a:t>l</a:t>
            </a:r>
            <a:r>
              <a:rPr kumimoji="1" lang="en-US" altLang="zh-CN" sz="2800">
                <a:solidFill>
                  <a:srgbClr val="800000"/>
                </a:solidFill>
                <a:latin typeface="Times New Roman" charset="0"/>
              </a:rPr>
              <a:t>child ) </a:t>
            </a:r>
          </a:p>
          <a:p>
            <a:pPr>
              <a:lnSpc>
                <a:spcPct val="120000"/>
              </a:lnSpc>
            </a:pPr>
            <a:r>
              <a:rPr kumimoji="1" lang="en-US" altLang="zh-CN" sz="2800">
                <a:solidFill>
                  <a:srgbClr val="800000"/>
                </a:solidFill>
                <a:latin typeface="Times New Roman" charset="0"/>
              </a:rPr>
              <a:t>         </a:t>
            </a:r>
            <a:r>
              <a:rPr kumimoji="1" lang="en-US" altLang="zh-CN" sz="2800" b="1">
                <a:solidFill>
                  <a:srgbClr val="800000"/>
                </a:solidFill>
                <a:latin typeface="Times New Roman" charset="0"/>
              </a:rPr>
              <a:t>newlptr</a:t>
            </a:r>
            <a:r>
              <a:rPr kumimoji="1" lang="en-US" altLang="zh-CN" sz="2800">
                <a:solidFill>
                  <a:srgbClr val="800000"/>
                </a:solidFill>
                <a:latin typeface="Times New Roman" charset="0"/>
              </a:rPr>
              <a:t> =</a:t>
            </a:r>
            <a:r>
              <a:rPr kumimoji="1" lang="en-US" altLang="zh-CN" sz="2800">
                <a:solidFill>
                  <a:srgbClr val="0000FF"/>
                </a:solidFill>
                <a:latin typeface="Times New Roman" charset="0"/>
              </a:rPr>
              <a:t> CopyTree</a:t>
            </a:r>
            <a:r>
              <a:rPr kumimoji="1" lang="en-US" altLang="zh-CN" sz="2800">
                <a:solidFill>
                  <a:srgbClr val="008080"/>
                </a:solidFill>
                <a:latin typeface="Times New Roman" charset="0"/>
              </a:rPr>
              <a:t>(T-&gt;</a:t>
            </a:r>
            <a:r>
              <a:rPr kumimoji="1" lang="en-US" altLang="zh-CN" sz="2800" b="1">
                <a:solidFill>
                  <a:srgbClr val="008080"/>
                </a:solidFill>
                <a:latin typeface="Times New Roman" charset="0"/>
              </a:rPr>
              <a:t>l</a:t>
            </a:r>
            <a:r>
              <a:rPr kumimoji="1" lang="en-US" altLang="zh-CN" sz="2800">
                <a:solidFill>
                  <a:srgbClr val="008080"/>
                </a:solidFill>
                <a:latin typeface="Times New Roman" charset="0"/>
              </a:rPr>
              <a:t>child)</a:t>
            </a:r>
            <a:r>
              <a:rPr kumimoji="1" lang="en-US" altLang="zh-CN" sz="2800">
                <a:latin typeface="Times New Roman" charset="0"/>
              </a:rPr>
              <a:t>;//</a:t>
            </a:r>
            <a:r>
              <a:rPr kumimoji="1" lang="zh-CN" altLang="zh-CN" sz="2800">
                <a:solidFill>
                  <a:srgbClr val="800000"/>
                </a:solidFill>
                <a:latin typeface="Times New Roman" charset="0"/>
                <a:ea typeface="楷体_GB2312" charset="0"/>
              </a:rPr>
              <a:t>复制左子树</a:t>
            </a:r>
            <a:endParaRPr kumimoji="1" lang="zh-CN" altLang="en-US" sz="2800">
              <a:latin typeface="Times New Roman" charset="0"/>
            </a:endParaRPr>
          </a:p>
          <a:p>
            <a:pPr>
              <a:lnSpc>
                <a:spcPct val="120000"/>
              </a:lnSpc>
            </a:pPr>
            <a:r>
              <a:rPr kumimoji="1" lang="zh-CN" altLang="en-US" sz="2800">
                <a:latin typeface="Times New Roman" charset="0"/>
              </a:rPr>
              <a:t>    </a:t>
            </a:r>
            <a:r>
              <a:rPr kumimoji="1" lang="en-US" altLang="zh-CN" sz="2800" b="1">
                <a:solidFill>
                  <a:srgbClr val="800000"/>
                </a:solidFill>
                <a:latin typeface="Times New Roman" charset="0"/>
              </a:rPr>
              <a:t>else</a:t>
            </a:r>
            <a:r>
              <a:rPr kumimoji="1" lang="en-US" altLang="zh-CN" sz="2800">
                <a:solidFill>
                  <a:srgbClr val="800000"/>
                </a:solidFill>
                <a:latin typeface="Times New Roman" charset="0"/>
              </a:rPr>
              <a:t>  newlptr = </a:t>
            </a:r>
            <a:r>
              <a:rPr kumimoji="1" lang="en-US" altLang="zh-CN" sz="2800" b="1">
                <a:solidFill>
                  <a:srgbClr val="800000"/>
                </a:solidFill>
                <a:latin typeface="Times New Roman" charset="0"/>
              </a:rPr>
              <a:t>NULL</a:t>
            </a:r>
            <a:r>
              <a:rPr kumimoji="1" lang="en-US" altLang="zh-CN" sz="2800">
                <a:solidFill>
                  <a:srgbClr val="800000"/>
                </a:solidFill>
                <a:latin typeface="Times New Roman" charset="0"/>
              </a:rPr>
              <a:t>;</a:t>
            </a:r>
          </a:p>
          <a:p>
            <a:pPr>
              <a:lnSpc>
                <a:spcPct val="120000"/>
              </a:lnSpc>
            </a:pPr>
            <a:r>
              <a:rPr kumimoji="1" lang="en-US" altLang="zh-CN" sz="2800">
                <a:solidFill>
                  <a:srgbClr val="800000"/>
                </a:solidFill>
                <a:latin typeface="Times New Roman" charset="0"/>
              </a:rPr>
              <a:t>    </a:t>
            </a:r>
            <a:r>
              <a:rPr kumimoji="1" lang="en-US" altLang="zh-CN" sz="2800" b="1">
                <a:solidFill>
                  <a:srgbClr val="800000"/>
                </a:solidFill>
                <a:latin typeface="Times New Roman" charset="0"/>
              </a:rPr>
              <a:t>if</a:t>
            </a:r>
            <a:r>
              <a:rPr kumimoji="1" lang="en-US" altLang="zh-CN" sz="2800">
                <a:solidFill>
                  <a:srgbClr val="800000"/>
                </a:solidFill>
                <a:latin typeface="Times New Roman" charset="0"/>
              </a:rPr>
              <a:t> (T-&gt;</a:t>
            </a:r>
            <a:r>
              <a:rPr kumimoji="1" lang="en-US" altLang="zh-CN" sz="2800" b="1">
                <a:solidFill>
                  <a:srgbClr val="800000"/>
                </a:solidFill>
                <a:latin typeface="Times New Roman" charset="0"/>
              </a:rPr>
              <a:t>r</a:t>
            </a:r>
            <a:r>
              <a:rPr kumimoji="1" lang="en-US" altLang="zh-CN" sz="2800">
                <a:solidFill>
                  <a:srgbClr val="800000"/>
                </a:solidFill>
                <a:latin typeface="Times New Roman" charset="0"/>
              </a:rPr>
              <a:t>child ) </a:t>
            </a:r>
          </a:p>
          <a:p>
            <a:pPr>
              <a:lnSpc>
                <a:spcPct val="120000"/>
              </a:lnSpc>
            </a:pPr>
            <a:r>
              <a:rPr kumimoji="1" lang="en-US" altLang="zh-CN" sz="2800">
                <a:solidFill>
                  <a:srgbClr val="800000"/>
                </a:solidFill>
                <a:latin typeface="Times New Roman" charset="0"/>
              </a:rPr>
              <a:t>        </a:t>
            </a:r>
            <a:r>
              <a:rPr kumimoji="1" lang="en-US" altLang="zh-CN" sz="2800" b="1">
                <a:solidFill>
                  <a:srgbClr val="800000"/>
                </a:solidFill>
                <a:latin typeface="Times New Roman" charset="0"/>
              </a:rPr>
              <a:t>newrptr </a:t>
            </a:r>
            <a:r>
              <a:rPr kumimoji="1" lang="en-US" altLang="zh-CN" sz="2800">
                <a:solidFill>
                  <a:srgbClr val="800000"/>
                </a:solidFill>
                <a:latin typeface="Times New Roman" charset="0"/>
              </a:rPr>
              <a:t>=</a:t>
            </a:r>
            <a:r>
              <a:rPr kumimoji="1" lang="en-US" altLang="zh-CN" sz="2800">
                <a:solidFill>
                  <a:srgbClr val="0000FF"/>
                </a:solidFill>
                <a:latin typeface="Times New Roman" charset="0"/>
              </a:rPr>
              <a:t> CopyTree</a:t>
            </a:r>
            <a:r>
              <a:rPr kumimoji="1" lang="en-US" altLang="zh-CN" sz="2800">
                <a:solidFill>
                  <a:srgbClr val="008080"/>
                </a:solidFill>
                <a:latin typeface="Times New Roman" charset="0"/>
              </a:rPr>
              <a:t>(T-&gt;</a:t>
            </a:r>
            <a:r>
              <a:rPr kumimoji="1" lang="en-US" altLang="zh-CN" sz="2800" b="1">
                <a:solidFill>
                  <a:srgbClr val="008080"/>
                </a:solidFill>
                <a:latin typeface="Times New Roman" charset="0"/>
              </a:rPr>
              <a:t>r</a:t>
            </a:r>
            <a:r>
              <a:rPr kumimoji="1" lang="en-US" altLang="zh-CN" sz="2800">
                <a:solidFill>
                  <a:srgbClr val="008080"/>
                </a:solidFill>
                <a:latin typeface="Times New Roman" charset="0"/>
              </a:rPr>
              <a:t>child)</a:t>
            </a:r>
            <a:r>
              <a:rPr kumimoji="1" lang="en-US" altLang="zh-CN" sz="2800">
                <a:latin typeface="Times New Roman" charset="0"/>
              </a:rPr>
              <a:t>;//</a:t>
            </a:r>
            <a:r>
              <a:rPr kumimoji="1" lang="zh-CN" altLang="zh-CN" sz="2800">
                <a:solidFill>
                  <a:srgbClr val="800000"/>
                </a:solidFill>
                <a:latin typeface="Times New Roman" charset="0"/>
                <a:ea typeface="楷体_GB2312" charset="0"/>
              </a:rPr>
              <a:t>复制右子树</a:t>
            </a:r>
            <a:endParaRPr kumimoji="1" lang="zh-CN" altLang="en-US" sz="2800">
              <a:latin typeface="Times New Roman" charset="0"/>
            </a:endParaRPr>
          </a:p>
          <a:p>
            <a:pPr>
              <a:lnSpc>
                <a:spcPct val="120000"/>
              </a:lnSpc>
            </a:pPr>
            <a:r>
              <a:rPr kumimoji="1" lang="zh-CN" altLang="en-US" sz="2800">
                <a:latin typeface="Times New Roman" charset="0"/>
              </a:rPr>
              <a:t>    </a:t>
            </a:r>
            <a:r>
              <a:rPr kumimoji="1" lang="en-US" altLang="zh-CN" sz="2800" b="1">
                <a:solidFill>
                  <a:srgbClr val="800000"/>
                </a:solidFill>
                <a:latin typeface="Times New Roman" charset="0"/>
              </a:rPr>
              <a:t>else</a:t>
            </a:r>
            <a:r>
              <a:rPr kumimoji="1" lang="en-US" altLang="zh-CN" sz="2800">
                <a:solidFill>
                  <a:srgbClr val="800000"/>
                </a:solidFill>
                <a:latin typeface="Times New Roman" charset="0"/>
              </a:rPr>
              <a:t>  newrptr = </a:t>
            </a:r>
            <a:r>
              <a:rPr kumimoji="1" lang="en-US" altLang="zh-CN" sz="2800" b="1">
                <a:solidFill>
                  <a:srgbClr val="800000"/>
                </a:solidFill>
                <a:latin typeface="Times New Roman" charset="0"/>
              </a:rPr>
              <a:t>NULL</a:t>
            </a:r>
            <a:r>
              <a:rPr kumimoji="1" lang="en-US" altLang="zh-CN" sz="2800">
                <a:solidFill>
                  <a:srgbClr val="800000"/>
                </a:solidFill>
                <a:latin typeface="Times New Roman" charset="0"/>
              </a:rPr>
              <a:t>;</a:t>
            </a:r>
          </a:p>
          <a:p>
            <a:pPr>
              <a:lnSpc>
                <a:spcPct val="120000"/>
              </a:lnSpc>
            </a:pPr>
            <a:r>
              <a:rPr kumimoji="1" lang="en-US" altLang="zh-CN" sz="2800">
                <a:latin typeface="Times New Roman" charset="0"/>
              </a:rPr>
              <a:t> </a:t>
            </a:r>
            <a:r>
              <a:rPr kumimoji="1" lang="en-US" altLang="zh-CN" sz="2800">
                <a:solidFill>
                  <a:srgbClr val="FF0000"/>
                </a:solidFill>
                <a:latin typeface="Times New Roman" charset="0"/>
              </a:rPr>
              <a:t>   newT = GetTreeNode(T-&gt;data, </a:t>
            </a:r>
            <a:r>
              <a:rPr kumimoji="1" lang="en-US" altLang="zh-CN" sz="2800" b="1">
                <a:solidFill>
                  <a:srgbClr val="FF0000"/>
                </a:solidFill>
                <a:latin typeface="Times New Roman" charset="0"/>
              </a:rPr>
              <a:t>newlptr</a:t>
            </a:r>
            <a:r>
              <a:rPr kumimoji="1" lang="en-US" altLang="zh-CN" sz="2800">
                <a:solidFill>
                  <a:srgbClr val="FF0000"/>
                </a:solidFill>
                <a:latin typeface="Times New Roman" charset="0"/>
              </a:rPr>
              <a:t>,</a:t>
            </a:r>
            <a:r>
              <a:rPr kumimoji="1" lang="en-US" altLang="zh-CN" sz="2800" b="1">
                <a:solidFill>
                  <a:srgbClr val="FF0000"/>
                </a:solidFill>
                <a:latin typeface="Times New Roman" charset="0"/>
              </a:rPr>
              <a:t> newrptr</a:t>
            </a:r>
            <a:r>
              <a:rPr kumimoji="1" lang="en-US" altLang="zh-CN" sz="2800">
                <a:solidFill>
                  <a:srgbClr val="FF0000"/>
                </a:solidFill>
                <a:latin typeface="Times New Roman" charset="0"/>
              </a:rPr>
              <a:t>);</a:t>
            </a:r>
            <a:endParaRPr kumimoji="1" lang="en-US" altLang="zh-CN" sz="2400">
              <a:solidFill>
                <a:srgbClr val="FF0000"/>
              </a:solidFill>
              <a:latin typeface="Times New Roman" charset="0"/>
            </a:endParaRPr>
          </a:p>
          <a:p>
            <a:pPr>
              <a:lnSpc>
                <a:spcPct val="120000"/>
              </a:lnSpc>
            </a:pPr>
            <a:r>
              <a:rPr kumimoji="1" lang="en-US" altLang="zh-CN" sz="2800">
                <a:latin typeface="Times New Roman" charset="0"/>
              </a:rPr>
              <a:t>    </a:t>
            </a:r>
            <a:r>
              <a:rPr kumimoji="1" lang="en-US" altLang="zh-CN" sz="2800" b="1">
                <a:solidFill>
                  <a:srgbClr val="800000"/>
                </a:solidFill>
                <a:latin typeface="Times New Roman" charset="0"/>
              </a:rPr>
              <a:t>return</a:t>
            </a:r>
            <a:r>
              <a:rPr kumimoji="1" lang="en-US" altLang="zh-CN" sz="2800">
                <a:solidFill>
                  <a:srgbClr val="800000"/>
                </a:solidFill>
                <a:latin typeface="Times New Roman" charset="0"/>
              </a:rPr>
              <a:t> newT;</a:t>
            </a:r>
          </a:p>
          <a:p>
            <a:pPr>
              <a:lnSpc>
                <a:spcPct val="120000"/>
              </a:lnSpc>
            </a:pPr>
            <a:r>
              <a:rPr kumimoji="1" lang="en-US" altLang="zh-CN" sz="2800" b="1">
                <a:solidFill>
                  <a:srgbClr val="800000"/>
                </a:solidFill>
                <a:latin typeface="Times New Roman" charset="0"/>
              </a:rPr>
              <a:t>} </a:t>
            </a:r>
            <a:r>
              <a:rPr kumimoji="1" lang="en-US" altLang="zh-CN" sz="2800">
                <a:solidFill>
                  <a:srgbClr val="800000"/>
                </a:solidFill>
                <a:latin typeface="Times New Roman" charset="0"/>
              </a:rPr>
              <a:t>// CopyTree</a:t>
            </a:r>
            <a:endParaRPr kumimoji="1" lang="en-US" altLang="zh-CN" sz="2800" b="1">
              <a:solidFill>
                <a:srgbClr val="800000"/>
              </a:solidFill>
              <a:latin typeface="Times New Roman" charset="0"/>
            </a:endParaRPr>
          </a:p>
        </p:txBody>
      </p:sp>
    </p:spTree>
    <p:extLst>
      <p:ext uri="{BB962C8B-B14F-4D97-AF65-F5344CB8AC3E}">
        <p14:creationId xmlns:p14="http://schemas.microsoft.com/office/powerpoint/2010/main" val="181146476"/>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Oval 2"/>
          <p:cNvSpPr>
            <a:spLocks noChangeArrowheads="1"/>
          </p:cNvSpPr>
          <p:nvPr/>
        </p:nvSpPr>
        <p:spPr bwMode="auto">
          <a:xfrm>
            <a:off x="2209800" y="3048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FF0000"/>
                </a:solidFill>
                <a:latin typeface="Times New Roman" charset="0"/>
              </a:rPr>
              <a:t>A</a:t>
            </a:r>
            <a:endParaRPr kumimoji="1" lang="en-US" altLang="zh-CN" sz="2400">
              <a:latin typeface="Times New Roman" charset="0"/>
            </a:endParaRPr>
          </a:p>
        </p:txBody>
      </p:sp>
      <p:sp>
        <p:nvSpPr>
          <p:cNvPr id="226307" name="Oval 3"/>
          <p:cNvSpPr>
            <a:spLocks noChangeArrowheads="1"/>
          </p:cNvSpPr>
          <p:nvPr/>
        </p:nvSpPr>
        <p:spPr bwMode="auto">
          <a:xfrm>
            <a:off x="0" y="3810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B</a:t>
            </a:r>
            <a:endParaRPr kumimoji="1" lang="en-US" altLang="zh-CN" sz="2400">
              <a:latin typeface="Times New Roman" charset="0"/>
            </a:endParaRPr>
          </a:p>
        </p:txBody>
      </p:sp>
      <p:sp>
        <p:nvSpPr>
          <p:cNvPr id="226308" name="Oval 4"/>
          <p:cNvSpPr>
            <a:spLocks noChangeArrowheads="1"/>
          </p:cNvSpPr>
          <p:nvPr/>
        </p:nvSpPr>
        <p:spPr bwMode="auto">
          <a:xfrm>
            <a:off x="1447800" y="4572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C</a:t>
            </a:r>
            <a:endParaRPr kumimoji="1" lang="en-US" altLang="zh-CN" sz="2400">
              <a:latin typeface="Times New Roman" charset="0"/>
            </a:endParaRPr>
          </a:p>
        </p:txBody>
      </p:sp>
      <p:sp>
        <p:nvSpPr>
          <p:cNvPr id="226309" name="Oval 5"/>
          <p:cNvSpPr>
            <a:spLocks noChangeArrowheads="1"/>
          </p:cNvSpPr>
          <p:nvPr/>
        </p:nvSpPr>
        <p:spPr bwMode="auto">
          <a:xfrm>
            <a:off x="762000" y="54102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D</a:t>
            </a:r>
            <a:endParaRPr kumimoji="1" lang="en-US" altLang="zh-CN" sz="2400">
              <a:latin typeface="Times New Roman" charset="0"/>
            </a:endParaRPr>
          </a:p>
        </p:txBody>
      </p:sp>
      <p:sp>
        <p:nvSpPr>
          <p:cNvPr id="226310" name="Oval 6"/>
          <p:cNvSpPr>
            <a:spLocks noChangeArrowheads="1"/>
          </p:cNvSpPr>
          <p:nvPr/>
        </p:nvSpPr>
        <p:spPr bwMode="auto">
          <a:xfrm>
            <a:off x="3733800" y="3810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E</a:t>
            </a:r>
            <a:endParaRPr kumimoji="1" lang="en-US" altLang="zh-CN" sz="2400">
              <a:latin typeface="Times New Roman" charset="0"/>
            </a:endParaRPr>
          </a:p>
        </p:txBody>
      </p:sp>
      <p:sp>
        <p:nvSpPr>
          <p:cNvPr id="226311" name="Oval 7"/>
          <p:cNvSpPr>
            <a:spLocks noChangeArrowheads="1"/>
          </p:cNvSpPr>
          <p:nvPr/>
        </p:nvSpPr>
        <p:spPr bwMode="auto">
          <a:xfrm>
            <a:off x="3048000" y="4572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F</a:t>
            </a:r>
            <a:endParaRPr kumimoji="1" lang="en-US" altLang="zh-CN" sz="2400">
              <a:latin typeface="Times New Roman" charset="0"/>
            </a:endParaRPr>
          </a:p>
        </p:txBody>
      </p:sp>
      <p:sp>
        <p:nvSpPr>
          <p:cNvPr id="226312" name="Oval 8"/>
          <p:cNvSpPr>
            <a:spLocks noChangeArrowheads="1"/>
          </p:cNvSpPr>
          <p:nvPr/>
        </p:nvSpPr>
        <p:spPr bwMode="auto">
          <a:xfrm>
            <a:off x="2362200" y="5334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G</a:t>
            </a:r>
            <a:endParaRPr kumimoji="1" lang="en-US" altLang="zh-CN" sz="2400">
              <a:latin typeface="Times New Roman" charset="0"/>
            </a:endParaRPr>
          </a:p>
        </p:txBody>
      </p:sp>
      <p:sp>
        <p:nvSpPr>
          <p:cNvPr id="226313" name="Oval 9"/>
          <p:cNvSpPr>
            <a:spLocks noChangeArrowheads="1"/>
          </p:cNvSpPr>
          <p:nvPr/>
        </p:nvSpPr>
        <p:spPr bwMode="auto">
          <a:xfrm>
            <a:off x="1828800" y="61722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H</a:t>
            </a:r>
            <a:endParaRPr kumimoji="1" lang="en-US" altLang="zh-CN" sz="2400">
              <a:latin typeface="Times New Roman" charset="0"/>
            </a:endParaRPr>
          </a:p>
        </p:txBody>
      </p:sp>
      <p:sp>
        <p:nvSpPr>
          <p:cNvPr id="226314" name="Oval 10"/>
          <p:cNvSpPr>
            <a:spLocks noChangeArrowheads="1"/>
          </p:cNvSpPr>
          <p:nvPr/>
        </p:nvSpPr>
        <p:spPr bwMode="auto">
          <a:xfrm>
            <a:off x="2895600" y="61722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K</a:t>
            </a:r>
            <a:endParaRPr kumimoji="1" lang="en-US" altLang="zh-CN" sz="2400">
              <a:latin typeface="Times New Roman" charset="0"/>
            </a:endParaRPr>
          </a:p>
        </p:txBody>
      </p:sp>
      <p:sp>
        <p:nvSpPr>
          <p:cNvPr id="226315" name="Line 11"/>
          <p:cNvSpPr>
            <a:spLocks noChangeShapeType="1"/>
          </p:cNvSpPr>
          <p:nvPr/>
        </p:nvSpPr>
        <p:spPr bwMode="auto">
          <a:xfrm flipH="1">
            <a:off x="228600" y="3276600"/>
            <a:ext cx="19812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16" name="Line 12"/>
          <p:cNvSpPr>
            <a:spLocks noChangeShapeType="1"/>
          </p:cNvSpPr>
          <p:nvPr/>
        </p:nvSpPr>
        <p:spPr bwMode="auto">
          <a:xfrm>
            <a:off x="457200" y="3962400"/>
            <a:ext cx="1219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17" name="Line 13"/>
          <p:cNvSpPr>
            <a:spLocks noChangeShapeType="1"/>
          </p:cNvSpPr>
          <p:nvPr/>
        </p:nvSpPr>
        <p:spPr bwMode="auto">
          <a:xfrm flipH="1">
            <a:off x="990600" y="4724400"/>
            <a:ext cx="4572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18" name="Line 14"/>
          <p:cNvSpPr>
            <a:spLocks noChangeShapeType="1"/>
          </p:cNvSpPr>
          <p:nvPr/>
        </p:nvSpPr>
        <p:spPr bwMode="auto">
          <a:xfrm>
            <a:off x="2667000" y="3276600"/>
            <a:ext cx="12954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19" name="Line 15"/>
          <p:cNvSpPr>
            <a:spLocks noChangeShapeType="1"/>
          </p:cNvSpPr>
          <p:nvPr/>
        </p:nvSpPr>
        <p:spPr bwMode="auto">
          <a:xfrm flipH="1">
            <a:off x="3276600" y="4114800"/>
            <a:ext cx="4572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0" name="Line 16"/>
          <p:cNvSpPr>
            <a:spLocks noChangeShapeType="1"/>
          </p:cNvSpPr>
          <p:nvPr/>
        </p:nvSpPr>
        <p:spPr bwMode="auto">
          <a:xfrm flipH="1">
            <a:off x="2590800" y="4724400"/>
            <a:ext cx="457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1" name="Line 17"/>
          <p:cNvSpPr>
            <a:spLocks noChangeShapeType="1"/>
          </p:cNvSpPr>
          <p:nvPr/>
        </p:nvSpPr>
        <p:spPr bwMode="auto">
          <a:xfrm flipH="1">
            <a:off x="2057400" y="5486400"/>
            <a:ext cx="3048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2" name="Line 18"/>
          <p:cNvSpPr>
            <a:spLocks noChangeShapeType="1"/>
          </p:cNvSpPr>
          <p:nvPr/>
        </p:nvSpPr>
        <p:spPr bwMode="auto">
          <a:xfrm>
            <a:off x="2819400" y="5486400"/>
            <a:ext cx="3048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3" name="Text Box 19"/>
          <p:cNvSpPr txBox="1">
            <a:spLocks noChangeArrowheads="1"/>
          </p:cNvSpPr>
          <p:nvPr/>
        </p:nvSpPr>
        <p:spPr bwMode="auto">
          <a:xfrm>
            <a:off x="4175125" y="4783138"/>
            <a:ext cx="1082675" cy="550862"/>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D ^</a:t>
            </a:r>
            <a:endParaRPr kumimoji="1" lang="en-US" altLang="zh-CN" sz="2400">
              <a:latin typeface="Times New Roman" charset="0"/>
            </a:endParaRPr>
          </a:p>
        </p:txBody>
      </p:sp>
      <p:sp>
        <p:nvSpPr>
          <p:cNvPr id="226324" name="Line 20"/>
          <p:cNvSpPr>
            <a:spLocks noChangeShapeType="1"/>
          </p:cNvSpPr>
          <p:nvPr/>
        </p:nvSpPr>
        <p:spPr bwMode="auto">
          <a:xfrm>
            <a:off x="4495800" y="4792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5" name="Line 21"/>
          <p:cNvSpPr>
            <a:spLocks noChangeShapeType="1"/>
          </p:cNvSpPr>
          <p:nvPr/>
        </p:nvSpPr>
        <p:spPr bwMode="auto">
          <a:xfrm>
            <a:off x="4876800" y="4792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6" name="Text Box 22"/>
          <p:cNvSpPr txBox="1">
            <a:spLocks noChangeArrowheads="1"/>
          </p:cNvSpPr>
          <p:nvPr/>
        </p:nvSpPr>
        <p:spPr bwMode="auto">
          <a:xfrm>
            <a:off x="4937125" y="3589338"/>
            <a:ext cx="1082675" cy="550862"/>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C ^</a:t>
            </a:r>
            <a:endParaRPr kumimoji="1" lang="en-US" altLang="zh-CN" sz="2400">
              <a:latin typeface="Times New Roman" charset="0"/>
            </a:endParaRPr>
          </a:p>
        </p:txBody>
      </p:sp>
      <p:sp>
        <p:nvSpPr>
          <p:cNvPr id="226327" name="Line 23"/>
          <p:cNvSpPr>
            <a:spLocks noChangeShapeType="1"/>
          </p:cNvSpPr>
          <p:nvPr/>
        </p:nvSpPr>
        <p:spPr bwMode="auto">
          <a:xfrm>
            <a:off x="5241925" y="35814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8" name="Line 24"/>
          <p:cNvSpPr>
            <a:spLocks noChangeShapeType="1"/>
          </p:cNvSpPr>
          <p:nvPr/>
        </p:nvSpPr>
        <p:spPr bwMode="auto">
          <a:xfrm>
            <a:off x="5638800" y="35988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29" name="Line 25"/>
          <p:cNvSpPr>
            <a:spLocks noChangeShapeType="1"/>
          </p:cNvSpPr>
          <p:nvPr/>
        </p:nvSpPr>
        <p:spPr bwMode="auto">
          <a:xfrm flipH="1">
            <a:off x="4708525" y="3878263"/>
            <a:ext cx="381000" cy="914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0" name="Text Box 26"/>
          <p:cNvSpPr txBox="1">
            <a:spLocks noChangeArrowheads="1"/>
          </p:cNvSpPr>
          <p:nvPr/>
        </p:nvSpPr>
        <p:spPr bwMode="auto">
          <a:xfrm>
            <a:off x="4175125" y="2497138"/>
            <a:ext cx="1082675" cy="550862"/>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2800" b="1">
                <a:solidFill>
                  <a:schemeClr val="tx2"/>
                </a:solidFill>
                <a:latin typeface="Times New Roman" charset="0"/>
              </a:rPr>
              <a:t>^ B      </a:t>
            </a:r>
            <a:endParaRPr kumimoji="1" lang="en-US" altLang="zh-CN" sz="2400">
              <a:latin typeface="Times New Roman" charset="0"/>
            </a:endParaRPr>
          </a:p>
        </p:txBody>
      </p:sp>
      <p:sp>
        <p:nvSpPr>
          <p:cNvPr id="226331" name="Line 27"/>
          <p:cNvSpPr>
            <a:spLocks noChangeShapeType="1"/>
          </p:cNvSpPr>
          <p:nvPr/>
        </p:nvSpPr>
        <p:spPr bwMode="auto">
          <a:xfrm>
            <a:off x="4876800" y="2506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2" name="Line 28"/>
          <p:cNvSpPr>
            <a:spLocks noChangeShapeType="1"/>
          </p:cNvSpPr>
          <p:nvPr/>
        </p:nvSpPr>
        <p:spPr bwMode="auto">
          <a:xfrm flipH="1">
            <a:off x="4708525" y="1600200"/>
            <a:ext cx="1920875" cy="906463"/>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3" name="Line 29"/>
          <p:cNvSpPr>
            <a:spLocks noChangeShapeType="1"/>
          </p:cNvSpPr>
          <p:nvPr/>
        </p:nvSpPr>
        <p:spPr bwMode="auto">
          <a:xfrm>
            <a:off x="5013325" y="2674938"/>
            <a:ext cx="381000" cy="914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4" name="Text Box 30"/>
          <p:cNvSpPr txBox="1">
            <a:spLocks noChangeArrowheads="1"/>
          </p:cNvSpPr>
          <p:nvPr/>
        </p:nvSpPr>
        <p:spPr bwMode="auto">
          <a:xfrm>
            <a:off x="5715000" y="5934075"/>
            <a:ext cx="10826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H ^</a:t>
            </a:r>
            <a:endParaRPr kumimoji="1" lang="en-US" altLang="zh-CN" sz="2400">
              <a:latin typeface="Times New Roman" charset="0"/>
            </a:endParaRPr>
          </a:p>
        </p:txBody>
      </p:sp>
      <p:sp>
        <p:nvSpPr>
          <p:cNvPr id="226335" name="Line 31"/>
          <p:cNvSpPr>
            <a:spLocks noChangeShapeType="1"/>
          </p:cNvSpPr>
          <p:nvPr/>
        </p:nvSpPr>
        <p:spPr bwMode="auto">
          <a:xfrm>
            <a:off x="6035675" y="59436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6" name="Line 32"/>
          <p:cNvSpPr>
            <a:spLocks noChangeShapeType="1"/>
          </p:cNvSpPr>
          <p:nvPr/>
        </p:nvSpPr>
        <p:spPr bwMode="auto">
          <a:xfrm>
            <a:off x="6416675" y="59436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7" name="Line 33"/>
          <p:cNvSpPr>
            <a:spLocks noChangeShapeType="1"/>
          </p:cNvSpPr>
          <p:nvPr/>
        </p:nvSpPr>
        <p:spPr bwMode="auto">
          <a:xfrm flipH="1">
            <a:off x="6248400" y="5029200"/>
            <a:ext cx="381000" cy="914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38" name="Text Box 34"/>
          <p:cNvSpPr txBox="1">
            <a:spLocks noChangeArrowheads="1"/>
          </p:cNvSpPr>
          <p:nvPr/>
        </p:nvSpPr>
        <p:spPr bwMode="auto">
          <a:xfrm>
            <a:off x="7239000" y="5934075"/>
            <a:ext cx="10826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K ^</a:t>
            </a:r>
            <a:endParaRPr kumimoji="1" lang="en-US" altLang="zh-CN" sz="2400">
              <a:latin typeface="Times New Roman" charset="0"/>
            </a:endParaRPr>
          </a:p>
        </p:txBody>
      </p:sp>
      <p:sp>
        <p:nvSpPr>
          <p:cNvPr id="226339" name="Line 35"/>
          <p:cNvSpPr>
            <a:spLocks noChangeShapeType="1"/>
          </p:cNvSpPr>
          <p:nvPr/>
        </p:nvSpPr>
        <p:spPr bwMode="auto">
          <a:xfrm>
            <a:off x="7559675" y="59436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0" name="Line 36"/>
          <p:cNvSpPr>
            <a:spLocks noChangeShapeType="1"/>
          </p:cNvSpPr>
          <p:nvPr/>
        </p:nvSpPr>
        <p:spPr bwMode="auto">
          <a:xfrm>
            <a:off x="7940675" y="59436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1" name="Line 37"/>
          <p:cNvSpPr>
            <a:spLocks noChangeShapeType="1"/>
          </p:cNvSpPr>
          <p:nvPr/>
        </p:nvSpPr>
        <p:spPr bwMode="auto">
          <a:xfrm>
            <a:off x="7391400" y="5029200"/>
            <a:ext cx="381000" cy="914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2" name="Text Box 38"/>
          <p:cNvSpPr txBox="1">
            <a:spLocks noChangeArrowheads="1"/>
          </p:cNvSpPr>
          <p:nvPr/>
        </p:nvSpPr>
        <p:spPr bwMode="auto">
          <a:xfrm>
            <a:off x="6477000" y="4783138"/>
            <a:ext cx="1082675" cy="550862"/>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G  </a:t>
            </a:r>
            <a:endParaRPr kumimoji="1" lang="en-US" altLang="zh-CN" sz="2400">
              <a:latin typeface="Times New Roman" charset="0"/>
            </a:endParaRPr>
          </a:p>
        </p:txBody>
      </p:sp>
      <p:sp>
        <p:nvSpPr>
          <p:cNvPr id="226343" name="Line 39"/>
          <p:cNvSpPr>
            <a:spLocks noChangeShapeType="1"/>
          </p:cNvSpPr>
          <p:nvPr/>
        </p:nvSpPr>
        <p:spPr bwMode="auto">
          <a:xfrm>
            <a:off x="6797675" y="4792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4" name="Line 40"/>
          <p:cNvSpPr>
            <a:spLocks noChangeShapeType="1"/>
          </p:cNvSpPr>
          <p:nvPr/>
        </p:nvSpPr>
        <p:spPr bwMode="auto">
          <a:xfrm>
            <a:off x="7178675" y="4792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5" name="Line 41"/>
          <p:cNvSpPr>
            <a:spLocks noChangeShapeType="1"/>
          </p:cNvSpPr>
          <p:nvPr/>
        </p:nvSpPr>
        <p:spPr bwMode="auto">
          <a:xfrm flipH="1">
            <a:off x="7010400" y="3878263"/>
            <a:ext cx="381000" cy="914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6" name="Text Box 42"/>
          <p:cNvSpPr txBox="1">
            <a:spLocks noChangeArrowheads="1"/>
          </p:cNvSpPr>
          <p:nvPr/>
        </p:nvSpPr>
        <p:spPr bwMode="auto">
          <a:xfrm>
            <a:off x="7223125" y="3581400"/>
            <a:ext cx="10826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F ^</a:t>
            </a:r>
            <a:endParaRPr kumimoji="1" lang="en-US" altLang="zh-CN" sz="2400">
              <a:latin typeface="Times New Roman" charset="0"/>
            </a:endParaRPr>
          </a:p>
        </p:txBody>
      </p:sp>
      <p:sp>
        <p:nvSpPr>
          <p:cNvPr id="226347" name="Line 43"/>
          <p:cNvSpPr>
            <a:spLocks noChangeShapeType="1"/>
          </p:cNvSpPr>
          <p:nvPr/>
        </p:nvSpPr>
        <p:spPr bwMode="auto">
          <a:xfrm>
            <a:off x="7543800" y="3590925"/>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8" name="Line 44"/>
          <p:cNvSpPr>
            <a:spLocks noChangeShapeType="1"/>
          </p:cNvSpPr>
          <p:nvPr/>
        </p:nvSpPr>
        <p:spPr bwMode="auto">
          <a:xfrm>
            <a:off x="7924800" y="3590925"/>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49" name="Line 45"/>
          <p:cNvSpPr>
            <a:spLocks noChangeShapeType="1"/>
          </p:cNvSpPr>
          <p:nvPr/>
        </p:nvSpPr>
        <p:spPr bwMode="auto">
          <a:xfrm flipH="1">
            <a:off x="7756525" y="2676525"/>
            <a:ext cx="381000" cy="914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0" name="Text Box 46"/>
          <p:cNvSpPr txBox="1">
            <a:spLocks noChangeArrowheads="1"/>
          </p:cNvSpPr>
          <p:nvPr/>
        </p:nvSpPr>
        <p:spPr bwMode="auto">
          <a:xfrm>
            <a:off x="8001000" y="2497138"/>
            <a:ext cx="1082675" cy="550862"/>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E ^ </a:t>
            </a:r>
          </a:p>
        </p:txBody>
      </p:sp>
      <p:sp>
        <p:nvSpPr>
          <p:cNvPr id="226351" name="Line 47"/>
          <p:cNvSpPr>
            <a:spLocks noChangeShapeType="1"/>
          </p:cNvSpPr>
          <p:nvPr/>
        </p:nvSpPr>
        <p:spPr bwMode="auto">
          <a:xfrm>
            <a:off x="8321675" y="2506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2" name="Line 48"/>
          <p:cNvSpPr>
            <a:spLocks noChangeShapeType="1"/>
          </p:cNvSpPr>
          <p:nvPr/>
        </p:nvSpPr>
        <p:spPr bwMode="auto">
          <a:xfrm>
            <a:off x="8702675" y="2506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3" name="Line 49"/>
          <p:cNvSpPr>
            <a:spLocks noChangeShapeType="1"/>
          </p:cNvSpPr>
          <p:nvPr/>
        </p:nvSpPr>
        <p:spPr bwMode="auto">
          <a:xfrm>
            <a:off x="7391400" y="1600200"/>
            <a:ext cx="1143000" cy="906463"/>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4" name="Text Box 50"/>
          <p:cNvSpPr txBox="1">
            <a:spLocks noChangeArrowheads="1"/>
          </p:cNvSpPr>
          <p:nvPr/>
        </p:nvSpPr>
        <p:spPr bwMode="auto">
          <a:xfrm>
            <a:off x="6477000" y="1354138"/>
            <a:ext cx="1082675" cy="550862"/>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latin typeface="Times New Roman" charset="0"/>
              </a:rPr>
              <a:t>A</a:t>
            </a:r>
            <a:endParaRPr kumimoji="1" lang="en-US" altLang="zh-CN" sz="2400">
              <a:latin typeface="Times New Roman" charset="0"/>
            </a:endParaRPr>
          </a:p>
        </p:txBody>
      </p:sp>
      <p:sp>
        <p:nvSpPr>
          <p:cNvPr id="226355" name="Line 51"/>
          <p:cNvSpPr>
            <a:spLocks noChangeShapeType="1"/>
          </p:cNvSpPr>
          <p:nvPr/>
        </p:nvSpPr>
        <p:spPr bwMode="auto">
          <a:xfrm>
            <a:off x="6797675" y="1363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6" name="Line 52"/>
          <p:cNvSpPr>
            <a:spLocks noChangeShapeType="1"/>
          </p:cNvSpPr>
          <p:nvPr/>
        </p:nvSpPr>
        <p:spPr bwMode="auto">
          <a:xfrm>
            <a:off x="7178675" y="1363663"/>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7" name="Line 53"/>
          <p:cNvSpPr>
            <a:spLocks noChangeShapeType="1"/>
          </p:cNvSpPr>
          <p:nvPr/>
        </p:nvSpPr>
        <p:spPr bwMode="auto">
          <a:xfrm>
            <a:off x="6324600" y="457200"/>
            <a:ext cx="685800" cy="906463"/>
          </a:xfrm>
          <a:prstGeom prst="line">
            <a:avLst/>
          </a:prstGeom>
          <a:noFill/>
          <a:ln w="38100" cap="sq">
            <a:solidFill>
              <a:srgbClr val="FF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58" name="Text Box 54"/>
          <p:cNvSpPr txBox="1">
            <a:spLocks noChangeArrowheads="1"/>
          </p:cNvSpPr>
          <p:nvPr/>
        </p:nvSpPr>
        <p:spPr bwMode="auto">
          <a:xfrm>
            <a:off x="228600" y="1371600"/>
            <a:ext cx="39020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3600" b="1">
                <a:solidFill>
                  <a:srgbClr val="993366"/>
                </a:solidFill>
                <a:latin typeface="楷体_GB2312" charset="0"/>
                <a:ea typeface="楷体_GB2312" charset="0"/>
              </a:rPr>
              <a:t>例如：下列二叉树的复制过程如下：</a:t>
            </a:r>
            <a:endParaRPr kumimoji="1" lang="zh-CN" altLang="en-US" sz="2400">
              <a:latin typeface="Times New Roman" charset="0"/>
            </a:endParaRPr>
          </a:p>
        </p:txBody>
      </p:sp>
      <p:sp>
        <p:nvSpPr>
          <p:cNvPr id="226359" name="Line 55"/>
          <p:cNvSpPr>
            <a:spLocks noChangeShapeType="1"/>
          </p:cNvSpPr>
          <p:nvPr/>
        </p:nvSpPr>
        <p:spPr bwMode="auto">
          <a:xfrm>
            <a:off x="4495800" y="25146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6360" name="Text Box 56"/>
          <p:cNvSpPr txBox="1">
            <a:spLocks noChangeArrowheads="1"/>
          </p:cNvSpPr>
          <p:nvPr/>
        </p:nvSpPr>
        <p:spPr bwMode="auto">
          <a:xfrm>
            <a:off x="5291138" y="19050"/>
            <a:ext cx="11096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a:solidFill>
                  <a:srgbClr val="FF3300"/>
                </a:solidFill>
                <a:latin typeface="Times New Roman" charset="0"/>
              </a:rPr>
              <a:t>newT</a:t>
            </a:r>
            <a:endParaRPr kumimoji="1" lang="en-US" altLang="zh-CN" sz="2400">
              <a:latin typeface="Times New Roman" charset="0"/>
            </a:endParaRPr>
          </a:p>
        </p:txBody>
      </p:sp>
      <p:sp>
        <p:nvSpPr>
          <p:cNvPr id="226361" name="AutoShape 57">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784088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26361"/>
                                        </p:tgtEl>
                                        <p:attrNameLst>
                                          <p:attrName>style.visibility</p:attrName>
                                        </p:attrNameLst>
                                      </p:cBhvr>
                                      <p:to>
                                        <p:strVal val="visible"/>
                                      </p:to>
                                    </p:set>
                                    <p:anim calcmode="lin" valueType="num">
                                      <p:cBhvr additive="base">
                                        <p:cTn id="7" dur="500" fill="hold"/>
                                        <p:tgtEl>
                                          <p:spTgt spid="226361"/>
                                        </p:tgtEl>
                                        <p:attrNameLst>
                                          <p:attrName>ppt_x</p:attrName>
                                        </p:attrNameLst>
                                      </p:cBhvr>
                                      <p:tavLst>
                                        <p:tav tm="0">
                                          <p:val>
                                            <p:strVal val="1+#ppt_w/2"/>
                                          </p:val>
                                        </p:tav>
                                        <p:tav tm="100000">
                                          <p:val>
                                            <p:strVal val="#ppt_x"/>
                                          </p:val>
                                        </p:tav>
                                      </p:tavLst>
                                    </p:anim>
                                    <p:anim calcmode="lin" valueType="num">
                                      <p:cBhvr additive="base">
                                        <p:cTn id="8" dur="500" fill="hold"/>
                                        <p:tgtEl>
                                          <p:spTgt spid="22636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226329"/>
                                        </p:tgtEl>
                                        <p:attrNameLst>
                                          <p:attrName>style.visibility</p:attrName>
                                        </p:attrNameLst>
                                      </p:cBhvr>
                                      <p:to>
                                        <p:strVal val="visible"/>
                                      </p:to>
                                    </p:set>
                                    <p:anim calcmode="lin" valueType="num">
                                      <p:cBhvr>
                                        <p:cTn id="13" dur="500" fill="hold"/>
                                        <p:tgtEl>
                                          <p:spTgt spid="226329"/>
                                        </p:tgtEl>
                                        <p:attrNameLst>
                                          <p:attrName>ppt_x</p:attrName>
                                        </p:attrNameLst>
                                      </p:cBhvr>
                                      <p:tavLst>
                                        <p:tav tm="0">
                                          <p:val>
                                            <p:strVal val="#ppt_x"/>
                                          </p:val>
                                        </p:tav>
                                        <p:tav tm="100000">
                                          <p:val>
                                            <p:strVal val="#ppt_x"/>
                                          </p:val>
                                        </p:tav>
                                      </p:tavLst>
                                    </p:anim>
                                    <p:anim calcmode="lin" valueType="num">
                                      <p:cBhvr>
                                        <p:cTn id="14" dur="500" fill="hold"/>
                                        <p:tgtEl>
                                          <p:spTgt spid="226329"/>
                                        </p:tgtEl>
                                        <p:attrNameLst>
                                          <p:attrName>ppt_y</p:attrName>
                                        </p:attrNameLst>
                                      </p:cBhvr>
                                      <p:tavLst>
                                        <p:tav tm="0">
                                          <p:val>
                                            <p:strVal val="#ppt_y-#ppt_h/2"/>
                                          </p:val>
                                        </p:tav>
                                        <p:tav tm="100000">
                                          <p:val>
                                            <p:strVal val="#ppt_y"/>
                                          </p:val>
                                        </p:tav>
                                      </p:tavLst>
                                    </p:anim>
                                    <p:anim calcmode="lin" valueType="num">
                                      <p:cBhvr>
                                        <p:cTn id="15" dur="500" fill="hold"/>
                                        <p:tgtEl>
                                          <p:spTgt spid="226329"/>
                                        </p:tgtEl>
                                        <p:attrNameLst>
                                          <p:attrName>ppt_w</p:attrName>
                                        </p:attrNameLst>
                                      </p:cBhvr>
                                      <p:tavLst>
                                        <p:tav tm="0">
                                          <p:val>
                                            <p:strVal val="#ppt_w"/>
                                          </p:val>
                                        </p:tav>
                                        <p:tav tm="100000">
                                          <p:val>
                                            <p:strVal val="#ppt_w"/>
                                          </p:val>
                                        </p:tav>
                                      </p:tavLst>
                                    </p:anim>
                                    <p:anim calcmode="lin" valueType="num">
                                      <p:cBhvr>
                                        <p:cTn id="16" dur="500" fill="hold"/>
                                        <p:tgtEl>
                                          <p:spTgt spid="226329"/>
                                        </p:tgtEl>
                                        <p:attrNameLst>
                                          <p:attrName>ppt_h</p:attrName>
                                        </p:attrNameLst>
                                      </p:cBhvr>
                                      <p:tavLst>
                                        <p:tav tm="0">
                                          <p:val>
                                            <p:fltVal val="0"/>
                                          </p:val>
                                        </p:tav>
                                        <p:tav tm="100000">
                                          <p:val>
                                            <p:strVal val="#ppt_h"/>
                                          </p:val>
                                        </p:tav>
                                      </p:tavLst>
                                    </p:anim>
                                  </p:childTnLst>
                                </p:cTn>
                              </p:par>
                            </p:childTnLst>
                          </p:cTn>
                        </p:par>
                        <p:par>
                          <p:cTn id="17" fill="hold" nodeType="afterGroup">
                            <p:stCondLst>
                              <p:cond delay="500"/>
                            </p:stCondLst>
                            <p:childTnLst>
                              <p:par>
                                <p:cTn id="18" presetID="12" presetClass="entr" presetSubtype="8" fill="hold" grpId="0" nodeType="afterEffect">
                                  <p:stCondLst>
                                    <p:cond delay="0"/>
                                  </p:stCondLst>
                                  <p:childTnLst>
                                    <p:set>
                                      <p:cBhvr>
                                        <p:cTn id="19" dur="1" fill="hold">
                                          <p:stCondLst>
                                            <p:cond delay="0"/>
                                          </p:stCondLst>
                                        </p:cTn>
                                        <p:tgtEl>
                                          <p:spTgt spid="226323"/>
                                        </p:tgtEl>
                                        <p:attrNameLst>
                                          <p:attrName>style.visibility</p:attrName>
                                        </p:attrNameLst>
                                      </p:cBhvr>
                                      <p:to>
                                        <p:strVal val="visible"/>
                                      </p:to>
                                    </p:set>
                                    <p:animEffect transition="in" filter="slide(fromLeft)">
                                      <p:cBhvr>
                                        <p:cTn id="20" dur="500"/>
                                        <p:tgtEl>
                                          <p:spTgt spid="226323"/>
                                        </p:tgtEl>
                                      </p:cBhvr>
                                    </p:animEffect>
                                  </p:childTnLst>
                                </p:cTn>
                              </p:par>
                            </p:childTnLst>
                          </p:cTn>
                        </p:par>
                        <p:par>
                          <p:cTn id="21" fill="hold" nodeType="afterGroup">
                            <p:stCondLst>
                              <p:cond delay="1000"/>
                            </p:stCondLst>
                            <p:childTnLst>
                              <p:par>
                                <p:cTn id="22" presetID="17" presetClass="entr" presetSubtype="1" fill="hold" grpId="0" nodeType="afterEffect">
                                  <p:stCondLst>
                                    <p:cond delay="0"/>
                                  </p:stCondLst>
                                  <p:childTnLst>
                                    <p:set>
                                      <p:cBhvr>
                                        <p:cTn id="23" dur="1" fill="hold">
                                          <p:stCondLst>
                                            <p:cond delay="0"/>
                                          </p:stCondLst>
                                        </p:cTn>
                                        <p:tgtEl>
                                          <p:spTgt spid="226324"/>
                                        </p:tgtEl>
                                        <p:attrNameLst>
                                          <p:attrName>style.visibility</p:attrName>
                                        </p:attrNameLst>
                                      </p:cBhvr>
                                      <p:to>
                                        <p:strVal val="visible"/>
                                      </p:to>
                                    </p:set>
                                    <p:anim calcmode="lin" valueType="num">
                                      <p:cBhvr>
                                        <p:cTn id="24" dur="500" fill="hold"/>
                                        <p:tgtEl>
                                          <p:spTgt spid="226324"/>
                                        </p:tgtEl>
                                        <p:attrNameLst>
                                          <p:attrName>ppt_x</p:attrName>
                                        </p:attrNameLst>
                                      </p:cBhvr>
                                      <p:tavLst>
                                        <p:tav tm="0">
                                          <p:val>
                                            <p:strVal val="#ppt_x"/>
                                          </p:val>
                                        </p:tav>
                                        <p:tav tm="100000">
                                          <p:val>
                                            <p:strVal val="#ppt_x"/>
                                          </p:val>
                                        </p:tav>
                                      </p:tavLst>
                                    </p:anim>
                                    <p:anim calcmode="lin" valueType="num">
                                      <p:cBhvr>
                                        <p:cTn id="25" dur="500" fill="hold"/>
                                        <p:tgtEl>
                                          <p:spTgt spid="226324"/>
                                        </p:tgtEl>
                                        <p:attrNameLst>
                                          <p:attrName>ppt_y</p:attrName>
                                        </p:attrNameLst>
                                      </p:cBhvr>
                                      <p:tavLst>
                                        <p:tav tm="0">
                                          <p:val>
                                            <p:strVal val="#ppt_y-#ppt_h/2"/>
                                          </p:val>
                                        </p:tav>
                                        <p:tav tm="100000">
                                          <p:val>
                                            <p:strVal val="#ppt_y"/>
                                          </p:val>
                                        </p:tav>
                                      </p:tavLst>
                                    </p:anim>
                                    <p:anim calcmode="lin" valueType="num">
                                      <p:cBhvr>
                                        <p:cTn id="26" dur="500" fill="hold"/>
                                        <p:tgtEl>
                                          <p:spTgt spid="226324"/>
                                        </p:tgtEl>
                                        <p:attrNameLst>
                                          <p:attrName>ppt_w</p:attrName>
                                        </p:attrNameLst>
                                      </p:cBhvr>
                                      <p:tavLst>
                                        <p:tav tm="0">
                                          <p:val>
                                            <p:strVal val="#ppt_w"/>
                                          </p:val>
                                        </p:tav>
                                        <p:tav tm="100000">
                                          <p:val>
                                            <p:strVal val="#ppt_w"/>
                                          </p:val>
                                        </p:tav>
                                      </p:tavLst>
                                    </p:anim>
                                    <p:anim calcmode="lin" valueType="num">
                                      <p:cBhvr>
                                        <p:cTn id="27" dur="500" fill="hold"/>
                                        <p:tgtEl>
                                          <p:spTgt spid="226324"/>
                                        </p:tgtEl>
                                        <p:attrNameLst>
                                          <p:attrName>ppt_h</p:attrName>
                                        </p:attrNameLst>
                                      </p:cBhvr>
                                      <p:tavLst>
                                        <p:tav tm="0">
                                          <p:val>
                                            <p:fltVal val="0"/>
                                          </p:val>
                                        </p:tav>
                                        <p:tav tm="100000">
                                          <p:val>
                                            <p:strVal val="#ppt_h"/>
                                          </p:val>
                                        </p:tav>
                                      </p:tavLst>
                                    </p:anim>
                                  </p:childTnLst>
                                </p:cTn>
                              </p:par>
                            </p:childTnLst>
                          </p:cTn>
                        </p:par>
                        <p:par>
                          <p:cTn id="28" fill="hold" nodeType="afterGroup">
                            <p:stCondLst>
                              <p:cond delay="1500"/>
                            </p:stCondLst>
                            <p:childTnLst>
                              <p:par>
                                <p:cTn id="29" presetID="17" presetClass="entr" presetSubtype="1" fill="hold" grpId="0" nodeType="afterEffect">
                                  <p:stCondLst>
                                    <p:cond delay="0"/>
                                  </p:stCondLst>
                                  <p:childTnLst>
                                    <p:set>
                                      <p:cBhvr>
                                        <p:cTn id="30" dur="1" fill="hold">
                                          <p:stCondLst>
                                            <p:cond delay="0"/>
                                          </p:stCondLst>
                                        </p:cTn>
                                        <p:tgtEl>
                                          <p:spTgt spid="226325"/>
                                        </p:tgtEl>
                                        <p:attrNameLst>
                                          <p:attrName>style.visibility</p:attrName>
                                        </p:attrNameLst>
                                      </p:cBhvr>
                                      <p:to>
                                        <p:strVal val="visible"/>
                                      </p:to>
                                    </p:set>
                                    <p:anim calcmode="lin" valueType="num">
                                      <p:cBhvr>
                                        <p:cTn id="31" dur="500" fill="hold"/>
                                        <p:tgtEl>
                                          <p:spTgt spid="226325"/>
                                        </p:tgtEl>
                                        <p:attrNameLst>
                                          <p:attrName>ppt_x</p:attrName>
                                        </p:attrNameLst>
                                      </p:cBhvr>
                                      <p:tavLst>
                                        <p:tav tm="0">
                                          <p:val>
                                            <p:strVal val="#ppt_x"/>
                                          </p:val>
                                        </p:tav>
                                        <p:tav tm="100000">
                                          <p:val>
                                            <p:strVal val="#ppt_x"/>
                                          </p:val>
                                        </p:tav>
                                      </p:tavLst>
                                    </p:anim>
                                    <p:anim calcmode="lin" valueType="num">
                                      <p:cBhvr>
                                        <p:cTn id="32" dur="500" fill="hold"/>
                                        <p:tgtEl>
                                          <p:spTgt spid="226325"/>
                                        </p:tgtEl>
                                        <p:attrNameLst>
                                          <p:attrName>ppt_y</p:attrName>
                                        </p:attrNameLst>
                                      </p:cBhvr>
                                      <p:tavLst>
                                        <p:tav tm="0">
                                          <p:val>
                                            <p:strVal val="#ppt_y-#ppt_h/2"/>
                                          </p:val>
                                        </p:tav>
                                        <p:tav tm="100000">
                                          <p:val>
                                            <p:strVal val="#ppt_y"/>
                                          </p:val>
                                        </p:tav>
                                      </p:tavLst>
                                    </p:anim>
                                    <p:anim calcmode="lin" valueType="num">
                                      <p:cBhvr>
                                        <p:cTn id="33" dur="500" fill="hold"/>
                                        <p:tgtEl>
                                          <p:spTgt spid="226325"/>
                                        </p:tgtEl>
                                        <p:attrNameLst>
                                          <p:attrName>ppt_w</p:attrName>
                                        </p:attrNameLst>
                                      </p:cBhvr>
                                      <p:tavLst>
                                        <p:tav tm="0">
                                          <p:val>
                                            <p:strVal val="#ppt_w"/>
                                          </p:val>
                                        </p:tav>
                                        <p:tav tm="100000">
                                          <p:val>
                                            <p:strVal val="#ppt_w"/>
                                          </p:val>
                                        </p:tav>
                                      </p:tavLst>
                                    </p:anim>
                                    <p:anim calcmode="lin" valueType="num">
                                      <p:cBhvr>
                                        <p:cTn id="34" dur="500" fill="hold"/>
                                        <p:tgtEl>
                                          <p:spTgt spid="226325"/>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226333"/>
                                        </p:tgtEl>
                                        <p:attrNameLst>
                                          <p:attrName>style.visibility</p:attrName>
                                        </p:attrNameLst>
                                      </p:cBhvr>
                                      <p:to>
                                        <p:strVal val="visible"/>
                                      </p:to>
                                    </p:set>
                                    <p:anim calcmode="lin" valueType="num">
                                      <p:cBhvr>
                                        <p:cTn id="39" dur="500" fill="hold"/>
                                        <p:tgtEl>
                                          <p:spTgt spid="226333"/>
                                        </p:tgtEl>
                                        <p:attrNameLst>
                                          <p:attrName>ppt_x</p:attrName>
                                        </p:attrNameLst>
                                      </p:cBhvr>
                                      <p:tavLst>
                                        <p:tav tm="0">
                                          <p:val>
                                            <p:strVal val="#ppt_x"/>
                                          </p:val>
                                        </p:tav>
                                        <p:tav tm="100000">
                                          <p:val>
                                            <p:strVal val="#ppt_x"/>
                                          </p:val>
                                        </p:tav>
                                      </p:tavLst>
                                    </p:anim>
                                    <p:anim calcmode="lin" valueType="num">
                                      <p:cBhvr>
                                        <p:cTn id="40" dur="500" fill="hold"/>
                                        <p:tgtEl>
                                          <p:spTgt spid="226333"/>
                                        </p:tgtEl>
                                        <p:attrNameLst>
                                          <p:attrName>ppt_y</p:attrName>
                                        </p:attrNameLst>
                                      </p:cBhvr>
                                      <p:tavLst>
                                        <p:tav tm="0">
                                          <p:val>
                                            <p:strVal val="#ppt_y-#ppt_h/2"/>
                                          </p:val>
                                        </p:tav>
                                        <p:tav tm="100000">
                                          <p:val>
                                            <p:strVal val="#ppt_y"/>
                                          </p:val>
                                        </p:tav>
                                      </p:tavLst>
                                    </p:anim>
                                    <p:anim calcmode="lin" valueType="num">
                                      <p:cBhvr>
                                        <p:cTn id="41" dur="500" fill="hold"/>
                                        <p:tgtEl>
                                          <p:spTgt spid="226333"/>
                                        </p:tgtEl>
                                        <p:attrNameLst>
                                          <p:attrName>ppt_w</p:attrName>
                                        </p:attrNameLst>
                                      </p:cBhvr>
                                      <p:tavLst>
                                        <p:tav tm="0">
                                          <p:val>
                                            <p:strVal val="#ppt_w"/>
                                          </p:val>
                                        </p:tav>
                                        <p:tav tm="100000">
                                          <p:val>
                                            <p:strVal val="#ppt_w"/>
                                          </p:val>
                                        </p:tav>
                                      </p:tavLst>
                                    </p:anim>
                                    <p:anim calcmode="lin" valueType="num">
                                      <p:cBhvr>
                                        <p:cTn id="42" dur="500" fill="hold"/>
                                        <p:tgtEl>
                                          <p:spTgt spid="226333"/>
                                        </p:tgtEl>
                                        <p:attrNameLst>
                                          <p:attrName>ppt_h</p:attrName>
                                        </p:attrNameLst>
                                      </p:cBhvr>
                                      <p:tavLst>
                                        <p:tav tm="0">
                                          <p:val>
                                            <p:fltVal val="0"/>
                                          </p:val>
                                        </p:tav>
                                        <p:tav tm="100000">
                                          <p:val>
                                            <p:strVal val="#ppt_h"/>
                                          </p:val>
                                        </p:tav>
                                      </p:tavLst>
                                    </p:anim>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226326"/>
                                        </p:tgtEl>
                                        <p:attrNameLst>
                                          <p:attrName>style.visibility</p:attrName>
                                        </p:attrNameLst>
                                      </p:cBhvr>
                                      <p:to>
                                        <p:strVal val="visible"/>
                                      </p:to>
                                    </p:set>
                                    <p:animEffect transition="in" filter="wipe(left)">
                                      <p:cBhvr>
                                        <p:cTn id="46" dur="500"/>
                                        <p:tgtEl>
                                          <p:spTgt spid="226326"/>
                                        </p:tgtEl>
                                      </p:cBhvr>
                                    </p:animEffect>
                                  </p:childTnLst>
                                </p:cTn>
                              </p:par>
                            </p:childTnLst>
                          </p:cTn>
                        </p:par>
                        <p:par>
                          <p:cTn id="47" fill="hold" nodeType="afterGroup">
                            <p:stCondLst>
                              <p:cond delay="1000"/>
                            </p:stCondLst>
                            <p:childTnLst>
                              <p:par>
                                <p:cTn id="48" presetID="17" presetClass="entr" presetSubtype="1" fill="hold" grpId="0" nodeType="afterEffect">
                                  <p:stCondLst>
                                    <p:cond delay="0"/>
                                  </p:stCondLst>
                                  <p:childTnLst>
                                    <p:set>
                                      <p:cBhvr>
                                        <p:cTn id="49" dur="1" fill="hold">
                                          <p:stCondLst>
                                            <p:cond delay="0"/>
                                          </p:stCondLst>
                                        </p:cTn>
                                        <p:tgtEl>
                                          <p:spTgt spid="226327"/>
                                        </p:tgtEl>
                                        <p:attrNameLst>
                                          <p:attrName>style.visibility</p:attrName>
                                        </p:attrNameLst>
                                      </p:cBhvr>
                                      <p:to>
                                        <p:strVal val="visible"/>
                                      </p:to>
                                    </p:set>
                                    <p:anim calcmode="lin" valueType="num">
                                      <p:cBhvr>
                                        <p:cTn id="50" dur="500" fill="hold"/>
                                        <p:tgtEl>
                                          <p:spTgt spid="226327"/>
                                        </p:tgtEl>
                                        <p:attrNameLst>
                                          <p:attrName>ppt_x</p:attrName>
                                        </p:attrNameLst>
                                      </p:cBhvr>
                                      <p:tavLst>
                                        <p:tav tm="0">
                                          <p:val>
                                            <p:strVal val="#ppt_x"/>
                                          </p:val>
                                        </p:tav>
                                        <p:tav tm="100000">
                                          <p:val>
                                            <p:strVal val="#ppt_x"/>
                                          </p:val>
                                        </p:tav>
                                      </p:tavLst>
                                    </p:anim>
                                    <p:anim calcmode="lin" valueType="num">
                                      <p:cBhvr>
                                        <p:cTn id="51" dur="500" fill="hold"/>
                                        <p:tgtEl>
                                          <p:spTgt spid="226327"/>
                                        </p:tgtEl>
                                        <p:attrNameLst>
                                          <p:attrName>ppt_y</p:attrName>
                                        </p:attrNameLst>
                                      </p:cBhvr>
                                      <p:tavLst>
                                        <p:tav tm="0">
                                          <p:val>
                                            <p:strVal val="#ppt_y-#ppt_h/2"/>
                                          </p:val>
                                        </p:tav>
                                        <p:tav tm="100000">
                                          <p:val>
                                            <p:strVal val="#ppt_y"/>
                                          </p:val>
                                        </p:tav>
                                      </p:tavLst>
                                    </p:anim>
                                    <p:anim calcmode="lin" valueType="num">
                                      <p:cBhvr>
                                        <p:cTn id="52" dur="500" fill="hold"/>
                                        <p:tgtEl>
                                          <p:spTgt spid="226327"/>
                                        </p:tgtEl>
                                        <p:attrNameLst>
                                          <p:attrName>ppt_w</p:attrName>
                                        </p:attrNameLst>
                                      </p:cBhvr>
                                      <p:tavLst>
                                        <p:tav tm="0">
                                          <p:val>
                                            <p:strVal val="#ppt_w"/>
                                          </p:val>
                                        </p:tav>
                                        <p:tav tm="100000">
                                          <p:val>
                                            <p:strVal val="#ppt_w"/>
                                          </p:val>
                                        </p:tav>
                                      </p:tavLst>
                                    </p:anim>
                                    <p:anim calcmode="lin" valueType="num">
                                      <p:cBhvr>
                                        <p:cTn id="53" dur="500" fill="hold"/>
                                        <p:tgtEl>
                                          <p:spTgt spid="226327"/>
                                        </p:tgtEl>
                                        <p:attrNameLst>
                                          <p:attrName>ppt_h</p:attrName>
                                        </p:attrNameLst>
                                      </p:cBhvr>
                                      <p:tavLst>
                                        <p:tav tm="0">
                                          <p:val>
                                            <p:fltVal val="0"/>
                                          </p:val>
                                        </p:tav>
                                        <p:tav tm="100000">
                                          <p:val>
                                            <p:strVal val="#ppt_h"/>
                                          </p:val>
                                        </p:tav>
                                      </p:tavLst>
                                    </p:anim>
                                  </p:childTnLst>
                                </p:cTn>
                              </p:par>
                            </p:childTnLst>
                          </p:cTn>
                        </p:par>
                        <p:par>
                          <p:cTn id="54" fill="hold" nodeType="afterGroup">
                            <p:stCondLst>
                              <p:cond delay="1500"/>
                            </p:stCondLst>
                            <p:childTnLst>
                              <p:par>
                                <p:cTn id="55" presetID="17" presetClass="entr" presetSubtype="1" fill="hold" grpId="0" nodeType="afterEffect">
                                  <p:stCondLst>
                                    <p:cond delay="0"/>
                                  </p:stCondLst>
                                  <p:childTnLst>
                                    <p:set>
                                      <p:cBhvr>
                                        <p:cTn id="56" dur="1" fill="hold">
                                          <p:stCondLst>
                                            <p:cond delay="0"/>
                                          </p:stCondLst>
                                        </p:cTn>
                                        <p:tgtEl>
                                          <p:spTgt spid="226328"/>
                                        </p:tgtEl>
                                        <p:attrNameLst>
                                          <p:attrName>style.visibility</p:attrName>
                                        </p:attrNameLst>
                                      </p:cBhvr>
                                      <p:to>
                                        <p:strVal val="visible"/>
                                      </p:to>
                                    </p:set>
                                    <p:anim calcmode="lin" valueType="num">
                                      <p:cBhvr>
                                        <p:cTn id="57" dur="500" fill="hold"/>
                                        <p:tgtEl>
                                          <p:spTgt spid="226328"/>
                                        </p:tgtEl>
                                        <p:attrNameLst>
                                          <p:attrName>ppt_x</p:attrName>
                                        </p:attrNameLst>
                                      </p:cBhvr>
                                      <p:tavLst>
                                        <p:tav tm="0">
                                          <p:val>
                                            <p:strVal val="#ppt_x"/>
                                          </p:val>
                                        </p:tav>
                                        <p:tav tm="100000">
                                          <p:val>
                                            <p:strVal val="#ppt_x"/>
                                          </p:val>
                                        </p:tav>
                                      </p:tavLst>
                                    </p:anim>
                                    <p:anim calcmode="lin" valueType="num">
                                      <p:cBhvr>
                                        <p:cTn id="58" dur="500" fill="hold"/>
                                        <p:tgtEl>
                                          <p:spTgt spid="226328"/>
                                        </p:tgtEl>
                                        <p:attrNameLst>
                                          <p:attrName>ppt_y</p:attrName>
                                        </p:attrNameLst>
                                      </p:cBhvr>
                                      <p:tavLst>
                                        <p:tav tm="0">
                                          <p:val>
                                            <p:strVal val="#ppt_y-#ppt_h/2"/>
                                          </p:val>
                                        </p:tav>
                                        <p:tav tm="100000">
                                          <p:val>
                                            <p:strVal val="#ppt_y"/>
                                          </p:val>
                                        </p:tav>
                                      </p:tavLst>
                                    </p:anim>
                                    <p:anim calcmode="lin" valueType="num">
                                      <p:cBhvr>
                                        <p:cTn id="59" dur="500" fill="hold"/>
                                        <p:tgtEl>
                                          <p:spTgt spid="226328"/>
                                        </p:tgtEl>
                                        <p:attrNameLst>
                                          <p:attrName>ppt_w</p:attrName>
                                        </p:attrNameLst>
                                      </p:cBhvr>
                                      <p:tavLst>
                                        <p:tav tm="0">
                                          <p:val>
                                            <p:strVal val="#ppt_w"/>
                                          </p:val>
                                        </p:tav>
                                        <p:tav tm="100000">
                                          <p:val>
                                            <p:strVal val="#ppt_w"/>
                                          </p:val>
                                        </p:tav>
                                      </p:tavLst>
                                    </p:anim>
                                    <p:anim calcmode="lin" valueType="num">
                                      <p:cBhvr>
                                        <p:cTn id="60" dur="500" fill="hold"/>
                                        <p:tgtEl>
                                          <p:spTgt spid="226328"/>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1" fill="hold" grpId="0" nodeType="clickEffect">
                                  <p:stCondLst>
                                    <p:cond delay="0"/>
                                  </p:stCondLst>
                                  <p:childTnLst>
                                    <p:set>
                                      <p:cBhvr>
                                        <p:cTn id="64" dur="1" fill="hold">
                                          <p:stCondLst>
                                            <p:cond delay="0"/>
                                          </p:stCondLst>
                                        </p:cTn>
                                        <p:tgtEl>
                                          <p:spTgt spid="226332"/>
                                        </p:tgtEl>
                                        <p:attrNameLst>
                                          <p:attrName>style.visibility</p:attrName>
                                        </p:attrNameLst>
                                      </p:cBhvr>
                                      <p:to>
                                        <p:strVal val="visible"/>
                                      </p:to>
                                    </p:set>
                                    <p:anim calcmode="lin" valueType="num">
                                      <p:cBhvr>
                                        <p:cTn id="65" dur="500" fill="hold"/>
                                        <p:tgtEl>
                                          <p:spTgt spid="226332"/>
                                        </p:tgtEl>
                                        <p:attrNameLst>
                                          <p:attrName>ppt_x</p:attrName>
                                        </p:attrNameLst>
                                      </p:cBhvr>
                                      <p:tavLst>
                                        <p:tav tm="0">
                                          <p:val>
                                            <p:strVal val="#ppt_x"/>
                                          </p:val>
                                        </p:tav>
                                        <p:tav tm="100000">
                                          <p:val>
                                            <p:strVal val="#ppt_x"/>
                                          </p:val>
                                        </p:tav>
                                      </p:tavLst>
                                    </p:anim>
                                    <p:anim calcmode="lin" valueType="num">
                                      <p:cBhvr>
                                        <p:cTn id="66" dur="500" fill="hold"/>
                                        <p:tgtEl>
                                          <p:spTgt spid="226332"/>
                                        </p:tgtEl>
                                        <p:attrNameLst>
                                          <p:attrName>ppt_y</p:attrName>
                                        </p:attrNameLst>
                                      </p:cBhvr>
                                      <p:tavLst>
                                        <p:tav tm="0">
                                          <p:val>
                                            <p:strVal val="#ppt_y-#ppt_h/2"/>
                                          </p:val>
                                        </p:tav>
                                        <p:tav tm="100000">
                                          <p:val>
                                            <p:strVal val="#ppt_y"/>
                                          </p:val>
                                        </p:tav>
                                      </p:tavLst>
                                    </p:anim>
                                    <p:anim calcmode="lin" valueType="num">
                                      <p:cBhvr>
                                        <p:cTn id="67" dur="500" fill="hold"/>
                                        <p:tgtEl>
                                          <p:spTgt spid="226332"/>
                                        </p:tgtEl>
                                        <p:attrNameLst>
                                          <p:attrName>ppt_w</p:attrName>
                                        </p:attrNameLst>
                                      </p:cBhvr>
                                      <p:tavLst>
                                        <p:tav tm="0">
                                          <p:val>
                                            <p:strVal val="#ppt_w"/>
                                          </p:val>
                                        </p:tav>
                                        <p:tav tm="100000">
                                          <p:val>
                                            <p:strVal val="#ppt_w"/>
                                          </p:val>
                                        </p:tav>
                                      </p:tavLst>
                                    </p:anim>
                                    <p:anim calcmode="lin" valueType="num">
                                      <p:cBhvr>
                                        <p:cTn id="68" dur="500" fill="hold"/>
                                        <p:tgtEl>
                                          <p:spTgt spid="226332"/>
                                        </p:tgtEl>
                                        <p:attrNameLst>
                                          <p:attrName>ppt_h</p:attrName>
                                        </p:attrNameLst>
                                      </p:cBhvr>
                                      <p:tavLst>
                                        <p:tav tm="0">
                                          <p:val>
                                            <p:fltVal val="0"/>
                                          </p:val>
                                        </p:tav>
                                        <p:tav tm="100000">
                                          <p:val>
                                            <p:strVal val="#ppt_h"/>
                                          </p:val>
                                        </p:tav>
                                      </p:tavLst>
                                    </p:anim>
                                  </p:childTnLst>
                                </p:cTn>
                              </p:par>
                            </p:childTnLst>
                          </p:cTn>
                        </p:par>
                        <p:par>
                          <p:cTn id="69" fill="hold" nodeType="afterGroup">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226330"/>
                                        </p:tgtEl>
                                        <p:attrNameLst>
                                          <p:attrName>style.visibility</p:attrName>
                                        </p:attrNameLst>
                                      </p:cBhvr>
                                      <p:to>
                                        <p:strVal val="visible"/>
                                      </p:to>
                                    </p:set>
                                    <p:animEffect transition="in" filter="wipe(left)">
                                      <p:cBhvr>
                                        <p:cTn id="72" dur="500"/>
                                        <p:tgtEl>
                                          <p:spTgt spid="226330"/>
                                        </p:tgtEl>
                                      </p:cBhvr>
                                    </p:animEffect>
                                  </p:childTnLst>
                                </p:cTn>
                              </p:par>
                            </p:childTnLst>
                          </p:cTn>
                        </p:par>
                        <p:par>
                          <p:cTn id="73" fill="hold" nodeType="afterGroup">
                            <p:stCondLst>
                              <p:cond delay="1000"/>
                            </p:stCondLst>
                            <p:childTnLst>
                              <p:par>
                                <p:cTn id="74" presetID="17" presetClass="entr" presetSubtype="1" fill="hold" grpId="0" nodeType="afterEffect">
                                  <p:stCondLst>
                                    <p:cond delay="0"/>
                                  </p:stCondLst>
                                  <p:childTnLst>
                                    <p:set>
                                      <p:cBhvr>
                                        <p:cTn id="75" dur="1" fill="hold">
                                          <p:stCondLst>
                                            <p:cond delay="0"/>
                                          </p:stCondLst>
                                        </p:cTn>
                                        <p:tgtEl>
                                          <p:spTgt spid="226359"/>
                                        </p:tgtEl>
                                        <p:attrNameLst>
                                          <p:attrName>style.visibility</p:attrName>
                                        </p:attrNameLst>
                                      </p:cBhvr>
                                      <p:to>
                                        <p:strVal val="visible"/>
                                      </p:to>
                                    </p:set>
                                    <p:anim calcmode="lin" valueType="num">
                                      <p:cBhvr>
                                        <p:cTn id="76" dur="500" fill="hold"/>
                                        <p:tgtEl>
                                          <p:spTgt spid="226359"/>
                                        </p:tgtEl>
                                        <p:attrNameLst>
                                          <p:attrName>ppt_x</p:attrName>
                                        </p:attrNameLst>
                                      </p:cBhvr>
                                      <p:tavLst>
                                        <p:tav tm="0">
                                          <p:val>
                                            <p:strVal val="#ppt_x"/>
                                          </p:val>
                                        </p:tav>
                                        <p:tav tm="100000">
                                          <p:val>
                                            <p:strVal val="#ppt_x"/>
                                          </p:val>
                                        </p:tav>
                                      </p:tavLst>
                                    </p:anim>
                                    <p:anim calcmode="lin" valueType="num">
                                      <p:cBhvr>
                                        <p:cTn id="77" dur="500" fill="hold"/>
                                        <p:tgtEl>
                                          <p:spTgt spid="226359"/>
                                        </p:tgtEl>
                                        <p:attrNameLst>
                                          <p:attrName>ppt_y</p:attrName>
                                        </p:attrNameLst>
                                      </p:cBhvr>
                                      <p:tavLst>
                                        <p:tav tm="0">
                                          <p:val>
                                            <p:strVal val="#ppt_y-#ppt_h/2"/>
                                          </p:val>
                                        </p:tav>
                                        <p:tav tm="100000">
                                          <p:val>
                                            <p:strVal val="#ppt_y"/>
                                          </p:val>
                                        </p:tav>
                                      </p:tavLst>
                                    </p:anim>
                                    <p:anim calcmode="lin" valueType="num">
                                      <p:cBhvr>
                                        <p:cTn id="78" dur="500" fill="hold"/>
                                        <p:tgtEl>
                                          <p:spTgt spid="226359"/>
                                        </p:tgtEl>
                                        <p:attrNameLst>
                                          <p:attrName>ppt_w</p:attrName>
                                        </p:attrNameLst>
                                      </p:cBhvr>
                                      <p:tavLst>
                                        <p:tav tm="0">
                                          <p:val>
                                            <p:strVal val="#ppt_w"/>
                                          </p:val>
                                        </p:tav>
                                        <p:tav tm="100000">
                                          <p:val>
                                            <p:strVal val="#ppt_w"/>
                                          </p:val>
                                        </p:tav>
                                      </p:tavLst>
                                    </p:anim>
                                    <p:anim calcmode="lin" valueType="num">
                                      <p:cBhvr>
                                        <p:cTn id="79" dur="500" fill="hold"/>
                                        <p:tgtEl>
                                          <p:spTgt spid="226359"/>
                                        </p:tgtEl>
                                        <p:attrNameLst>
                                          <p:attrName>ppt_h</p:attrName>
                                        </p:attrNameLst>
                                      </p:cBhvr>
                                      <p:tavLst>
                                        <p:tav tm="0">
                                          <p:val>
                                            <p:fltVal val="0"/>
                                          </p:val>
                                        </p:tav>
                                        <p:tav tm="100000">
                                          <p:val>
                                            <p:strVal val="#ppt_h"/>
                                          </p:val>
                                        </p:tav>
                                      </p:tavLst>
                                    </p:anim>
                                  </p:childTnLst>
                                </p:cTn>
                              </p:par>
                            </p:childTnLst>
                          </p:cTn>
                        </p:par>
                        <p:par>
                          <p:cTn id="80" fill="hold" nodeType="afterGroup">
                            <p:stCondLst>
                              <p:cond delay="1500"/>
                            </p:stCondLst>
                            <p:childTnLst>
                              <p:par>
                                <p:cTn id="81" presetID="17" presetClass="entr" presetSubtype="1" fill="hold" grpId="0" nodeType="afterEffect">
                                  <p:stCondLst>
                                    <p:cond delay="0"/>
                                  </p:stCondLst>
                                  <p:childTnLst>
                                    <p:set>
                                      <p:cBhvr>
                                        <p:cTn id="82" dur="1" fill="hold">
                                          <p:stCondLst>
                                            <p:cond delay="0"/>
                                          </p:stCondLst>
                                        </p:cTn>
                                        <p:tgtEl>
                                          <p:spTgt spid="226331"/>
                                        </p:tgtEl>
                                        <p:attrNameLst>
                                          <p:attrName>style.visibility</p:attrName>
                                        </p:attrNameLst>
                                      </p:cBhvr>
                                      <p:to>
                                        <p:strVal val="visible"/>
                                      </p:to>
                                    </p:set>
                                    <p:anim calcmode="lin" valueType="num">
                                      <p:cBhvr>
                                        <p:cTn id="83" dur="500" fill="hold"/>
                                        <p:tgtEl>
                                          <p:spTgt spid="226331"/>
                                        </p:tgtEl>
                                        <p:attrNameLst>
                                          <p:attrName>ppt_x</p:attrName>
                                        </p:attrNameLst>
                                      </p:cBhvr>
                                      <p:tavLst>
                                        <p:tav tm="0">
                                          <p:val>
                                            <p:strVal val="#ppt_x"/>
                                          </p:val>
                                        </p:tav>
                                        <p:tav tm="100000">
                                          <p:val>
                                            <p:strVal val="#ppt_x"/>
                                          </p:val>
                                        </p:tav>
                                      </p:tavLst>
                                    </p:anim>
                                    <p:anim calcmode="lin" valueType="num">
                                      <p:cBhvr>
                                        <p:cTn id="84" dur="500" fill="hold"/>
                                        <p:tgtEl>
                                          <p:spTgt spid="226331"/>
                                        </p:tgtEl>
                                        <p:attrNameLst>
                                          <p:attrName>ppt_y</p:attrName>
                                        </p:attrNameLst>
                                      </p:cBhvr>
                                      <p:tavLst>
                                        <p:tav tm="0">
                                          <p:val>
                                            <p:strVal val="#ppt_y-#ppt_h/2"/>
                                          </p:val>
                                        </p:tav>
                                        <p:tav tm="100000">
                                          <p:val>
                                            <p:strVal val="#ppt_y"/>
                                          </p:val>
                                        </p:tav>
                                      </p:tavLst>
                                    </p:anim>
                                    <p:anim calcmode="lin" valueType="num">
                                      <p:cBhvr>
                                        <p:cTn id="85" dur="500" fill="hold"/>
                                        <p:tgtEl>
                                          <p:spTgt spid="226331"/>
                                        </p:tgtEl>
                                        <p:attrNameLst>
                                          <p:attrName>ppt_w</p:attrName>
                                        </p:attrNameLst>
                                      </p:cBhvr>
                                      <p:tavLst>
                                        <p:tav tm="0">
                                          <p:val>
                                            <p:strVal val="#ppt_w"/>
                                          </p:val>
                                        </p:tav>
                                        <p:tav tm="100000">
                                          <p:val>
                                            <p:strVal val="#ppt_w"/>
                                          </p:val>
                                        </p:tav>
                                      </p:tavLst>
                                    </p:anim>
                                    <p:anim calcmode="lin" valueType="num">
                                      <p:cBhvr>
                                        <p:cTn id="86" dur="500" fill="hold"/>
                                        <p:tgtEl>
                                          <p:spTgt spid="226331"/>
                                        </p:tgtEl>
                                        <p:attrNameLst>
                                          <p:attrName>ppt_h</p:attrName>
                                        </p:attrNameLst>
                                      </p:cBhvr>
                                      <p:tavLst>
                                        <p:tav tm="0">
                                          <p:val>
                                            <p:fltVal val="0"/>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17" presetClass="entr" presetSubtype="1" fill="hold" grpId="0" nodeType="clickEffect">
                                  <p:stCondLst>
                                    <p:cond delay="0"/>
                                  </p:stCondLst>
                                  <p:childTnLst>
                                    <p:set>
                                      <p:cBhvr>
                                        <p:cTn id="90" dur="1" fill="hold">
                                          <p:stCondLst>
                                            <p:cond delay="0"/>
                                          </p:stCondLst>
                                        </p:cTn>
                                        <p:tgtEl>
                                          <p:spTgt spid="226337"/>
                                        </p:tgtEl>
                                        <p:attrNameLst>
                                          <p:attrName>style.visibility</p:attrName>
                                        </p:attrNameLst>
                                      </p:cBhvr>
                                      <p:to>
                                        <p:strVal val="visible"/>
                                      </p:to>
                                    </p:set>
                                    <p:anim calcmode="lin" valueType="num">
                                      <p:cBhvr>
                                        <p:cTn id="91" dur="500" fill="hold"/>
                                        <p:tgtEl>
                                          <p:spTgt spid="226337"/>
                                        </p:tgtEl>
                                        <p:attrNameLst>
                                          <p:attrName>ppt_x</p:attrName>
                                        </p:attrNameLst>
                                      </p:cBhvr>
                                      <p:tavLst>
                                        <p:tav tm="0">
                                          <p:val>
                                            <p:strVal val="#ppt_x"/>
                                          </p:val>
                                        </p:tav>
                                        <p:tav tm="100000">
                                          <p:val>
                                            <p:strVal val="#ppt_x"/>
                                          </p:val>
                                        </p:tav>
                                      </p:tavLst>
                                    </p:anim>
                                    <p:anim calcmode="lin" valueType="num">
                                      <p:cBhvr>
                                        <p:cTn id="92" dur="500" fill="hold"/>
                                        <p:tgtEl>
                                          <p:spTgt spid="226337"/>
                                        </p:tgtEl>
                                        <p:attrNameLst>
                                          <p:attrName>ppt_y</p:attrName>
                                        </p:attrNameLst>
                                      </p:cBhvr>
                                      <p:tavLst>
                                        <p:tav tm="0">
                                          <p:val>
                                            <p:strVal val="#ppt_y-#ppt_h/2"/>
                                          </p:val>
                                        </p:tav>
                                        <p:tav tm="100000">
                                          <p:val>
                                            <p:strVal val="#ppt_y"/>
                                          </p:val>
                                        </p:tav>
                                      </p:tavLst>
                                    </p:anim>
                                    <p:anim calcmode="lin" valueType="num">
                                      <p:cBhvr>
                                        <p:cTn id="93" dur="500" fill="hold"/>
                                        <p:tgtEl>
                                          <p:spTgt spid="226337"/>
                                        </p:tgtEl>
                                        <p:attrNameLst>
                                          <p:attrName>ppt_w</p:attrName>
                                        </p:attrNameLst>
                                      </p:cBhvr>
                                      <p:tavLst>
                                        <p:tav tm="0">
                                          <p:val>
                                            <p:strVal val="#ppt_w"/>
                                          </p:val>
                                        </p:tav>
                                        <p:tav tm="100000">
                                          <p:val>
                                            <p:strVal val="#ppt_w"/>
                                          </p:val>
                                        </p:tav>
                                      </p:tavLst>
                                    </p:anim>
                                    <p:anim calcmode="lin" valueType="num">
                                      <p:cBhvr>
                                        <p:cTn id="94" dur="500" fill="hold"/>
                                        <p:tgtEl>
                                          <p:spTgt spid="226337"/>
                                        </p:tgtEl>
                                        <p:attrNameLst>
                                          <p:attrName>ppt_h</p:attrName>
                                        </p:attrNameLst>
                                      </p:cBhvr>
                                      <p:tavLst>
                                        <p:tav tm="0">
                                          <p:val>
                                            <p:fltVal val="0"/>
                                          </p:val>
                                        </p:tav>
                                        <p:tav tm="100000">
                                          <p:val>
                                            <p:strVal val="#ppt_h"/>
                                          </p:val>
                                        </p:tav>
                                      </p:tavLst>
                                    </p:anim>
                                  </p:childTnLst>
                                </p:cTn>
                              </p:par>
                            </p:childTnLst>
                          </p:cTn>
                        </p:par>
                        <p:par>
                          <p:cTn id="95" fill="hold" nodeType="afterGroup">
                            <p:stCondLst>
                              <p:cond delay="500"/>
                            </p:stCondLst>
                            <p:childTnLst>
                              <p:par>
                                <p:cTn id="96" presetID="22" presetClass="entr" presetSubtype="8" fill="hold" grpId="0" nodeType="afterEffect">
                                  <p:stCondLst>
                                    <p:cond delay="0"/>
                                  </p:stCondLst>
                                  <p:childTnLst>
                                    <p:set>
                                      <p:cBhvr>
                                        <p:cTn id="97" dur="1" fill="hold">
                                          <p:stCondLst>
                                            <p:cond delay="0"/>
                                          </p:stCondLst>
                                        </p:cTn>
                                        <p:tgtEl>
                                          <p:spTgt spid="226334"/>
                                        </p:tgtEl>
                                        <p:attrNameLst>
                                          <p:attrName>style.visibility</p:attrName>
                                        </p:attrNameLst>
                                      </p:cBhvr>
                                      <p:to>
                                        <p:strVal val="visible"/>
                                      </p:to>
                                    </p:set>
                                    <p:animEffect transition="in" filter="wipe(left)">
                                      <p:cBhvr>
                                        <p:cTn id="98" dur="500"/>
                                        <p:tgtEl>
                                          <p:spTgt spid="226334"/>
                                        </p:tgtEl>
                                      </p:cBhvr>
                                    </p:animEffect>
                                  </p:childTnLst>
                                </p:cTn>
                              </p:par>
                            </p:childTnLst>
                          </p:cTn>
                        </p:par>
                        <p:par>
                          <p:cTn id="99" fill="hold" nodeType="afterGroup">
                            <p:stCondLst>
                              <p:cond delay="1000"/>
                            </p:stCondLst>
                            <p:childTnLst>
                              <p:par>
                                <p:cTn id="100" presetID="17" presetClass="entr" presetSubtype="1" fill="hold" grpId="0" nodeType="afterEffect">
                                  <p:stCondLst>
                                    <p:cond delay="0"/>
                                  </p:stCondLst>
                                  <p:childTnLst>
                                    <p:set>
                                      <p:cBhvr>
                                        <p:cTn id="101" dur="1" fill="hold">
                                          <p:stCondLst>
                                            <p:cond delay="0"/>
                                          </p:stCondLst>
                                        </p:cTn>
                                        <p:tgtEl>
                                          <p:spTgt spid="226335"/>
                                        </p:tgtEl>
                                        <p:attrNameLst>
                                          <p:attrName>style.visibility</p:attrName>
                                        </p:attrNameLst>
                                      </p:cBhvr>
                                      <p:to>
                                        <p:strVal val="visible"/>
                                      </p:to>
                                    </p:set>
                                    <p:anim calcmode="lin" valueType="num">
                                      <p:cBhvr>
                                        <p:cTn id="102" dur="500" fill="hold"/>
                                        <p:tgtEl>
                                          <p:spTgt spid="226335"/>
                                        </p:tgtEl>
                                        <p:attrNameLst>
                                          <p:attrName>ppt_x</p:attrName>
                                        </p:attrNameLst>
                                      </p:cBhvr>
                                      <p:tavLst>
                                        <p:tav tm="0">
                                          <p:val>
                                            <p:strVal val="#ppt_x"/>
                                          </p:val>
                                        </p:tav>
                                        <p:tav tm="100000">
                                          <p:val>
                                            <p:strVal val="#ppt_x"/>
                                          </p:val>
                                        </p:tav>
                                      </p:tavLst>
                                    </p:anim>
                                    <p:anim calcmode="lin" valueType="num">
                                      <p:cBhvr>
                                        <p:cTn id="103" dur="500" fill="hold"/>
                                        <p:tgtEl>
                                          <p:spTgt spid="226335"/>
                                        </p:tgtEl>
                                        <p:attrNameLst>
                                          <p:attrName>ppt_y</p:attrName>
                                        </p:attrNameLst>
                                      </p:cBhvr>
                                      <p:tavLst>
                                        <p:tav tm="0">
                                          <p:val>
                                            <p:strVal val="#ppt_y-#ppt_h/2"/>
                                          </p:val>
                                        </p:tav>
                                        <p:tav tm="100000">
                                          <p:val>
                                            <p:strVal val="#ppt_y"/>
                                          </p:val>
                                        </p:tav>
                                      </p:tavLst>
                                    </p:anim>
                                    <p:anim calcmode="lin" valueType="num">
                                      <p:cBhvr>
                                        <p:cTn id="104" dur="500" fill="hold"/>
                                        <p:tgtEl>
                                          <p:spTgt spid="226335"/>
                                        </p:tgtEl>
                                        <p:attrNameLst>
                                          <p:attrName>ppt_w</p:attrName>
                                        </p:attrNameLst>
                                      </p:cBhvr>
                                      <p:tavLst>
                                        <p:tav tm="0">
                                          <p:val>
                                            <p:strVal val="#ppt_w"/>
                                          </p:val>
                                        </p:tav>
                                        <p:tav tm="100000">
                                          <p:val>
                                            <p:strVal val="#ppt_w"/>
                                          </p:val>
                                        </p:tav>
                                      </p:tavLst>
                                    </p:anim>
                                    <p:anim calcmode="lin" valueType="num">
                                      <p:cBhvr>
                                        <p:cTn id="105" dur="500" fill="hold"/>
                                        <p:tgtEl>
                                          <p:spTgt spid="226335"/>
                                        </p:tgtEl>
                                        <p:attrNameLst>
                                          <p:attrName>ppt_h</p:attrName>
                                        </p:attrNameLst>
                                      </p:cBhvr>
                                      <p:tavLst>
                                        <p:tav tm="0">
                                          <p:val>
                                            <p:fltVal val="0"/>
                                          </p:val>
                                        </p:tav>
                                        <p:tav tm="100000">
                                          <p:val>
                                            <p:strVal val="#ppt_h"/>
                                          </p:val>
                                        </p:tav>
                                      </p:tavLst>
                                    </p:anim>
                                  </p:childTnLst>
                                </p:cTn>
                              </p:par>
                            </p:childTnLst>
                          </p:cTn>
                        </p:par>
                        <p:par>
                          <p:cTn id="106" fill="hold" nodeType="afterGroup">
                            <p:stCondLst>
                              <p:cond delay="1500"/>
                            </p:stCondLst>
                            <p:childTnLst>
                              <p:par>
                                <p:cTn id="107" presetID="17" presetClass="entr" presetSubtype="1" fill="hold" grpId="0" nodeType="afterEffect">
                                  <p:stCondLst>
                                    <p:cond delay="0"/>
                                  </p:stCondLst>
                                  <p:childTnLst>
                                    <p:set>
                                      <p:cBhvr>
                                        <p:cTn id="108" dur="1" fill="hold">
                                          <p:stCondLst>
                                            <p:cond delay="0"/>
                                          </p:stCondLst>
                                        </p:cTn>
                                        <p:tgtEl>
                                          <p:spTgt spid="226336"/>
                                        </p:tgtEl>
                                        <p:attrNameLst>
                                          <p:attrName>style.visibility</p:attrName>
                                        </p:attrNameLst>
                                      </p:cBhvr>
                                      <p:to>
                                        <p:strVal val="visible"/>
                                      </p:to>
                                    </p:set>
                                    <p:anim calcmode="lin" valueType="num">
                                      <p:cBhvr>
                                        <p:cTn id="109" dur="500" fill="hold"/>
                                        <p:tgtEl>
                                          <p:spTgt spid="226336"/>
                                        </p:tgtEl>
                                        <p:attrNameLst>
                                          <p:attrName>ppt_x</p:attrName>
                                        </p:attrNameLst>
                                      </p:cBhvr>
                                      <p:tavLst>
                                        <p:tav tm="0">
                                          <p:val>
                                            <p:strVal val="#ppt_x"/>
                                          </p:val>
                                        </p:tav>
                                        <p:tav tm="100000">
                                          <p:val>
                                            <p:strVal val="#ppt_x"/>
                                          </p:val>
                                        </p:tav>
                                      </p:tavLst>
                                    </p:anim>
                                    <p:anim calcmode="lin" valueType="num">
                                      <p:cBhvr>
                                        <p:cTn id="110" dur="500" fill="hold"/>
                                        <p:tgtEl>
                                          <p:spTgt spid="226336"/>
                                        </p:tgtEl>
                                        <p:attrNameLst>
                                          <p:attrName>ppt_y</p:attrName>
                                        </p:attrNameLst>
                                      </p:cBhvr>
                                      <p:tavLst>
                                        <p:tav tm="0">
                                          <p:val>
                                            <p:strVal val="#ppt_y-#ppt_h/2"/>
                                          </p:val>
                                        </p:tav>
                                        <p:tav tm="100000">
                                          <p:val>
                                            <p:strVal val="#ppt_y"/>
                                          </p:val>
                                        </p:tav>
                                      </p:tavLst>
                                    </p:anim>
                                    <p:anim calcmode="lin" valueType="num">
                                      <p:cBhvr>
                                        <p:cTn id="111" dur="500" fill="hold"/>
                                        <p:tgtEl>
                                          <p:spTgt spid="226336"/>
                                        </p:tgtEl>
                                        <p:attrNameLst>
                                          <p:attrName>ppt_w</p:attrName>
                                        </p:attrNameLst>
                                      </p:cBhvr>
                                      <p:tavLst>
                                        <p:tav tm="0">
                                          <p:val>
                                            <p:strVal val="#ppt_w"/>
                                          </p:val>
                                        </p:tav>
                                        <p:tav tm="100000">
                                          <p:val>
                                            <p:strVal val="#ppt_w"/>
                                          </p:val>
                                        </p:tav>
                                      </p:tavLst>
                                    </p:anim>
                                    <p:anim calcmode="lin" valueType="num">
                                      <p:cBhvr>
                                        <p:cTn id="112" dur="500" fill="hold"/>
                                        <p:tgtEl>
                                          <p:spTgt spid="226336"/>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1" fill="hold" grpId="0" nodeType="clickEffect">
                                  <p:stCondLst>
                                    <p:cond delay="0"/>
                                  </p:stCondLst>
                                  <p:childTnLst>
                                    <p:set>
                                      <p:cBhvr>
                                        <p:cTn id="116" dur="1" fill="hold">
                                          <p:stCondLst>
                                            <p:cond delay="0"/>
                                          </p:stCondLst>
                                        </p:cTn>
                                        <p:tgtEl>
                                          <p:spTgt spid="226341"/>
                                        </p:tgtEl>
                                        <p:attrNameLst>
                                          <p:attrName>style.visibility</p:attrName>
                                        </p:attrNameLst>
                                      </p:cBhvr>
                                      <p:to>
                                        <p:strVal val="visible"/>
                                      </p:to>
                                    </p:set>
                                    <p:anim calcmode="lin" valueType="num">
                                      <p:cBhvr>
                                        <p:cTn id="117" dur="500" fill="hold"/>
                                        <p:tgtEl>
                                          <p:spTgt spid="226341"/>
                                        </p:tgtEl>
                                        <p:attrNameLst>
                                          <p:attrName>ppt_x</p:attrName>
                                        </p:attrNameLst>
                                      </p:cBhvr>
                                      <p:tavLst>
                                        <p:tav tm="0">
                                          <p:val>
                                            <p:strVal val="#ppt_x"/>
                                          </p:val>
                                        </p:tav>
                                        <p:tav tm="100000">
                                          <p:val>
                                            <p:strVal val="#ppt_x"/>
                                          </p:val>
                                        </p:tav>
                                      </p:tavLst>
                                    </p:anim>
                                    <p:anim calcmode="lin" valueType="num">
                                      <p:cBhvr>
                                        <p:cTn id="118" dur="500" fill="hold"/>
                                        <p:tgtEl>
                                          <p:spTgt spid="226341"/>
                                        </p:tgtEl>
                                        <p:attrNameLst>
                                          <p:attrName>ppt_y</p:attrName>
                                        </p:attrNameLst>
                                      </p:cBhvr>
                                      <p:tavLst>
                                        <p:tav tm="0">
                                          <p:val>
                                            <p:strVal val="#ppt_y-#ppt_h/2"/>
                                          </p:val>
                                        </p:tav>
                                        <p:tav tm="100000">
                                          <p:val>
                                            <p:strVal val="#ppt_y"/>
                                          </p:val>
                                        </p:tav>
                                      </p:tavLst>
                                    </p:anim>
                                    <p:anim calcmode="lin" valueType="num">
                                      <p:cBhvr>
                                        <p:cTn id="119" dur="500" fill="hold"/>
                                        <p:tgtEl>
                                          <p:spTgt spid="226341"/>
                                        </p:tgtEl>
                                        <p:attrNameLst>
                                          <p:attrName>ppt_w</p:attrName>
                                        </p:attrNameLst>
                                      </p:cBhvr>
                                      <p:tavLst>
                                        <p:tav tm="0">
                                          <p:val>
                                            <p:strVal val="#ppt_w"/>
                                          </p:val>
                                        </p:tav>
                                        <p:tav tm="100000">
                                          <p:val>
                                            <p:strVal val="#ppt_w"/>
                                          </p:val>
                                        </p:tav>
                                      </p:tavLst>
                                    </p:anim>
                                    <p:anim calcmode="lin" valueType="num">
                                      <p:cBhvr>
                                        <p:cTn id="120" dur="500" fill="hold"/>
                                        <p:tgtEl>
                                          <p:spTgt spid="226341"/>
                                        </p:tgtEl>
                                        <p:attrNameLst>
                                          <p:attrName>ppt_h</p:attrName>
                                        </p:attrNameLst>
                                      </p:cBhvr>
                                      <p:tavLst>
                                        <p:tav tm="0">
                                          <p:val>
                                            <p:fltVal val="0"/>
                                          </p:val>
                                        </p:tav>
                                        <p:tav tm="100000">
                                          <p:val>
                                            <p:strVal val="#ppt_h"/>
                                          </p:val>
                                        </p:tav>
                                      </p:tavLst>
                                    </p:anim>
                                  </p:childTnLst>
                                </p:cTn>
                              </p:par>
                            </p:childTnLst>
                          </p:cTn>
                        </p:par>
                        <p:par>
                          <p:cTn id="121" fill="hold" nodeType="afterGroup">
                            <p:stCondLst>
                              <p:cond delay="500"/>
                            </p:stCondLst>
                            <p:childTnLst>
                              <p:par>
                                <p:cTn id="122" presetID="22" presetClass="entr" presetSubtype="8" fill="hold" grpId="0" nodeType="afterEffect">
                                  <p:stCondLst>
                                    <p:cond delay="0"/>
                                  </p:stCondLst>
                                  <p:childTnLst>
                                    <p:set>
                                      <p:cBhvr>
                                        <p:cTn id="123" dur="1" fill="hold">
                                          <p:stCondLst>
                                            <p:cond delay="0"/>
                                          </p:stCondLst>
                                        </p:cTn>
                                        <p:tgtEl>
                                          <p:spTgt spid="226338"/>
                                        </p:tgtEl>
                                        <p:attrNameLst>
                                          <p:attrName>style.visibility</p:attrName>
                                        </p:attrNameLst>
                                      </p:cBhvr>
                                      <p:to>
                                        <p:strVal val="visible"/>
                                      </p:to>
                                    </p:set>
                                    <p:animEffect transition="in" filter="wipe(left)">
                                      <p:cBhvr>
                                        <p:cTn id="124" dur="500"/>
                                        <p:tgtEl>
                                          <p:spTgt spid="226338"/>
                                        </p:tgtEl>
                                      </p:cBhvr>
                                    </p:animEffect>
                                  </p:childTnLst>
                                </p:cTn>
                              </p:par>
                            </p:childTnLst>
                          </p:cTn>
                        </p:par>
                        <p:par>
                          <p:cTn id="125" fill="hold" nodeType="afterGroup">
                            <p:stCondLst>
                              <p:cond delay="1000"/>
                            </p:stCondLst>
                            <p:childTnLst>
                              <p:par>
                                <p:cTn id="126" presetID="17" presetClass="entr" presetSubtype="1" fill="hold" grpId="0" nodeType="afterEffect">
                                  <p:stCondLst>
                                    <p:cond delay="0"/>
                                  </p:stCondLst>
                                  <p:childTnLst>
                                    <p:set>
                                      <p:cBhvr>
                                        <p:cTn id="127" dur="1" fill="hold">
                                          <p:stCondLst>
                                            <p:cond delay="0"/>
                                          </p:stCondLst>
                                        </p:cTn>
                                        <p:tgtEl>
                                          <p:spTgt spid="226339"/>
                                        </p:tgtEl>
                                        <p:attrNameLst>
                                          <p:attrName>style.visibility</p:attrName>
                                        </p:attrNameLst>
                                      </p:cBhvr>
                                      <p:to>
                                        <p:strVal val="visible"/>
                                      </p:to>
                                    </p:set>
                                    <p:anim calcmode="lin" valueType="num">
                                      <p:cBhvr>
                                        <p:cTn id="128" dur="500" fill="hold"/>
                                        <p:tgtEl>
                                          <p:spTgt spid="226339"/>
                                        </p:tgtEl>
                                        <p:attrNameLst>
                                          <p:attrName>ppt_x</p:attrName>
                                        </p:attrNameLst>
                                      </p:cBhvr>
                                      <p:tavLst>
                                        <p:tav tm="0">
                                          <p:val>
                                            <p:strVal val="#ppt_x"/>
                                          </p:val>
                                        </p:tav>
                                        <p:tav tm="100000">
                                          <p:val>
                                            <p:strVal val="#ppt_x"/>
                                          </p:val>
                                        </p:tav>
                                      </p:tavLst>
                                    </p:anim>
                                    <p:anim calcmode="lin" valueType="num">
                                      <p:cBhvr>
                                        <p:cTn id="129" dur="500" fill="hold"/>
                                        <p:tgtEl>
                                          <p:spTgt spid="226339"/>
                                        </p:tgtEl>
                                        <p:attrNameLst>
                                          <p:attrName>ppt_y</p:attrName>
                                        </p:attrNameLst>
                                      </p:cBhvr>
                                      <p:tavLst>
                                        <p:tav tm="0">
                                          <p:val>
                                            <p:strVal val="#ppt_y-#ppt_h/2"/>
                                          </p:val>
                                        </p:tav>
                                        <p:tav tm="100000">
                                          <p:val>
                                            <p:strVal val="#ppt_y"/>
                                          </p:val>
                                        </p:tav>
                                      </p:tavLst>
                                    </p:anim>
                                    <p:anim calcmode="lin" valueType="num">
                                      <p:cBhvr>
                                        <p:cTn id="130" dur="500" fill="hold"/>
                                        <p:tgtEl>
                                          <p:spTgt spid="226339"/>
                                        </p:tgtEl>
                                        <p:attrNameLst>
                                          <p:attrName>ppt_w</p:attrName>
                                        </p:attrNameLst>
                                      </p:cBhvr>
                                      <p:tavLst>
                                        <p:tav tm="0">
                                          <p:val>
                                            <p:strVal val="#ppt_w"/>
                                          </p:val>
                                        </p:tav>
                                        <p:tav tm="100000">
                                          <p:val>
                                            <p:strVal val="#ppt_w"/>
                                          </p:val>
                                        </p:tav>
                                      </p:tavLst>
                                    </p:anim>
                                    <p:anim calcmode="lin" valueType="num">
                                      <p:cBhvr>
                                        <p:cTn id="131" dur="500" fill="hold"/>
                                        <p:tgtEl>
                                          <p:spTgt spid="226339"/>
                                        </p:tgtEl>
                                        <p:attrNameLst>
                                          <p:attrName>ppt_h</p:attrName>
                                        </p:attrNameLst>
                                      </p:cBhvr>
                                      <p:tavLst>
                                        <p:tav tm="0">
                                          <p:val>
                                            <p:fltVal val="0"/>
                                          </p:val>
                                        </p:tav>
                                        <p:tav tm="100000">
                                          <p:val>
                                            <p:strVal val="#ppt_h"/>
                                          </p:val>
                                        </p:tav>
                                      </p:tavLst>
                                    </p:anim>
                                  </p:childTnLst>
                                </p:cTn>
                              </p:par>
                            </p:childTnLst>
                          </p:cTn>
                        </p:par>
                        <p:par>
                          <p:cTn id="132" fill="hold" nodeType="afterGroup">
                            <p:stCondLst>
                              <p:cond delay="1500"/>
                            </p:stCondLst>
                            <p:childTnLst>
                              <p:par>
                                <p:cTn id="133" presetID="17" presetClass="entr" presetSubtype="1" fill="hold" grpId="0" nodeType="afterEffect">
                                  <p:stCondLst>
                                    <p:cond delay="0"/>
                                  </p:stCondLst>
                                  <p:childTnLst>
                                    <p:set>
                                      <p:cBhvr>
                                        <p:cTn id="134" dur="1" fill="hold">
                                          <p:stCondLst>
                                            <p:cond delay="0"/>
                                          </p:stCondLst>
                                        </p:cTn>
                                        <p:tgtEl>
                                          <p:spTgt spid="226340"/>
                                        </p:tgtEl>
                                        <p:attrNameLst>
                                          <p:attrName>style.visibility</p:attrName>
                                        </p:attrNameLst>
                                      </p:cBhvr>
                                      <p:to>
                                        <p:strVal val="visible"/>
                                      </p:to>
                                    </p:set>
                                    <p:anim calcmode="lin" valueType="num">
                                      <p:cBhvr>
                                        <p:cTn id="135" dur="500" fill="hold"/>
                                        <p:tgtEl>
                                          <p:spTgt spid="226340"/>
                                        </p:tgtEl>
                                        <p:attrNameLst>
                                          <p:attrName>ppt_x</p:attrName>
                                        </p:attrNameLst>
                                      </p:cBhvr>
                                      <p:tavLst>
                                        <p:tav tm="0">
                                          <p:val>
                                            <p:strVal val="#ppt_x"/>
                                          </p:val>
                                        </p:tav>
                                        <p:tav tm="100000">
                                          <p:val>
                                            <p:strVal val="#ppt_x"/>
                                          </p:val>
                                        </p:tav>
                                      </p:tavLst>
                                    </p:anim>
                                    <p:anim calcmode="lin" valueType="num">
                                      <p:cBhvr>
                                        <p:cTn id="136" dur="500" fill="hold"/>
                                        <p:tgtEl>
                                          <p:spTgt spid="226340"/>
                                        </p:tgtEl>
                                        <p:attrNameLst>
                                          <p:attrName>ppt_y</p:attrName>
                                        </p:attrNameLst>
                                      </p:cBhvr>
                                      <p:tavLst>
                                        <p:tav tm="0">
                                          <p:val>
                                            <p:strVal val="#ppt_y-#ppt_h/2"/>
                                          </p:val>
                                        </p:tav>
                                        <p:tav tm="100000">
                                          <p:val>
                                            <p:strVal val="#ppt_y"/>
                                          </p:val>
                                        </p:tav>
                                      </p:tavLst>
                                    </p:anim>
                                    <p:anim calcmode="lin" valueType="num">
                                      <p:cBhvr>
                                        <p:cTn id="137" dur="500" fill="hold"/>
                                        <p:tgtEl>
                                          <p:spTgt spid="226340"/>
                                        </p:tgtEl>
                                        <p:attrNameLst>
                                          <p:attrName>ppt_w</p:attrName>
                                        </p:attrNameLst>
                                      </p:cBhvr>
                                      <p:tavLst>
                                        <p:tav tm="0">
                                          <p:val>
                                            <p:strVal val="#ppt_w"/>
                                          </p:val>
                                        </p:tav>
                                        <p:tav tm="100000">
                                          <p:val>
                                            <p:strVal val="#ppt_w"/>
                                          </p:val>
                                        </p:tav>
                                      </p:tavLst>
                                    </p:anim>
                                    <p:anim calcmode="lin" valueType="num">
                                      <p:cBhvr>
                                        <p:cTn id="138" dur="500" fill="hold"/>
                                        <p:tgtEl>
                                          <p:spTgt spid="226340"/>
                                        </p:tgtEl>
                                        <p:attrNameLst>
                                          <p:attrName>ppt_h</p:attrName>
                                        </p:attrNameLst>
                                      </p:cBhvr>
                                      <p:tavLst>
                                        <p:tav tm="0">
                                          <p:val>
                                            <p:fltVal val="0"/>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7" presetClass="entr" presetSubtype="1" fill="hold" grpId="0" nodeType="clickEffect">
                                  <p:stCondLst>
                                    <p:cond delay="0"/>
                                  </p:stCondLst>
                                  <p:childTnLst>
                                    <p:set>
                                      <p:cBhvr>
                                        <p:cTn id="142" dur="1" fill="hold">
                                          <p:stCondLst>
                                            <p:cond delay="0"/>
                                          </p:stCondLst>
                                        </p:cTn>
                                        <p:tgtEl>
                                          <p:spTgt spid="226345"/>
                                        </p:tgtEl>
                                        <p:attrNameLst>
                                          <p:attrName>style.visibility</p:attrName>
                                        </p:attrNameLst>
                                      </p:cBhvr>
                                      <p:to>
                                        <p:strVal val="visible"/>
                                      </p:to>
                                    </p:set>
                                    <p:anim calcmode="lin" valueType="num">
                                      <p:cBhvr>
                                        <p:cTn id="143" dur="500" fill="hold"/>
                                        <p:tgtEl>
                                          <p:spTgt spid="226345"/>
                                        </p:tgtEl>
                                        <p:attrNameLst>
                                          <p:attrName>ppt_x</p:attrName>
                                        </p:attrNameLst>
                                      </p:cBhvr>
                                      <p:tavLst>
                                        <p:tav tm="0">
                                          <p:val>
                                            <p:strVal val="#ppt_x"/>
                                          </p:val>
                                        </p:tav>
                                        <p:tav tm="100000">
                                          <p:val>
                                            <p:strVal val="#ppt_x"/>
                                          </p:val>
                                        </p:tav>
                                      </p:tavLst>
                                    </p:anim>
                                    <p:anim calcmode="lin" valueType="num">
                                      <p:cBhvr>
                                        <p:cTn id="144" dur="500" fill="hold"/>
                                        <p:tgtEl>
                                          <p:spTgt spid="226345"/>
                                        </p:tgtEl>
                                        <p:attrNameLst>
                                          <p:attrName>ppt_y</p:attrName>
                                        </p:attrNameLst>
                                      </p:cBhvr>
                                      <p:tavLst>
                                        <p:tav tm="0">
                                          <p:val>
                                            <p:strVal val="#ppt_y-#ppt_h/2"/>
                                          </p:val>
                                        </p:tav>
                                        <p:tav tm="100000">
                                          <p:val>
                                            <p:strVal val="#ppt_y"/>
                                          </p:val>
                                        </p:tav>
                                      </p:tavLst>
                                    </p:anim>
                                    <p:anim calcmode="lin" valueType="num">
                                      <p:cBhvr>
                                        <p:cTn id="145" dur="500" fill="hold"/>
                                        <p:tgtEl>
                                          <p:spTgt spid="226345"/>
                                        </p:tgtEl>
                                        <p:attrNameLst>
                                          <p:attrName>ppt_w</p:attrName>
                                        </p:attrNameLst>
                                      </p:cBhvr>
                                      <p:tavLst>
                                        <p:tav tm="0">
                                          <p:val>
                                            <p:strVal val="#ppt_w"/>
                                          </p:val>
                                        </p:tav>
                                        <p:tav tm="100000">
                                          <p:val>
                                            <p:strVal val="#ppt_w"/>
                                          </p:val>
                                        </p:tav>
                                      </p:tavLst>
                                    </p:anim>
                                    <p:anim calcmode="lin" valueType="num">
                                      <p:cBhvr>
                                        <p:cTn id="146" dur="500" fill="hold"/>
                                        <p:tgtEl>
                                          <p:spTgt spid="226345"/>
                                        </p:tgtEl>
                                        <p:attrNameLst>
                                          <p:attrName>ppt_h</p:attrName>
                                        </p:attrNameLst>
                                      </p:cBhvr>
                                      <p:tavLst>
                                        <p:tav tm="0">
                                          <p:val>
                                            <p:fltVal val="0"/>
                                          </p:val>
                                        </p:tav>
                                        <p:tav tm="100000">
                                          <p:val>
                                            <p:strVal val="#ppt_h"/>
                                          </p:val>
                                        </p:tav>
                                      </p:tavLst>
                                    </p:anim>
                                  </p:childTnLst>
                                </p:cTn>
                              </p:par>
                            </p:childTnLst>
                          </p:cTn>
                        </p:par>
                        <p:par>
                          <p:cTn id="147" fill="hold" nodeType="afterGroup">
                            <p:stCondLst>
                              <p:cond delay="500"/>
                            </p:stCondLst>
                            <p:childTnLst>
                              <p:par>
                                <p:cTn id="148" presetID="22" presetClass="entr" presetSubtype="8" fill="hold" grpId="0" nodeType="afterEffect">
                                  <p:stCondLst>
                                    <p:cond delay="0"/>
                                  </p:stCondLst>
                                  <p:childTnLst>
                                    <p:set>
                                      <p:cBhvr>
                                        <p:cTn id="149" dur="1" fill="hold">
                                          <p:stCondLst>
                                            <p:cond delay="0"/>
                                          </p:stCondLst>
                                        </p:cTn>
                                        <p:tgtEl>
                                          <p:spTgt spid="226342"/>
                                        </p:tgtEl>
                                        <p:attrNameLst>
                                          <p:attrName>style.visibility</p:attrName>
                                        </p:attrNameLst>
                                      </p:cBhvr>
                                      <p:to>
                                        <p:strVal val="visible"/>
                                      </p:to>
                                    </p:set>
                                    <p:animEffect transition="in" filter="wipe(left)">
                                      <p:cBhvr>
                                        <p:cTn id="150" dur="500"/>
                                        <p:tgtEl>
                                          <p:spTgt spid="226342"/>
                                        </p:tgtEl>
                                      </p:cBhvr>
                                    </p:animEffect>
                                  </p:childTnLst>
                                </p:cTn>
                              </p:par>
                            </p:childTnLst>
                          </p:cTn>
                        </p:par>
                        <p:par>
                          <p:cTn id="151" fill="hold" nodeType="afterGroup">
                            <p:stCondLst>
                              <p:cond delay="1000"/>
                            </p:stCondLst>
                            <p:childTnLst>
                              <p:par>
                                <p:cTn id="152" presetID="17" presetClass="entr" presetSubtype="1" fill="hold" grpId="0" nodeType="afterEffect">
                                  <p:stCondLst>
                                    <p:cond delay="0"/>
                                  </p:stCondLst>
                                  <p:childTnLst>
                                    <p:set>
                                      <p:cBhvr>
                                        <p:cTn id="153" dur="1" fill="hold">
                                          <p:stCondLst>
                                            <p:cond delay="0"/>
                                          </p:stCondLst>
                                        </p:cTn>
                                        <p:tgtEl>
                                          <p:spTgt spid="226343"/>
                                        </p:tgtEl>
                                        <p:attrNameLst>
                                          <p:attrName>style.visibility</p:attrName>
                                        </p:attrNameLst>
                                      </p:cBhvr>
                                      <p:to>
                                        <p:strVal val="visible"/>
                                      </p:to>
                                    </p:set>
                                    <p:anim calcmode="lin" valueType="num">
                                      <p:cBhvr>
                                        <p:cTn id="154" dur="500" fill="hold"/>
                                        <p:tgtEl>
                                          <p:spTgt spid="226343"/>
                                        </p:tgtEl>
                                        <p:attrNameLst>
                                          <p:attrName>ppt_x</p:attrName>
                                        </p:attrNameLst>
                                      </p:cBhvr>
                                      <p:tavLst>
                                        <p:tav tm="0">
                                          <p:val>
                                            <p:strVal val="#ppt_x"/>
                                          </p:val>
                                        </p:tav>
                                        <p:tav tm="100000">
                                          <p:val>
                                            <p:strVal val="#ppt_x"/>
                                          </p:val>
                                        </p:tav>
                                      </p:tavLst>
                                    </p:anim>
                                    <p:anim calcmode="lin" valueType="num">
                                      <p:cBhvr>
                                        <p:cTn id="155" dur="500" fill="hold"/>
                                        <p:tgtEl>
                                          <p:spTgt spid="226343"/>
                                        </p:tgtEl>
                                        <p:attrNameLst>
                                          <p:attrName>ppt_y</p:attrName>
                                        </p:attrNameLst>
                                      </p:cBhvr>
                                      <p:tavLst>
                                        <p:tav tm="0">
                                          <p:val>
                                            <p:strVal val="#ppt_y-#ppt_h/2"/>
                                          </p:val>
                                        </p:tav>
                                        <p:tav tm="100000">
                                          <p:val>
                                            <p:strVal val="#ppt_y"/>
                                          </p:val>
                                        </p:tav>
                                      </p:tavLst>
                                    </p:anim>
                                    <p:anim calcmode="lin" valueType="num">
                                      <p:cBhvr>
                                        <p:cTn id="156" dur="500" fill="hold"/>
                                        <p:tgtEl>
                                          <p:spTgt spid="226343"/>
                                        </p:tgtEl>
                                        <p:attrNameLst>
                                          <p:attrName>ppt_w</p:attrName>
                                        </p:attrNameLst>
                                      </p:cBhvr>
                                      <p:tavLst>
                                        <p:tav tm="0">
                                          <p:val>
                                            <p:strVal val="#ppt_w"/>
                                          </p:val>
                                        </p:tav>
                                        <p:tav tm="100000">
                                          <p:val>
                                            <p:strVal val="#ppt_w"/>
                                          </p:val>
                                        </p:tav>
                                      </p:tavLst>
                                    </p:anim>
                                    <p:anim calcmode="lin" valueType="num">
                                      <p:cBhvr>
                                        <p:cTn id="157" dur="500" fill="hold"/>
                                        <p:tgtEl>
                                          <p:spTgt spid="226343"/>
                                        </p:tgtEl>
                                        <p:attrNameLst>
                                          <p:attrName>ppt_h</p:attrName>
                                        </p:attrNameLst>
                                      </p:cBhvr>
                                      <p:tavLst>
                                        <p:tav tm="0">
                                          <p:val>
                                            <p:fltVal val="0"/>
                                          </p:val>
                                        </p:tav>
                                        <p:tav tm="100000">
                                          <p:val>
                                            <p:strVal val="#ppt_h"/>
                                          </p:val>
                                        </p:tav>
                                      </p:tavLst>
                                    </p:anim>
                                  </p:childTnLst>
                                </p:cTn>
                              </p:par>
                            </p:childTnLst>
                          </p:cTn>
                        </p:par>
                        <p:par>
                          <p:cTn id="158" fill="hold" nodeType="afterGroup">
                            <p:stCondLst>
                              <p:cond delay="1500"/>
                            </p:stCondLst>
                            <p:childTnLst>
                              <p:par>
                                <p:cTn id="159" presetID="17" presetClass="entr" presetSubtype="1" fill="hold" grpId="0" nodeType="afterEffect">
                                  <p:stCondLst>
                                    <p:cond delay="0"/>
                                  </p:stCondLst>
                                  <p:childTnLst>
                                    <p:set>
                                      <p:cBhvr>
                                        <p:cTn id="160" dur="1" fill="hold">
                                          <p:stCondLst>
                                            <p:cond delay="0"/>
                                          </p:stCondLst>
                                        </p:cTn>
                                        <p:tgtEl>
                                          <p:spTgt spid="226344"/>
                                        </p:tgtEl>
                                        <p:attrNameLst>
                                          <p:attrName>style.visibility</p:attrName>
                                        </p:attrNameLst>
                                      </p:cBhvr>
                                      <p:to>
                                        <p:strVal val="visible"/>
                                      </p:to>
                                    </p:set>
                                    <p:anim calcmode="lin" valueType="num">
                                      <p:cBhvr>
                                        <p:cTn id="161" dur="500" fill="hold"/>
                                        <p:tgtEl>
                                          <p:spTgt spid="226344"/>
                                        </p:tgtEl>
                                        <p:attrNameLst>
                                          <p:attrName>ppt_x</p:attrName>
                                        </p:attrNameLst>
                                      </p:cBhvr>
                                      <p:tavLst>
                                        <p:tav tm="0">
                                          <p:val>
                                            <p:strVal val="#ppt_x"/>
                                          </p:val>
                                        </p:tav>
                                        <p:tav tm="100000">
                                          <p:val>
                                            <p:strVal val="#ppt_x"/>
                                          </p:val>
                                        </p:tav>
                                      </p:tavLst>
                                    </p:anim>
                                    <p:anim calcmode="lin" valueType="num">
                                      <p:cBhvr>
                                        <p:cTn id="162" dur="500" fill="hold"/>
                                        <p:tgtEl>
                                          <p:spTgt spid="226344"/>
                                        </p:tgtEl>
                                        <p:attrNameLst>
                                          <p:attrName>ppt_y</p:attrName>
                                        </p:attrNameLst>
                                      </p:cBhvr>
                                      <p:tavLst>
                                        <p:tav tm="0">
                                          <p:val>
                                            <p:strVal val="#ppt_y-#ppt_h/2"/>
                                          </p:val>
                                        </p:tav>
                                        <p:tav tm="100000">
                                          <p:val>
                                            <p:strVal val="#ppt_y"/>
                                          </p:val>
                                        </p:tav>
                                      </p:tavLst>
                                    </p:anim>
                                    <p:anim calcmode="lin" valueType="num">
                                      <p:cBhvr>
                                        <p:cTn id="163" dur="500" fill="hold"/>
                                        <p:tgtEl>
                                          <p:spTgt spid="226344"/>
                                        </p:tgtEl>
                                        <p:attrNameLst>
                                          <p:attrName>ppt_w</p:attrName>
                                        </p:attrNameLst>
                                      </p:cBhvr>
                                      <p:tavLst>
                                        <p:tav tm="0">
                                          <p:val>
                                            <p:strVal val="#ppt_w"/>
                                          </p:val>
                                        </p:tav>
                                        <p:tav tm="100000">
                                          <p:val>
                                            <p:strVal val="#ppt_w"/>
                                          </p:val>
                                        </p:tav>
                                      </p:tavLst>
                                    </p:anim>
                                    <p:anim calcmode="lin" valueType="num">
                                      <p:cBhvr>
                                        <p:cTn id="164" dur="500" fill="hold"/>
                                        <p:tgtEl>
                                          <p:spTgt spid="226344"/>
                                        </p:tgtEl>
                                        <p:attrNameLst>
                                          <p:attrName>ppt_h</p:attrName>
                                        </p:attrNameLst>
                                      </p:cBhvr>
                                      <p:tavLst>
                                        <p:tav tm="0">
                                          <p:val>
                                            <p:fltVal val="0"/>
                                          </p:val>
                                        </p:tav>
                                        <p:tav tm="100000">
                                          <p:val>
                                            <p:strVal val="#ppt_h"/>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7" presetClass="entr" presetSubtype="1" fill="hold" grpId="0" nodeType="clickEffect">
                                  <p:stCondLst>
                                    <p:cond delay="0"/>
                                  </p:stCondLst>
                                  <p:childTnLst>
                                    <p:set>
                                      <p:cBhvr>
                                        <p:cTn id="168" dur="1" fill="hold">
                                          <p:stCondLst>
                                            <p:cond delay="0"/>
                                          </p:stCondLst>
                                        </p:cTn>
                                        <p:tgtEl>
                                          <p:spTgt spid="226349"/>
                                        </p:tgtEl>
                                        <p:attrNameLst>
                                          <p:attrName>style.visibility</p:attrName>
                                        </p:attrNameLst>
                                      </p:cBhvr>
                                      <p:to>
                                        <p:strVal val="visible"/>
                                      </p:to>
                                    </p:set>
                                    <p:anim calcmode="lin" valueType="num">
                                      <p:cBhvr>
                                        <p:cTn id="169" dur="500" fill="hold"/>
                                        <p:tgtEl>
                                          <p:spTgt spid="226349"/>
                                        </p:tgtEl>
                                        <p:attrNameLst>
                                          <p:attrName>ppt_x</p:attrName>
                                        </p:attrNameLst>
                                      </p:cBhvr>
                                      <p:tavLst>
                                        <p:tav tm="0">
                                          <p:val>
                                            <p:strVal val="#ppt_x"/>
                                          </p:val>
                                        </p:tav>
                                        <p:tav tm="100000">
                                          <p:val>
                                            <p:strVal val="#ppt_x"/>
                                          </p:val>
                                        </p:tav>
                                      </p:tavLst>
                                    </p:anim>
                                    <p:anim calcmode="lin" valueType="num">
                                      <p:cBhvr>
                                        <p:cTn id="170" dur="500" fill="hold"/>
                                        <p:tgtEl>
                                          <p:spTgt spid="226349"/>
                                        </p:tgtEl>
                                        <p:attrNameLst>
                                          <p:attrName>ppt_y</p:attrName>
                                        </p:attrNameLst>
                                      </p:cBhvr>
                                      <p:tavLst>
                                        <p:tav tm="0">
                                          <p:val>
                                            <p:strVal val="#ppt_y-#ppt_h/2"/>
                                          </p:val>
                                        </p:tav>
                                        <p:tav tm="100000">
                                          <p:val>
                                            <p:strVal val="#ppt_y"/>
                                          </p:val>
                                        </p:tav>
                                      </p:tavLst>
                                    </p:anim>
                                    <p:anim calcmode="lin" valueType="num">
                                      <p:cBhvr>
                                        <p:cTn id="171" dur="500" fill="hold"/>
                                        <p:tgtEl>
                                          <p:spTgt spid="226349"/>
                                        </p:tgtEl>
                                        <p:attrNameLst>
                                          <p:attrName>ppt_w</p:attrName>
                                        </p:attrNameLst>
                                      </p:cBhvr>
                                      <p:tavLst>
                                        <p:tav tm="0">
                                          <p:val>
                                            <p:strVal val="#ppt_w"/>
                                          </p:val>
                                        </p:tav>
                                        <p:tav tm="100000">
                                          <p:val>
                                            <p:strVal val="#ppt_w"/>
                                          </p:val>
                                        </p:tav>
                                      </p:tavLst>
                                    </p:anim>
                                    <p:anim calcmode="lin" valueType="num">
                                      <p:cBhvr>
                                        <p:cTn id="172" dur="500" fill="hold"/>
                                        <p:tgtEl>
                                          <p:spTgt spid="226349"/>
                                        </p:tgtEl>
                                        <p:attrNameLst>
                                          <p:attrName>ppt_h</p:attrName>
                                        </p:attrNameLst>
                                      </p:cBhvr>
                                      <p:tavLst>
                                        <p:tav tm="0">
                                          <p:val>
                                            <p:fltVal val="0"/>
                                          </p:val>
                                        </p:tav>
                                        <p:tav tm="100000">
                                          <p:val>
                                            <p:strVal val="#ppt_h"/>
                                          </p:val>
                                        </p:tav>
                                      </p:tavLst>
                                    </p:anim>
                                  </p:childTnLst>
                                </p:cTn>
                              </p:par>
                            </p:childTnLst>
                          </p:cTn>
                        </p:par>
                        <p:par>
                          <p:cTn id="173" fill="hold" nodeType="afterGroup">
                            <p:stCondLst>
                              <p:cond delay="500"/>
                            </p:stCondLst>
                            <p:childTnLst>
                              <p:par>
                                <p:cTn id="174" presetID="22" presetClass="entr" presetSubtype="8" fill="hold" grpId="0" nodeType="afterEffect">
                                  <p:stCondLst>
                                    <p:cond delay="0"/>
                                  </p:stCondLst>
                                  <p:childTnLst>
                                    <p:set>
                                      <p:cBhvr>
                                        <p:cTn id="175" dur="1" fill="hold">
                                          <p:stCondLst>
                                            <p:cond delay="0"/>
                                          </p:stCondLst>
                                        </p:cTn>
                                        <p:tgtEl>
                                          <p:spTgt spid="226346"/>
                                        </p:tgtEl>
                                        <p:attrNameLst>
                                          <p:attrName>style.visibility</p:attrName>
                                        </p:attrNameLst>
                                      </p:cBhvr>
                                      <p:to>
                                        <p:strVal val="visible"/>
                                      </p:to>
                                    </p:set>
                                    <p:animEffect transition="in" filter="wipe(left)">
                                      <p:cBhvr>
                                        <p:cTn id="176" dur="500"/>
                                        <p:tgtEl>
                                          <p:spTgt spid="226346"/>
                                        </p:tgtEl>
                                      </p:cBhvr>
                                    </p:animEffect>
                                  </p:childTnLst>
                                </p:cTn>
                              </p:par>
                            </p:childTnLst>
                          </p:cTn>
                        </p:par>
                        <p:par>
                          <p:cTn id="177" fill="hold" nodeType="afterGroup">
                            <p:stCondLst>
                              <p:cond delay="1000"/>
                            </p:stCondLst>
                            <p:childTnLst>
                              <p:par>
                                <p:cTn id="178" presetID="17" presetClass="entr" presetSubtype="1" fill="hold" grpId="0" nodeType="afterEffect">
                                  <p:stCondLst>
                                    <p:cond delay="0"/>
                                  </p:stCondLst>
                                  <p:childTnLst>
                                    <p:set>
                                      <p:cBhvr>
                                        <p:cTn id="179" dur="1" fill="hold">
                                          <p:stCondLst>
                                            <p:cond delay="0"/>
                                          </p:stCondLst>
                                        </p:cTn>
                                        <p:tgtEl>
                                          <p:spTgt spid="226347"/>
                                        </p:tgtEl>
                                        <p:attrNameLst>
                                          <p:attrName>style.visibility</p:attrName>
                                        </p:attrNameLst>
                                      </p:cBhvr>
                                      <p:to>
                                        <p:strVal val="visible"/>
                                      </p:to>
                                    </p:set>
                                    <p:anim calcmode="lin" valueType="num">
                                      <p:cBhvr>
                                        <p:cTn id="180" dur="500" fill="hold"/>
                                        <p:tgtEl>
                                          <p:spTgt spid="226347"/>
                                        </p:tgtEl>
                                        <p:attrNameLst>
                                          <p:attrName>ppt_x</p:attrName>
                                        </p:attrNameLst>
                                      </p:cBhvr>
                                      <p:tavLst>
                                        <p:tav tm="0">
                                          <p:val>
                                            <p:strVal val="#ppt_x"/>
                                          </p:val>
                                        </p:tav>
                                        <p:tav tm="100000">
                                          <p:val>
                                            <p:strVal val="#ppt_x"/>
                                          </p:val>
                                        </p:tav>
                                      </p:tavLst>
                                    </p:anim>
                                    <p:anim calcmode="lin" valueType="num">
                                      <p:cBhvr>
                                        <p:cTn id="181" dur="500" fill="hold"/>
                                        <p:tgtEl>
                                          <p:spTgt spid="226347"/>
                                        </p:tgtEl>
                                        <p:attrNameLst>
                                          <p:attrName>ppt_y</p:attrName>
                                        </p:attrNameLst>
                                      </p:cBhvr>
                                      <p:tavLst>
                                        <p:tav tm="0">
                                          <p:val>
                                            <p:strVal val="#ppt_y-#ppt_h/2"/>
                                          </p:val>
                                        </p:tav>
                                        <p:tav tm="100000">
                                          <p:val>
                                            <p:strVal val="#ppt_y"/>
                                          </p:val>
                                        </p:tav>
                                      </p:tavLst>
                                    </p:anim>
                                    <p:anim calcmode="lin" valueType="num">
                                      <p:cBhvr>
                                        <p:cTn id="182" dur="500" fill="hold"/>
                                        <p:tgtEl>
                                          <p:spTgt spid="226347"/>
                                        </p:tgtEl>
                                        <p:attrNameLst>
                                          <p:attrName>ppt_w</p:attrName>
                                        </p:attrNameLst>
                                      </p:cBhvr>
                                      <p:tavLst>
                                        <p:tav tm="0">
                                          <p:val>
                                            <p:strVal val="#ppt_w"/>
                                          </p:val>
                                        </p:tav>
                                        <p:tav tm="100000">
                                          <p:val>
                                            <p:strVal val="#ppt_w"/>
                                          </p:val>
                                        </p:tav>
                                      </p:tavLst>
                                    </p:anim>
                                    <p:anim calcmode="lin" valueType="num">
                                      <p:cBhvr>
                                        <p:cTn id="183" dur="500" fill="hold"/>
                                        <p:tgtEl>
                                          <p:spTgt spid="226347"/>
                                        </p:tgtEl>
                                        <p:attrNameLst>
                                          <p:attrName>ppt_h</p:attrName>
                                        </p:attrNameLst>
                                      </p:cBhvr>
                                      <p:tavLst>
                                        <p:tav tm="0">
                                          <p:val>
                                            <p:fltVal val="0"/>
                                          </p:val>
                                        </p:tav>
                                        <p:tav tm="100000">
                                          <p:val>
                                            <p:strVal val="#ppt_h"/>
                                          </p:val>
                                        </p:tav>
                                      </p:tavLst>
                                    </p:anim>
                                  </p:childTnLst>
                                </p:cTn>
                              </p:par>
                            </p:childTnLst>
                          </p:cTn>
                        </p:par>
                        <p:par>
                          <p:cTn id="184" fill="hold" nodeType="afterGroup">
                            <p:stCondLst>
                              <p:cond delay="1500"/>
                            </p:stCondLst>
                            <p:childTnLst>
                              <p:par>
                                <p:cTn id="185" presetID="17" presetClass="entr" presetSubtype="1" fill="hold" grpId="0" nodeType="afterEffect">
                                  <p:stCondLst>
                                    <p:cond delay="0"/>
                                  </p:stCondLst>
                                  <p:childTnLst>
                                    <p:set>
                                      <p:cBhvr>
                                        <p:cTn id="186" dur="1" fill="hold">
                                          <p:stCondLst>
                                            <p:cond delay="0"/>
                                          </p:stCondLst>
                                        </p:cTn>
                                        <p:tgtEl>
                                          <p:spTgt spid="226348"/>
                                        </p:tgtEl>
                                        <p:attrNameLst>
                                          <p:attrName>style.visibility</p:attrName>
                                        </p:attrNameLst>
                                      </p:cBhvr>
                                      <p:to>
                                        <p:strVal val="visible"/>
                                      </p:to>
                                    </p:set>
                                    <p:anim calcmode="lin" valueType="num">
                                      <p:cBhvr>
                                        <p:cTn id="187" dur="500" fill="hold"/>
                                        <p:tgtEl>
                                          <p:spTgt spid="226348"/>
                                        </p:tgtEl>
                                        <p:attrNameLst>
                                          <p:attrName>ppt_x</p:attrName>
                                        </p:attrNameLst>
                                      </p:cBhvr>
                                      <p:tavLst>
                                        <p:tav tm="0">
                                          <p:val>
                                            <p:strVal val="#ppt_x"/>
                                          </p:val>
                                        </p:tav>
                                        <p:tav tm="100000">
                                          <p:val>
                                            <p:strVal val="#ppt_x"/>
                                          </p:val>
                                        </p:tav>
                                      </p:tavLst>
                                    </p:anim>
                                    <p:anim calcmode="lin" valueType="num">
                                      <p:cBhvr>
                                        <p:cTn id="188" dur="500" fill="hold"/>
                                        <p:tgtEl>
                                          <p:spTgt spid="226348"/>
                                        </p:tgtEl>
                                        <p:attrNameLst>
                                          <p:attrName>ppt_y</p:attrName>
                                        </p:attrNameLst>
                                      </p:cBhvr>
                                      <p:tavLst>
                                        <p:tav tm="0">
                                          <p:val>
                                            <p:strVal val="#ppt_y-#ppt_h/2"/>
                                          </p:val>
                                        </p:tav>
                                        <p:tav tm="100000">
                                          <p:val>
                                            <p:strVal val="#ppt_y"/>
                                          </p:val>
                                        </p:tav>
                                      </p:tavLst>
                                    </p:anim>
                                    <p:anim calcmode="lin" valueType="num">
                                      <p:cBhvr>
                                        <p:cTn id="189" dur="500" fill="hold"/>
                                        <p:tgtEl>
                                          <p:spTgt spid="226348"/>
                                        </p:tgtEl>
                                        <p:attrNameLst>
                                          <p:attrName>ppt_w</p:attrName>
                                        </p:attrNameLst>
                                      </p:cBhvr>
                                      <p:tavLst>
                                        <p:tav tm="0">
                                          <p:val>
                                            <p:strVal val="#ppt_w"/>
                                          </p:val>
                                        </p:tav>
                                        <p:tav tm="100000">
                                          <p:val>
                                            <p:strVal val="#ppt_w"/>
                                          </p:val>
                                        </p:tav>
                                      </p:tavLst>
                                    </p:anim>
                                    <p:anim calcmode="lin" valueType="num">
                                      <p:cBhvr>
                                        <p:cTn id="190" dur="500" fill="hold"/>
                                        <p:tgtEl>
                                          <p:spTgt spid="226348"/>
                                        </p:tgtEl>
                                        <p:attrNameLst>
                                          <p:attrName>ppt_h</p:attrName>
                                        </p:attrNameLst>
                                      </p:cBhvr>
                                      <p:tavLst>
                                        <p:tav tm="0">
                                          <p:val>
                                            <p:fltVal val="0"/>
                                          </p:val>
                                        </p:tav>
                                        <p:tav tm="100000">
                                          <p:val>
                                            <p:strVal val="#ppt_h"/>
                                          </p:val>
                                        </p:tav>
                                      </p:tavLst>
                                    </p:anim>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7" presetClass="entr" presetSubtype="1" fill="hold" grpId="0" nodeType="clickEffect">
                                  <p:stCondLst>
                                    <p:cond delay="0"/>
                                  </p:stCondLst>
                                  <p:childTnLst>
                                    <p:set>
                                      <p:cBhvr>
                                        <p:cTn id="194" dur="1" fill="hold">
                                          <p:stCondLst>
                                            <p:cond delay="0"/>
                                          </p:stCondLst>
                                        </p:cTn>
                                        <p:tgtEl>
                                          <p:spTgt spid="226353"/>
                                        </p:tgtEl>
                                        <p:attrNameLst>
                                          <p:attrName>style.visibility</p:attrName>
                                        </p:attrNameLst>
                                      </p:cBhvr>
                                      <p:to>
                                        <p:strVal val="visible"/>
                                      </p:to>
                                    </p:set>
                                    <p:anim calcmode="lin" valueType="num">
                                      <p:cBhvr>
                                        <p:cTn id="195" dur="500" fill="hold"/>
                                        <p:tgtEl>
                                          <p:spTgt spid="226353"/>
                                        </p:tgtEl>
                                        <p:attrNameLst>
                                          <p:attrName>ppt_x</p:attrName>
                                        </p:attrNameLst>
                                      </p:cBhvr>
                                      <p:tavLst>
                                        <p:tav tm="0">
                                          <p:val>
                                            <p:strVal val="#ppt_x"/>
                                          </p:val>
                                        </p:tav>
                                        <p:tav tm="100000">
                                          <p:val>
                                            <p:strVal val="#ppt_x"/>
                                          </p:val>
                                        </p:tav>
                                      </p:tavLst>
                                    </p:anim>
                                    <p:anim calcmode="lin" valueType="num">
                                      <p:cBhvr>
                                        <p:cTn id="196" dur="500" fill="hold"/>
                                        <p:tgtEl>
                                          <p:spTgt spid="226353"/>
                                        </p:tgtEl>
                                        <p:attrNameLst>
                                          <p:attrName>ppt_y</p:attrName>
                                        </p:attrNameLst>
                                      </p:cBhvr>
                                      <p:tavLst>
                                        <p:tav tm="0">
                                          <p:val>
                                            <p:strVal val="#ppt_y-#ppt_h/2"/>
                                          </p:val>
                                        </p:tav>
                                        <p:tav tm="100000">
                                          <p:val>
                                            <p:strVal val="#ppt_y"/>
                                          </p:val>
                                        </p:tav>
                                      </p:tavLst>
                                    </p:anim>
                                    <p:anim calcmode="lin" valueType="num">
                                      <p:cBhvr>
                                        <p:cTn id="197" dur="500" fill="hold"/>
                                        <p:tgtEl>
                                          <p:spTgt spid="226353"/>
                                        </p:tgtEl>
                                        <p:attrNameLst>
                                          <p:attrName>ppt_w</p:attrName>
                                        </p:attrNameLst>
                                      </p:cBhvr>
                                      <p:tavLst>
                                        <p:tav tm="0">
                                          <p:val>
                                            <p:strVal val="#ppt_w"/>
                                          </p:val>
                                        </p:tav>
                                        <p:tav tm="100000">
                                          <p:val>
                                            <p:strVal val="#ppt_w"/>
                                          </p:val>
                                        </p:tav>
                                      </p:tavLst>
                                    </p:anim>
                                    <p:anim calcmode="lin" valueType="num">
                                      <p:cBhvr>
                                        <p:cTn id="198" dur="500" fill="hold"/>
                                        <p:tgtEl>
                                          <p:spTgt spid="226353"/>
                                        </p:tgtEl>
                                        <p:attrNameLst>
                                          <p:attrName>ppt_h</p:attrName>
                                        </p:attrNameLst>
                                      </p:cBhvr>
                                      <p:tavLst>
                                        <p:tav tm="0">
                                          <p:val>
                                            <p:fltVal val="0"/>
                                          </p:val>
                                        </p:tav>
                                        <p:tav tm="100000">
                                          <p:val>
                                            <p:strVal val="#ppt_h"/>
                                          </p:val>
                                        </p:tav>
                                      </p:tavLst>
                                    </p:anim>
                                  </p:childTnLst>
                                </p:cTn>
                              </p:par>
                            </p:childTnLst>
                          </p:cTn>
                        </p:par>
                        <p:par>
                          <p:cTn id="199" fill="hold" nodeType="afterGroup">
                            <p:stCondLst>
                              <p:cond delay="500"/>
                            </p:stCondLst>
                            <p:childTnLst>
                              <p:par>
                                <p:cTn id="200" presetID="22" presetClass="entr" presetSubtype="8" fill="hold" grpId="0" nodeType="afterEffect">
                                  <p:stCondLst>
                                    <p:cond delay="0"/>
                                  </p:stCondLst>
                                  <p:childTnLst>
                                    <p:set>
                                      <p:cBhvr>
                                        <p:cTn id="201" dur="1" fill="hold">
                                          <p:stCondLst>
                                            <p:cond delay="0"/>
                                          </p:stCondLst>
                                        </p:cTn>
                                        <p:tgtEl>
                                          <p:spTgt spid="226350"/>
                                        </p:tgtEl>
                                        <p:attrNameLst>
                                          <p:attrName>style.visibility</p:attrName>
                                        </p:attrNameLst>
                                      </p:cBhvr>
                                      <p:to>
                                        <p:strVal val="visible"/>
                                      </p:to>
                                    </p:set>
                                    <p:animEffect transition="in" filter="wipe(left)">
                                      <p:cBhvr>
                                        <p:cTn id="202" dur="500"/>
                                        <p:tgtEl>
                                          <p:spTgt spid="226350"/>
                                        </p:tgtEl>
                                      </p:cBhvr>
                                    </p:animEffect>
                                  </p:childTnLst>
                                </p:cTn>
                              </p:par>
                            </p:childTnLst>
                          </p:cTn>
                        </p:par>
                        <p:par>
                          <p:cTn id="203" fill="hold" nodeType="afterGroup">
                            <p:stCondLst>
                              <p:cond delay="1000"/>
                            </p:stCondLst>
                            <p:childTnLst>
                              <p:par>
                                <p:cTn id="204" presetID="17" presetClass="entr" presetSubtype="1" fill="hold" grpId="0" nodeType="afterEffect">
                                  <p:stCondLst>
                                    <p:cond delay="0"/>
                                  </p:stCondLst>
                                  <p:childTnLst>
                                    <p:set>
                                      <p:cBhvr>
                                        <p:cTn id="205" dur="1" fill="hold">
                                          <p:stCondLst>
                                            <p:cond delay="0"/>
                                          </p:stCondLst>
                                        </p:cTn>
                                        <p:tgtEl>
                                          <p:spTgt spid="226351"/>
                                        </p:tgtEl>
                                        <p:attrNameLst>
                                          <p:attrName>style.visibility</p:attrName>
                                        </p:attrNameLst>
                                      </p:cBhvr>
                                      <p:to>
                                        <p:strVal val="visible"/>
                                      </p:to>
                                    </p:set>
                                    <p:anim calcmode="lin" valueType="num">
                                      <p:cBhvr>
                                        <p:cTn id="206" dur="500" fill="hold"/>
                                        <p:tgtEl>
                                          <p:spTgt spid="226351"/>
                                        </p:tgtEl>
                                        <p:attrNameLst>
                                          <p:attrName>ppt_x</p:attrName>
                                        </p:attrNameLst>
                                      </p:cBhvr>
                                      <p:tavLst>
                                        <p:tav tm="0">
                                          <p:val>
                                            <p:strVal val="#ppt_x"/>
                                          </p:val>
                                        </p:tav>
                                        <p:tav tm="100000">
                                          <p:val>
                                            <p:strVal val="#ppt_x"/>
                                          </p:val>
                                        </p:tav>
                                      </p:tavLst>
                                    </p:anim>
                                    <p:anim calcmode="lin" valueType="num">
                                      <p:cBhvr>
                                        <p:cTn id="207" dur="500" fill="hold"/>
                                        <p:tgtEl>
                                          <p:spTgt spid="226351"/>
                                        </p:tgtEl>
                                        <p:attrNameLst>
                                          <p:attrName>ppt_y</p:attrName>
                                        </p:attrNameLst>
                                      </p:cBhvr>
                                      <p:tavLst>
                                        <p:tav tm="0">
                                          <p:val>
                                            <p:strVal val="#ppt_y-#ppt_h/2"/>
                                          </p:val>
                                        </p:tav>
                                        <p:tav tm="100000">
                                          <p:val>
                                            <p:strVal val="#ppt_y"/>
                                          </p:val>
                                        </p:tav>
                                      </p:tavLst>
                                    </p:anim>
                                    <p:anim calcmode="lin" valueType="num">
                                      <p:cBhvr>
                                        <p:cTn id="208" dur="500" fill="hold"/>
                                        <p:tgtEl>
                                          <p:spTgt spid="226351"/>
                                        </p:tgtEl>
                                        <p:attrNameLst>
                                          <p:attrName>ppt_w</p:attrName>
                                        </p:attrNameLst>
                                      </p:cBhvr>
                                      <p:tavLst>
                                        <p:tav tm="0">
                                          <p:val>
                                            <p:strVal val="#ppt_w"/>
                                          </p:val>
                                        </p:tav>
                                        <p:tav tm="100000">
                                          <p:val>
                                            <p:strVal val="#ppt_w"/>
                                          </p:val>
                                        </p:tav>
                                      </p:tavLst>
                                    </p:anim>
                                    <p:anim calcmode="lin" valueType="num">
                                      <p:cBhvr>
                                        <p:cTn id="209" dur="500" fill="hold"/>
                                        <p:tgtEl>
                                          <p:spTgt spid="226351"/>
                                        </p:tgtEl>
                                        <p:attrNameLst>
                                          <p:attrName>ppt_h</p:attrName>
                                        </p:attrNameLst>
                                      </p:cBhvr>
                                      <p:tavLst>
                                        <p:tav tm="0">
                                          <p:val>
                                            <p:fltVal val="0"/>
                                          </p:val>
                                        </p:tav>
                                        <p:tav tm="100000">
                                          <p:val>
                                            <p:strVal val="#ppt_h"/>
                                          </p:val>
                                        </p:tav>
                                      </p:tavLst>
                                    </p:anim>
                                  </p:childTnLst>
                                </p:cTn>
                              </p:par>
                            </p:childTnLst>
                          </p:cTn>
                        </p:par>
                        <p:par>
                          <p:cTn id="210" fill="hold" nodeType="afterGroup">
                            <p:stCondLst>
                              <p:cond delay="1500"/>
                            </p:stCondLst>
                            <p:childTnLst>
                              <p:par>
                                <p:cTn id="211" presetID="17" presetClass="entr" presetSubtype="1" fill="hold" grpId="0" nodeType="afterEffect">
                                  <p:stCondLst>
                                    <p:cond delay="0"/>
                                  </p:stCondLst>
                                  <p:childTnLst>
                                    <p:set>
                                      <p:cBhvr>
                                        <p:cTn id="212" dur="1" fill="hold">
                                          <p:stCondLst>
                                            <p:cond delay="0"/>
                                          </p:stCondLst>
                                        </p:cTn>
                                        <p:tgtEl>
                                          <p:spTgt spid="226352"/>
                                        </p:tgtEl>
                                        <p:attrNameLst>
                                          <p:attrName>style.visibility</p:attrName>
                                        </p:attrNameLst>
                                      </p:cBhvr>
                                      <p:to>
                                        <p:strVal val="visible"/>
                                      </p:to>
                                    </p:set>
                                    <p:anim calcmode="lin" valueType="num">
                                      <p:cBhvr>
                                        <p:cTn id="213" dur="500" fill="hold"/>
                                        <p:tgtEl>
                                          <p:spTgt spid="226352"/>
                                        </p:tgtEl>
                                        <p:attrNameLst>
                                          <p:attrName>ppt_x</p:attrName>
                                        </p:attrNameLst>
                                      </p:cBhvr>
                                      <p:tavLst>
                                        <p:tav tm="0">
                                          <p:val>
                                            <p:strVal val="#ppt_x"/>
                                          </p:val>
                                        </p:tav>
                                        <p:tav tm="100000">
                                          <p:val>
                                            <p:strVal val="#ppt_x"/>
                                          </p:val>
                                        </p:tav>
                                      </p:tavLst>
                                    </p:anim>
                                    <p:anim calcmode="lin" valueType="num">
                                      <p:cBhvr>
                                        <p:cTn id="214" dur="500" fill="hold"/>
                                        <p:tgtEl>
                                          <p:spTgt spid="226352"/>
                                        </p:tgtEl>
                                        <p:attrNameLst>
                                          <p:attrName>ppt_y</p:attrName>
                                        </p:attrNameLst>
                                      </p:cBhvr>
                                      <p:tavLst>
                                        <p:tav tm="0">
                                          <p:val>
                                            <p:strVal val="#ppt_y-#ppt_h/2"/>
                                          </p:val>
                                        </p:tav>
                                        <p:tav tm="100000">
                                          <p:val>
                                            <p:strVal val="#ppt_y"/>
                                          </p:val>
                                        </p:tav>
                                      </p:tavLst>
                                    </p:anim>
                                    <p:anim calcmode="lin" valueType="num">
                                      <p:cBhvr>
                                        <p:cTn id="215" dur="500" fill="hold"/>
                                        <p:tgtEl>
                                          <p:spTgt spid="226352"/>
                                        </p:tgtEl>
                                        <p:attrNameLst>
                                          <p:attrName>ppt_w</p:attrName>
                                        </p:attrNameLst>
                                      </p:cBhvr>
                                      <p:tavLst>
                                        <p:tav tm="0">
                                          <p:val>
                                            <p:strVal val="#ppt_w"/>
                                          </p:val>
                                        </p:tav>
                                        <p:tav tm="100000">
                                          <p:val>
                                            <p:strVal val="#ppt_w"/>
                                          </p:val>
                                        </p:tav>
                                      </p:tavLst>
                                    </p:anim>
                                    <p:anim calcmode="lin" valueType="num">
                                      <p:cBhvr>
                                        <p:cTn id="216" dur="500" fill="hold"/>
                                        <p:tgtEl>
                                          <p:spTgt spid="226352"/>
                                        </p:tgtEl>
                                        <p:attrNameLst>
                                          <p:attrName>ppt_h</p:attrName>
                                        </p:attrNameLst>
                                      </p:cBhvr>
                                      <p:tavLst>
                                        <p:tav tm="0">
                                          <p:val>
                                            <p:fltVal val="0"/>
                                          </p:val>
                                        </p:tav>
                                        <p:tav tm="100000">
                                          <p:val>
                                            <p:strVal val="#ppt_h"/>
                                          </p:val>
                                        </p:tav>
                                      </p:tavLst>
                                    </p:anim>
                                  </p:childTnLst>
                                </p:cTn>
                              </p:par>
                            </p:childTnLst>
                          </p:cTn>
                        </p:par>
                      </p:childTnLst>
                    </p:cTn>
                  </p:par>
                  <p:par>
                    <p:cTn id="217" fill="hold" nodeType="clickPar">
                      <p:stCondLst>
                        <p:cond delay="indefinite"/>
                      </p:stCondLst>
                      <p:childTnLst>
                        <p:par>
                          <p:cTn id="218" fill="hold" nodeType="withGroup">
                            <p:stCondLst>
                              <p:cond delay="0"/>
                            </p:stCondLst>
                            <p:childTnLst>
                              <p:par>
                                <p:cTn id="219" presetID="17" presetClass="entr" presetSubtype="1" fill="hold" grpId="0" nodeType="clickEffect">
                                  <p:stCondLst>
                                    <p:cond delay="0"/>
                                  </p:stCondLst>
                                  <p:childTnLst>
                                    <p:set>
                                      <p:cBhvr>
                                        <p:cTn id="220" dur="1" fill="hold">
                                          <p:stCondLst>
                                            <p:cond delay="0"/>
                                          </p:stCondLst>
                                        </p:cTn>
                                        <p:tgtEl>
                                          <p:spTgt spid="226357"/>
                                        </p:tgtEl>
                                        <p:attrNameLst>
                                          <p:attrName>style.visibility</p:attrName>
                                        </p:attrNameLst>
                                      </p:cBhvr>
                                      <p:to>
                                        <p:strVal val="visible"/>
                                      </p:to>
                                    </p:set>
                                    <p:anim calcmode="lin" valueType="num">
                                      <p:cBhvr>
                                        <p:cTn id="221" dur="500" fill="hold"/>
                                        <p:tgtEl>
                                          <p:spTgt spid="226357"/>
                                        </p:tgtEl>
                                        <p:attrNameLst>
                                          <p:attrName>ppt_x</p:attrName>
                                        </p:attrNameLst>
                                      </p:cBhvr>
                                      <p:tavLst>
                                        <p:tav tm="0">
                                          <p:val>
                                            <p:strVal val="#ppt_x"/>
                                          </p:val>
                                        </p:tav>
                                        <p:tav tm="100000">
                                          <p:val>
                                            <p:strVal val="#ppt_x"/>
                                          </p:val>
                                        </p:tav>
                                      </p:tavLst>
                                    </p:anim>
                                    <p:anim calcmode="lin" valueType="num">
                                      <p:cBhvr>
                                        <p:cTn id="222" dur="500" fill="hold"/>
                                        <p:tgtEl>
                                          <p:spTgt spid="226357"/>
                                        </p:tgtEl>
                                        <p:attrNameLst>
                                          <p:attrName>ppt_y</p:attrName>
                                        </p:attrNameLst>
                                      </p:cBhvr>
                                      <p:tavLst>
                                        <p:tav tm="0">
                                          <p:val>
                                            <p:strVal val="#ppt_y-#ppt_h/2"/>
                                          </p:val>
                                        </p:tav>
                                        <p:tav tm="100000">
                                          <p:val>
                                            <p:strVal val="#ppt_y"/>
                                          </p:val>
                                        </p:tav>
                                      </p:tavLst>
                                    </p:anim>
                                    <p:anim calcmode="lin" valueType="num">
                                      <p:cBhvr>
                                        <p:cTn id="223" dur="500" fill="hold"/>
                                        <p:tgtEl>
                                          <p:spTgt spid="226357"/>
                                        </p:tgtEl>
                                        <p:attrNameLst>
                                          <p:attrName>ppt_w</p:attrName>
                                        </p:attrNameLst>
                                      </p:cBhvr>
                                      <p:tavLst>
                                        <p:tav tm="0">
                                          <p:val>
                                            <p:strVal val="#ppt_w"/>
                                          </p:val>
                                        </p:tav>
                                        <p:tav tm="100000">
                                          <p:val>
                                            <p:strVal val="#ppt_w"/>
                                          </p:val>
                                        </p:tav>
                                      </p:tavLst>
                                    </p:anim>
                                    <p:anim calcmode="lin" valueType="num">
                                      <p:cBhvr>
                                        <p:cTn id="224" dur="500" fill="hold"/>
                                        <p:tgtEl>
                                          <p:spTgt spid="226357"/>
                                        </p:tgtEl>
                                        <p:attrNameLst>
                                          <p:attrName>ppt_h</p:attrName>
                                        </p:attrNameLst>
                                      </p:cBhvr>
                                      <p:tavLst>
                                        <p:tav tm="0">
                                          <p:val>
                                            <p:fltVal val="0"/>
                                          </p:val>
                                        </p:tav>
                                        <p:tav tm="100000">
                                          <p:val>
                                            <p:strVal val="#ppt_h"/>
                                          </p:val>
                                        </p:tav>
                                      </p:tavLst>
                                    </p:anim>
                                  </p:childTnLst>
                                </p:cTn>
                              </p:par>
                            </p:childTnLst>
                          </p:cTn>
                        </p:par>
                        <p:par>
                          <p:cTn id="225" fill="hold" nodeType="afterGroup">
                            <p:stCondLst>
                              <p:cond delay="500"/>
                            </p:stCondLst>
                            <p:childTnLst>
                              <p:par>
                                <p:cTn id="226" presetID="22" presetClass="entr" presetSubtype="8" fill="hold" grpId="0" nodeType="afterEffect">
                                  <p:stCondLst>
                                    <p:cond delay="0"/>
                                  </p:stCondLst>
                                  <p:childTnLst>
                                    <p:set>
                                      <p:cBhvr>
                                        <p:cTn id="227" dur="1" fill="hold">
                                          <p:stCondLst>
                                            <p:cond delay="0"/>
                                          </p:stCondLst>
                                        </p:cTn>
                                        <p:tgtEl>
                                          <p:spTgt spid="226354"/>
                                        </p:tgtEl>
                                        <p:attrNameLst>
                                          <p:attrName>style.visibility</p:attrName>
                                        </p:attrNameLst>
                                      </p:cBhvr>
                                      <p:to>
                                        <p:strVal val="visible"/>
                                      </p:to>
                                    </p:set>
                                    <p:animEffect transition="in" filter="wipe(left)">
                                      <p:cBhvr>
                                        <p:cTn id="228" dur="500"/>
                                        <p:tgtEl>
                                          <p:spTgt spid="226354"/>
                                        </p:tgtEl>
                                      </p:cBhvr>
                                    </p:animEffect>
                                  </p:childTnLst>
                                </p:cTn>
                              </p:par>
                            </p:childTnLst>
                          </p:cTn>
                        </p:par>
                        <p:par>
                          <p:cTn id="229" fill="hold" nodeType="afterGroup">
                            <p:stCondLst>
                              <p:cond delay="1000"/>
                            </p:stCondLst>
                            <p:childTnLst>
                              <p:par>
                                <p:cTn id="230" presetID="17" presetClass="entr" presetSubtype="1" fill="hold" grpId="0" nodeType="afterEffect">
                                  <p:stCondLst>
                                    <p:cond delay="0"/>
                                  </p:stCondLst>
                                  <p:childTnLst>
                                    <p:set>
                                      <p:cBhvr>
                                        <p:cTn id="231" dur="1" fill="hold">
                                          <p:stCondLst>
                                            <p:cond delay="0"/>
                                          </p:stCondLst>
                                        </p:cTn>
                                        <p:tgtEl>
                                          <p:spTgt spid="226355"/>
                                        </p:tgtEl>
                                        <p:attrNameLst>
                                          <p:attrName>style.visibility</p:attrName>
                                        </p:attrNameLst>
                                      </p:cBhvr>
                                      <p:to>
                                        <p:strVal val="visible"/>
                                      </p:to>
                                    </p:set>
                                    <p:anim calcmode="lin" valueType="num">
                                      <p:cBhvr>
                                        <p:cTn id="232" dur="500" fill="hold"/>
                                        <p:tgtEl>
                                          <p:spTgt spid="226355"/>
                                        </p:tgtEl>
                                        <p:attrNameLst>
                                          <p:attrName>ppt_x</p:attrName>
                                        </p:attrNameLst>
                                      </p:cBhvr>
                                      <p:tavLst>
                                        <p:tav tm="0">
                                          <p:val>
                                            <p:strVal val="#ppt_x"/>
                                          </p:val>
                                        </p:tav>
                                        <p:tav tm="100000">
                                          <p:val>
                                            <p:strVal val="#ppt_x"/>
                                          </p:val>
                                        </p:tav>
                                      </p:tavLst>
                                    </p:anim>
                                    <p:anim calcmode="lin" valueType="num">
                                      <p:cBhvr>
                                        <p:cTn id="233" dur="500" fill="hold"/>
                                        <p:tgtEl>
                                          <p:spTgt spid="226355"/>
                                        </p:tgtEl>
                                        <p:attrNameLst>
                                          <p:attrName>ppt_y</p:attrName>
                                        </p:attrNameLst>
                                      </p:cBhvr>
                                      <p:tavLst>
                                        <p:tav tm="0">
                                          <p:val>
                                            <p:strVal val="#ppt_y-#ppt_h/2"/>
                                          </p:val>
                                        </p:tav>
                                        <p:tav tm="100000">
                                          <p:val>
                                            <p:strVal val="#ppt_y"/>
                                          </p:val>
                                        </p:tav>
                                      </p:tavLst>
                                    </p:anim>
                                    <p:anim calcmode="lin" valueType="num">
                                      <p:cBhvr>
                                        <p:cTn id="234" dur="500" fill="hold"/>
                                        <p:tgtEl>
                                          <p:spTgt spid="226355"/>
                                        </p:tgtEl>
                                        <p:attrNameLst>
                                          <p:attrName>ppt_w</p:attrName>
                                        </p:attrNameLst>
                                      </p:cBhvr>
                                      <p:tavLst>
                                        <p:tav tm="0">
                                          <p:val>
                                            <p:strVal val="#ppt_w"/>
                                          </p:val>
                                        </p:tav>
                                        <p:tav tm="100000">
                                          <p:val>
                                            <p:strVal val="#ppt_w"/>
                                          </p:val>
                                        </p:tav>
                                      </p:tavLst>
                                    </p:anim>
                                    <p:anim calcmode="lin" valueType="num">
                                      <p:cBhvr>
                                        <p:cTn id="235" dur="500" fill="hold"/>
                                        <p:tgtEl>
                                          <p:spTgt spid="226355"/>
                                        </p:tgtEl>
                                        <p:attrNameLst>
                                          <p:attrName>ppt_h</p:attrName>
                                        </p:attrNameLst>
                                      </p:cBhvr>
                                      <p:tavLst>
                                        <p:tav tm="0">
                                          <p:val>
                                            <p:fltVal val="0"/>
                                          </p:val>
                                        </p:tav>
                                        <p:tav tm="100000">
                                          <p:val>
                                            <p:strVal val="#ppt_h"/>
                                          </p:val>
                                        </p:tav>
                                      </p:tavLst>
                                    </p:anim>
                                  </p:childTnLst>
                                </p:cTn>
                              </p:par>
                            </p:childTnLst>
                          </p:cTn>
                        </p:par>
                        <p:par>
                          <p:cTn id="236" fill="hold" nodeType="afterGroup">
                            <p:stCondLst>
                              <p:cond delay="1500"/>
                            </p:stCondLst>
                            <p:childTnLst>
                              <p:par>
                                <p:cTn id="237" presetID="17" presetClass="entr" presetSubtype="1" fill="hold" grpId="0" nodeType="afterEffect">
                                  <p:stCondLst>
                                    <p:cond delay="0"/>
                                  </p:stCondLst>
                                  <p:childTnLst>
                                    <p:set>
                                      <p:cBhvr>
                                        <p:cTn id="238" dur="1" fill="hold">
                                          <p:stCondLst>
                                            <p:cond delay="0"/>
                                          </p:stCondLst>
                                        </p:cTn>
                                        <p:tgtEl>
                                          <p:spTgt spid="226356"/>
                                        </p:tgtEl>
                                        <p:attrNameLst>
                                          <p:attrName>style.visibility</p:attrName>
                                        </p:attrNameLst>
                                      </p:cBhvr>
                                      <p:to>
                                        <p:strVal val="visible"/>
                                      </p:to>
                                    </p:set>
                                    <p:anim calcmode="lin" valueType="num">
                                      <p:cBhvr>
                                        <p:cTn id="239" dur="500" fill="hold"/>
                                        <p:tgtEl>
                                          <p:spTgt spid="226356"/>
                                        </p:tgtEl>
                                        <p:attrNameLst>
                                          <p:attrName>ppt_x</p:attrName>
                                        </p:attrNameLst>
                                      </p:cBhvr>
                                      <p:tavLst>
                                        <p:tav tm="0">
                                          <p:val>
                                            <p:strVal val="#ppt_x"/>
                                          </p:val>
                                        </p:tav>
                                        <p:tav tm="100000">
                                          <p:val>
                                            <p:strVal val="#ppt_x"/>
                                          </p:val>
                                        </p:tav>
                                      </p:tavLst>
                                    </p:anim>
                                    <p:anim calcmode="lin" valueType="num">
                                      <p:cBhvr>
                                        <p:cTn id="240" dur="500" fill="hold"/>
                                        <p:tgtEl>
                                          <p:spTgt spid="226356"/>
                                        </p:tgtEl>
                                        <p:attrNameLst>
                                          <p:attrName>ppt_y</p:attrName>
                                        </p:attrNameLst>
                                      </p:cBhvr>
                                      <p:tavLst>
                                        <p:tav tm="0">
                                          <p:val>
                                            <p:strVal val="#ppt_y-#ppt_h/2"/>
                                          </p:val>
                                        </p:tav>
                                        <p:tav tm="100000">
                                          <p:val>
                                            <p:strVal val="#ppt_y"/>
                                          </p:val>
                                        </p:tav>
                                      </p:tavLst>
                                    </p:anim>
                                    <p:anim calcmode="lin" valueType="num">
                                      <p:cBhvr>
                                        <p:cTn id="241" dur="500" fill="hold"/>
                                        <p:tgtEl>
                                          <p:spTgt spid="226356"/>
                                        </p:tgtEl>
                                        <p:attrNameLst>
                                          <p:attrName>ppt_w</p:attrName>
                                        </p:attrNameLst>
                                      </p:cBhvr>
                                      <p:tavLst>
                                        <p:tav tm="0">
                                          <p:val>
                                            <p:strVal val="#ppt_w"/>
                                          </p:val>
                                        </p:tav>
                                        <p:tav tm="100000">
                                          <p:val>
                                            <p:strVal val="#ppt_w"/>
                                          </p:val>
                                        </p:tav>
                                      </p:tavLst>
                                    </p:anim>
                                    <p:anim calcmode="lin" valueType="num">
                                      <p:cBhvr>
                                        <p:cTn id="242" dur="500" fill="hold"/>
                                        <p:tgtEl>
                                          <p:spTgt spid="226356"/>
                                        </p:tgtEl>
                                        <p:attrNameLst>
                                          <p:attrName>ppt_h</p:attrName>
                                        </p:attrNameLst>
                                      </p:cBhvr>
                                      <p:tavLst>
                                        <p:tav tm="0">
                                          <p:val>
                                            <p:fltVal val="0"/>
                                          </p:val>
                                        </p:tav>
                                        <p:tav tm="100000">
                                          <p:val>
                                            <p:strVal val="#ppt_h"/>
                                          </p:val>
                                        </p:tav>
                                      </p:tavLst>
                                    </p:anim>
                                  </p:childTnLst>
                                </p:cTn>
                              </p:par>
                            </p:childTnLst>
                          </p:cTn>
                        </p:par>
                      </p:childTnLst>
                    </p:cTn>
                  </p:par>
                  <p:par>
                    <p:cTn id="243" fill="hold" nodeType="clickPar">
                      <p:stCondLst>
                        <p:cond delay="indefinite"/>
                      </p:stCondLst>
                      <p:childTnLst>
                        <p:par>
                          <p:cTn id="244" fill="hold" nodeType="withGroup">
                            <p:stCondLst>
                              <p:cond delay="0"/>
                            </p:stCondLst>
                            <p:childTnLst>
                              <p:par>
                                <p:cTn id="245" presetID="2" presetClass="entr" presetSubtype="1" fill="hold" grpId="0" nodeType="clickEffect">
                                  <p:stCondLst>
                                    <p:cond delay="0"/>
                                  </p:stCondLst>
                                  <p:childTnLst>
                                    <p:set>
                                      <p:cBhvr>
                                        <p:cTn id="246" dur="1" fill="hold">
                                          <p:stCondLst>
                                            <p:cond delay="0"/>
                                          </p:stCondLst>
                                        </p:cTn>
                                        <p:tgtEl>
                                          <p:spTgt spid="226360"/>
                                        </p:tgtEl>
                                        <p:attrNameLst>
                                          <p:attrName>style.visibility</p:attrName>
                                        </p:attrNameLst>
                                      </p:cBhvr>
                                      <p:to>
                                        <p:strVal val="visible"/>
                                      </p:to>
                                    </p:set>
                                    <p:anim calcmode="lin" valueType="num">
                                      <p:cBhvr additive="base">
                                        <p:cTn id="247" dur="500" fill="hold"/>
                                        <p:tgtEl>
                                          <p:spTgt spid="226360"/>
                                        </p:tgtEl>
                                        <p:attrNameLst>
                                          <p:attrName>ppt_x</p:attrName>
                                        </p:attrNameLst>
                                      </p:cBhvr>
                                      <p:tavLst>
                                        <p:tav tm="0">
                                          <p:val>
                                            <p:strVal val="#ppt_x"/>
                                          </p:val>
                                        </p:tav>
                                        <p:tav tm="100000">
                                          <p:val>
                                            <p:strVal val="#ppt_x"/>
                                          </p:val>
                                        </p:tav>
                                      </p:tavLst>
                                    </p:anim>
                                    <p:anim calcmode="lin" valueType="num">
                                      <p:cBhvr additive="base">
                                        <p:cTn id="248" dur="500" fill="hold"/>
                                        <p:tgtEl>
                                          <p:spTgt spid="22636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23" grpId="0" animBg="1" autoUpdateAnimBg="0"/>
      <p:bldP spid="226324" grpId="0" animBg="1"/>
      <p:bldP spid="226325" grpId="0" animBg="1"/>
      <p:bldP spid="226326" grpId="0" animBg="1" autoUpdateAnimBg="0"/>
      <p:bldP spid="226327" grpId="0" animBg="1"/>
      <p:bldP spid="226328" grpId="0" animBg="1"/>
      <p:bldP spid="226329" grpId="0" animBg="1"/>
      <p:bldP spid="226330" grpId="0" animBg="1" autoUpdateAnimBg="0"/>
      <p:bldP spid="226331" grpId="0" animBg="1"/>
      <p:bldP spid="226332" grpId="0" animBg="1"/>
      <p:bldP spid="226333" grpId="0" animBg="1"/>
      <p:bldP spid="226334" grpId="0" animBg="1" autoUpdateAnimBg="0"/>
      <p:bldP spid="226335" grpId="0" animBg="1"/>
      <p:bldP spid="226336" grpId="0" animBg="1"/>
      <p:bldP spid="226337" grpId="0" animBg="1"/>
      <p:bldP spid="226338" grpId="0" animBg="1" autoUpdateAnimBg="0"/>
      <p:bldP spid="226339" grpId="0" animBg="1"/>
      <p:bldP spid="226340" grpId="0" animBg="1"/>
      <p:bldP spid="226341" grpId="0" animBg="1"/>
      <p:bldP spid="226342" grpId="0" animBg="1" autoUpdateAnimBg="0"/>
      <p:bldP spid="226343" grpId="0" animBg="1"/>
      <p:bldP spid="226344" grpId="0" animBg="1"/>
      <p:bldP spid="226345" grpId="0" animBg="1"/>
      <p:bldP spid="226346" grpId="0" animBg="1" autoUpdateAnimBg="0"/>
      <p:bldP spid="226347" grpId="0" animBg="1"/>
      <p:bldP spid="226348" grpId="0" animBg="1"/>
      <p:bldP spid="226349" grpId="0" animBg="1"/>
      <p:bldP spid="226350" grpId="0" animBg="1" autoUpdateAnimBg="0"/>
      <p:bldP spid="226351" grpId="0" animBg="1"/>
      <p:bldP spid="226352" grpId="0" animBg="1"/>
      <p:bldP spid="226353" grpId="0" animBg="1"/>
      <p:bldP spid="226354" grpId="0" animBg="1" autoUpdateAnimBg="0"/>
      <p:bldP spid="226355" grpId="0" animBg="1"/>
      <p:bldP spid="226356" grpId="0" animBg="1"/>
      <p:bldP spid="226357" grpId="0" animBg="1"/>
      <p:bldP spid="226359" grpId="0" animBg="1"/>
      <p:bldP spid="226360" grpId="0" autoUpdateAnimBg="0"/>
      <p:bldP spid="22636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ctrTitle"/>
          </p:nvPr>
        </p:nvSpPr>
        <p:spPr>
          <a:xfrm>
            <a:off x="685800" y="1600200"/>
            <a:ext cx="7620000" cy="1828800"/>
          </a:xfrm>
        </p:spPr>
        <p:txBody>
          <a:bodyPr anchor="ctr"/>
          <a:lstStyle/>
          <a:p>
            <a:pPr algn="l"/>
            <a:r>
              <a:rPr kumimoji="1" lang="en-US" altLang="zh-CN" sz="4000">
                <a:solidFill>
                  <a:srgbClr val="800000"/>
                </a:solidFill>
                <a:latin typeface="Times New Roman" charset="0"/>
                <a:ea typeface="隶书" charset="0"/>
              </a:rPr>
              <a:t>4</a:t>
            </a:r>
            <a:r>
              <a:rPr kumimoji="1" lang="zh-CN" altLang="en-US" sz="4000">
                <a:solidFill>
                  <a:srgbClr val="800000"/>
                </a:solidFill>
                <a:latin typeface="Times New Roman" charset="0"/>
                <a:ea typeface="隶书" charset="0"/>
              </a:rPr>
              <a:t>、建立二叉树的存储结构</a:t>
            </a:r>
          </a:p>
        </p:txBody>
      </p:sp>
      <p:sp>
        <p:nvSpPr>
          <p:cNvPr id="227331" name="Rectangle 3"/>
          <p:cNvSpPr>
            <a:spLocks noGrp="1" noChangeArrowheads="1"/>
          </p:cNvSpPr>
          <p:nvPr>
            <p:ph type="subTitle" idx="1"/>
          </p:nvPr>
        </p:nvSpPr>
        <p:spPr>
          <a:xfrm>
            <a:off x="1371600" y="3886200"/>
            <a:ext cx="6400800" cy="1447800"/>
          </a:xfrm>
        </p:spPr>
        <p:txBody>
          <a:bodyPr>
            <a:normAutofit lnSpcReduction="10000"/>
          </a:bodyPr>
          <a:lstStyle/>
          <a:p>
            <a:pPr>
              <a:lnSpc>
                <a:spcPct val="120000"/>
              </a:lnSpc>
              <a:spcBef>
                <a:spcPct val="0"/>
              </a:spcBef>
            </a:pPr>
            <a:r>
              <a:rPr lang="zh-CN" altLang="en-US" sz="4000" b="1">
                <a:solidFill>
                  <a:srgbClr val="CC6600"/>
                </a:solidFill>
              </a:rPr>
              <a:t>不同的定义方法相应有不同的存储结构的建立算法</a:t>
            </a:r>
          </a:p>
        </p:txBody>
      </p:sp>
      <p:sp>
        <p:nvSpPr>
          <p:cNvPr id="227332" name="AutoShape 4">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66770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27332"/>
                                        </p:tgtEl>
                                        <p:attrNameLst>
                                          <p:attrName>style.visibility</p:attrName>
                                        </p:attrNameLst>
                                      </p:cBhvr>
                                      <p:to>
                                        <p:strVal val="visible"/>
                                      </p:to>
                                    </p:set>
                                    <p:anim calcmode="lin" valueType="num">
                                      <p:cBhvr additive="base">
                                        <p:cTn id="7" dur="500" fill="hold"/>
                                        <p:tgtEl>
                                          <p:spTgt spid="227332"/>
                                        </p:tgtEl>
                                        <p:attrNameLst>
                                          <p:attrName>ppt_x</p:attrName>
                                        </p:attrNameLst>
                                      </p:cBhvr>
                                      <p:tavLst>
                                        <p:tav tm="0">
                                          <p:val>
                                            <p:strVal val="1+#ppt_w/2"/>
                                          </p:val>
                                        </p:tav>
                                        <p:tav tm="100000">
                                          <p:val>
                                            <p:strVal val="#ppt_x"/>
                                          </p:val>
                                        </p:tav>
                                      </p:tavLst>
                                    </p:anim>
                                    <p:anim calcmode="lin" valueType="num">
                                      <p:cBhvr additive="base">
                                        <p:cTn id="8" dur="500" fill="hold"/>
                                        <p:tgtEl>
                                          <p:spTgt spid="2273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ext Box 2"/>
          <p:cNvSpPr txBox="1">
            <a:spLocks noChangeArrowheads="1"/>
          </p:cNvSpPr>
          <p:nvPr/>
        </p:nvSpPr>
        <p:spPr bwMode="auto">
          <a:xfrm>
            <a:off x="1301750" y="304800"/>
            <a:ext cx="78644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latin typeface="Times New Roman" charset="0"/>
                <a:ea typeface="隶书" charset="0"/>
              </a:rPr>
              <a:t>       </a:t>
            </a:r>
            <a:r>
              <a:rPr kumimoji="1" lang="zh-CN" altLang="en-US" sz="3600" b="1">
                <a:solidFill>
                  <a:srgbClr val="008080"/>
                </a:solidFill>
                <a:latin typeface="Times New Roman" charset="0"/>
                <a:ea typeface="隶书" charset="0"/>
              </a:rPr>
              <a:t>以字符串的形式  </a:t>
            </a:r>
            <a:r>
              <a:rPr kumimoji="1" lang="zh-CN" altLang="en-US" sz="3600" b="1">
                <a:solidFill>
                  <a:srgbClr val="800000"/>
                </a:solidFill>
                <a:latin typeface="Times New Roman" charset="0"/>
                <a:ea typeface="隶书" charset="0"/>
              </a:rPr>
              <a:t>根 左子树 右子树</a:t>
            </a:r>
            <a:endParaRPr kumimoji="1" lang="zh-CN" altLang="en-US" sz="3600" b="1">
              <a:solidFill>
                <a:srgbClr val="008080"/>
              </a:solidFill>
              <a:latin typeface="Times New Roman" charset="0"/>
              <a:ea typeface="隶书" charset="0"/>
            </a:endParaRPr>
          </a:p>
          <a:p>
            <a:r>
              <a:rPr kumimoji="1" lang="zh-CN" altLang="en-US" sz="3600" b="1">
                <a:solidFill>
                  <a:srgbClr val="008080"/>
                </a:solidFill>
                <a:latin typeface="Times New Roman" charset="0"/>
                <a:ea typeface="隶书" charset="0"/>
              </a:rPr>
              <a:t>定义一棵二叉树</a:t>
            </a:r>
          </a:p>
        </p:txBody>
      </p:sp>
      <p:sp>
        <p:nvSpPr>
          <p:cNvPr id="228355" name="Text Box 3"/>
          <p:cNvSpPr txBox="1">
            <a:spLocks noChangeArrowheads="1"/>
          </p:cNvSpPr>
          <p:nvPr/>
        </p:nvSpPr>
        <p:spPr bwMode="auto">
          <a:xfrm>
            <a:off x="304800" y="13398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CC6600"/>
                </a:solidFill>
                <a:latin typeface="楷体_GB2312" charset="0"/>
                <a:ea typeface="楷体_GB2312" charset="0"/>
              </a:rPr>
              <a:t>例如</a:t>
            </a:r>
            <a:r>
              <a:rPr kumimoji="1" lang="en-US" altLang="zh-CN" sz="3600">
                <a:solidFill>
                  <a:srgbClr val="CC6600"/>
                </a:solidFill>
                <a:latin typeface="楷体_GB2312" charset="0"/>
                <a:ea typeface="楷体_GB2312" charset="0"/>
              </a:rPr>
              <a:t>:</a:t>
            </a:r>
            <a:endParaRPr kumimoji="1" lang="en-US" altLang="zh-CN" sz="2400">
              <a:latin typeface="Times New Roman" charset="0"/>
            </a:endParaRPr>
          </a:p>
        </p:txBody>
      </p:sp>
      <p:sp useBgFill="1">
        <p:nvSpPr>
          <p:cNvPr id="228356" name="Oval 4"/>
          <p:cNvSpPr>
            <a:spLocks noChangeArrowheads="1"/>
          </p:cNvSpPr>
          <p:nvPr/>
        </p:nvSpPr>
        <p:spPr bwMode="auto">
          <a:xfrm>
            <a:off x="1447800" y="4495800"/>
            <a:ext cx="485775" cy="461963"/>
          </a:xfrm>
          <a:prstGeom prst="ellipse">
            <a:avLst/>
          </a:prstGeom>
          <a:ln w="38100"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33"/>
                </a:solidFill>
                <a:latin typeface="Times New Roman" charset="0"/>
              </a:rPr>
              <a:t>A</a:t>
            </a:r>
            <a:endParaRPr kumimoji="1" lang="en-US" altLang="zh-CN" sz="2400">
              <a:latin typeface="Times New Roman" charset="0"/>
            </a:endParaRPr>
          </a:p>
        </p:txBody>
      </p:sp>
      <p:sp useBgFill="1">
        <p:nvSpPr>
          <p:cNvPr id="228357" name="Oval 5"/>
          <p:cNvSpPr>
            <a:spLocks noChangeArrowheads="1"/>
          </p:cNvSpPr>
          <p:nvPr/>
        </p:nvSpPr>
        <p:spPr bwMode="auto">
          <a:xfrm>
            <a:off x="381000" y="5289550"/>
            <a:ext cx="533400" cy="506413"/>
          </a:xfrm>
          <a:prstGeom prst="ellipse">
            <a:avLst/>
          </a:prstGeom>
          <a:ln w="38100"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33"/>
                </a:solidFill>
                <a:latin typeface="Times New Roman" charset="0"/>
              </a:rPr>
              <a:t>B</a:t>
            </a:r>
            <a:endParaRPr kumimoji="1" lang="en-US" altLang="zh-CN" sz="2400">
              <a:latin typeface="Times New Roman" charset="0"/>
            </a:endParaRPr>
          </a:p>
        </p:txBody>
      </p:sp>
      <p:sp useBgFill="1">
        <p:nvSpPr>
          <p:cNvPr id="228358" name="Oval 6"/>
          <p:cNvSpPr>
            <a:spLocks noChangeArrowheads="1"/>
          </p:cNvSpPr>
          <p:nvPr/>
        </p:nvSpPr>
        <p:spPr bwMode="auto">
          <a:xfrm>
            <a:off x="1219200" y="6019800"/>
            <a:ext cx="485775" cy="461963"/>
          </a:xfrm>
          <a:prstGeom prst="ellipse">
            <a:avLst/>
          </a:prstGeom>
          <a:ln w="38100"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33"/>
                </a:solidFill>
                <a:latin typeface="Times New Roman" charset="0"/>
              </a:rPr>
              <a:t>C</a:t>
            </a:r>
            <a:endParaRPr kumimoji="1" lang="en-US" altLang="zh-CN" sz="2400">
              <a:latin typeface="Times New Roman" charset="0"/>
            </a:endParaRPr>
          </a:p>
        </p:txBody>
      </p:sp>
      <p:sp useBgFill="1">
        <p:nvSpPr>
          <p:cNvPr id="228359" name="Oval 7"/>
          <p:cNvSpPr>
            <a:spLocks noChangeArrowheads="1"/>
          </p:cNvSpPr>
          <p:nvPr/>
        </p:nvSpPr>
        <p:spPr bwMode="auto">
          <a:xfrm>
            <a:off x="2514600" y="5289550"/>
            <a:ext cx="533400" cy="506413"/>
          </a:xfrm>
          <a:prstGeom prst="ellipse">
            <a:avLst/>
          </a:prstGeom>
          <a:ln w="38100"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33"/>
                </a:solidFill>
                <a:latin typeface="Times New Roman" charset="0"/>
              </a:rPr>
              <a:t>D</a:t>
            </a:r>
            <a:endParaRPr kumimoji="1" lang="en-US" altLang="zh-CN" sz="2400">
              <a:latin typeface="Times New Roman" charset="0"/>
            </a:endParaRPr>
          </a:p>
        </p:txBody>
      </p:sp>
      <p:sp>
        <p:nvSpPr>
          <p:cNvPr id="228360" name="Text Box 8"/>
          <p:cNvSpPr txBox="1">
            <a:spLocks noChangeArrowheads="1"/>
          </p:cNvSpPr>
          <p:nvPr/>
        </p:nvSpPr>
        <p:spPr bwMode="auto">
          <a:xfrm>
            <a:off x="3352800" y="1828800"/>
            <a:ext cx="502920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a:solidFill>
                  <a:srgbClr val="CC6600"/>
                </a:solidFill>
                <a:latin typeface="楷体_GB2312" charset="0"/>
                <a:ea typeface="楷体_GB2312" charset="0"/>
              </a:rPr>
              <a:t>以空白字符</a:t>
            </a:r>
            <a:r>
              <a:rPr kumimoji="1" lang="zh-CN" altLang="en-US" sz="3600">
                <a:solidFill>
                  <a:srgbClr val="CC6600"/>
                </a:solidFill>
                <a:latin typeface="Times New Roman" charset="0"/>
                <a:ea typeface="楷体_GB2312" charset="0"/>
              </a:rPr>
              <a:t>“</a:t>
            </a:r>
            <a:r>
              <a:rPr kumimoji="1" lang="zh-CN" altLang="en-US" sz="3600">
                <a:solidFill>
                  <a:srgbClr val="CC6600"/>
                </a:solidFill>
                <a:latin typeface="楷体_GB2312" charset="0"/>
                <a:ea typeface="楷体_GB2312" charset="0"/>
              </a:rPr>
              <a:t>  </a:t>
            </a:r>
            <a:r>
              <a:rPr kumimoji="1" lang="zh-CN" altLang="en-US" sz="3600">
                <a:solidFill>
                  <a:srgbClr val="CC6600"/>
                </a:solidFill>
                <a:latin typeface="Times New Roman" charset="0"/>
                <a:ea typeface="楷体_GB2312" charset="0"/>
              </a:rPr>
              <a:t>”</a:t>
            </a:r>
            <a:r>
              <a:rPr kumimoji="1" lang="zh-CN" altLang="en-US" sz="3600">
                <a:solidFill>
                  <a:srgbClr val="CC6600"/>
                </a:solidFill>
                <a:latin typeface="楷体_GB2312" charset="0"/>
                <a:ea typeface="楷体_GB2312" charset="0"/>
              </a:rPr>
              <a:t>表示</a:t>
            </a:r>
            <a:endParaRPr kumimoji="1" lang="zh-CN" altLang="en-US" sz="2400">
              <a:latin typeface="Times New Roman" charset="0"/>
            </a:endParaRPr>
          </a:p>
        </p:txBody>
      </p:sp>
      <p:sp>
        <p:nvSpPr>
          <p:cNvPr id="228361" name="Line 9"/>
          <p:cNvSpPr>
            <a:spLocks noChangeShapeType="1"/>
          </p:cNvSpPr>
          <p:nvPr/>
        </p:nvSpPr>
        <p:spPr bwMode="auto">
          <a:xfrm flipH="1">
            <a:off x="609600" y="4729163"/>
            <a:ext cx="838200" cy="533400"/>
          </a:xfrm>
          <a:prstGeom prst="line">
            <a:avLst/>
          </a:prstGeom>
          <a:noFill/>
          <a:ln w="381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2" name="Line 10"/>
          <p:cNvSpPr>
            <a:spLocks noChangeShapeType="1"/>
          </p:cNvSpPr>
          <p:nvPr/>
        </p:nvSpPr>
        <p:spPr bwMode="auto">
          <a:xfrm>
            <a:off x="1905000" y="4729163"/>
            <a:ext cx="838200" cy="528637"/>
          </a:xfrm>
          <a:prstGeom prst="line">
            <a:avLst/>
          </a:prstGeom>
          <a:noFill/>
          <a:ln w="381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3" name="Line 11"/>
          <p:cNvSpPr>
            <a:spLocks noChangeShapeType="1"/>
          </p:cNvSpPr>
          <p:nvPr/>
        </p:nvSpPr>
        <p:spPr bwMode="auto">
          <a:xfrm>
            <a:off x="914400" y="5567363"/>
            <a:ext cx="533400" cy="452437"/>
          </a:xfrm>
          <a:prstGeom prst="line">
            <a:avLst/>
          </a:prstGeom>
          <a:noFill/>
          <a:ln w="381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4" name="Text Box 12"/>
          <p:cNvSpPr txBox="1">
            <a:spLocks noChangeArrowheads="1"/>
          </p:cNvSpPr>
          <p:nvPr/>
        </p:nvSpPr>
        <p:spPr bwMode="auto">
          <a:xfrm>
            <a:off x="3429000" y="5043488"/>
            <a:ext cx="60960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000" b="1">
                <a:solidFill>
                  <a:srgbClr val="800000"/>
                </a:solidFill>
                <a:latin typeface="Times New Roman" charset="0"/>
                <a:ea typeface="楷体_GB2312" charset="0"/>
              </a:rPr>
              <a:t>A</a:t>
            </a:r>
            <a:r>
              <a:rPr kumimoji="1" lang="en-US" altLang="zh-CN" sz="4000">
                <a:solidFill>
                  <a:srgbClr val="FF9933"/>
                </a:solidFill>
                <a:latin typeface="Times New Roman" charset="0"/>
                <a:ea typeface="楷体_GB2312" charset="0"/>
              </a:rPr>
              <a:t>(</a:t>
            </a:r>
            <a:r>
              <a:rPr kumimoji="1" lang="en-US" altLang="zh-CN" sz="4000" b="1">
                <a:solidFill>
                  <a:srgbClr val="800000"/>
                </a:solidFill>
                <a:latin typeface="Times New Roman" charset="0"/>
                <a:ea typeface="楷体_GB2312" charset="0"/>
              </a:rPr>
              <a:t>B</a:t>
            </a:r>
            <a:r>
              <a:rPr kumimoji="1" lang="en-US" altLang="zh-CN" sz="4000">
                <a:solidFill>
                  <a:srgbClr val="FF9933"/>
                </a:solidFill>
                <a:latin typeface="Times New Roman" charset="0"/>
                <a:ea typeface="楷体_GB2312" charset="0"/>
              </a:rPr>
              <a:t>(   ,</a:t>
            </a:r>
            <a:r>
              <a:rPr kumimoji="1" lang="en-US" altLang="zh-CN" sz="4000" b="1">
                <a:solidFill>
                  <a:srgbClr val="800000"/>
                </a:solidFill>
                <a:latin typeface="Times New Roman" charset="0"/>
                <a:ea typeface="楷体_GB2312" charset="0"/>
              </a:rPr>
              <a:t>C</a:t>
            </a:r>
            <a:r>
              <a:rPr kumimoji="1" lang="en-US" altLang="zh-CN" sz="4000">
                <a:solidFill>
                  <a:srgbClr val="FF9933"/>
                </a:solidFill>
                <a:latin typeface="Times New Roman" charset="0"/>
                <a:ea typeface="楷体_GB2312" charset="0"/>
              </a:rPr>
              <a:t>(   ,   )),</a:t>
            </a:r>
            <a:r>
              <a:rPr kumimoji="1" lang="en-US" altLang="zh-CN" sz="4000" b="1">
                <a:solidFill>
                  <a:srgbClr val="800000"/>
                </a:solidFill>
                <a:latin typeface="Times New Roman" charset="0"/>
                <a:ea typeface="楷体_GB2312" charset="0"/>
              </a:rPr>
              <a:t>D</a:t>
            </a:r>
            <a:r>
              <a:rPr kumimoji="1" lang="en-US" altLang="zh-CN" sz="4000">
                <a:solidFill>
                  <a:srgbClr val="FF9933"/>
                </a:solidFill>
                <a:latin typeface="Times New Roman" charset="0"/>
                <a:ea typeface="楷体_GB2312" charset="0"/>
              </a:rPr>
              <a:t>(   ,   ))</a:t>
            </a:r>
            <a:endParaRPr kumimoji="1" lang="en-US" altLang="zh-CN" sz="2400">
              <a:latin typeface="Times New Roman" charset="0"/>
            </a:endParaRPr>
          </a:p>
        </p:txBody>
      </p:sp>
      <p:sp>
        <p:nvSpPr>
          <p:cNvPr id="228365" name="Rectangle 13"/>
          <p:cNvSpPr>
            <a:spLocks noChangeArrowheads="1"/>
          </p:cNvSpPr>
          <p:nvPr/>
        </p:nvSpPr>
        <p:spPr bwMode="auto">
          <a:xfrm>
            <a:off x="4572000" y="53340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6" name="Rectangle 14"/>
          <p:cNvSpPr>
            <a:spLocks noChangeArrowheads="1"/>
          </p:cNvSpPr>
          <p:nvPr/>
        </p:nvSpPr>
        <p:spPr bwMode="auto">
          <a:xfrm>
            <a:off x="5638800" y="53340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7" name="Rectangle 15"/>
          <p:cNvSpPr>
            <a:spLocks noChangeArrowheads="1"/>
          </p:cNvSpPr>
          <p:nvPr/>
        </p:nvSpPr>
        <p:spPr bwMode="auto">
          <a:xfrm>
            <a:off x="6172200" y="53340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8" name="Rectangle 16"/>
          <p:cNvSpPr>
            <a:spLocks noChangeArrowheads="1"/>
          </p:cNvSpPr>
          <p:nvPr/>
        </p:nvSpPr>
        <p:spPr bwMode="auto">
          <a:xfrm>
            <a:off x="7543800" y="53340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69" name="Rectangle 17"/>
          <p:cNvSpPr>
            <a:spLocks noChangeArrowheads="1"/>
          </p:cNvSpPr>
          <p:nvPr/>
        </p:nvSpPr>
        <p:spPr bwMode="auto">
          <a:xfrm>
            <a:off x="8077200" y="53340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70" name="Rectangle 18"/>
          <p:cNvSpPr>
            <a:spLocks noChangeArrowheads="1"/>
          </p:cNvSpPr>
          <p:nvPr/>
        </p:nvSpPr>
        <p:spPr bwMode="auto">
          <a:xfrm>
            <a:off x="6781800" y="29718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71" name="Rectangle 19"/>
          <p:cNvSpPr>
            <a:spLocks noChangeArrowheads="1"/>
          </p:cNvSpPr>
          <p:nvPr/>
        </p:nvSpPr>
        <p:spPr bwMode="auto">
          <a:xfrm>
            <a:off x="7239000" y="29718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72" name="Rectangle 20"/>
          <p:cNvSpPr>
            <a:spLocks noChangeArrowheads="1"/>
          </p:cNvSpPr>
          <p:nvPr/>
        </p:nvSpPr>
        <p:spPr bwMode="auto">
          <a:xfrm>
            <a:off x="6248400" y="2133600"/>
            <a:ext cx="304800" cy="381000"/>
          </a:xfrm>
          <a:prstGeom prst="rect">
            <a:avLst/>
          </a:prstGeom>
          <a:solidFill>
            <a:srgbClr val="800000"/>
          </a:solidFill>
          <a:ln w="12700" cap="sq">
            <a:solidFill>
              <a:srgbClr val="80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73" name="Line 21"/>
          <p:cNvSpPr>
            <a:spLocks noChangeShapeType="1"/>
          </p:cNvSpPr>
          <p:nvPr/>
        </p:nvSpPr>
        <p:spPr bwMode="auto">
          <a:xfrm>
            <a:off x="4114800" y="5257800"/>
            <a:ext cx="2438400" cy="0"/>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74" name="Line 22"/>
          <p:cNvSpPr>
            <a:spLocks noChangeShapeType="1"/>
          </p:cNvSpPr>
          <p:nvPr/>
        </p:nvSpPr>
        <p:spPr bwMode="auto">
          <a:xfrm>
            <a:off x="6934200" y="5257800"/>
            <a:ext cx="1447800" cy="0"/>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75" name="Text Box 23"/>
          <p:cNvSpPr txBox="1">
            <a:spLocks noChangeArrowheads="1"/>
          </p:cNvSpPr>
          <p:nvPr/>
        </p:nvSpPr>
        <p:spPr bwMode="auto">
          <a:xfrm>
            <a:off x="1241425" y="1981200"/>
            <a:ext cx="1349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3600" b="1">
                <a:solidFill>
                  <a:schemeClr val="tx2"/>
                </a:solidFill>
                <a:latin typeface="Times New Roman" charset="0"/>
                <a:ea typeface="楷体_GB2312" charset="0"/>
              </a:rPr>
              <a:t>空树</a:t>
            </a:r>
            <a:endParaRPr kumimoji="1" lang="zh-CN" altLang="en-US" sz="3600">
              <a:latin typeface="Times New Roman" charset="0"/>
            </a:endParaRPr>
          </a:p>
        </p:txBody>
      </p:sp>
      <p:sp>
        <p:nvSpPr>
          <p:cNvPr id="228376" name="Text Box 24"/>
          <p:cNvSpPr txBox="1">
            <a:spLocks noChangeArrowheads="1"/>
          </p:cNvSpPr>
          <p:nvPr/>
        </p:nvSpPr>
        <p:spPr bwMode="auto">
          <a:xfrm>
            <a:off x="228600" y="2863850"/>
            <a:ext cx="36353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3600" b="1">
                <a:solidFill>
                  <a:schemeClr val="tx2"/>
                </a:solidFill>
                <a:latin typeface="Times New Roman" charset="0"/>
                <a:ea typeface="楷体_GB2312" charset="0"/>
              </a:rPr>
              <a:t>只含一个根结点的二叉树</a:t>
            </a:r>
            <a:endParaRPr kumimoji="1" lang="zh-CN" altLang="en-US" sz="3600">
              <a:latin typeface="Times New Roman" charset="0"/>
            </a:endParaRPr>
          </a:p>
        </p:txBody>
      </p:sp>
      <p:sp useBgFill="1">
        <p:nvSpPr>
          <p:cNvPr id="228377" name="Oval 25"/>
          <p:cNvSpPr>
            <a:spLocks noChangeArrowheads="1"/>
          </p:cNvSpPr>
          <p:nvPr/>
        </p:nvSpPr>
        <p:spPr bwMode="auto">
          <a:xfrm>
            <a:off x="2638425" y="3581400"/>
            <a:ext cx="485775" cy="461963"/>
          </a:xfrm>
          <a:prstGeom prst="ellipse">
            <a:avLst/>
          </a:prstGeom>
          <a:ln w="38100" cap="sq">
            <a:solidFill>
              <a:srgbClr val="00808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200" b="1">
                <a:solidFill>
                  <a:srgbClr val="990033"/>
                </a:solidFill>
                <a:latin typeface="Times New Roman" charset="0"/>
              </a:rPr>
              <a:t>A</a:t>
            </a:r>
            <a:endParaRPr kumimoji="1" lang="en-US" altLang="zh-CN" sz="2400">
              <a:latin typeface="Times New Roman" charset="0"/>
            </a:endParaRPr>
          </a:p>
        </p:txBody>
      </p:sp>
      <p:sp>
        <p:nvSpPr>
          <p:cNvPr id="228378" name="Text Box 26"/>
          <p:cNvSpPr txBox="1">
            <a:spLocks noChangeArrowheads="1"/>
          </p:cNvSpPr>
          <p:nvPr/>
        </p:nvSpPr>
        <p:spPr bwMode="auto">
          <a:xfrm>
            <a:off x="3886200" y="2667000"/>
            <a:ext cx="5562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a:solidFill>
                  <a:srgbClr val="CC6600"/>
                </a:solidFill>
                <a:latin typeface="楷体_GB2312" charset="0"/>
                <a:ea typeface="楷体_GB2312" charset="0"/>
              </a:rPr>
              <a:t>以字符串</a:t>
            </a:r>
            <a:r>
              <a:rPr kumimoji="1" lang="zh-CN" altLang="en-US" sz="3600">
                <a:solidFill>
                  <a:srgbClr val="CC6600"/>
                </a:solidFill>
                <a:latin typeface="Times New Roman" charset="0"/>
                <a:ea typeface="楷体_GB2312" charset="0"/>
              </a:rPr>
              <a:t>“</a:t>
            </a:r>
            <a:r>
              <a:rPr kumimoji="1" lang="en-US" altLang="zh-CN" sz="4000" b="1">
                <a:solidFill>
                  <a:srgbClr val="800000"/>
                </a:solidFill>
                <a:latin typeface="Times New Roman" charset="0"/>
                <a:ea typeface="楷体_GB2312" charset="0"/>
              </a:rPr>
              <a:t>A     </a:t>
            </a:r>
            <a:r>
              <a:rPr kumimoji="1" lang="en-US" altLang="zh-CN" sz="3600">
                <a:solidFill>
                  <a:srgbClr val="CC6600"/>
                </a:solidFill>
                <a:latin typeface="楷体_GB2312" charset="0"/>
                <a:ea typeface="楷体_GB2312" charset="0"/>
              </a:rPr>
              <a:t> </a:t>
            </a:r>
            <a:r>
              <a:rPr kumimoji="1" lang="en-US" altLang="zh-CN" sz="3600">
                <a:solidFill>
                  <a:srgbClr val="CC6600"/>
                </a:solidFill>
                <a:latin typeface="Times New Roman" charset="0"/>
                <a:ea typeface="楷体_GB2312" charset="0"/>
              </a:rPr>
              <a:t>”</a:t>
            </a:r>
            <a:r>
              <a:rPr kumimoji="1" lang="zh-CN" altLang="en-US" sz="3600">
                <a:solidFill>
                  <a:srgbClr val="CC6600"/>
                </a:solidFill>
                <a:latin typeface="楷体_GB2312" charset="0"/>
                <a:ea typeface="楷体_GB2312" charset="0"/>
              </a:rPr>
              <a:t>表示</a:t>
            </a:r>
          </a:p>
        </p:txBody>
      </p:sp>
      <p:sp>
        <p:nvSpPr>
          <p:cNvPr id="228379" name="Text Box 27"/>
          <p:cNvSpPr txBox="1">
            <a:spLocks noChangeArrowheads="1"/>
          </p:cNvSpPr>
          <p:nvPr/>
        </p:nvSpPr>
        <p:spPr bwMode="auto">
          <a:xfrm>
            <a:off x="3581400" y="4278313"/>
            <a:ext cx="55626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a:solidFill>
                  <a:srgbClr val="CC6600"/>
                </a:solidFill>
                <a:latin typeface="楷体_GB2312" charset="0"/>
                <a:ea typeface="楷体_GB2312" charset="0"/>
              </a:rPr>
              <a:t>以下列字符串表示</a:t>
            </a:r>
          </a:p>
        </p:txBody>
      </p:sp>
      <p:sp>
        <p:nvSpPr>
          <p:cNvPr id="228380" name="Line 28"/>
          <p:cNvSpPr>
            <a:spLocks noChangeShapeType="1"/>
          </p:cNvSpPr>
          <p:nvPr/>
        </p:nvSpPr>
        <p:spPr bwMode="auto">
          <a:xfrm>
            <a:off x="4572000" y="5791200"/>
            <a:ext cx="304800" cy="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81" name="Line 29"/>
          <p:cNvSpPr>
            <a:spLocks noChangeShapeType="1"/>
          </p:cNvSpPr>
          <p:nvPr/>
        </p:nvSpPr>
        <p:spPr bwMode="auto">
          <a:xfrm>
            <a:off x="5181600" y="5791200"/>
            <a:ext cx="1295400" cy="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82" name="Line 30"/>
          <p:cNvSpPr>
            <a:spLocks noChangeShapeType="1"/>
          </p:cNvSpPr>
          <p:nvPr/>
        </p:nvSpPr>
        <p:spPr bwMode="auto">
          <a:xfrm>
            <a:off x="7543800" y="5791200"/>
            <a:ext cx="304800" cy="0"/>
          </a:xfrm>
          <a:prstGeom prst="line">
            <a:avLst/>
          </a:prstGeom>
          <a:noFill/>
          <a:ln w="38100" cap="sq">
            <a:solidFill>
              <a:srgbClr val="33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83" name="Line 31"/>
          <p:cNvSpPr>
            <a:spLocks noChangeShapeType="1"/>
          </p:cNvSpPr>
          <p:nvPr/>
        </p:nvSpPr>
        <p:spPr bwMode="auto">
          <a:xfrm>
            <a:off x="8077200" y="5791200"/>
            <a:ext cx="304800" cy="0"/>
          </a:xfrm>
          <a:prstGeom prst="line">
            <a:avLst/>
          </a:prstGeom>
          <a:noFill/>
          <a:ln w="38100" cap="sq">
            <a:solidFill>
              <a:srgbClr val="3333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84" name="Line 32"/>
          <p:cNvSpPr>
            <a:spLocks noChangeShapeType="1"/>
          </p:cNvSpPr>
          <p:nvPr/>
        </p:nvSpPr>
        <p:spPr bwMode="auto">
          <a:xfrm>
            <a:off x="5638800" y="5943600"/>
            <a:ext cx="304800" cy="0"/>
          </a:xfrm>
          <a:prstGeom prst="line">
            <a:avLst/>
          </a:prstGeom>
          <a:noFill/>
          <a:ln w="381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8385" name="Line 33"/>
          <p:cNvSpPr>
            <a:spLocks noChangeShapeType="1"/>
          </p:cNvSpPr>
          <p:nvPr/>
        </p:nvSpPr>
        <p:spPr bwMode="auto">
          <a:xfrm>
            <a:off x="6172200" y="5943600"/>
            <a:ext cx="304800" cy="0"/>
          </a:xfrm>
          <a:prstGeom prst="line">
            <a:avLst/>
          </a:prstGeom>
          <a:noFill/>
          <a:ln w="381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pic>
        <p:nvPicPr>
          <p:cNvPr id="228386" name="Picture 34" descr="Green B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533400"/>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2868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8355"/>
                                        </p:tgtEl>
                                        <p:attrNameLst>
                                          <p:attrName>style.visibility</p:attrName>
                                        </p:attrNameLst>
                                      </p:cBhvr>
                                      <p:to>
                                        <p:strVal val="visible"/>
                                      </p:to>
                                    </p:set>
                                    <p:anim calcmode="lin" valueType="num">
                                      <p:cBhvr additive="base">
                                        <p:cTn id="7" dur="500" fill="hold"/>
                                        <p:tgtEl>
                                          <p:spTgt spid="228355"/>
                                        </p:tgtEl>
                                        <p:attrNameLst>
                                          <p:attrName>ppt_x</p:attrName>
                                        </p:attrNameLst>
                                      </p:cBhvr>
                                      <p:tavLst>
                                        <p:tav tm="0">
                                          <p:val>
                                            <p:strVal val="0-#ppt_w/2"/>
                                          </p:val>
                                        </p:tav>
                                        <p:tav tm="100000">
                                          <p:val>
                                            <p:strVal val="#ppt_x"/>
                                          </p:val>
                                        </p:tav>
                                      </p:tavLst>
                                    </p:anim>
                                    <p:anim calcmode="lin" valueType="num">
                                      <p:cBhvr additive="base">
                                        <p:cTn id="8" dur="500" fill="hold"/>
                                        <p:tgtEl>
                                          <p:spTgt spid="22835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8375"/>
                                        </p:tgtEl>
                                        <p:attrNameLst>
                                          <p:attrName>style.visibility</p:attrName>
                                        </p:attrNameLst>
                                      </p:cBhvr>
                                      <p:to>
                                        <p:strVal val="visible"/>
                                      </p:to>
                                    </p:set>
                                    <p:anim calcmode="lin" valueType="num">
                                      <p:cBhvr additive="base">
                                        <p:cTn id="13" dur="500" fill="hold"/>
                                        <p:tgtEl>
                                          <p:spTgt spid="228375"/>
                                        </p:tgtEl>
                                        <p:attrNameLst>
                                          <p:attrName>ppt_x</p:attrName>
                                        </p:attrNameLst>
                                      </p:cBhvr>
                                      <p:tavLst>
                                        <p:tav tm="0">
                                          <p:val>
                                            <p:strVal val="0-#ppt_w/2"/>
                                          </p:val>
                                        </p:tav>
                                        <p:tav tm="100000">
                                          <p:val>
                                            <p:strVal val="#ppt_x"/>
                                          </p:val>
                                        </p:tav>
                                      </p:tavLst>
                                    </p:anim>
                                    <p:anim calcmode="lin" valueType="num">
                                      <p:cBhvr additive="base">
                                        <p:cTn id="14" dur="500" fill="hold"/>
                                        <p:tgtEl>
                                          <p:spTgt spid="22837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iterate type="wd">
                                    <p:tmPct val="100000"/>
                                  </p:iterate>
                                  <p:childTnLst>
                                    <p:set>
                                      <p:cBhvr>
                                        <p:cTn id="18" dur="1" fill="hold">
                                          <p:stCondLst>
                                            <p:cond delay="0"/>
                                          </p:stCondLst>
                                        </p:cTn>
                                        <p:tgtEl>
                                          <p:spTgt spid="228360"/>
                                        </p:tgtEl>
                                        <p:attrNameLst>
                                          <p:attrName>style.visibility</p:attrName>
                                        </p:attrNameLst>
                                      </p:cBhvr>
                                      <p:to>
                                        <p:strVal val="visible"/>
                                      </p:to>
                                    </p:set>
                                    <p:animEffect transition="in" filter="wipe(left)">
                                      <p:cBhvr>
                                        <p:cTn id="19" dur="300"/>
                                        <p:tgtEl>
                                          <p:spTgt spid="228360"/>
                                        </p:tgtEl>
                                      </p:cBhvr>
                                    </p:animEffect>
                                  </p:childTnLst>
                                </p:cTn>
                              </p:par>
                            </p:childTnLst>
                          </p:cTn>
                        </p:par>
                        <p:par>
                          <p:cTn id="20" fill="hold" nodeType="afterGroup">
                            <p:stCondLst>
                              <p:cond delay="1200"/>
                            </p:stCondLst>
                            <p:childTnLst>
                              <p:par>
                                <p:cTn id="21" presetID="17" presetClass="entr" presetSubtype="8" fill="hold" grpId="0" nodeType="afterEffect">
                                  <p:stCondLst>
                                    <p:cond delay="0"/>
                                  </p:stCondLst>
                                  <p:childTnLst>
                                    <p:set>
                                      <p:cBhvr>
                                        <p:cTn id="22" dur="1" fill="hold">
                                          <p:stCondLst>
                                            <p:cond delay="0"/>
                                          </p:stCondLst>
                                        </p:cTn>
                                        <p:tgtEl>
                                          <p:spTgt spid="228372"/>
                                        </p:tgtEl>
                                        <p:attrNameLst>
                                          <p:attrName>style.visibility</p:attrName>
                                        </p:attrNameLst>
                                      </p:cBhvr>
                                      <p:to>
                                        <p:strVal val="visible"/>
                                      </p:to>
                                    </p:set>
                                    <p:anim calcmode="lin" valueType="num">
                                      <p:cBhvr>
                                        <p:cTn id="23" dur="500" fill="hold"/>
                                        <p:tgtEl>
                                          <p:spTgt spid="228372"/>
                                        </p:tgtEl>
                                        <p:attrNameLst>
                                          <p:attrName>ppt_x</p:attrName>
                                        </p:attrNameLst>
                                      </p:cBhvr>
                                      <p:tavLst>
                                        <p:tav tm="0">
                                          <p:val>
                                            <p:strVal val="#ppt_x-#ppt_w/2"/>
                                          </p:val>
                                        </p:tav>
                                        <p:tav tm="100000">
                                          <p:val>
                                            <p:strVal val="#ppt_x"/>
                                          </p:val>
                                        </p:tav>
                                      </p:tavLst>
                                    </p:anim>
                                    <p:anim calcmode="lin" valueType="num">
                                      <p:cBhvr>
                                        <p:cTn id="24" dur="500" fill="hold"/>
                                        <p:tgtEl>
                                          <p:spTgt spid="228372"/>
                                        </p:tgtEl>
                                        <p:attrNameLst>
                                          <p:attrName>ppt_y</p:attrName>
                                        </p:attrNameLst>
                                      </p:cBhvr>
                                      <p:tavLst>
                                        <p:tav tm="0">
                                          <p:val>
                                            <p:strVal val="#ppt_y"/>
                                          </p:val>
                                        </p:tav>
                                        <p:tav tm="100000">
                                          <p:val>
                                            <p:strVal val="#ppt_y"/>
                                          </p:val>
                                        </p:tav>
                                      </p:tavLst>
                                    </p:anim>
                                    <p:anim calcmode="lin" valueType="num">
                                      <p:cBhvr>
                                        <p:cTn id="25" dur="500" fill="hold"/>
                                        <p:tgtEl>
                                          <p:spTgt spid="228372"/>
                                        </p:tgtEl>
                                        <p:attrNameLst>
                                          <p:attrName>ppt_w</p:attrName>
                                        </p:attrNameLst>
                                      </p:cBhvr>
                                      <p:tavLst>
                                        <p:tav tm="0">
                                          <p:val>
                                            <p:fltVal val="0"/>
                                          </p:val>
                                        </p:tav>
                                        <p:tav tm="100000">
                                          <p:val>
                                            <p:strVal val="#ppt_w"/>
                                          </p:val>
                                        </p:tav>
                                      </p:tavLst>
                                    </p:anim>
                                    <p:anim calcmode="lin" valueType="num">
                                      <p:cBhvr>
                                        <p:cTn id="26" dur="500" fill="hold"/>
                                        <p:tgtEl>
                                          <p:spTgt spid="228372"/>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8376"/>
                                        </p:tgtEl>
                                        <p:attrNameLst>
                                          <p:attrName>style.visibility</p:attrName>
                                        </p:attrNameLst>
                                      </p:cBhvr>
                                      <p:to>
                                        <p:strVal val="visible"/>
                                      </p:to>
                                    </p:set>
                                    <p:anim calcmode="lin" valueType="num">
                                      <p:cBhvr additive="base">
                                        <p:cTn id="31" dur="500" fill="hold"/>
                                        <p:tgtEl>
                                          <p:spTgt spid="228376"/>
                                        </p:tgtEl>
                                        <p:attrNameLst>
                                          <p:attrName>ppt_x</p:attrName>
                                        </p:attrNameLst>
                                      </p:cBhvr>
                                      <p:tavLst>
                                        <p:tav tm="0">
                                          <p:val>
                                            <p:strVal val="0-#ppt_w/2"/>
                                          </p:val>
                                        </p:tav>
                                        <p:tav tm="100000">
                                          <p:val>
                                            <p:strVal val="#ppt_x"/>
                                          </p:val>
                                        </p:tav>
                                      </p:tavLst>
                                    </p:anim>
                                    <p:anim calcmode="lin" valueType="num">
                                      <p:cBhvr additive="base">
                                        <p:cTn id="32" dur="500" fill="hold"/>
                                        <p:tgtEl>
                                          <p:spTgt spid="228376"/>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228377"/>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iterate type="wd">
                                    <p:tmPct val="100000"/>
                                  </p:iterate>
                                  <p:childTnLst>
                                    <p:set>
                                      <p:cBhvr>
                                        <p:cTn id="39" dur="1" fill="hold">
                                          <p:stCondLst>
                                            <p:cond delay="0"/>
                                          </p:stCondLst>
                                        </p:cTn>
                                        <p:tgtEl>
                                          <p:spTgt spid="228378"/>
                                        </p:tgtEl>
                                        <p:attrNameLst>
                                          <p:attrName>style.visibility</p:attrName>
                                        </p:attrNameLst>
                                      </p:cBhvr>
                                      <p:to>
                                        <p:strVal val="visible"/>
                                      </p:to>
                                    </p:set>
                                    <p:animEffect transition="in" filter="wipe(left)">
                                      <p:cBhvr>
                                        <p:cTn id="40" dur="300"/>
                                        <p:tgtEl>
                                          <p:spTgt spid="228378"/>
                                        </p:tgtEl>
                                      </p:cBhvr>
                                    </p:animEffect>
                                  </p:childTnLst>
                                </p:cTn>
                              </p:par>
                            </p:childTnLst>
                          </p:cTn>
                        </p:par>
                        <p:par>
                          <p:cTn id="41" fill="hold" nodeType="afterGroup">
                            <p:stCondLst>
                              <p:cond delay="1200"/>
                            </p:stCondLst>
                            <p:childTnLst>
                              <p:par>
                                <p:cTn id="42" presetID="17" presetClass="entr" presetSubtype="1" fill="hold" grpId="0" nodeType="afterEffect">
                                  <p:stCondLst>
                                    <p:cond delay="0"/>
                                  </p:stCondLst>
                                  <p:childTnLst>
                                    <p:set>
                                      <p:cBhvr>
                                        <p:cTn id="43" dur="1" fill="hold">
                                          <p:stCondLst>
                                            <p:cond delay="0"/>
                                          </p:stCondLst>
                                        </p:cTn>
                                        <p:tgtEl>
                                          <p:spTgt spid="228370"/>
                                        </p:tgtEl>
                                        <p:attrNameLst>
                                          <p:attrName>style.visibility</p:attrName>
                                        </p:attrNameLst>
                                      </p:cBhvr>
                                      <p:to>
                                        <p:strVal val="visible"/>
                                      </p:to>
                                    </p:set>
                                    <p:anim calcmode="lin" valueType="num">
                                      <p:cBhvr>
                                        <p:cTn id="44" dur="500" fill="hold"/>
                                        <p:tgtEl>
                                          <p:spTgt spid="228370"/>
                                        </p:tgtEl>
                                        <p:attrNameLst>
                                          <p:attrName>ppt_x</p:attrName>
                                        </p:attrNameLst>
                                      </p:cBhvr>
                                      <p:tavLst>
                                        <p:tav tm="0">
                                          <p:val>
                                            <p:strVal val="#ppt_x"/>
                                          </p:val>
                                        </p:tav>
                                        <p:tav tm="100000">
                                          <p:val>
                                            <p:strVal val="#ppt_x"/>
                                          </p:val>
                                        </p:tav>
                                      </p:tavLst>
                                    </p:anim>
                                    <p:anim calcmode="lin" valueType="num">
                                      <p:cBhvr>
                                        <p:cTn id="45" dur="500" fill="hold"/>
                                        <p:tgtEl>
                                          <p:spTgt spid="228370"/>
                                        </p:tgtEl>
                                        <p:attrNameLst>
                                          <p:attrName>ppt_y</p:attrName>
                                        </p:attrNameLst>
                                      </p:cBhvr>
                                      <p:tavLst>
                                        <p:tav tm="0">
                                          <p:val>
                                            <p:strVal val="#ppt_y-#ppt_h/2"/>
                                          </p:val>
                                        </p:tav>
                                        <p:tav tm="100000">
                                          <p:val>
                                            <p:strVal val="#ppt_y"/>
                                          </p:val>
                                        </p:tav>
                                      </p:tavLst>
                                    </p:anim>
                                    <p:anim calcmode="lin" valueType="num">
                                      <p:cBhvr>
                                        <p:cTn id="46" dur="500" fill="hold"/>
                                        <p:tgtEl>
                                          <p:spTgt spid="228370"/>
                                        </p:tgtEl>
                                        <p:attrNameLst>
                                          <p:attrName>ppt_w</p:attrName>
                                        </p:attrNameLst>
                                      </p:cBhvr>
                                      <p:tavLst>
                                        <p:tav tm="0">
                                          <p:val>
                                            <p:strVal val="#ppt_w"/>
                                          </p:val>
                                        </p:tav>
                                        <p:tav tm="100000">
                                          <p:val>
                                            <p:strVal val="#ppt_w"/>
                                          </p:val>
                                        </p:tav>
                                      </p:tavLst>
                                    </p:anim>
                                    <p:anim calcmode="lin" valueType="num">
                                      <p:cBhvr>
                                        <p:cTn id="47" dur="500" fill="hold"/>
                                        <p:tgtEl>
                                          <p:spTgt spid="228370"/>
                                        </p:tgtEl>
                                        <p:attrNameLst>
                                          <p:attrName>ppt_h</p:attrName>
                                        </p:attrNameLst>
                                      </p:cBhvr>
                                      <p:tavLst>
                                        <p:tav tm="0">
                                          <p:val>
                                            <p:fltVal val="0"/>
                                          </p:val>
                                        </p:tav>
                                        <p:tav tm="100000">
                                          <p:val>
                                            <p:strVal val="#ppt_h"/>
                                          </p:val>
                                        </p:tav>
                                      </p:tavLst>
                                    </p:anim>
                                  </p:childTnLst>
                                </p:cTn>
                              </p:par>
                            </p:childTnLst>
                          </p:cTn>
                        </p:par>
                        <p:par>
                          <p:cTn id="48" fill="hold" nodeType="afterGroup">
                            <p:stCondLst>
                              <p:cond delay="1700"/>
                            </p:stCondLst>
                            <p:childTnLst>
                              <p:par>
                                <p:cTn id="49" presetID="17" presetClass="entr" presetSubtype="1" fill="hold" grpId="0" nodeType="afterEffect">
                                  <p:stCondLst>
                                    <p:cond delay="0"/>
                                  </p:stCondLst>
                                  <p:childTnLst>
                                    <p:set>
                                      <p:cBhvr>
                                        <p:cTn id="50" dur="1" fill="hold">
                                          <p:stCondLst>
                                            <p:cond delay="0"/>
                                          </p:stCondLst>
                                        </p:cTn>
                                        <p:tgtEl>
                                          <p:spTgt spid="228371"/>
                                        </p:tgtEl>
                                        <p:attrNameLst>
                                          <p:attrName>style.visibility</p:attrName>
                                        </p:attrNameLst>
                                      </p:cBhvr>
                                      <p:to>
                                        <p:strVal val="visible"/>
                                      </p:to>
                                    </p:set>
                                    <p:anim calcmode="lin" valueType="num">
                                      <p:cBhvr>
                                        <p:cTn id="51" dur="500" fill="hold"/>
                                        <p:tgtEl>
                                          <p:spTgt spid="228371"/>
                                        </p:tgtEl>
                                        <p:attrNameLst>
                                          <p:attrName>ppt_x</p:attrName>
                                        </p:attrNameLst>
                                      </p:cBhvr>
                                      <p:tavLst>
                                        <p:tav tm="0">
                                          <p:val>
                                            <p:strVal val="#ppt_x"/>
                                          </p:val>
                                        </p:tav>
                                        <p:tav tm="100000">
                                          <p:val>
                                            <p:strVal val="#ppt_x"/>
                                          </p:val>
                                        </p:tav>
                                      </p:tavLst>
                                    </p:anim>
                                    <p:anim calcmode="lin" valueType="num">
                                      <p:cBhvr>
                                        <p:cTn id="52" dur="500" fill="hold"/>
                                        <p:tgtEl>
                                          <p:spTgt spid="228371"/>
                                        </p:tgtEl>
                                        <p:attrNameLst>
                                          <p:attrName>ppt_y</p:attrName>
                                        </p:attrNameLst>
                                      </p:cBhvr>
                                      <p:tavLst>
                                        <p:tav tm="0">
                                          <p:val>
                                            <p:strVal val="#ppt_y-#ppt_h/2"/>
                                          </p:val>
                                        </p:tav>
                                        <p:tav tm="100000">
                                          <p:val>
                                            <p:strVal val="#ppt_y"/>
                                          </p:val>
                                        </p:tav>
                                      </p:tavLst>
                                    </p:anim>
                                    <p:anim calcmode="lin" valueType="num">
                                      <p:cBhvr>
                                        <p:cTn id="53" dur="500" fill="hold"/>
                                        <p:tgtEl>
                                          <p:spTgt spid="228371"/>
                                        </p:tgtEl>
                                        <p:attrNameLst>
                                          <p:attrName>ppt_w</p:attrName>
                                        </p:attrNameLst>
                                      </p:cBhvr>
                                      <p:tavLst>
                                        <p:tav tm="0">
                                          <p:val>
                                            <p:strVal val="#ppt_w"/>
                                          </p:val>
                                        </p:tav>
                                        <p:tav tm="100000">
                                          <p:val>
                                            <p:strVal val="#ppt_w"/>
                                          </p:val>
                                        </p:tav>
                                      </p:tavLst>
                                    </p:anim>
                                    <p:anim calcmode="lin" valueType="num">
                                      <p:cBhvr>
                                        <p:cTn id="54" dur="500" fill="hold"/>
                                        <p:tgtEl>
                                          <p:spTgt spid="228371"/>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7" presetClass="entr" presetSubtype="1" fill="hold" grpId="0" nodeType="clickEffect">
                                  <p:stCondLst>
                                    <p:cond delay="0"/>
                                  </p:stCondLst>
                                  <p:childTnLst>
                                    <p:set>
                                      <p:cBhvr>
                                        <p:cTn id="58" dur="1" fill="hold">
                                          <p:stCondLst>
                                            <p:cond delay="0"/>
                                          </p:stCondLst>
                                        </p:cTn>
                                        <p:tgtEl>
                                          <p:spTgt spid="228356"/>
                                        </p:tgtEl>
                                        <p:attrNameLst>
                                          <p:attrName>style.visibility</p:attrName>
                                        </p:attrNameLst>
                                      </p:cBhvr>
                                      <p:to>
                                        <p:strVal val="visible"/>
                                      </p:to>
                                    </p:set>
                                    <p:anim calcmode="lin" valueType="num">
                                      <p:cBhvr>
                                        <p:cTn id="59" dur="500" fill="hold"/>
                                        <p:tgtEl>
                                          <p:spTgt spid="228356"/>
                                        </p:tgtEl>
                                        <p:attrNameLst>
                                          <p:attrName>ppt_x</p:attrName>
                                        </p:attrNameLst>
                                      </p:cBhvr>
                                      <p:tavLst>
                                        <p:tav tm="0">
                                          <p:val>
                                            <p:strVal val="#ppt_x"/>
                                          </p:val>
                                        </p:tav>
                                        <p:tav tm="100000">
                                          <p:val>
                                            <p:strVal val="#ppt_x"/>
                                          </p:val>
                                        </p:tav>
                                      </p:tavLst>
                                    </p:anim>
                                    <p:anim calcmode="lin" valueType="num">
                                      <p:cBhvr>
                                        <p:cTn id="60" dur="500" fill="hold"/>
                                        <p:tgtEl>
                                          <p:spTgt spid="228356"/>
                                        </p:tgtEl>
                                        <p:attrNameLst>
                                          <p:attrName>ppt_y</p:attrName>
                                        </p:attrNameLst>
                                      </p:cBhvr>
                                      <p:tavLst>
                                        <p:tav tm="0">
                                          <p:val>
                                            <p:strVal val="#ppt_y-#ppt_h/2"/>
                                          </p:val>
                                        </p:tav>
                                        <p:tav tm="100000">
                                          <p:val>
                                            <p:strVal val="#ppt_y"/>
                                          </p:val>
                                        </p:tav>
                                      </p:tavLst>
                                    </p:anim>
                                    <p:anim calcmode="lin" valueType="num">
                                      <p:cBhvr>
                                        <p:cTn id="61" dur="500" fill="hold"/>
                                        <p:tgtEl>
                                          <p:spTgt spid="228356"/>
                                        </p:tgtEl>
                                        <p:attrNameLst>
                                          <p:attrName>ppt_w</p:attrName>
                                        </p:attrNameLst>
                                      </p:cBhvr>
                                      <p:tavLst>
                                        <p:tav tm="0">
                                          <p:val>
                                            <p:strVal val="#ppt_w"/>
                                          </p:val>
                                        </p:tav>
                                        <p:tav tm="100000">
                                          <p:val>
                                            <p:strVal val="#ppt_w"/>
                                          </p:val>
                                        </p:tav>
                                      </p:tavLst>
                                    </p:anim>
                                    <p:anim calcmode="lin" valueType="num">
                                      <p:cBhvr>
                                        <p:cTn id="62" dur="500" fill="hold"/>
                                        <p:tgtEl>
                                          <p:spTgt spid="228356"/>
                                        </p:tgtEl>
                                        <p:attrNameLst>
                                          <p:attrName>ppt_h</p:attrName>
                                        </p:attrNameLst>
                                      </p:cBhvr>
                                      <p:tavLst>
                                        <p:tav tm="0">
                                          <p:val>
                                            <p:fltVal val="0"/>
                                          </p:val>
                                        </p:tav>
                                        <p:tav tm="100000">
                                          <p:val>
                                            <p:strVal val="#ppt_h"/>
                                          </p:val>
                                        </p:tav>
                                      </p:tavLst>
                                    </p:anim>
                                  </p:childTnLst>
                                </p:cTn>
                              </p:par>
                            </p:childTnLst>
                          </p:cTn>
                        </p:par>
                        <p:par>
                          <p:cTn id="63" fill="hold" nodeType="afterGroup">
                            <p:stCondLst>
                              <p:cond delay="500"/>
                            </p:stCondLst>
                            <p:childTnLst>
                              <p:par>
                                <p:cTn id="64" presetID="17" presetClass="entr" presetSubtype="1" fill="hold" grpId="0" nodeType="afterEffect">
                                  <p:stCondLst>
                                    <p:cond delay="0"/>
                                  </p:stCondLst>
                                  <p:childTnLst>
                                    <p:set>
                                      <p:cBhvr>
                                        <p:cTn id="65" dur="1" fill="hold">
                                          <p:stCondLst>
                                            <p:cond delay="0"/>
                                          </p:stCondLst>
                                        </p:cTn>
                                        <p:tgtEl>
                                          <p:spTgt spid="228361"/>
                                        </p:tgtEl>
                                        <p:attrNameLst>
                                          <p:attrName>style.visibility</p:attrName>
                                        </p:attrNameLst>
                                      </p:cBhvr>
                                      <p:to>
                                        <p:strVal val="visible"/>
                                      </p:to>
                                    </p:set>
                                    <p:anim calcmode="lin" valueType="num">
                                      <p:cBhvr>
                                        <p:cTn id="66" dur="500" fill="hold"/>
                                        <p:tgtEl>
                                          <p:spTgt spid="228361"/>
                                        </p:tgtEl>
                                        <p:attrNameLst>
                                          <p:attrName>ppt_x</p:attrName>
                                        </p:attrNameLst>
                                      </p:cBhvr>
                                      <p:tavLst>
                                        <p:tav tm="0">
                                          <p:val>
                                            <p:strVal val="#ppt_x"/>
                                          </p:val>
                                        </p:tav>
                                        <p:tav tm="100000">
                                          <p:val>
                                            <p:strVal val="#ppt_x"/>
                                          </p:val>
                                        </p:tav>
                                      </p:tavLst>
                                    </p:anim>
                                    <p:anim calcmode="lin" valueType="num">
                                      <p:cBhvr>
                                        <p:cTn id="67" dur="500" fill="hold"/>
                                        <p:tgtEl>
                                          <p:spTgt spid="228361"/>
                                        </p:tgtEl>
                                        <p:attrNameLst>
                                          <p:attrName>ppt_y</p:attrName>
                                        </p:attrNameLst>
                                      </p:cBhvr>
                                      <p:tavLst>
                                        <p:tav tm="0">
                                          <p:val>
                                            <p:strVal val="#ppt_y-#ppt_h/2"/>
                                          </p:val>
                                        </p:tav>
                                        <p:tav tm="100000">
                                          <p:val>
                                            <p:strVal val="#ppt_y"/>
                                          </p:val>
                                        </p:tav>
                                      </p:tavLst>
                                    </p:anim>
                                    <p:anim calcmode="lin" valueType="num">
                                      <p:cBhvr>
                                        <p:cTn id="68" dur="500" fill="hold"/>
                                        <p:tgtEl>
                                          <p:spTgt spid="228361"/>
                                        </p:tgtEl>
                                        <p:attrNameLst>
                                          <p:attrName>ppt_w</p:attrName>
                                        </p:attrNameLst>
                                      </p:cBhvr>
                                      <p:tavLst>
                                        <p:tav tm="0">
                                          <p:val>
                                            <p:strVal val="#ppt_w"/>
                                          </p:val>
                                        </p:tav>
                                        <p:tav tm="100000">
                                          <p:val>
                                            <p:strVal val="#ppt_w"/>
                                          </p:val>
                                        </p:tav>
                                      </p:tavLst>
                                    </p:anim>
                                    <p:anim calcmode="lin" valueType="num">
                                      <p:cBhvr>
                                        <p:cTn id="69" dur="500" fill="hold"/>
                                        <p:tgtEl>
                                          <p:spTgt spid="228361"/>
                                        </p:tgtEl>
                                        <p:attrNameLst>
                                          <p:attrName>ppt_h</p:attrName>
                                        </p:attrNameLst>
                                      </p:cBhvr>
                                      <p:tavLst>
                                        <p:tav tm="0">
                                          <p:val>
                                            <p:fltVal val="0"/>
                                          </p:val>
                                        </p:tav>
                                        <p:tav tm="100000">
                                          <p:val>
                                            <p:strVal val="#ppt_h"/>
                                          </p:val>
                                        </p:tav>
                                      </p:tavLst>
                                    </p:anim>
                                  </p:childTnLst>
                                </p:cTn>
                              </p:par>
                            </p:childTnLst>
                          </p:cTn>
                        </p:par>
                        <p:par>
                          <p:cTn id="70" fill="hold" nodeType="afterGroup">
                            <p:stCondLst>
                              <p:cond delay="1000"/>
                            </p:stCondLst>
                            <p:childTnLst>
                              <p:par>
                                <p:cTn id="71" presetID="17" presetClass="entr" presetSubtype="1" fill="hold" grpId="0" nodeType="afterEffect">
                                  <p:stCondLst>
                                    <p:cond delay="0"/>
                                  </p:stCondLst>
                                  <p:childTnLst>
                                    <p:set>
                                      <p:cBhvr>
                                        <p:cTn id="72" dur="1" fill="hold">
                                          <p:stCondLst>
                                            <p:cond delay="0"/>
                                          </p:stCondLst>
                                        </p:cTn>
                                        <p:tgtEl>
                                          <p:spTgt spid="228357"/>
                                        </p:tgtEl>
                                        <p:attrNameLst>
                                          <p:attrName>style.visibility</p:attrName>
                                        </p:attrNameLst>
                                      </p:cBhvr>
                                      <p:to>
                                        <p:strVal val="visible"/>
                                      </p:to>
                                    </p:set>
                                    <p:anim calcmode="lin" valueType="num">
                                      <p:cBhvr>
                                        <p:cTn id="73" dur="500" fill="hold"/>
                                        <p:tgtEl>
                                          <p:spTgt spid="228357"/>
                                        </p:tgtEl>
                                        <p:attrNameLst>
                                          <p:attrName>ppt_x</p:attrName>
                                        </p:attrNameLst>
                                      </p:cBhvr>
                                      <p:tavLst>
                                        <p:tav tm="0">
                                          <p:val>
                                            <p:strVal val="#ppt_x"/>
                                          </p:val>
                                        </p:tav>
                                        <p:tav tm="100000">
                                          <p:val>
                                            <p:strVal val="#ppt_x"/>
                                          </p:val>
                                        </p:tav>
                                      </p:tavLst>
                                    </p:anim>
                                    <p:anim calcmode="lin" valueType="num">
                                      <p:cBhvr>
                                        <p:cTn id="74" dur="500" fill="hold"/>
                                        <p:tgtEl>
                                          <p:spTgt spid="228357"/>
                                        </p:tgtEl>
                                        <p:attrNameLst>
                                          <p:attrName>ppt_y</p:attrName>
                                        </p:attrNameLst>
                                      </p:cBhvr>
                                      <p:tavLst>
                                        <p:tav tm="0">
                                          <p:val>
                                            <p:strVal val="#ppt_y-#ppt_h/2"/>
                                          </p:val>
                                        </p:tav>
                                        <p:tav tm="100000">
                                          <p:val>
                                            <p:strVal val="#ppt_y"/>
                                          </p:val>
                                        </p:tav>
                                      </p:tavLst>
                                    </p:anim>
                                    <p:anim calcmode="lin" valueType="num">
                                      <p:cBhvr>
                                        <p:cTn id="75" dur="500" fill="hold"/>
                                        <p:tgtEl>
                                          <p:spTgt spid="228357"/>
                                        </p:tgtEl>
                                        <p:attrNameLst>
                                          <p:attrName>ppt_w</p:attrName>
                                        </p:attrNameLst>
                                      </p:cBhvr>
                                      <p:tavLst>
                                        <p:tav tm="0">
                                          <p:val>
                                            <p:strVal val="#ppt_w"/>
                                          </p:val>
                                        </p:tav>
                                        <p:tav tm="100000">
                                          <p:val>
                                            <p:strVal val="#ppt_w"/>
                                          </p:val>
                                        </p:tav>
                                      </p:tavLst>
                                    </p:anim>
                                    <p:anim calcmode="lin" valueType="num">
                                      <p:cBhvr>
                                        <p:cTn id="76" dur="500" fill="hold"/>
                                        <p:tgtEl>
                                          <p:spTgt spid="228357"/>
                                        </p:tgtEl>
                                        <p:attrNameLst>
                                          <p:attrName>ppt_h</p:attrName>
                                        </p:attrNameLst>
                                      </p:cBhvr>
                                      <p:tavLst>
                                        <p:tav tm="0">
                                          <p:val>
                                            <p:fltVal val="0"/>
                                          </p:val>
                                        </p:tav>
                                        <p:tav tm="100000">
                                          <p:val>
                                            <p:strVal val="#ppt_h"/>
                                          </p:val>
                                        </p:tav>
                                      </p:tavLst>
                                    </p:anim>
                                  </p:childTnLst>
                                </p:cTn>
                              </p:par>
                            </p:childTnLst>
                          </p:cTn>
                        </p:par>
                        <p:par>
                          <p:cTn id="77" fill="hold" nodeType="afterGroup">
                            <p:stCondLst>
                              <p:cond delay="1500"/>
                            </p:stCondLst>
                            <p:childTnLst>
                              <p:par>
                                <p:cTn id="78" presetID="17" presetClass="entr" presetSubtype="1" fill="hold" grpId="0" nodeType="afterEffect">
                                  <p:stCondLst>
                                    <p:cond delay="0"/>
                                  </p:stCondLst>
                                  <p:childTnLst>
                                    <p:set>
                                      <p:cBhvr>
                                        <p:cTn id="79" dur="1" fill="hold">
                                          <p:stCondLst>
                                            <p:cond delay="0"/>
                                          </p:stCondLst>
                                        </p:cTn>
                                        <p:tgtEl>
                                          <p:spTgt spid="228363"/>
                                        </p:tgtEl>
                                        <p:attrNameLst>
                                          <p:attrName>style.visibility</p:attrName>
                                        </p:attrNameLst>
                                      </p:cBhvr>
                                      <p:to>
                                        <p:strVal val="visible"/>
                                      </p:to>
                                    </p:set>
                                    <p:anim calcmode="lin" valueType="num">
                                      <p:cBhvr>
                                        <p:cTn id="80" dur="500" fill="hold"/>
                                        <p:tgtEl>
                                          <p:spTgt spid="228363"/>
                                        </p:tgtEl>
                                        <p:attrNameLst>
                                          <p:attrName>ppt_x</p:attrName>
                                        </p:attrNameLst>
                                      </p:cBhvr>
                                      <p:tavLst>
                                        <p:tav tm="0">
                                          <p:val>
                                            <p:strVal val="#ppt_x"/>
                                          </p:val>
                                        </p:tav>
                                        <p:tav tm="100000">
                                          <p:val>
                                            <p:strVal val="#ppt_x"/>
                                          </p:val>
                                        </p:tav>
                                      </p:tavLst>
                                    </p:anim>
                                    <p:anim calcmode="lin" valueType="num">
                                      <p:cBhvr>
                                        <p:cTn id="81" dur="500" fill="hold"/>
                                        <p:tgtEl>
                                          <p:spTgt spid="228363"/>
                                        </p:tgtEl>
                                        <p:attrNameLst>
                                          <p:attrName>ppt_y</p:attrName>
                                        </p:attrNameLst>
                                      </p:cBhvr>
                                      <p:tavLst>
                                        <p:tav tm="0">
                                          <p:val>
                                            <p:strVal val="#ppt_y-#ppt_h/2"/>
                                          </p:val>
                                        </p:tav>
                                        <p:tav tm="100000">
                                          <p:val>
                                            <p:strVal val="#ppt_y"/>
                                          </p:val>
                                        </p:tav>
                                      </p:tavLst>
                                    </p:anim>
                                    <p:anim calcmode="lin" valueType="num">
                                      <p:cBhvr>
                                        <p:cTn id="82" dur="500" fill="hold"/>
                                        <p:tgtEl>
                                          <p:spTgt spid="228363"/>
                                        </p:tgtEl>
                                        <p:attrNameLst>
                                          <p:attrName>ppt_w</p:attrName>
                                        </p:attrNameLst>
                                      </p:cBhvr>
                                      <p:tavLst>
                                        <p:tav tm="0">
                                          <p:val>
                                            <p:strVal val="#ppt_w"/>
                                          </p:val>
                                        </p:tav>
                                        <p:tav tm="100000">
                                          <p:val>
                                            <p:strVal val="#ppt_w"/>
                                          </p:val>
                                        </p:tav>
                                      </p:tavLst>
                                    </p:anim>
                                    <p:anim calcmode="lin" valueType="num">
                                      <p:cBhvr>
                                        <p:cTn id="83" dur="500" fill="hold"/>
                                        <p:tgtEl>
                                          <p:spTgt spid="228363"/>
                                        </p:tgtEl>
                                        <p:attrNameLst>
                                          <p:attrName>ppt_h</p:attrName>
                                        </p:attrNameLst>
                                      </p:cBhvr>
                                      <p:tavLst>
                                        <p:tav tm="0">
                                          <p:val>
                                            <p:fltVal val="0"/>
                                          </p:val>
                                        </p:tav>
                                        <p:tav tm="100000">
                                          <p:val>
                                            <p:strVal val="#ppt_h"/>
                                          </p:val>
                                        </p:tav>
                                      </p:tavLst>
                                    </p:anim>
                                  </p:childTnLst>
                                </p:cTn>
                              </p:par>
                            </p:childTnLst>
                          </p:cTn>
                        </p:par>
                        <p:par>
                          <p:cTn id="84" fill="hold" nodeType="afterGroup">
                            <p:stCondLst>
                              <p:cond delay="2000"/>
                            </p:stCondLst>
                            <p:childTnLst>
                              <p:par>
                                <p:cTn id="85" presetID="17" presetClass="entr" presetSubtype="1" fill="hold" grpId="0" nodeType="afterEffect">
                                  <p:stCondLst>
                                    <p:cond delay="0"/>
                                  </p:stCondLst>
                                  <p:childTnLst>
                                    <p:set>
                                      <p:cBhvr>
                                        <p:cTn id="86" dur="1" fill="hold">
                                          <p:stCondLst>
                                            <p:cond delay="0"/>
                                          </p:stCondLst>
                                        </p:cTn>
                                        <p:tgtEl>
                                          <p:spTgt spid="228358"/>
                                        </p:tgtEl>
                                        <p:attrNameLst>
                                          <p:attrName>style.visibility</p:attrName>
                                        </p:attrNameLst>
                                      </p:cBhvr>
                                      <p:to>
                                        <p:strVal val="visible"/>
                                      </p:to>
                                    </p:set>
                                    <p:anim calcmode="lin" valueType="num">
                                      <p:cBhvr>
                                        <p:cTn id="87" dur="500" fill="hold"/>
                                        <p:tgtEl>
                                          <p:spTgt spid="228358"/>
                                        </p:tgtEl>
                                        <p:attrNameLst>
                                          <p:attrName>ppt_x</p:attrName>
                                        </p:attrNameLst>
                                      </p:cBhvr>
                                      <p:tavLst>
                                        <p:tav tm="0">
                                          <p:val>
                                            <p:strVal val="#ppt_x"/>
                                          </p:val>
                                        </p:tav>
                                        <p:tav tm="100000">
                                          <p:val>
                                            <p:strVal val="#ppt_x"/>
                                          </p:val>
                                        </p:tav>
                                      </p:tavLst>
                                    </p:anim>
                                    <p:anim calcmode="lin" valueType="num">
                                      <p:cBhvr>
                                        <p:cTn id="88" dur="500" fill="hold"/>
                                        <p:tgtEl>
                                          <p:spTgt spid="228358"/>
                                        </p:tgtEl>
                                        <p:attrNameLst>
                                          <p:attrName>ppt_y</p:attrName>
                                        </p:attrNameLst>
                                      </p:cBhvr>
                                      <p:tavLst>
                                        <p:tav tm="0">
                                          <p:val>
                                            <p:strVal val="#ppt_y-#ppt_h/2"/>
                                          </p:val>
                                        </p:tav>
                                        <p:tav tm="100000">
                                          <p:val>
                                            <p:strVal val="#ppt_y"/>
                                          </p:val>
                                        </p:tav>
                                      </p:tavLst>
                                    </p:anim>
                                    <p:anim calcmode="lin" valueType="num">
                                      <p:cBhvr>
                                        <p:cTn id="89" dur="500" fill="hold"/>
                                        <p:tgtEl>
                                          <p:spTgt spid="228358"/>
                                        </p:tgtEl>
                                        <p:attrNameLst>
                                          <p:attrName>ppt_w</p:attrName>
                                        </p:attrNameLst>
                                      </p:cBhvr>
                                      <p:tavLst>
                                        <p:tav tm="0">
                                          <p:val>
                                            <p:strVal val="#ppt_w"/>
                                          </p:val>
                                        </p:tav>
                                        <p:tav tm="100000">
                                          <p:val>
                                            <p:strVal val="#ppt_w"/>
                                          </p:val>
                                        </p:tav>
                                      </p:tavLst>
                                    </p:anim>
                                    <p:anim calcmode="lin" valueType="num">
                                      <p:cBhvr>
                                        <p:cTn id="90" dur="500" fill="hold"/>
                                        <p:tgtEl>
                                          <p:spTgt spid="228358"/>
                                        </p:tgtEl>
                                        <p:attrNameLst>
                                          <p:attrName>ppt_h</p:attrName>
                                        </p:attrNameLst>
                                      </p:cBhvr>
                                      <p:tavLst>
                                        <p:tav tm="0">
                                          <p:val>
                                            <p:fltVal val="0"/>
                                          </p:val>
                                        </p:tav>
                                        <p:tav tm="100000">
                                          <p:val>
                                            <p:strVal val="#ppt_h"/>
                                          </p:val>
                                        </p:tav>
                                      </p:tavLst>
                                    </p:anim>
                                  </p:childTnLst>
                                </p:cTn>
                              </p:par>
                            </p:childTnLst>
                          </p:cTn>
                        </p:par>
                        <p:par>
                          <p:cTn id="91" fill="hold" nodeType="afterGroup">
                            <p:stCondLst>
                              <p:cond delay="2500"/>
                            </p:stCondLst>
                            <p:childTnLst>
                              <p:par>
                                <p:cTn id="92" presetID="17" presetClass="entr" presetSubtype="1" fill="hold" grpId="0" nodeType="afterEffect">
                                  <p:stCondLst>
                                    <p:cond delay="0"/>
                                  </p:stCondLst>
                                  <p:childTnLst>
                                    <p:set>
                                      <p:cBhvr>
                                        <p:cTn id="93" dur="1" fill="hold">
                                          <p:stCondLst>
                                            <p:cond delay="0"/>
                                          </p:stCondLst>
                                        </p:cTn>
                                        <p:tgtEl>
                                          <p:spTgt spid="228362"/>
                                        </p:tgtEl>
                                        <p:attrNameLst>
                                          <p:attrName>style.visibility</p:attrName>
                                        </p:attrNameLst>
                                      </p:cBhvr>
                                      <p:to>
                                        <p:strVal val="visible"/>
                                      </p:to>
                                    </p:set>
                                    <p:anim calcmode="lin" valueType="num">
                                      <p:cBhvr>
                                        <p:cTn id="94" dur="500" fill="hold"/>
                                        <p:tgtEl>
                                          <p:spTgt spid="228362"/>
                                        </p:tgtEl>
                                        <p:attrNameLst>
                                          <p:attrName>ppt_x</p:attrName>
                                        </p:attrNameLst>
                                      </p:cBhvr>
                                      <p:tavLst>
                                        <p:tav tm="0">
                                          <p:val>
                                            <p:strVal val="#ppt_x"/>
                                          </p:val>
                                        </p:tav>
                                        <p:tav tm="100000">
                                          <p:val>
                                            <p:strVal val="#ppt_x"/>
                                          </p:val>
                                        </p:tav>
                                      </p:tavLst>
                                    </p:anim>
                                    <p:anim calcmode="lin" valueType="num">
                                      <p:cBhvr>
                                        <p:cTn id="95" dur="500" fill="hold"/>
                                        <p:tgtEl>
                                          <p:spTgt spid="228362"/>
                                        </p:tgtEl>
                                        <p:attrNameLst>
                                          <p:attrName>ppt_y</p:attrName>
                                        </p:attrNameLst>
                                      </p:cBhvr>
                                      <p:tavLst>
                                        <p:tav tm="0">
                                          <p:val>
                                            <p:strVal val="#ppt_y-#ppt_h/2"/>
                                          </p:val>
                                        </p:tav>
                                        <p:tav tm="100000">
                                          <p:val>
                                            <p:strVal val="#ppt_y"/>
                                          </p:val>
                                        </p:tav>
                                      </p:tavLst>
                                    </p:anim>
                                    <p:anim calcmode="lin" valueType="num">
                                      <p:cBhvr>
                                        <p:cTn id="96" dur="500" fill="hold"/>
                                        <p:tgtEl>
                                          <p:spTgt spid="228362"/>
                                        </p:tgtEl>
                                        <p:attrNameLst>
                                          <p:attrName>ppt_w</p:attrName>
                                        </p:attrNameLst>
                                      </p:cBhvr>
                                      <p:tavLst>
                                        <p:tav tm="0">
                                          <p:val>
                                            <p:strVal val="#ppt_w"/>
                                          </p:val>
                                        </p:tav>
                                        <p:tav tm="100000">
                                          <p:val>
                                            <p:strVal val="#ppt_w"/>
                                          </p:val>
                                        </p:tav>
                                      </p:tavLst>
                                    </p:anim>
                                    <p:anim calcmode="lin" valueType="num">
                                      <p:cBhvr>
                                        <p:cTn id="97" dur="500" fill="hold"/>
                                        <p:tgtEl>
                                          <p:spTgt spid="228362"/>
                                        </p:tgtEl>
                                        <p:attrNameLst>
                                          <p:attrName>ppt_h</p:attrName>
                                        </p:attrNameLst>
                                      </p:cBhvr>
                                      <p:tavLst>
                                        <p:tav tm="0">
                                          <p:val>
                                            <p:fltVal val="0"/>
                                          </p:val>
                                        </p:tav>
                                        <p:tav tm="100000">
                                          <p:val>
                                            <p:strVal val="#ppt_h"/>
                                          </p:val>
                                        </p:tav>
                                      </p:tavLst>
                                    </p:anim>
                                  </p:childTnLst>
                                </p:cTn>
                              </p:par>
                            </p:childTnLst>
                          </p:cTn>
                        </p:par>
                        <p:par>
                          <p:cTn id="98" fill="hold" nodeType="afterGroup">
                            <p:stCondLst>
                              <p:cond delay="3000"/>
                            </p:stCondLst>
                            <p:childTnLst>
                              <p:par>
                                <p:cTn id="99" presetID="17" presetClass="entr" presetSubtype="1" fill="hold" grpId="0" nodeType="afterEffect">
                                  <p:stCondLst>
                                    <p:cond delay="0"/>
                                  </p:stCondLst>
                                  <p:childTnLst>
                                    <p:set>
                                      <p:cBhvr>
                                        <p:cTn id="100" dur="1" fill="hold">
                                          <p:stCondLst>
                                            <p:cond delay="0"/>
                                          </p:stCondLst>
                                        </p:cTn>
                                        <p:tgtEl>
                                          <p:spTgt spid="228359"/>
                                        </p:tgtEl>
                                        <p:attrNameLst>
                                          <p:attrName>style.visibility</p:attrName>
                                        </p:attrNameLst>
                                      </p:cBhvr>
                                      <p:to>
                                        <p:strVal val="visible"/>
                                      </p:to>
                                    </p:set>
                                    <p:anim calcmode="lin" valueType="num">
                                      <p:cBhvr>
                                        <p:cTn id="101" dur="500" fill="hold"/>
                                        <p:tgtEl>
                                          <p:spTgt spid="228359"/>
                                        </p:tgtEl>
                                        <p:attrNameLst>
                                          <p:attrName>ppt_x</p:attrName>
                                        </p:attrNameLst>
                                      </p:cBhvr>
                                      <p:tavLst>
                                        <p:tav tm="0">
                                          <p:val>
                                            <p:strVal val="#ppt_x"/>
                                          </p:val>
                                        </p:tav>
                                        <p:tav tm="100000">
                                          <p:val>
                                            <p:strVal val="#ppt_x"/>
                                          </p:val>
                                        </p:tav>
                                      </p:tavLst>
                                    </p:anim>
                                    <p:anim calcmode="lin" valueType="num">
                                      <p:cBhvr>
                                        <p:cTn id="102" dur="500" fill="hold"/>
                                        <p:tgtEl>
                                          <p:spTgt spid="228359"/>
                                        </p:tgtEl>
                                        <p:attrNameLst>
                                          <p:attrName>ppt_y</p:attrName>
                                        </p:attrNameLst>
                                      </p:cBhvr>
                                      <p:tavLst>
                                        <p:tav tm="0">
                                          <p:val>
                                            <p:strVal val="#ppt_y-#ppt_h/2"/>
                                          </p:val>
                                        </p:tav>
                                        <p:tav tm="100000">
                                          <p:val>
                                            <p:strVal val="#ppt_y"/>
                                          </p:val>
                                        </p:tav>
                                      </p:tavLst>
                                    </p:anim>
                                    <p:anim calcmode="lin" valueType="num">
                                      <p:cBhvr>
                                        <p:cTn id="103" dur="500" fill="hold"/>
                                        <p:tgtEl>
                                          <p:spTgt spid="228359"/>
                                        </p:tgtEl>
                                        <p:attrNameLst>
                                          <p:attrName>ppt_w</p:attrName>
                                        </p:attrNameLst>
                                      </p:cBhvr>
                                      <p:tavLst>
                                        <p:tav tm="0">
                                          <p:val>
                                            <p:strVal val="#ppt_w"/>
                                          </p:val>
                                        </p:tav>
                                        <p:tav tm="100000">
                                          <p:val>
                                            <p:strVal val="#ppt_w"/>
                                          </p:val>
                                        </p:tav>
                                      </p:tavLst>
                                    </p:anim>
                                    <p:anim calcmode="lin" valueType="num">
                                      <p:cBhvr>
                                        <p:cTn id="104" dur="500" fill="hold"/>
                                        <p:tgtEl>
                                          <p:spTgt spid="228359"/>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8" fill="hold" grpId="0" nodeType="clickEffect">
                                  <p:stCondLst>
                                    <p:cond delay="0"/>
                                  </p:stCondLst>
                                  <p:childTnLst>
                                    <p:set>
                                      <p:cBhvr>
                                        <p:cTn id="108" dur="1" fill="hold">
                                          <p:stCondLst>
                                            <p:cond delay="0"/>
                                          </p:stCondLst>
                                        </p:cTn>
                                        <p:tgtEl>
                                          <p:spTgt spid="228379"/>
                                        </p:tgtEl>
                                        <p:attrNameLst>
                                          <p:attrName>style.visibility</p:attrName>
                                        </p:attrNameLst>
                                      </p:cBhvr>
                                      <p:to>
                                        <p:strVal val="visible"/>
                                      </p:to>
                                    </p:set>
                                    <p:anim calcmode="lin" valueType="num">
                                      <p:cBhvr>
                                        <p:cTn id="109" dur="500" fill="hold"/>
                                        <p:tgtEl>
                                          <p:spTgt spid="228379"/>
                                        </p:tgtEl>
                                        <p:attrNameLst>
                                          <p:attrName>ppt_x</p:attrName>
                                        </p:attrNameLst>
                                      </p:cBhvr>
                                      <p:tavLst>
                                        <p:tav tm="0">
                                          <p:val>
                                            <p:strVal val="#ppt_x-#ppt_w/2"/>
                                          </p:val>
                                        </p:tav>
                                        <p:tav tm="100000">
                                          <p:val>
                                            <p:strVal val="#ppt_x"/>
                                          </p:val>
                                        </p:tav>
                                      </p:tavLst>
                                    </p:anim>
                                    <p:anim calcmode="lin" valueType="num">
                                      <p:cBhvr>
                                        <p:cTn id="110" dur="500" fill="hold"/>
                                        <p:tgtEl>
                                          <p:spTgt spid="228379"/>
                                        </p:tgtEl>
                                        <p:attrNameLst>
                                          <p:attrName>ppt_y</p:attrName>
                                        </p:attrNameLst>
                                      </p:cBhvr>
                                      <p:tavLst>
                                        <p:tav tm="0">
                                          <p:val>
                                            <p:strVal val="#ppt_y"/>
                                          </p:val>
                                        </p:tav>
                                        <p:tav tm="100000">
                                          <p:val>
                                            <p:strVal val="#ppt_y"/>
                                          </p:val>
                                        </p:tav>
                                      </p:tavLst>
                                    </p:anim>
                                    <p:anim calcmode="lin" valueType="num">
                                      <p:cBhvr>
                                        <p:cTn id="111" dur="500" fill="hold"/>
                                        <p:tgtEl>
                                          <p:spTgt spid="228379"/>
                                        </p:tgtEl>
                                        <p:attrNameLst>
                                          <p:attrName>ppt_w</p:attrName>
                                        </p:attrNameLst>
                                      </p:cBhvr>
                                      <p:tavLst>
                                        <p:tav tm="0">
                                          <p:val>
                                            <p:fltVal val="0"/>
                                          </p:val>
                                        </p:tav>
                                        <p:tav tm="100000">
                                          <p:val>
                                            <p:strVal val="#ppt_w"/>
                                          </p:val>
                                        </p:tav>
                                      </p:tavLst>
                                    </p:anim>
                                    <p:anim calcmode="lin" valueType="num">
                                      <p:cBhvr>
                                        <p:cTn id="112" dur="500" fill="hold"/>
                                        <p:tgtEl>
                                          <p:spTgt spid="228379"/>
                                        </p:tgtEl>
                                        <p:attrNameLst>
                                          <p:attrName>ppt_h</p:attrName>
                                        </p:attrNameLst>
                                      </p:cBhvr>
                                      <p:tavLst>
                                        <p:tav tm="0">
                                          <p:val>
                                            <p:strVal val="#ppt_h"/>
                                          </p:val>
                                        </p:tav>
                                        <p:tav tm="100000">
                                          <p:val>
                                            <p:strVal val="#ppt_h"/>
                                          </p:val>
                                        </p:tav>
                                      </p:tavLst>
                                    </p:anim>
                                  </p:childTnLst>
                                </p:cTn>
                              </p:par>
                            </p:childTnLst>
                          </p:cTn>
                        </p:par>
                        <p:par>
                          <p:cTn id="113" fill="hold" nodeType="afterGroup">
                            <p:stCondLst>
                              <p:cond delay="500"/>
                            </p:stCondLst>
                            <p:childTnLst>
                              <p:par>
                                <p:cTn id="114" presetID="17" presetClass="entr" presetSubtype="8" fill="hold" grpId="0" nodeType="afterEffect">
                                  <p:stCondLst>
                                    <p:cond delay="0"/>
                                  </p:stCondLst>
                                  <p:childTnLst>
                                    <p:set>
                                      <p:cBhvr>
                                        <p:cTn id="115" dur="1" fill="hold">
                                          <p:stCondLst>
                                            <p:cond delay="0"/>
                                          </p:stCondLst>
                                        </p:cTn>
                                        <p:tgtEl>
                                          <p:spTgt spid="228364"/>
                                        </p:tgtEl>
                                        <p:attrNameLst>
                                          <p:attrName>style.visibility</p:attrName>
                                        </p:attrNameLst>
                                      </p:cBhvr>
                                      <p:to>
                                        <p:strVal val="visible"/>
                                      </p:to>
                                    </p:set>
                                    <p:anim calcmode="lin" valueType="num">
                                      <p:cBhvr>
                                        <p:cTn id="116" dur="500" fill="hold"/>
                                        <p:tgtEl>
                                          <p:spTgt spid="228364"/>
                                        </p:tgtEl>
                                        <p:attrNameLst>
                                          <p:attrName>ppt_x</p:attrName>
                                        </p:attrNameLst>
                                      </p:cBhvr>
                                      <p:tavLst>
                                        <p:tav tm="0">
                                          <p:val>
                                            <p:strVal val="#ppt_x-#ppt_w/2"/>
                                          </p:val>
                                        </p:tav>
                                        <p:tav tm="100000">
                                          <p:val>
                                            <p:strVal val="#ppt_x"/>
                                          </p:val>
                                        </p:tav>
                                      </p:tavLst>
                                    </p:anim>
                                    <p:anim calcmode="lin" valueType="num">
                                      <p:cBhvr>
                                        <p:cTn id="117" dur="500" fill="hold"/>
                                        <p:tgtEl>
                                          <p:spTgt spid="228364"/>
                                        </p:tgtEl>
                                        <p:attrNameLst>
                                          <p:attrName>ppt_y</p:attrName>
                                        </p:attrNameLst>
                                      </p:cBhvr>
                                      <p:tavLst>
                                        <p:tav tm="0">
                                          <p:val>
                                            <p:strVal val="#ppt_y"/>
                                          </p:val>
                                        </p:tav>
                                        <p:tav tm="100000">
                                          <p:val>
                                            <p:strVal val="#ppt_y"/>
                                          </p:val>
                                        </p:tav>
                                      </p:tavLst>
                                    </p:anim>
                                    <p:anim calcmode="lin" valueType="num">
                                      <p:cBhvr>
                                        <p:cTn id="118" dur="500" fill="hold"/>
                                        <p:tgtEl>
                                          <p:spTgt spid="228364"/>
                                        </p:tgtEl>
                                        <p:attrNameLst>
                                          <p:attrName>ppt_w</p:attrName>
                                        </p:attrNameLst>
                                      </p:cBhvr>
                                      <p:tavLst>
                                        <p:tav tm="0">
                                          <p:val>
                                            <p:fltVal val="0"/>
                                          </p:val>
                                        </p:tav>
                                        <p:tav tm="100000">
                                          <p:val>
                                            <p:strVal val="#ppt_w"/>
                                          </p:val>
                                        </p:tav>
                                      </p:tavLst>
                                    </p:anim>
                                    <p:anim calcmode="lin" valueType="num">
                                      <p:cBhvr>
                                        <p:cTn id="119" dur="500" fill="hold"/>
                                        <p:tgtEl>
                                          <p:spTgt spid="228364"/>
                                        </p:tgtEl>
                                        <p:attrNameLst>
                                          <p:attrName>ppt_h</p:attrName>
                                        </p:attrNameLst>
                                      </p:cBhvr>
                                      <p:tavLst>
                                        <p:tav tm="0">
                                          <p:val>
                                            <p:strVal val="#ppt_h"/>
                                          </p:val>
                                        </p:tav>
                                        <p:tav tm="100000">
                                          <p:val>
                                            <p:strVal val="#ppt_h"/>
                                          </p:val>
                                        </p:tav>
                                      </p:tavLst>
                                    </p:anim>
                                  </p:childTnLst>
                                </p:cTn>
                              </p:par>
                            </p:childTnLst>
                          </p:cTn>
                        </p:par>
                        <p:par>
                          <p:cTn id="120" fill="hold" nodeType="afterGroup">
                            <p:stCondLst>
                              <p:cond delay="1000"/>
                            </p:stCondLst>
                            <p:childTnLst>
                              <p:par>
                                <p:cTn id="121" presetID="17" presetClass="entr" presetSubtype="8" fill="hold" grpId="0" nodeType="afterEffect">
                                  <p:stCondLst>
                                    <p:cond delay="0"/>
                                  </p:stCondLst>
                                  <p:childTnLst>
                                    <p:set>
                                      <p:cBhvr>
                                        <p:cTn id="122" dur="1" fill="hold">
                                          <p:stCondLst>
                                            <p:cond delay="0"/>
                                          </p:stCondLst>
                                        </p:cTn>
                                        <p:tgtEl>
                                          <p:spTgt spid="228365"/>
                                        </p:tgtEl>
                                        <p:attrNameLst>
                                          <p:attrName>style.visibility</p:attrName>
                                        </p:attrNameLst>
                                      </p:cBhvr>
                                      <p:to>
                                        <p:strVal val="visible"/>
                                      </p:to>
                                    </p:set>
                                    <p:anim calcmode="lin" valueType="num">
                                      <p:cBhvr>
                                        <p:cTn id="123" dur="500" fill="hold"/>
                                        <p:tgtEl>
                                          <p:spTgt spid="228365"/>
                                        </p:tgtEl>
                                        <p:attrNameLst>
                                          <p:attrName>ppt_x</p:attrName>
                                        </p:attrNameLst>
                                      </p:cBhvr>
                                      <p:tavLst>
                                        <p:tav tm="0">
                                          <p:val>
                                            <p:strVal val="#ppt_x-#ppt_w/2"/>
                                          </p:val>
                                        </p:tav>
                                        <p:tav tm="100000">
                                          <p:val>
                                            <p:strVal val="#ppt_x"/>
                                          </p:val>
                                        </p:tav>
                                      </p:tavLst>
                                    </p:anim>
                                    <p:anim calcmode="lin" valueType="num">
                                      <p:cBhvr>
                                        <p:cTn id="124" dur="500" fill="hold"/>
                                        <p:tgtEl>
                                          <p:spTgt spid="228365"/>
                                        </p:tgtEl>
                                        <p:attrNameLst>
                                          <p:attrName>ppt_y</p:attrName>
                                        </p:attrNameLst>
                                      </p:cBhvr>
                                      <p:tavLst>
                                        <p:tav tm="0">
                                          <p:val>
                                            <p:strVal val="#ppt_y"/>
                                          </p:val>
                                        </p:tav>
                                        <p:tav tm="100000">
                                          <p:val>
                                            <p:strVal val="#ppt_y"/>
                                          </p:val>
                                        </p:tav>
                                      </p:tavLst>
                                    </p:anim>
                                    <p:anim calcmode="lin" valueType="num">
                                      <p:cBhvr>
                                        <p:cTn id="125" dur="500" fill="hold"/>
                                        <p:tgtEl>
                                          <p:spTgt spid="228365"/>
                                        </p:tgtEl>
                                        <p:attrNameLst>
                                          <p:attrName>ppt_w</p:attrName>
                                        </p:attrNameLst>
                                      </p:cBhvr>
                                      <p:tavLst>
                                        <p:tav tm="0">
                                          <p:val>
                                            <p:fltVal val="0"/>
                                          </p:val>
                                        </p:tav>
                                        <p:tav tm="100000">
                                          <p:val>
                                            <p:strVal val="#ppt_w"/>
                                          </p:val>
                                        </p:tav>
                                      </p:tavLst>
                                    </p:anim>
                                    <p:anim calcmode="lin" valueType="num">
                                      <p:cBhvr>
                                        <p:cTn id="126" dur="500" fill="hold"/>
                                        <p:tgtEl>
                                          <p:spTgt spid="228365"/>
                                        </p:tgtEl>
                                        <p:attrNameLst>
                                          <p:attrName>ppt_h</p:attrName>
                                        </p:attrNameLst>
                                      </p:cBhvr>
                                      <p:tavLst>
                                        <p:tav tm="0">
                                          <p:val>
                                            <p:strVal val="#ppt_h"/>
                                          </p:val>
                                        </p:tav>
                                        <p:tav tm="100000">
                                          <p:val>
                                            <p:strVal val="#ppt_h"/>
                                          </p:val>
                                        </p:tav>
                                      </p:tavLst>
                                    </p:anim>
                                  </p:childTnLst>
                                </p:cTn>
                              </p:par>
                            </p:childTnLst>
                          </p:cTn>
                        </p:par>
                        <p:par>
                          <p:cTn id="127" fill="hold" nodeType="afterGroup">
                            <p:stCondLst>
                              <p:cond delay="1500"/>
                            </p:stCondLst>
                            <p:childTnLst>
                              <p:par>
                                <p:cTn id="128" presetID="17" presetClass="entr" presetSubtype="8" fill="hold" grpId="0" nodeType="afterEffect">
                                  <p:stCondLst>
                                    <p:cond delay="0"/>
                                  </p:stCondLst>
                                  <p:childTnLst>
                                    <p:set>
                                      <p:cBhvr>
                                        <p:cTn id="129" dur="1" fill="hold">
                                          <p:stCondLst>
                                            <p:cond delay="0"/>
                                          </p:stCondLst>
                                        </p:cTn>
                                        <p:tgtEl>
                                          <p:spTgt spid="228366"/>
                                        </p:tgtEl>
                                        <p:attrNameLst>
                                          <p:attrName>style.visibility</p:attrName>
                                        </p:attrNameLst>
                                      </p:cBhvr>
                                      <p:to>
                                        <p:strVal val="visible"/>
                                      </p:to>
                                    </p:set>
                                    <p:anim calcmode="lin" valueType="num">
                                      <p:cBhvr>
                                        <p:cTn id="130" dur="500" fill="hold"/>
                                        <p:tgtEl>
                                          <p:spTgt spid="228366"/>
                                        </p:tgtEl>
                                        <p:attrNameLst>
                                          <p:attrName>ppt_x</p:attrName>
                                        </p:attrNameLst>
                                      </p:cBhvr>
                                      <p:tavLst>
                                        <p:tav tm="0">
                                          <p:val>
                                            <p:strVal val="#ppt_x-#ppt_w/2"/>
                                          </p:val>
                                        </p:tav>
                                        <p:tav tm="100000">
                                          <p:val>
                                            <p:strVal val="#ppt_x"/>
                                          </p:val>
                                        </p:tav>
                                      </p:tavLst>
                                    </p:anim>
                                    <p:anim calcmode="lin" valueType="num">
                                      <p:cBhvr>
                                        <p:cTn id="131" dur="500" fill="hold"/>
                                        <p:tgtEl>
                                          <p:spTgt spid="228366"/>
                                        </p:tgtEl>
                                        <p:attrNameLst>
                                          <p:attrName>ppt_y</p:attrName>
                                        </p:attrNameLst>
                                      </p:cBhvr>
                                      <p:tavLst>
                                        <p:tav tm="0">
                                          <p:val>
                                            <p:strVal val="#ppt_y"/>
                                          </p:val>
                                        </p:tav>
                                        <p:tav tm="100000">
                                          <p:val>
                                            <p:strVal val="#ppt_y"/>
                                          </p:val>
                                        </p:tav>
                                      </p:tavLst>
                                    </p:anim>
                                    <p:anim calcmode="lin" valueType="num">
                                      <p:cBhvr>
                                        <p:cTn id="132" dur="500" fill="hold"/>
                                        <p:tgtEl>
                                          <p:spTgt spid="228366"/>
                                        </p:tgtEl>
                                        <p:attrNameLst>
                                          <p:attrName>ppt_w</p:attrName>
                                        </p:attrNameLst>
                                      </p:cBhvr>
                                      <p:tavLst>
                                        <p:tav tm="0">
                                          <p:val>
                                            <p:fltVal val="0"/>
                                          </p:val>
                                        </p:tav>
                                        <p:tav tm="100000">
                                          <p:val>
                                            <p:strVal val="#ppt_w"/>
                                          </p:val>
                                        </p:tav>
                                      </p:tavLst>
                                    </p:anim>
                                    <p:anim calcmode="lin" valueType="num">
                                      <p:cBhvr>
                                        <p:cTn id="133" dur="500" fill="hold"/>
                                        <p:tgtEl>
                                          <p:spTgt spid="228366"/>
                                        </p:tgtEl>
                                        <p:attrNameLst>
                                          <p:attrName>ppt_h</p:attrName>
                                        </p:attrNameLst>
                                      </p:cBhvr>
                                      <p:tavLst>
                                        <p:tav tm="0">
                                          <p:val>
                                            <p:strVal val="#ppt_h"/>
                                          </p:val>
                                        </p:tav>
                                        <p:tav tm="100000">
                                          <p:val>
                                            <p:strVal val="#ppt_h"/>
                                          </p:val>
                                        </p:tav>
                                      </p:tavLst>
                                    </p:anim>
                                  </p:childTnLst>
                                </p:cTn>
                              </p:par>
                            </p:childTnLst>
                          </p:cTn>
                        </p:par>
                        <p:par>
                          <p:cTn id="134" fill="hold" nodeType="afterGroup">
                            <p:stCondLst>
                              <p:cond delay="2000"/>
                            </p:stCondLst>
                            <p:childTnLst>
                              <p:par>
                                <p:cTn id="135" presetID="17" presetClass="entr" presetSubtype="8" fill="hold" grpId="0" nodeType="afterEffect">
                                  <p:stCondLst>
                                    <p:cond delay="0"/>
                                  </p:stCondLst>
                                  <p:childTnLst>
                                    <p:set>
                                      <p:cBhvr>
                                        <p:cTn id="136" dur="1" fill="hold">
                                          <p:stCondLst>
                                            <p:cond delay="0"/>
                                          </p:stCondLst>
                                        </p:cTn>
                                        <p:tgtEl>
                                          <p:spTgt spid="228367"/>
                                        </p:tgtEl>
                                        <p:attrNameLst>
                                          <p:attrName>style.visibility</p:attrName>
                                        </p:attrNameLst>
                                      </p:cBhvr>
                                      <p:to>
                                        <p:strVal val="visible"/>
                                      </p:to>
                                    </p:set>
                                    <p:anim calcmode="lin" valueType="num">
                                      <p:cBhvr>
                                        <p:cTn id="137" dur="500" fill="hold"/>
                                        <p:tgtEl>
                                          <p:spTgt spid="228367"/>
                                        </p:tgtEl>
                                        <p:attrNameLst>
                                          <p:attrName>ppt_x</p:attrName>
                                        </p:attrNameLst>
                                      </p:cBhvr>
                                      <p:tavLst>
                                        <p:tav tm="0">
                                          <p:val>
                                            <p:strVal val="#ppt_x-#ppt_w/2"/>
                                          </p:val>
                                        </p:tav>
                                        <p:tav tm="100000">
                                          <p:val>
                                            <p:strVal val="#ppt_x"/>
                                          </p:val>
                                        </p:tav>
                                      </p:tavLst>
                                    </p:anim>
                                    <p:anim calcmode="lin" valueType="num">
                                      <p:cBhvr>
                                        <p:cTn id="138" dur="500" fill="hold"/>
                                        <p:tgtEl>
                                          <p:spTgt spid="228367"/>
                                        </p:tgtEl>
                                        <p:attrNameLst>
                                          <p:attrName>ppt_y</p:attrName>
                                        </p:attrNameLst>
                                      </p:cBhvr>
                                      <p:tavLst>
                                        <p:tav tm="0">
                                          <p:val>
                                            <p:strVal val="#ppt_y"/>
                                          </p:val>
                                        </p:tav>
                                        <p:tav tm="100000">
                                          <p:val>
                                            <p:strVal val="#ppt_y"/>
                                          </p:val>
                                        </p:tav>
                                      </p:tavLst>
                                    </p:anim>
                                    <p:anim calcmode="lin" valueType="num">
                                      <p:cBhvr>
                                        <p:cTn id="139" dur="500" fill="hold"/>
                                        <p:tgtEl>
                                          <p:spTgt spid="228367"/>
                                        </p:tgtEl>
                                        <p:attrNameLst>
                                          <p:attrName>ppt_w</p:attrName>
                                        </p:attrNameLst>
                                      </p:cBhvr>
                                      <p:tavLst>
                                        <p:tav tm="0">
                                          <p:val>
                                            <p:fltVal val="0"/>
                                          </p:val>
                                        </p:tav>
                                        <p:tav tm="100000">
                                          <p:val>
                                            <p:strVal val="#ppt_w"/>
                                          </p:val>
                                        </p:tav>
                                      </p:tavLst>
                                    </p:anim>
                                    <p:anim calcmode="lin" valueType="num">
                                      <p:cBhvr>
                                        <p:cTn id="140" dur="500" fill="hold"/>
                                        <p:tgtEl>
                                          <p:spTgt spid="228367"/>
                                        </p:tgtEl>
                                        <p:attrNameLst>
                                          <p:attrName>ppt_h</p:attrName>
                                        </p:attrNameLst>
                                      </p:cBhvr>
                                      <p:tavLst>
                                        <p:tav tm="0">
                                          <p:val>
                                            <p:strVal val="#ppt_h"/>
                                          </p:val>
                                        </p:tav>
                                        <p:tav tm="100000">
                                          <p:val>
                                            <p:strVal val="#ppt_h"/>
                                          </p:val>
                                        </p:tav>
                                      </p:tavLst>
                                    </p:anim>
                                  </p:childTnLst>
                                </p:cTn>
                              </p:par>
                            </p:childTnLst>
                          </p:cTn>
                        </p:par>
                        <p:par>
                          <p:cTn id="141" fill="hold" nodeType="afterGroup">
                            <p:stCondLst>
                              <p:cond delay="2500"/>
                            </p:stCondLst>
                            <p:childTnLst>
                              <p:par>
                                <p:cTn id="142" presetID="17" presetClass="entr" presetSubtype="8" fill="hold" grpId="0" nodeType="afterEffect">
                                  <p:stCondLst>
                                    <p:cond delay="0"/>
                                  </p:stCondLst>
                                  <p:childTnLst>
                                    <p:set>
                                      <p:cBhvr>
                                        <p:cTn id="143" dur="1" fill="hold">
                                          <p:stCondLst>
                                            <p:cond delay="0"/>
                                          </p:stCondLst>
                                        </p:cTn>
                                        <p:tgtEl>
                                          <p:spTgt spid="228368"/>
                                        </p:tgtEl>
                                        <p:attrNameLst>
                                          <p:attrName>style.visibility</p:attrName>
                                        </p:attrNameLst>
                                      </p:cBhvr>
                                      <p:to>
                                        <p:strVal val="visible"/>
                                      </p:to>
                                    </p:set>
                                    <p:anim calcmode="lin" valueType="num">
                                      <p:cBhvr>
                                        <p:cTn id="144" dur="500" fill="hold"/>
                                        <p:tgtEl>
                                          <p:spTgt spid="228368"/>
                                        </p:tgtEl>
                                        <p:attrNameLst>
                                          <p:attrName>ppt_x</p:attrName>
                                        </p:attrNameLst>
                                      </p:cBhvr>
                                      <p:tavLst>
                                        <p:tav tm="0">
                                          <p:val>
                                            <p:strVal val="#ppt_x-#ppt_w/2"/>
                                          </p:val>
                                        </p:tav>
                                        <p:tav tm="100000">
                                          <p:val>
                                            <p:strVal val="#ppt_x"/>
                                          </p:val>
                                        </p:tav>
                                      </p:tavLst>
                                    </p:anim>
                                    <p:anim calcmode="lin" valueType="num">
                                      <p:cBhvr>
                                        <p:cTn id="145" dur="500" fill="hold"/>
                                        <p:tgtEl>
                                          <p:spTgt spid="228368"/>
                                        </p:tgtEl>
                                        <p:attrNameLst>
                                          <p:attrName>ppt_y</p:attrName>
                                        </p:attrNameLst>
                                      </p:cBhvr>
                                      <p:tavLst>
                                        <p:tav tm="0">
                                          <p:val>
                                            <p:strVal val="#ppt_y"/>
                                          </p:val>
                                        </p:tav>
                                        <p:tav tm="100000">
                                          <p:val>
                                            <p:strVal val="#ppt_y"/>
                                          </p:val>
                                        </p:tav>
                                      </p:tavLst>
                                    </p:anim>
                                    <p:anim calcmode="lin" valueType="num">
                                      <p:cBhvr>
                                        <p:cTn id="146" dur="500" fill="hold"/>
                                        <p:tgtEl>
                                          <p:spTgt spid="228368"/>
                                        </p:tgtEl>
                                        <p:attrNameLst>
                                          <p:attrName>ppt_w</p:attrName>
                                        </p:attrNameLst>
                                      </p:cBhvr>
                                      <p:tavLst>
                                        <p:tav tm="0">
                                          <p:val>
                                            <p:fltVal val="0"/>
                                          </p:val>
                                        </p:tav>
                                        <p:tav tm="100000">
                                          <p:val>
                                            <p:strVal val="#ppt_w"/>
                                          </p:val>
                                        </p:tav>
                                      </p:tavLst>
                                    </p:anim>
                                    <p:anim calcmode="lin" valueType="num">
                                      <p:cBhvr>
                                        <p:cTn id="147" dur="500" fill="hold"/>
                                        <p:tgtEl>
                                          <p:spTgt spid="228368"/>
                                        </p:tgtEl>
                                        <p:attrNameLst>
                                          <p:attrName>ppt_h</p:attrName>
                                        </p:attrNameLst>
                                      </p:cBhvr>
                                      <p:tavLst>
                                        <p:tav tm="0">
                                          <p:val>
                                            <p:strVal val="#ppt_h"/>
                                          </p:val>
                                        </p:tav>
                                        <p:tav tm="100000">
                                          <p:val>
                                            <p:strVal val="#ppt_h"/>
                                          </p:val>
                                        </p:tav>
                                      </p:tavLst>
                                    </p:anim>
                                  </p:childTnLst>
                                </p:cTn>
                              </p:par>
                            </p:childTnLst>
                          </p:cTn>
                        </p:par>
                        <p:par>
                          <p:cTn id="148" fill="hold" nodeType="afterGroup">
                            <p:stCondLst>
                              <p:cond delay="3000"/>
                            </p:stCondLst>
                            <p:childTnLst>
                              <p:par>
                                <p:cTn id="149" presetID="17" presetClass="entr" presetSubtype="8" fill="hold" grpId="0" nodeType="afterEffect">
                                  <p:stCondLst>
                                    <p:cond delay="0"/>
                                  </p:stCondLst>
                                  <p:childTnLst>
                                    <p:set>
                                      <p:cBhvr>
                                        <p:cTn id="150" dur="1" fill="hold">
                                          <p:stCondLst>
                                            <p:cond delay="0"/>
                                          </p:stCondLst>
                                        </p:cTn>
                                        <p:tgtEl>
                                          <p:spTgt spid="228369"/>
                                        </p:tgtEl>
                                        <p:attrNameLst>
                                          <p:attrName>style.visibility</p:attrName>
                                        </p:attrNameLst>
                                      </p:cBhvr>
                                      <p:to>
                                        <p:strVal val="visible"/>
                                      </p:to>
                                    </p:set>
                                    <p:anim calcmode="lin" valueType="num">
                                      <p:cBhvr>
                                        <p:cTn id="151" dur="500" fill="hold"/>
                                        <p:tgtEl>
                                          <p:spTgt spid="228369"/>
                                        </p:tgtEl>
                                        <p:attrNameLst>
                                          <p:attrName>ppt_x</p:attrName>
                                        </p:attrNameLst>
                                      </p:cBhvr>
                                      <p:tavLst>
                                        <p:tav tm="0">
                                          <p:val>
                                            <p:strVal val="#ppt_x-#ppt_w/2"/>
                                          </p:val>
                                        </p:tav>
                                        <p:tav tm="100000">
                                          <p:val>
                                            <p:strVal val="#ppt_x"/>
                                          </p:val>
                                        </p:tav>
                                      </p:tavLst>
                                    </p:anim>
                                    <p:anim calcmode="lin" valueType="num">
                                      <p:cBhvr>
                                        <p:cTn id="152" dur="500" fill="hold"/>
                                        <p:tgtEl>
                                          <p:spTgt spid="228369"/>
                                        </p:tgtEl>
                                        <p:attrNameLst>
                                          <p:attrName>ppt_y</p:attrName>
                                        </p:attrNameLst>
                                      </p:cBhvr>
                                      <p:tavLst>
                                        <p:tav tm="0">
                                          <p:val>
                                            <p:strVal val="#ppt_y"/>
                                          </p:val>
                                        </p:tav>
                                        <p:tav tm="100000">
                                          <p:val>
                                            <p:strVal val="#ppt_y"/>
                                          </p:val>
                                        </p:tav>
                                      </p:tavLst>
                                    </p:anim>
                                    <p:anim calcmode="lin" valueType="num">
                                      <p:cBhvr>
                                        <p:cTn id="153" dur="500" fill="hold"/>
                                        <p:tgtEl>
                                          <p:spTgt spid="228369"/>
                                        </p:tgtEl>
                                        <p:attrNameLst>
                                          <p:attrName>ppt_w</p:attrName>
                                        </p:attrNameLst>
                                      </p:cBhvr>
                                      <p:tavLst>
                                        <p:tav tm="0">
                                          <p:val>
                                            <p:fltVal val="0"/>
                                          </p:val>
                                        </p:tav>
                                        <p:tav tm="100000">
                                          <p:val>
                                            <p:strVal val="#ppt_w"/>
                                          </p:val>
                                        </p:tav>
                                      </p:tavLst>
                                    </p:anim>
                                    <p:anim calcmode="lin" valueType="num">
                                      <p:cBhvr>
                                        <p:cTn id="154" dur="500" fill="hold"/>
                                        <p:tgtEl>
                                          <p:spTgt spid="228369"/>
                                        </p:tgtEl>
                                        <p:attrNameLst>
                                          <p:attrName>ppt_h</p:attrName>
                                        </p:attrNameLst>
                                      </p:cBhvr>
                                      <p:tavLst>
                                        <p:tav tm="0">
                                          <p:val>
                                            <p:strVal val="#ppt_h"/>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7" presetClass="entr" presetSubtype="8" fill="hold" grpId="0" nodeType="clickEffect">
                                  <p:stCondLst>
                                    <p:cond delay="0"/>
                                  </p:stCondLst>
                                  <p:childTnLst>
                                    <p:set>
                                      <p:cBhvr>
                                        <p:cTn id="158" dur="1" fill="hold">
                                          <p:stCondLst>
                                            <p:cond delay="0"/>
                                          </p:stCondLst>
                                        </p:cTn>
                                        <p:tgtEl>
                                          <p:spTgt spid="228373"/>
                                        </p:tgtEl>
                                        <p:attrNameLst>
                                          <p:attrName>style.visibility</p:attrName>
                                        </p:attrNameLst>
                                      </p:cBhvr>
                                      <p:to>
                                        <p:strVal val="visible"/>
                                      </p:to>
                                    </p:set>
                                    <p:anim calcmode="lin" valueType="num">
                                      <p:cBhvr>
                                        <p:cTn id="159" dur="500" fill="hold"/>
                                        <p:tgtEl>
                                          <p:spTgt spid="228373"/>
                                        </p:tgtEl>
                                        <p:attrNameLst>
                                          <p:attrName>ppt_x</p:attrName>
                                        </p:attrNameLst>
                                      </p:cBhvr>
                                      <p:tavLst>
                                        <p:tav tm="0">
                                          <p:val>
                                            <p:strVal val="#ppt_x-#ppt_w/2"/>
                                          </p:val>
                                        </p:tav>
                                        <p:tav tm="100000">
                                          <p:val>
                                            <p:strVal val="#ppt_x"/>
                                          </p:val>
                                        </p:tav>
                                      </p:tavLst>
                                    </p:anim>
                                    <p:anim calcmode="lin" valueType="num">
                                      <p:cBhvr>
                                        <p:cTn id="160" dur="500" fill="hold"/>
                                        <p:tgtEl>
                                          <p:spTgt spid="228373"/>
                                        </p:tgtEl>
                                        <p:attrNameLst>
                                          <p:attrName>ppt_y</p:attrName>
                                        </p:attrNameLst>
                                      </p:cBhvr>
                                      <p:tavLst>
                                        <p:tav tm="0">
                                          <p:val>
                                            <p:strVal val="#ppt_y"/>
                                          </p:val>
                                        </p:tav>
                                        <p:tav tm="100000">
                                          <p:val>
                                            <p:strVal val="#ppt_y"/>
                                          </p:val>
                                        </p:tav>
                                      </p:tavLst>
                                    </p:anim>
                                    <p:anim calcmode="lin" valueType="num">
                                      <p:cBhvr>
                                        <p:cTn id="161" dur="500" fill="hold"/>
                                        <p:tgtEl>
                                          <p:spTgt spid="228373"/>
                                        </p:tgtEl>
                                        <p:attrNameLst>
                                          <p:attrName>ppt_w</p:attrName>
                                        </p:attrNameLst>
                                      </p:cBhvr>
                                      <p:tavLst>
                                        <p:tav tm="0">
                                          <p:val>
                                            <p:fltVal val="0"/>
                                          </p:val>
                                        </p:tav>
                                        <p:tav tm="100000">
                                          <p:val>
                                            <p:strVal val="#ppt_w"/>
                                          </p:val>
                                        </p:tav>
                                      </p:tavLst>
                                    </p:anim>
                                    <p:anim calcmode="lin" valueType="num">
                                      <p:cBhvr>
                                        <p:cTn id="162" dur="500" fill="hold"/>
                                        <p:tgtEl>
                                          <p:spTgt spid="228373"/>
                                        </p:tgtEl>
                                        <p:attrNameLst>
                                          <p:attrName>ppt_h</p:attrName>
                                        </p:attrNameLst>
                                      </p:cBhvr>
                                      <p:tavLst>
                                        <p:tav tm="0">
                                          <p:val>
                                            <p:strVal val="#ppt_h"/>
                                          </p:val>
                                        </p:tav>
                                        <p:tav tm="100000">
                                          <p:val>
                                            <p:strVal val="#ppt_h"/>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7" presetClass="entr" presetSubtype="8" fill="hold" grpId="0" nodeType="clickEffect">
                                  <p:stCondLst>
                                    <p:cond delay="0"/>
                                  </p:stCondLst>
                                  <p:childTnLst>
                                    <p:set>
                                      <p:cBhvr>
                                        <p:cTn id="166" dur="1" fill="hold">
                                          <p:stCondLst>
                                            <p:cond delay="0"/>
                                          </p:stCondLst>
                                        </p:cTn>
                                        <p:tgtEl>
                                          <p:spTgt spid="228374"/>
                                        </p:tgtEl>
                                        <p:attrNameLst>
                                          <p:attrName>style.visibility</p:attrName>
                                        </p:attrNameLst>
                                      </p:cBhvr>
                                      <p:to>
                                        <p:strVal val="visible"/>
                                      </p:to>
                                    </p:set>
                                    <p:anim calcmode="lin" valueType="num">
                                      <p:cBhvr>
                                        <p:cTn id="167" dur="500" fill="hold"/>
                                        <p:tgtEl>
                                          <p:spTgt spid="228374"/>
                                        </p:tgtEl>
                                        <p:attrNameLst>
                                          <p:attrName>ppt_x</p:attrName>
                                        </p:attrNameLst>
                                      </p:cBhvr>
                                      <p:tavLst>
                                        <p:tav tm="0">
                                          <p:val>
                                            <p:strVal val="#ppt_x-#ppt_w/2"/>
                                          </p:val>
                                        </p:tav>
                                        <p:tav tm="100000">
                                          <p:val>
                                            <p:strVal val="#ppt_x"/>
                                          </p:val>
                                        </p:tav>
                                      </p:tavLst>
                                    </p:anim>
                                    <p:anim calcmode="lin" valueType="num">
                                      <p:cBhvr>
                                        <p:cTn id="168" dur="500" fill="hold"/>
                                        <p:tgtEl>
                                          <p:spTgt spid="228374"/>
                                        </p:tgtEl>
                                        <p:attrNameLst>
                                          <p:attrName>ppt_y</p:attrName>
                                        </p:attrNameLst>
                                      </p:cBhvr>
                                      <p:tavLst>
                                        <p:tav tm="0">
                                          <p:val>
                                            <p:strVal val="#ppt_y"/>
                                          </p:val>
                                        </p:tav>
                                        <p:tav tm="100000">
                                          <p:val>
                                            <p:strVal val="#ppt_y"/>
                                          </p:val>
                                        </p:tav>
                                      </p:tavLst>
                                    </p:anim>
                                    <p:anim calcmode="lin" valueType="num">
                                      <p:cBhvr>
                                        <p:cTn id="169" dur="500" fill="hold"/>
                                        <p:tgtEl>
                                          <p:spTgt spid="228374"/>
                                        </p:tgtEl>
                                        <p:attrNameLst>
                                          <p:attrName>ppt_w</p:attrName>
                                        </p:attrNameLst>
                                      </p:cBhvr>
                                      <p:tavLst>
                                        <p:tav tm="0">
                                          <p:val>
                                            <p:fltVal val="0"/>
                                          </p:val>
                                        </p:tav>
                                        <p:tav tm="100000">
                                          <p:val>
                                            <p:strVal val="#ppt_w"/>
                                          </p:val>
                                        </p:tav>
                                      </p:tavLst>
                                    </p:anim>
                                    <p:anim calcmode="lin" valueType="num">
                                      <p:cBhvr>
                                        <p:cTn id="170" dur="500" fill="hold"/>
                                        <p:tgtEl>
                                          <p:spTgt spid="228374"/>
                                        </p:tgtEl>
                                        <p:attrNameLst>
                                          <p:attrName>ppt_h</p:attrName>
                                        </p:attrNameLst>
                                      </p:cBhvr>
                                      <p:tavLst>
                                        <p:tav tm="0">
                                          <p:val>
                                            <p:strVal val="#ppt_h"/>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8" fill="hold" grpId="0" nodeType="clickEffect">
                                  <p:stCondLst>
                                    <p:cond delay="0"/>
                                  </p:stCondLst>
                                  <p:childTnLst>
                                    <p:set>
                                      <p:cBhvr>
                                        <p:cTn id="174" dur="1" fill="hold">
                                          <p:stCondLst>
                                            <p:cond delay="0"/>
                                          </p:stCondLst>
                                        </p:cTn>
                                        <p:tgtEl>
                                          <p:spTgt spid="228380"/>
                                        </p:tgtEl>
                                        <p:attrNameLst>
                                          <p:attrName>style.visibility</p:attrName>
                                        </p:attrNameLst>
                                      </p:cBhvr>
                                      <p:to>
                                        <p:strVal val="visible"/>
                                      </p:to>
                                    </p:set>
                                    <p:anim calcmode="lin" valueType="num">
                                      <p:cBhvr>
                                        <p:cTn id="175" dur="500" fill="hold"/>
                                        <p:tgtEl>
                                          <p:spTgt spid="228380"/>
                                        </p:tgtEl>
                                        <p:attrNameLst>
                                          <p:attrName>ppt_x</p:attrName>
                                        </p:attrNameLst>
                                      </p:cBhvr>
                                      <p:tavLst>
                                        <p:tav tm="0">
                                          <p:val>
                                            <p:strVal val="#ppt_x-#ppt_w/2"/>
                                          </p:val>
                                        </p:tav>
                                        <p:tav tm="100000">
                                          <p:val>
                                            <p:strVal val="#ppt_x"/>
                                          </p:val>
                                        </p:tav>
                                      </p:tavLst>
                                    </p:anim>
                                    <p:anim calcmode="lin" valueType="num">
                                      <p:cBhvr>
                                        <p:cTn id="176" dur="500" fill="hold"/>
                                        <p:tgtEl>
                                          <p:spTgt spid="228380"/>
                                        </p:tgtEl>
                                        <p:attrNameLst>
                                          <p:attrName>ppt_y</p:attrName>
                                        </p:attrNameLst>
                                      </p:cBhvr>
                                      <p:tavLst>
                                        <p:tav tm="0">
                                          <p:val>
                                            <p:strVal val="#ppt_y"/>
                                          </p:val>
                                        </p:tav>
                                        <p:tav tm="100000">
                                          <p:val>
                                            <p:strVal val="#ppt_y"/>
                                          </p:val>
                                        </p:tav>
                                      </p:tavLst>
                                    </p:anim>
                                    <p:anim calcmode="lin" valueType="num">
                                      <p:cBhvr>
                                        <p:cTn id="177" dur="500" fill="hold"/>
                                        <p:tgtEl>
                                          <p:spTgt spid="228380"/>
                                        </p:tgtEl>
                                        <p:attrNameLst>
                                          <p:attrName>ppt_w</p:attrName>
                                        </p:attrNameLst>
                                      </p:cBhvr>
                                      <p:tavLst>
                                        <p:tav tm="0">
                                          <p:val>
                                            <p:fltVal val="0"/>
                                          </p:val>
                                        </p:tav>
                                        <p:tav tm="100000">
                                          <p:val>
                                            <p:strVal val="#ppt_w"/>
                                          </p:val>
                                        </p:tav>
                                      </p:tavLst>
                                    </p:anim>
                                    <p:anim calcmode="lin" valueType="num">
                                      <p:cBhvr>
                                        <p:cTn id="178" dur="500" fill="hold"/>
                                        <p:tgtEl>
                                          <p:spTgt spid="228380"/>
                                        </p:tgtEl>
                                        <p:attrNameLst>
                                          <p:attrName>ppt_h</p:attrName>
                                        </p:attrNameLst>
                                      </p:cBhvr>
                                      <p:tavLst>
                                        <p:tav tm="0">
                                          <p:val>
                                            <p:strVal val="#ppt_h"/>
                                          </p:val>
                                        </p:tav>
                                        <p:tav tm="100000">
                                          <p:val>
                                            <p:strVal val="#ppt_h"/>
                                          </p:val>
                                        </p:tav>
                                      </p:tavLst>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17" presetClass="entr" presetSubtype="8" fill="hold" grpId="0" nodeType="clickEffect">
                                  <p:stCondLst>
                                    <p:cond delay="0"/>
                                  </p:stCondLst>
                                  <p:childTnLst>
                                    <p:set>
                                      <p:cBhvr>
                                        <p:cTn id="182" dur="1" fill="hold">
                                          <p:stCondLst>
                                            <p:cond delay="0"/>
                                          </p:stCondLst>
                                        </p:cTn>
                                        <p:tgtEl>
                                          <p:spTgt spid="228381"/>
                                        </p:tgtEl>
                                        <p:attrNameLst>
                                          <p:attrName>style.visibility</p:attrName>
                                        </p:attrNameLst>
                                      </p:cBhvr>
                                      <p:to>
                                        <p:strVal val="visible"/>
                                      </p:to>
                                    </p:set>
                                    <p:anim calcmode="lin" valueType="num">
                                      <p:cBhvr>
                                        <p:cTn id="183" dur="500" fill="hold"/>
                                        <p:tgtEl>
                                          <p:spTgt spid="228381"/>
                                        </p:tgtEl>
                                        <p:attrNameLst>
                                          <p:attrName>ppt_x</p:attrName>
                                        </p:attrNameLst>
                                      </p:cBhvr>
                                      <p:tavLst>
                                        <p:tav tm="0">
                                          <p:val>
                                            <p:strVal val="#ppt_x-#ppt_w/2"/>
                                          </p:val>
                                        </p:tav>
                                        <p:tav tm="100000">
                                          <p:val>
                                            <p:strVal val="#ppt_x"/>
                                          </p:val>
                                        </p:tav>
                                      </p:tavLst>
                                    </p:anim>
                                    <p:anim calcmode="lin" valueType="num">
                                      <p:cBhvr>
                                        <p:cTn id="184" dur="500" fill="hold"/>
                                        <p:tgtEl>
                                          <p:spTgt spid="228381"/>
                                        </p:tgtEl>
                                        <p:attrNameLst>
                                          <p:attrName>ppt_y</p:attrName>
                                        </p:attrNameLst>
                                      </p:cBhvr>
                                      <p:tavLst>
                                        <p:tav tm="0">
                                          <p:val>
                                            <p:strVal val="#ppt_y"/>
                                          </p:val>
                                        </p:tav>
                                        <p:tav tm="100000">
                                          <p:val>
                                            <p:strVal val="#ppt_y"/>
                                          </p:val>
                                        </p:tav>
                                      </p:tavLst>
                                    </p:anim>
                                    <p:anim calcmode="lin" valueType="num">
                                      <p:cBhvr>
                                        <p:cTn id="185" dur="500" fill="hold"/>
                                        <p:tgtEl>
                                          <p:spTgt spid="228381"/>
                                        </p:tgtEl>
                                        <p:attrNameLst>
                                          <p:attrName>ppt_w</p:attrName>
                                        </p:attrNameLst>
                                      </p:cBhvr>
                                      <p:tavLst>
                                        <p:tav tm="0">
                                          <p:val>
                                            <p:fltVal val="0"/>
                                          </p:val>
                                        </p:tav>
                                        <p:tav tm="100000">
                                          <p:val>
                                            <p:strVal val="#ppt_w"/>
                                          </p:val>
                                        </p:tav>
                                      </p:tavLst>
                                    </p:anim>
                                    <p:anim calcmode="lin" valueType="num">
                                      <p:cBhvr>
                                        <p:cTn id="186" dur="500" fill="hold"/>
                                        <p:tgtEl>
                                          <p:spTgt spid="228381"/>
                                        </p:tgtEl>
                                        <p:attrNameLst>
                                          <p:attrName>ppt_h</p:attrName>
                                        </p:attrNameLst>
                                      </p:cBhvr>
                                      <p:tavLst>
                                        <p:tav tm="0">
                                          <p:val>
                                            <p:strVal val="#ppt_h"/>
                                          </p:val>
                                        </p:tav>
                                        <p:tav tm="100000">
                                          <p:val>
                                            <p:strVal val="#ppt_h"/>
                                          </p:val>
                                        </p:tav>
                                      </p:tavLst>
                                    </p:anim>
                                  </p:childTnLst>
                                </p:cTn>
                              </p:par>
                            </p:childTnLst>
                          </p:cTn>
                        </p:par>
                      </p:childTnLst>
                    </p:cTn>
                  </p:par>
                  <p:par>
                    <p:cTn id="187" fill="hold" nodeType="clickPar">
                      <p:stCondLst>
                        <p:cond delay="indefinite"/>
                      </p:stCondLst>
                      <p:childTnLst>
                        <p:par>
                          <p:cTn id="188" fill="hold" nodeType="withGroup">
                            <p:stCondLst>
                              <p:cond delay="0"/>
                            </p:stCondLst>
                            <p:childTnLst>
                              <p:par>
                                <p:cTn id="189" presetID="17" presetClass="entr" presetSubtype="8" fill="hold" grpId="0" nodeType="clickEffect">
                                  <p:stCondLst>
                                    <p:cond delay="0"/>
                                  </p:stCondLst>
                                  <p:childTnLst>
                                    <p:set>
                                      <p:cBhvr>
                                        <p:cTn id="190" dur="1" fill="hold">
                                          <p:stCondLst>
                                            <p:cond delay="0"/>
                                          </p:stCondLst>
                                        </p:cTn>
                                        <p:tgtEl>
                                          <p:spTgt spid="228384"/>
                                        </p:tgtEl>
                                        <p:attrNameLst>
                                          <p:attrName>style.visibility</p:attrName>
                                        </p:attrNameLst>
                                      </p:cBhvr>
                                      <p:to>
                                        <p:strVal val="visible"/>
                                      </p:to>
                                    </p:set>
                                    <p:anim calcmode="lin" valueType="num">
                                      <p:cBhvr>
                                        <p:cTn id="191" dur="500" fill="hold"/>
                                        <p:tgtEl>
                                          <p:spTgt spid="228384"/>
                                        </p:tgtEl>
                                        <p:attrNameLst>
                                          <p:attrName>ppt_x</p:attrName>
                                        </p:attrNameLst>
                                      </p:cBhvr>
                                      <p:tavLst>
                                        <p:tav tm="0">
                                          <p:val>
                                            <p:strVal val="#ppt_x-#ppt_w/2"/>
                                          </p:val>
                                        </p:tav>
                                        <p:tav tm="100000">
                                          <p:val>
                                            <p:strVal val="#ppt_x"/>
                                          </p:val>
                                        </p:tav>
                                      </p:tavLst>
                                    </p:anim>
                                    <p:anim calcmode="lin" valueType="num">
                                      <p:cBhvr>
                                        <p:cTn id="192" dur="500" fill="hold"/>
                                        <p:tgtEl>
                                          <p:spTgt spid="228384"/>
                                        </p:tgtEl>
                                        <p:attrNameLst>
                                          <p:attrName>ppt_y</p:attrName>
                                        </p:attrNameLst>
                                      </p:cBhvr>
                                      <p:tavLst>
                                        <p:tav tm="0">
                                          <p:val>
                                            <p:strVal val="#ppt_y"/>
                                          </p:val>
                                        </p:tav>
                                        <p:tav tm="100000">
                                          <p:val>
                                            <p:strVal val="#ppt_y"/>
                                          </p:val>
                                        </p:tav>
                                      </p:tavLst>
                                    </p:anim>
                                    <p:anim calcmode="lin" valueType="num">
                                      <p:cBhvr>
                                        <p:cTn id="193" dur="500" fill="hold"/>
                                        <p:tgtEl>
                                          <p:spTgt spid="228384"/>
                                        </p:tgtEl>
                                        <p:attrNameLst>
                                          <p:attrName>ppt_w</p:attrName>
                                        </p:attrNameLst>
                                      </p:cBhvr>
                                      <p:tavLst>
                                        <p:tav tm="0">
                                          <p:val>
                                            <p:fltVal val="0"/>
                                          </p:val>
                                        </p:tav>
                                        <p:tav tm="100000">
                                          <p:val>
                                            <p:strVal val="#ppt_w"/>
                                          </p:val>
                                        </p:tav>
                                      </p:tavLst>
                                    </p:anim>
                                    <p:anim calcmode="lin" valueType="num">
                                      <p:cBhvr>
                                        <p:cTn id="194" dur="500" fill="hold"/>
                                        <p:tgtEl>
                                          <p:spTgt spid="228384"/>
                                        </p:tgtEl>
                                        <p:attrNameLst>
                                          <p:attrName>ppt_h</p:attrName>
                                        </p:attrNameLst>
                                      </p:cBhvr>
                                      <p:tavLst>
                                        <p:tav tm="0">
                                          <p:val>
                                            <p:strVal val="#ppt_h"/>
                                          </p:val>
                                        </p:tav>
                                        <p:tav tm="100000">
                                          <p:val>
                                            <p:strVal val="#ppt_h"/>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7" presetClass="entr" presetSubtype="8" fill="hold" grpId="0" nodeType="clickEffect">
                                  <p:stCondLst>
                                    <p:cond delay="0"/>
                                  </p:stCondLst>
                                  <p:childTnLst>
                                    <p:set>
                                      <p:cBhvr>
                                        <p:cTn id="198" dur="1" fill="hold">
                                          <p:stCondLst>
                                            <p:cond delay="0"/>
                                          </p:stCondLst>
                                        </p:cTn>
                                        <p:tgtEl>
                                          <p:spTgt spid="228385"/>
                                        </p:tgtEl>
                                        <p:attrNameLst>
                                          <p:attrName>style.visibility</p:attrName>
                                        </p:attrNameLst>
                                      </p:cBhvr>
                                      <p:to>
                                        <p:strVal val="visible"/>
                                      </p:to>
                                    </p:set>
                                    <p:anim calcmode="lin" valueType="num">
                                      <p:cBhvr>
                                        <p:cTn id="199" dur="500" fill="hold"/>
                                        <p:tgtEl>
                                          <p:spTgt spid="228385"/>
                                        </p:tgtEl>
                                        <p:attrNameLst>
                                          <p:attrName>ppt_x</p:attrName>
                                        </p:attrNameLst>
                                      </p:cBhvr>
                                      <p:tavLst>
                                        <p:tav tm="0">
                                          <p:val>
                                            <p:strVal val="#ppt_x-#ppt_w/2"/>
                                          </p:val>
                                        </p:tav>
                                        <p:tav tm="100000">
                                          <p:val>
                                            <p:strVal val="#ppt_x"/>
                                          </p:val>
                                        </p:tav>
                                      </p:tavLst>
                                    </p:anim>
                                    <p:anim calcmode="lin" valueType="num">
                                      <p:cBhvr>
                                        <p:cTn id="200" dur="500" fill="hold"/>
                                        <p:tgtEl>
                                          <p:spTgt spid="228385"/>
                                        </p:tgtEl>
                                        <p:attrNameLst>
                                          <p:attrName>ppt_y</p:attrName>
                                        </p:attrNameLst>
                                      </p:cBhvr>
                                      <p:tavLst>
                                        <p:tav tm="0">
                                          <p:val>
                                            <p:strVal val="#ppt_y"/>
                                          </p:val>
                                        </p:tav>
                                        <p:tav tm="100000">
                                          <p:val>
                                            <p:strVal val="#ppt_y"/>
                                          </p:val>
                                        </p:tav>
                                      </p:tavLst>
                                    </p:anim>
                                    <p:anim calcmode="lin" valueType="num">
                                      <p:cBhvr>
                                        <p:cTn id="201" dur="500" fill="hold"/>
                                        <p:tgtEl>
                                          <p:spTgt spid="228385"/>
                                        </p:tgtEl>
                                        <p:attrNameLst>
                                          <p:attrName>ppt_w</p:attrName>
                                        </p:attrNameLst>
                                      </p:cBhvr>
                                      <p:tavLst>
                                        <p:tav tm="0">
                                          <p:val>
                                            <p:fltVal val="0"/>
                                          </p:val>
                                        </p:tav>
                                        <p:tav tm="100000">
                                          <p:val>
                                            <p:strVal val="#ppt_w"/>
                                          </p:val>
                                        </p:tav>
                                      </p:tavLst>
                                    </p:anim>
                                    <p:anim calcmode="lin" valueType="num">
                                      <p:cBhvr>
                                        <p:cTn id="202" dur="500" fill="hold"/>
                                        <p:tgtEl>
                                          <p:spTgt spid="228385"/>
                                        </p:tgtEl>
                                        <p:attrNameLst>
                                          <p:attrName>ppt_h</p:attrName>
                                        </p:attrNameLst>
                                      </p:cBhvr>
                                      <p:tavLst>
                                        <p:tav tm="0">
                                          <p:val>
                                            <p:strVal val="#ppt_h"/>
                                          </p:val>
                                        </p:tav>
                                        <p:tav tm="100000">
                                          <p:val>
                                            <p:strVal val="#ppt_h"/>
                                          </p:val>
                                        </p:tav>
                                      </p:tavLst>
                                    </p:anim>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7" presetClass="entr" presetSubtype="8" fill="hold" grpId="0" nodeType="clickEffect">
                                  <p:stCondLst>
                                    <p:cond delay="0"/>
                                  </p:stCondLst>
                                  <p:childTnLst>
                                    <p:set>
                                      <p:cBhvr>
                                        <p:cTn id="206" dur="1" fill="hold">
                                          <p:stCondLst>
                                            <p:cond delay="0"/>
                                          </p:stCondLst>
                                        </p:cTn>
                                        <p:tgtEl>
                                          <p:spTgt spid="228382"/>
                                        </p:tgtEl>
                                        <p:attrNameLst>
                                          <p:attrName>style.visibility</p:attrName>
                                        </p:attrNameLst>
                                      </p:cBhvr>
                                      <p:to>
                                        <p:strVal val="visible"/>
                                      </p:to>
                                    </p:set>
                                    <p:anim calcmode="lin" valueType="num">
                                      <p:cBhvr>
                                        <p:cTn id="207" dur="500" fill="hold"/>
                                        <p:tgtEl>
                                          <p:spTgt spid="228382"/>
                                        </p:tgtEl>
                                        <p:attrNameLst>
                                          <p:attrName>ppt_x</p:attrName>
                                        </p:attrNameLst>
                                      </p:cBhvr>
                                      <p:tavLst>
                                        <p:tav tm="0">
                                          <p:val>
                                            <p:strVal val="#ppt_x-#ppt_w/2"/>
                                          </p:val>
                                        </p:tav>
                                        <p:tav tm="100000">
                                          <p:val>
                                            <p:strVal val="#ppt_x"/>
                                          </p:val>
                                        </p:tav>
                                      </p:tavLst>
                                    </p:anim>
                                    <p:anim calcmode="lin" valueType="num">
                                      <p:cBhvr>
                                        <p:cTn id="208" dur="500" fill="hold"/>
                                        <p:tgtEl>
                                          <p:spTgt spid="228382"/>
                                        </p:tgtEl>
                                        <p:attrNameLst>
                                          <p:attrName>ppt_y</p:attrName>
                                        </p:attrNameLst>
                                      </p:cBhvr>
                                      <p:tavLst>
                                        <p:tav tm="0">
                                          <p:val>
                                            <p:strVal val="#ppt_y"/>
                                          </p:val>
                                        </p:tav>
                                        <p:tav tm="100000">
                                          <p:val>
                                            <p:strVal val="#ppt_y"/>
                                          </p:val>
                                        </p:tav>
                                      </p:tavLst>
                                    </p:anim>
                                    <p:anim calcmode="lin" valueType="num">
                                      <p:cBhvr>
                                        <p:cTn id="209" dur="500" fill="hold"/>
                                        <p:tgtEl>
                                          <p:spTgt spid="228382"/>
                                        </p:tgtEl>
                                        <p:attrNameLst>
                                          <p:attrName>ppt_w</p:attrName>
                                        </p:attrNameLst>
                                      </p:cBhvr>
                                      <p:tavLst>
                                        <p:tav tm="0">
                                          <p:val>
                                            <p:fltVal val="0"/>
                                          </p:val>
                                        </p:tav>
                                        <p:tav tm="100000">
                                          <p:val>
                                            <p:strVal val="#ppt_w"/>
                                          </p:val>
                                        </p:tav>
                                      </p:tavLst>
                                    </p:anim>
                                    <p:anim calcmode="lin" valueType="num">
                                      <p:cBhvr>
                                        <p:cTn id="210" dur="500" fill="hold"/>
                                        <p:tgtEl>
                                          <p:spTgt spid="228382"/>
                                        </p:tgtEl>
                                        <p:attrNameLst>
                                          <p:attrName>ppt_h</p:attrName>
                                        </p:attrNameLst>
                                      </p:cBhvr>
                                      <p:tavLst>
                                        <p:tav tm="0">
                                          <p:val>
                                            <p:strVal val="#ppt_h"/>
                                          </p:val>
                                        </p:tav>
                                        <p:tav tm="100000">
                                          <p:val>
                                            <p:strVal val="#ppt_h"/>
                                          </p:val>
                                        </p:tav>
                                      </p:tavLst>
                                    </p:anim>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7" presetClass="entr" presetSubtype="8" fill="hold" grpId="0" nodeType="clickEffect">
                                  <p:stCondLst>
                                    <p:cond delay="0"/>
                                  </p:stCondLst>
                                  <p:childTnLst>
                                    <p:set>
                                      <p:cBhvr>
                                        <p:cTn id="214" dur="1" fill="hold">
                                          <p:stCondLst>
                                            <p:cond delay="0"/>
                                          </p:stCondLst>
                                        </p:cTn>
                                        <p:tgtEl>
                                          <p:spTgt spid="228383"/>
                                        </p:tgtEl>
                                        <p:attrNameLst>
                                          <p:attrName>style.visibility</p:attrName>
                                        </p:attrNameLst>
                                      </p:cBhvr>
                                      <p:to>
                                        <p:strVal val="visible"/>
                                      </p:to>
                                    </p:set>
                                    <p:anim calcmode="lin" valueType="num">
                                      <p:cBhvr>
                                        <p:cTn id="215" dur="500" fill="hold"/>
                                        <p:tgtEl>
                                          <p:spTgt spid="228383"/>
                                        </p:tgtEl>
                                        <p:attrNameLst>
                                          <p:attrName>ppt_x</p:attrName>
                                        </p:attrNameLst>
                                      </p:cBhvr>
                                      <p:tavLst>
                                        <p:tav tm="0">
                                          <p:val>
                                            <p:strVal val="#ppt_x-#ppt_w/2"/>
                                          </p:val>
                                        </p:tav>
                                        <p:tav tm="100000">
                                          <p:val>
                                            <p:strVal val="#ppt_x"/>
                                          </p:val>
                                        </p:tav>
                                      </p:tavLst>
                                    </p:anim>
                                    <p:anim calcmode="lin" valueType="num">
                                      <p:cBhvr>
                                        <p:cTn id="216" dur="500" fill="hold"/>
                                        <p:tgtEl>
                                          <p:spTgt spid="228383"/>
                                        </p:tgtEl>
                                        <p:attrNameLst>
                                          <p:attrName>ppt_y</p:attrName>
                                        </p:attrNameLst>
                                      </p:cBhvr>
                                      <p:tavLst>
                                        <p:tav tm="0">
                                          <p:val>
                                            <p:strVal val="#ppt_y"/>
                                          </p:val>
                                        </p:tav>
                                        <p:tav tm="100000">
                                          <p:val>
                                            <p:strVal val="#ppt_y"/>
                                          </p:val>
                                        </p:tav>
                                      </p:tavLst>
                                    </p:anim>
                                    <p:anim calcmode="lin" valueType="num">
                                      <p:cBhvr>
                                        <p:cTn id="217" dur="500" fill="hold"/>
                                        <p:tgtEl>
                                          <p:spTgt spid="228383"/>
                                        </p:tgtEl>
                                        <p:attrNameLst>
                                          <p:attrName>ppt_w</p:attrName>
                                        </p:attrNameLst>
                                      </p:cBhvr>
                                      <p:tavLst>
                                        <p:tav tm="0">
                                          <p:val>
                                            <p:fltVal val="0"/>
                                          </p:val>
                                        </p:tav>
                                        <p:tav tm="100000">
                                          <p:val>
                                            <p:strVal val="#ppt_w"/>
                                          </p:val>
                                        </p:tav>
                                      </p:tavLst>
                                    </p:anim>
                                    <p:anim calcmode="lin" valueType="num">
                                      <p:cBhvr>
                                        <p:cTn id="218" dur="500" fill="hold"/>
                                        <p:tgtEl>
                                          <p:spTgt spid="22838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autoUpdateAnimBg="0"/>
      <p:bldP spid="228356" grpId="0" animBg="1" autoUpdateAnimBg="0"/>
      <p:bldP spid="228357" grpId="0" animBg="1" autoUpdateAnimBg="0"/>
      <p:bldP spid="228358" grpId="0" animBg="1" autoUpdateAnimBg="0"/>
      <p:bldP spid="228359" grpId="0" animBg="1" autoUpdateAnimBg="0"/>
      <p:bldP spid="228360" grpId="0" autoUpdateAnimBg="0"/>
      <p:bldP spid="228361" grpId="0" animBg="1"/>
      <p:bldP spid="228362" grpId="0" animBg="1"/>
      <p:bldP spid="228363" grpId="0" animBg="1"/>
      <p:bldP spid="228364" grpId="0" autoUpdateAnimBg="0"/>
      <p:bldP spid="228365" grpId="0" animBg="1"/>
      <p:bldP spid="228366" grpId="0" animBg="1"/>
      <p:bldP spid="228367" grpId="0" animBg="1"/>
      <p:bldP spid="228368" grpId="0" animBg="1"/>
      <p:bldP spid="228369" grpId="0" animBg="1"/>
      <p:bldP spid="228370" grpId="0" animBg="1"/>
      <p:bldP spid="228371" grpId="0" animBg="1"/>
      <p:bldP spid="228372" grpId="0" animBg="1"/>
      <p:bldP spid="228373" grpId="0" animBg="1"/>
      <p:bldP spid="228374" grpId="0" animBg="1"/>
      <p:bldP spid="228375" grpId="0" autoUpdateAnimBg="0"/>
      <p:bldP spid="228376" grpId="0" autoUpdateAnimBg="0"/>
      <p:bldP spid="228377" grpId="0" animBg="1" autoUpdateAnimBg="0"/>
      <p:bldP spid="228378" grpId="0" autoUpdateAnimBg="0"/>
      <p:bldP spid="228379" grpId="0" autoUpdateAnimBg="0"/>
      <p:bldP spid="228380" grpId="0" animBg="1"/>
      <p:bldP spid="228381" grpId="0" animBg="1"/>
      <p:bldP spid="228382" grpId="0" animBg="1"/>
      <p:bldP spid="228383" grpId="0" animBg="1"/>
      <p:bldP spid="228384" grpId="0" animBg="1"/>
      <p:bldP spid="22838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ext Box 2"/>
          <p:cNvSpPr txBox="1">
            <a:spLocks noChangeArrowheads="1"/>
          </p:cNvSpPr>
          <p:nvPr/>
        </p:nvSpPr>
        <p:spPr bwMode="auto">
          <a:xfrm>
            <a:off x="990600" y="1125538"/>
            <a:ext cx="8302625" cy="573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2800" b="1">
                <a:latin typeface="Times New Roman" charset="0"/>
                <a:ea typeface="楷体_GB2312" charset="0"/>
              </a:rPr>
              <a:t>Status</a:t>
            </a:r>
            <a:r>
              <a:rPr kumimoji="1" lang="en-US" altLang="zh-CN" sz="2800">
                <a:latin typeface="Times New Roman" charset="0"/>
                <a:ea typeface="楷体_GB2312" charset="0"/>
              </a:rPr>
              <a:t> </a:t>
            </a:r>
            <a:r>
              <a:rPr kumimoji="1" lang="en-US" altLang="zh-CN" sz="2800">
                <a:solidFill>
                  <a:srgbClr val="0000FF"/>
                </a:solidFill>
                <a:latin typeface="Times New Roman" charset="0"/>
                <a:ea typeface="楷体_GB2312" charset="0"/>
              </a:rPr>
              <a:t>CreateBiTree</a:t>
            </a:r>
            <a:r>
              <a:rPr kumimoji="1" lang="en-US" altLang="zh-CN" sz="2800">
                <a:solidFill>
                  <a:srgbClr val="008080"/>
                </a:solidFill>
                <a:latin typeface="Times New Roman" charset="0"/>
                <a:ea typeface="楷体_GB2312" charset="0"/>
              </a:rPr>
              <a:t>(BiTree </a:t>
            </a:r>
            <a:r>
              <a:rPr kumimoji="1" lang="en-US" altLang="zh-CN" sz="2800" b="1">
                <a:solidFill>
                  <a:srgbClr val="008080"/>
                </a:solidFill>
                <a:latin typeface="Times New Roman" charset="0"/>
                <a:ea typeface="楷体_GB2312" charset="0"/>
              </a:rPr>
              <a:t>&amp;</a:t>
            </a:r>
            <a:r>
              <a:rPr kumimoji="1" lang="en-US" altLang="zh-CN" sz="2800">
                <a:solidFill>
                  <a:srgbClr val="008080"/>
                </a:solidFill>
                <a:latin typeface="Times New Roman" charset="0"/>
                <a:ea typeface="楷体_GB2312" charset="0"/>
              </a:rPr>
              <a:t>T)</a:t>
            </a:r>
            <a:r>
              <a:rPr kumimoji="1" lang="en-US" altLang="zh-CN" sz="2800">
                <a:latin typeface="Times New Roman" charset="0"/>
                <a:ea typeface="楷体_GB2312" charset="0"/>
              </a:rPr>
              <a:t> </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a:lnSpc>
                <a:spcPct val="120000"/>
              </a:lnSpc>
            </a:pPr>
            <a:r>
              <a:rPr kumimoji="1" lang="en-US" altLang="zh-CN" sz="2800" b="1">
                <a:latin typeface="Times New Roman" charset="0"/>
                <a:ea typeface="楷体_GB2312" charset="0"/>
              </a:rPr>
              <a:t>    scanf</a:t>
            </a:r>
            <a:r>
              <a:rPr kumimoji="1" lang="en-US" altLang="zh-CN" sz="2800">
                <a:latin typeface="Times New Roman" charset="0"/>
                <a:ea typeface="楷体_GB2312" charset="0"/>
              </a:rPr>
              <a:t>(</a:t>
            </a:r>
            <a:r>
              <a:rPr kumimoji="1" lang="en-US" altLang="zh-CN" sz="2800" b="1">
                <a:latin typeface="Times New Roman" charset="0"/>
                <a:ea typeface="楷体_GB2312" charset="0"/>
              </a:rPr>
              <a:t>&amp;</a:t>
            </a:r>
            <a:r>
              <a:rPr kumimoji="1" lang="en-US" altLang="zh-CN" sz="2800">
                <a:latin typeface="Times New Roman" charset="0"/>
                <a:ea typeface="楷体_GB2312" charset="0"/>
              </a:rPr>
              <a:t>ch);</a:t>
            </a:r>
          </a:p>
          <a:p>
            <a:pPr>
              <a:lnSpc>
                <a:spcPct val="120000"/>
              </a:lnSpc>
            </a:pPr>
            <a:r>
              <a:rPr kumimoji="1" lang="en-US" altLang="zh-CN" sz="2800">
                <a:latin typeface="Times New Roman" charset="0"/>
                <a:ea typeface="楷体_GB2312" charset="0"/>
              </a:rPr>
              <a:t>    </a:t>
            </a:r>
            <a:r>
              <a:rPr kumimoji="1" lang="en-US" altLang="zh-CN" sz="2800" b="1">
                <a:latin typeface="Times New Roman" charset="0"/>
                <a:ea typeface="楷体_GB2312" charset="0"/>
              </a:rPr>
              <a:t>if</a:t>
            </a:r>
            <a:r>
              <a:rPr kumimoji="1" lang="en-US" altLang="zh-CN" sz="2800">
                <a:latin typeface="Times New Roman" charset="0"/>
                <a:ea typeface="楷体_GB2312" charset="0"/>
              </a:rPr>
              <a:t> (ch==' ') T = </a:t>
            </a:r>
            <a:r>
              <a:rPr kumimoji="1" lang="en-US" altLang="zh-CN" sz="2800" b="1">
                <a:latin typeface="Times New Roman" charset="0"/>
                <a:ea typeface="楷体_GB2312" charset="0"/>
              </a:rPr>
              <a:t>NULL</a:t>
            </a:r>
            <a:r>
              <a:rPr kumimoji="1" lang="en-US" altLang="zh-CN" sz="2800">
                <a:latin typeface="Times New Roman" charset="0"/>
                <a:ea typeface="楷体_GB2312" charset="0"/>
              </a:rPr>
              <a:t>;</a:t>
            </a:r>
          </a:p>
          <a:p>
            <a:pPr>
              <a:lnSpc>
                <a:spcPct val="120000"/>
              </a:lnSpc>
            </a:pPr>
            <a:r>
              <a:rPr kumimoji="1" lang="en-US" altLang="zh-CN" sz="2800">
                <a:latin typeface="Times New Roman" charset="0"/>
                <a:ea typeface="楷体_GB2312" charset="0"/>
              </a:rPr>
              <a:t>    </a:t>
            </a:r>
            <a:r>
              <a:rPr kumimoji="1" lang="en-US" altLang="zh-CN" sz="2800" b="1">
                <a:latin typeface="Times New Roman" charset="0"/>
                <a:ea typeface="楷体_GB2312" charset="0"/>
              </a:rPr>
              <a:t>else {</a:t>
            </a:r>
          </a:p>
          <a:p>
            <a:pPr>
              <a:lnSpc>
                <a:spcPct val="120000"/>
              </a:lnSpc>
            </a:pPr>
            <a:r>
              <a:rPr kumimoji="1" lang="en-US" altLang="zh-CN" sz="2800">
                <a:latin typeface="Times New Roman" charset="0"/>
                <a:ea typeface="楷体_GB2312" charset="0"/>
              </a:rPr>
              <a:t>      </a:t>
            </a:r>
            <a:r>
              <a:rPr kumimoji="1" lang="en-US" altLang="zh-CN" sz="2800" b="1">
                <a:latin typeface="Times New Roman" charset="0"/>
                <a:ea typeface="楷体_GB2312" charset="0"/>
              </a:rPr>
              <a:t>if</a:t>
            </a:r>
            <a:r>
              <a:rPr kumimoji="1" lang="en-US" altLang="zh-CN" sz="2800">
                <a:latin typeface="Times New Roman" charset="0"/>
                <a:ea typeface="楷体_GB2312" charset="0"/>
              </a:rPr>
              <a:t> (</a:t>
            </a:r>
            <a:r>
              <a:rPr kumimoji="1" lang="en-US" altLang="zh-CN" sz="2800" b="1">
                <a:latin typeface="Times New Roman" charset="0"/>
                <a:ea typeface="楷体_GB2312" charset="0"/>
              </a:rPr>
              <a:t>!</a:t>
            </a:r>
            <a:r>
              <a:rPr kumimoji="1" lang="en-US" altLang="zh-CN" sz="2800">
                <a:latin typeface="Times New Roman" charset="0"/>
                <a:ea typeface="楷体_GB2312" charset="0"/>
              </a:rPr>
              <a:t>(T = (BiTNode </a:t>
            </a:r>
            <a:r>
              <a:rPr kumimoji="1" lang="en-US" altLang="zh-CN" sz="2800" b="1">
                <a:latin typeface="Times New Roman" charset="0"/>
                <a:ea typeface="楷体_GB2312" charset="0"/>
              </a:rPr>
              <a:t>*</a:t>
            </a:r>
            <a:r>
              <a:rPr kumimoji="1" lang="en-US" altLang="zh-CN" sz="2800">
                <a:latin typeface="Times New Roman" charset="0"/>
                <a:ea typeface="楷体_GB2312" charset="0"/>
              </a:rPr>
              <a:t>)</a:t>
            </a:r>
            <a:r>
              <a:rPr kumimoji="1" lang="en-US" altLang="zh-CN" sz="2800" b="1">
                <a:latin typeface="Times New Roman" charset="0"/>
                <a:ea typeface="楷体_GB2312" charset="0"/>
              </a:rPr>
              <a:t>malloc</a:t>
            </a:r>
            <a:r>
              <a:rPr kumimoji="1" lang="en-US" altLang="zh-CN" sz="2800">
                <a:latin typeface="Times New Roman" charset="0"/>
                <a:ea typeface="楷体_GB2312" charset="0"/>
              </a:rPr>
              <a:t>(</a:t>
            </a:r>
            <a:r>
              <a:rPr kumimoji="1" lang="en-US" altLang="zh-CN" sz="2800" b="1">
                <a:latin typeface="Times New Roman" charset="0"/>
                <a:ea typeface="楷体_GB2312" charset="0"/>
              </a:rPr>
              <a:t>sizeof</a:t>
            </a:r>
            <a:r>
              <a:rPr kumimoji="1" lang="en-US" altLang="zh-CN" sz="2800">
                <a:latin typeface="Times New Roman" charset="0"/>
                <a:ea typeface="楷体_GB2312" charset="0"/>
              </a:rPr>
              <a:t>(BiTNode))))</a:t>
            </a:r>
          </a:p>
          <a:p>
            <a:pPr>
              <a:lnSpc>
                <a:spcPct val="120000"/>
              </a:lnSpc>
            </a:pPr>
            <a:r>
              <a:rPr kumimoji="1" lang="en-US" altLang="zh-CN" sz="2800">
                <a:latin typeface="Times New Roman" charset="0"/>
                <a:ea typeface="楷体_GB2312" charset="0"/>
              </a:rPr>
              <a:t>        </a:t>
            </a:r>
            <a:r>
              <a:rPr kumimoji="1" lang="en-US" altLang="zh-CN" sz="2800" b="1">
                <a:latin typeface="Times New Roman" charset="0"/>
                <a:ea typeface="楷体_GB2312" charset="0"/>
              </a:rPr>
              <a:t>exit</a:t>
            </a:r>
            <a:r>
              <a:rPr kumimoji="1" lang="en-US" altLang="zh-CN" sz="2800">
                <a:latin typeface="Times New Roman" charset="0"/>
                <a:ea typeface="楷体_GB2312" charset="0"/>
              </a:rPr>
              <a:t>(OVERFLOW);</a:t>
            </a:r>
          </a:p>
          <a:p>
            <a:pPr>
              <a:lnSpc>
                <a:spcPct val="120000"/>
              </a:lnSpc>
            </a:pPr>
            <a:r>
              <a:rPr kumimoji="1" lang="en-US" altLang="zh-CN" sz="2800">
                <a:latin typeface="Times New Roman" charset="0"/>
                <a:ea typeface="楷体_GB2312" charset="0"/>
              </a:rPr>
              <a:t>      T-&gt;data = ch;              // </a:t>
            </a:r>
            <a:r>
              <a:rPr kumimoji="1" lang="zh-CN" altLang="en-US" sz="2800">
                <a:latin typeface="Times New Roman" charset="0"/>
                <a:ea typeface="楷体_GB2312" charset="0"/>
              </a:rPr>
              <a:t>生成根结点</a:t>
            </a:r>
          </a:p>
          <a:p>
            <a:pPr>
              <a:lnSpc>
                <a:spcPct val="120000"/>
              </a:lnSpc>
            </a:pPr>
            <a:r>
              <a:rPr kumimoji="1" lang="zh-CN" altLang="en-US" sz="2800">
                <a:latin typeface="Times New Roman" charset="0"/>
                <a:ea typeface="楷体_GB2312" charset="0"/>
              </a:rPr>
              <a:t>      </a:t>
            </a:r>
            <a:r>
              <a:rPr kumimoji="1" lang="en-US" altLang="zh-CN" sz="2800">
                <a:solidFill>
                  <a:srgbClr val="0000FF"/>
                </a:solidFill>
                <a:latin typeface="Times New Roman" charset="0"/>
                <a:ea typeface="楷体_GB2312" charset="0"/>
              </a:rPr>
              <a:t>CreateBiTree</a:t>
            </a:r>
            <a:r>
              <a:rPr kumimoji="1" lang="en-US" altLang="zh-CN" sz="2800">
                <a:solidFill>
                  <a:srgbClr val="008080"/>
                </a:solidFill>
                <a:latin typeface="Times New Roman" charset="0"/>
                <a:ea typeface="楷体_GB2312" charset="0"/>
              </a:rPr>
              <a:t>(T-&gt;</a:t>
            </a:r>
            <a:r>
              <a:rPr kumimoji="1" lang="en-US" altLang="zh-CN" sz="2800" b="1">
                <a:solidFill>
                  <a:srgbClr val="008080"/>
                </a:solidFill>
                <a:latin typeface="Times New Roman" charset="0"/>
                <a:ea typeface="楷体_GB2312" charset="0"/>
              </a:rPr>
              <a:t>l</a:t>
            </a:r>
            <a:r>
              <a:rPr kumimoji="1" lang="en-US" altLang="zh-CN" sz="2800">
                <a:solidFill>
                  <a:srgbClr val="008080"/>
                </a:solidFill>
                <a:latin typeface="Times New Roman" charset="0"/>
                <a:ea typeface="楷体_GB2312" charset="0"/>
              </a:rPr>
              <a:t>child)</a:t>
            </a:r>
            <a:r>
              <a:rPr kumimoji="1" lang="en-US" altLang="zh-CN" sz="2800">
                <a:latin typeface="Times New Roman" charset="0"/>
                <a:ea typeface="楷体_GB2312" charset="0"/>
              </a:rPr>
              <a:t>;   // </a:t>
            </a:r>
            <a:r>
              <a:rPr kumimoji="1" lang="zh-CN" altLang="en-US" sz="2800">
                <a:latin typeface="Times New Roman" charset="0"/>
                <a:ea typeface="楷体_GB2312" charset="0"/>
              </a:rPr>
              <a:t>构造左子树</a:t>
            </a:r>
          </a:p>
          <a:p>
            <a:pPr>
              <a:lnSpc>
                <a:spcPct val="120000"/>
              </a:lnSpc>
            </a:pPr>
            <a:r>
              <a:rPr kumimoji="1" lang="zh-CN" altLang="en-US" sz="2800">
                <a:latin typeface="Times New Roman" charset="0"/>
                <a:ea typeface="楷体_GB2312" charset="0"/>
              </a:rPr>
              <a:t>      </a:t>
            </a:r>
            <a:r>
              <a:rPr kumimoji="1" lang="en-US" altLang="zh-CN" sz="2800">
                <a:solidFill>
                  <a:srgbClr val="0000FF"/>
                </a:solidFill>
                <a:latin typeface="Times New Roman" charset="0"/>
                <a:ea typeface="楷体_GB2312" charset="0"/>
              </a:rPr>
              <a:t>CreateBiTree</a:t>
            </a:r>
            <a:r>
              <a:rPr kumimoji="1" lang="en-US" altLang="zh-CN" sz="2800">
                <a:solidFill>
                  <a:srgbClr val="008080"/>
                </a:solidFill>
                <a:latin typeface="Times New Roman" charset="0"/>
                <a:ea typeface="楷体_GB2312" charset="0"/>
              </a:rPr>
              <a:t>(T-&gt;</a:t>
            </a:r>
            <a:r>
              <a:rPr kumimoji="1" lang="en-US" altLang="zh-CN" sz="2800" b="1">
                <a:solidFill>
                  <a:srgbClr val="008080"/>
                </a:solidFill>
                <a:latin typeface="Times New Roman" charset="0"/>
                <a:ea typeface="楷体_GB2312" charset="0"/>
              </a:rPr>
              <a:t>r</a:t>
            </a:r>
            <a:r>
              <a:rPr kumimoji="1" lang="en-US" altLang="zh-CN" sz="2800">
                <a:solidFill>
                  <a:srgbClr val="008080"/>
                </a:solidFill>
                <a:latin typeface="Times New Roman" charset="0"/>
                <a:ea typeface="楷体_GB2312" charset="0"/>
              </a:rPr>
              <a:t>child)</a:t>
            </a:r>
            <a:r>
              <a:rPr kumimoji="1" lang="en-US" altLang="zh-CN" sz="2800">
                <a:latin typeface="Times New Roman" charset="0"/>
                <a:ea typeface="楷体_GB2312" charset="0"/>
              </a:rPr>
              <a:t>;   // </a:t>
            </a:r>
            <a:r>
              <a:rPr kumimoji="1" lang="zh-CN" altLang="en-US" sz="2800">
                <a:latin typeface="Times New Roman" charset="0"/>
                <a:ea typeface="楷体_GB2312" charset="0"/>
              </a:rPr>
              <a:t>构造右子树</a:t>
            </a:r>
          </a:p>
          <a:p>
            <a:pPr>
              <a:lnSpc>
                <a:spcPct val="120000"/>
              </a:lnSpc>
            </a:pPr>
            <a:r>
              <a:rPr kumimoji="1" lang="zh-CN" altLang="en-US" sz="2800">
                <a:latin typeface="Times New Roman" charset="0"/>
                <a:ea typeface="楷体_GB2312" charset="0"/>
              </a:rPr>
              <a:t>    </a:t>
            </a:r>
            <a:r>
              <a:rPr kumimoji="1" lang="en-US" altLang="zh-CN" sz="2800" b="1">
                <a:latin typeface="Times New Roman" charset="0"/>
                <a:ea typeface="楷体_GB2312" charset="0"/>
              </a:rPr>
              <a:t>}</a:t>
            </a:r>
            <a:endParaRPr kumimoji="1" lang="en-US" altLang="zh-CN" sz="2800">
              <a:latin typeface="Times New Roman" charset="0"/>
              <a:ea typeface="楷体_GB2312" charset="0"/>
            </a:endParaRPr>
          </a:p>
          <a:p>
            <a:pPr>
              <a:lnSpc>
                <a:spcPct val="120000"/>
              </a:lnSpc>
            </a:pPr>
            <a:r>
              <a:rPr kumimoji="1" lang="en-US" altLang="zh-CN" sz="2800">
                <a:latin typeface="Times New Roman" charset="0"/>
                <a:ea typeface="楷体_GB2312" charset="0"/>
              </a:rPr>
              <a:t>    </a:t>
            </a:r>
            <a:r>
              <a:rPr kumimoji="1" lang="en-US" altLang="zh-CN" sz="2800" b="1">
                <a:latin typeface="Times New Roman" charset="0"/>
                <a:ea typeface="楷体_GB2312" charset="0"/>
              </a:rPr>
              <a:t>return</a:t>
            </a:r>
            <a:r>
              <a:rPr kumimoji="1" lang="en-US" altLang="zh-CN" sz="2800">
                <a:latin typeface="Times New Roman" charset="0"/>
                <a:ea typeface="楷体_GB2312" charset="0"/>
              </a:rPr>
              <a:t> OK;  </a:t>
            </a:r>
            <a:r>
              <a:rPr kumimoji="1" lang="en-US" altLang="zh-CN" sz="2800" b="1">
                <a:latin typeface="Times New Roman" charset="0"/>
                <a:ea typeface="楷体_GB2312" charset="0"/>
              </a:rPr>
              <a:t>}</a:t>
            </a:r>
            <a:r>
              <a:rPr kumimoji="1" lang="en-US" altLang="zh-CN" sz="2800">
                <a:latin typeface="Times New Roman" charset="0"/>
                <a:ea typeface="楷体_GB2312" charset="0"/>
              </a:rPr>
              <a:t> // CreateBiTree</a:t>
            </a:r>
            <a:endParaRPr kumimoji="1" lang="en-US" altLang="zh-CN" sz="2800" b="1">
              <a:latin typeface="Times New Roman" charset="0"/>
              <a:ea typeface="楷体_GB2312" charset="0"/>
            </a:endParaRPr>
          </a:p>
        </p:txBody>
      </p:sp>
    </p:spTree>
    <p:extLst>
      <p:ext uri="{BB962C8B-B14F-4D97-AF65-F5344CB8AC3E}">
        <p14:creationId xmlns:p14="http://schemas.microsoft.com/office/powerpoint/2010/main" val="949244942"/>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ext Box 2"/>
          <p:cNvSpPr txBox="1">
            <a:spLocks noChangeArrowheads="1"/>
          </p:cNvSpPr>
          <p:nvPr/>
        </p:nvSpPr>
        <p:spPr bwMode="auto">
          <a:xfrm>
            <a:off x="1524000" y="1447800"/>
            <a:ext cx="6096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000" b="1">
                <a:solidFill>
                  <a:srgbClr val="FF9933"/>
                </a:solidFill>
                <a:latin typeface="Times New Roman" charset="0"/>
                <a:ea typeface="楷体_GB2312" charset="0"/>
              </a:rPr>
              <a:t>A  B </a:t>
            </a:r>
            <a:r>
              <a:rPr kumimoji="1" lang="en-US" altLang="zh-CN" sz="4000">
                <a:solidFill>
                  <a:srgbClr val="FF9933"/>
                </a:solidFill>
                <a:latin typeface="Times New Roman" charset="0"/>
                <a:ea typeface="楷体_GB2312" charset="0"/>
              </a:rPr>
              <a:t>    </a:t>
            </a:r>
            <a:r>
              <a:rPr kumimoji="1" lang="en-US" altLang="zh-CN" sz="4000" b="1">
                <a:solidFill>
                  <a:srgbClr val="FF9933"/>
                </a:solidFill>
                <a:latin typeface="Times New Roman" charset="0"/>
                <a:ea typeface="楷体_GB2312" charset="0"/>
              </a:rPr>
              <a:t>C</a:t>
            </a:r>
            <a:r>
              <a:rPr kumimoji="1" lang="en-US" altLang="zh-CN" sz="4000">
                <a:solidFill>
                  <a:srgbClr val="FF9933"/>
                </a:solidFill>
                <a:latin typeface="Times New Roman" charset="0"/>
                <a:ea typeface="楷体_GB2312" charset="0"/>
              </a:rPr>
              <a:t>          </a:t>
            </a:r>
            <a:r>
              <a:rPr kumimoji="1" lang="en-US" altLang="zh-CN" sz="4000" b="1">
                <a:solidFill>
                  <a:srgbClr val="FF9933"/>
                </a:solidFill>
                <a:latin typeface="Times New Roman" charset="0"/>
                <a:ea typeface="楷体_GB2312" charset="0"/>
              </a:rPr>
              <a:t>D</a:t>
            </a:r>
            <a:r>
              <a:rPr kumimoji="1" lang="en-US" altLang="zh-CN" sz="4000">
                <a:solidFill>
                  <a:srgbClr val="FF9933"/>
                </a:solidFill>
                <a:latin typeface="Times New Roman" charset="0"/>
                <a:ea typeface="楷体_GB2312" charset="0"/>
              </a:rPr>
              <a:t>   </a:t>
            </a:r>
            <a:endParaRPr kumimoji="1" lang="en-US" altLang="zh-CN" sz="2400">
              <a:latin typeface="Times New Roman" charset="0"/>
            </a:endParaRPr>
          </a:p>
        </p:txBody>
      </p:sp>
      <p:sp>
        <p:nvSpPr>
          <p:cNvPr id="230403" name="Rectangle 3"/>
          <p:cNvSpPr>
            <a:spLocks noChangeArrowheads="1"/>
          </p:cNvSpPr>
          <p:nvPr/>
        </p:nvSpPr>
        <p:spPr bwMode="auto">
          <a:xfrm>
            <a:off x="2743200" y="1676400"/>
            <a:ext cx="304800" cy="381000"/>
          </a:xfrm>
          <a:prstGeom prst="rect">
            <a:avLst/>
          </a:prstGeom>
          <a:solidFill>
            <a:srgbClr val="FF9933"/>
          </a:solidFill>
          <a:ln w="12700" cap="sq">
            <a:solidFill>
              <a:srgbClr val="FF9933"/>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04" name="Rectangle 4"/>
          <p:cNvSpPr>
            <a:spLocks noChangeArrowheads="1"/>
          </p:cNvSpPr>
          <p:nvPr/>
        </p:nvSpPr>
        <p:spPr bwMode="auto">
          <a:xfrm>
            <a:off x="3810000" y="1676400"/>
            <a:ext cx="304800" cy="381000"/>
          </a:xfrm>
          <a:prstGeom prst="rect">
            <a:avLst/>
          </a:prstGeom>
          <a:solidFill>
            <a:srgbClr val="FF9933"/>
          </a:solidFill>
          <a:ln w="12700" cap="sq">
            <a:solidFill>
              <a:srgbClr val="FF9933"/>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05" name="Rectangle 5"/>
          <p:cNvSpPr>
            <a:spLocks noChangeArrowheads="1"/>
          </p:cNvSpPr>
          <p:nvPr/>
        </p:nvSpPr>
        <p:spPr bwMode="auto">
          <a:xfrm>
            <a:off x="4343400" y="1676400"/>
            <a:ext cx="304800" cy="381000"/>
          </a:xfrm>
          <a:prstGeom prst="rect">
            <a:avLst/>
          </a:prstGeom>
          <a:solidFill>
            <a:srgbClr val="FF9933"/>
          </a:solidFill>
          <a:ln w="12700" cap="sq">
            <a:solidFill>
              <a:srgbClr val="FF9933"/>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06" name="Rectangle 6"/>
          <p:cNvSpPr>
            <a:spLocks noChangeArrowheads="1"/>
          </p:cNvSpPr>
          <p:nvPr/>
        </p:nvSpPr>
        <p:spPr bwMode="auto">
          <a:xfrm>
            <a:off x="5334000" y="1676400"/>
            <a:ext cx="304800" cy="381000"/>
          </a:xfrm>
          <a:prstGeom prst="rect">
            <a:avLst/>
          </a:prstGeom>
          <a:solidFill>
            <a:srgbClr val="FF9933"/>
          </a:solidFill>
          <a:ln w="12700" cap="sq">
            <a:solidFill>
              <a:srgbClr val="FF9933"/>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07" name="Rectangle 7"/>
          <p:cNvSpPr>
            <a:spLocks noChangeArrowheads="1"/>
          </p:cNvSpPr>
          <p:nvPr/>
        </p:nvSpPr>
        <p:spPr bwMode="auto">
          <a:xfrm>
            <a:off x="5867400" y="1676400"/>
            <a:ext cx="304800" cy="381000"/>
          </a:xfrm>
          <a:prstGeom prst="rect">
            <a:avLst/>
          </a:prstGeom>
          <a:solidFill>
            <a:srgbClr val="FF9933"/>
          </a:solidFill>
          <a:ln w="12700" cap="sq">
            <a:solidFill>
              <a:srgbClr val="FF9933"/>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08" name="Rectangle 8"/>
          <p:cNvSpPr>
            <a:spLocks noChangeArrowheads="1"/>
          </p:cNvSpPr>
          <p:nvPr/>
        </p:nvSpPr>
        <p:spPr bwMode="auto">
          <a:xfrm>
            <a:off x="2743200" y="1676400"/>
            <a:ext cx="304800" cy="381000"/>
          </a:xfrm>
          <a:prstGeom prst="rect">
            <a:avLst/>
          </a:prstGeom>
          <a:solidFill>
            <a:srgbClr val="FF3300"/>
          </a:solidFill>
          <a:ln w="12700" cap="sq">
            <a:solidFill>
              <a:srgbClr val="FF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09" name="Rectangle 9"/>
          <p:cNvSpPr>
            <a:spLocks noChangeArrowheads="1"/>
          </p:cNvSpPr>
          <p:nvPr/>
        </p:nvSpPr>
        <p:spPr bwMode="auto">
          <a:xfrm>
            <a:off x="3810000" y="1676400"/>
            <a:ext cx="304800" cy="381000"/>
          </a:xfrm>
          <a:prstGeom prst="rect">
            <a:avLst/>
          </a:prstGeom>
          <a:solidFill>
            <a:srgbClr val="FF3300"/>
          </a:solidFill>
          <a:ln w="12700" cap="sq">
            <a:solidFill>
              <a:srgbClr val="FF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10" name="Rectangle 10"/>
          <p:cNvSpPr>
            <a:spLocks noChangeArrowheads="1"/>
          </p:cNvSpPr>
          <p:nvPr/>
        </p:nvSpPr>
        <p:spPr bwMode="auto">
          <a:xfrm>
            <a:off x="4343400" y="1676400"/>
            <a:ext cx="304800" cy="381000"/>
          </a:xfrm>
          <a:prstGeom prst="rect">
            <a:avLst/>
          </a:prstGeom>
          <a:solidFill>
            <a:srgbClr val="FF3300"/>
          </a:solidFill>
          <a:ln w="12700" cap="sq">
            <a:solidFill>
              <a:srgbClr val="FF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11" name="Rectangle 11"/>
          <p:cNvSpPr>
            <a:spLocks noChangeArrowheads="1"/>
          </p:cNvSpPr>
          <p:nvPr/>
        </p:nvSpPr>
        <p:spPr bwMode="auto">
          <a:xfrm>
            <a:off x="5334000" y="1676400"/>
            <a:ext cx="304800" cy="381000"/>
          </a:xfrm>
          <a:prstGeom prst="rect">
            <a:avLst/>
          </a:prstGeom>
          <a:solidFill>
            <a:srgbClr val="FF3300"/>
          </a:solidFill>
          <a:ln w="12700" cap="sq">
            <a:solidFill>
              <a:srgbClr val="FF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12" name="Rectangle 12"/>
          <p:cNvSpPr>
            <a:spLocks noChangeArrowheads="1"/>
          </p:cNvSpPr>
          <p:nvPr/>
        </p:nvSpPr>
        <p:spPr bwMode="auto">
          <a:xfrm>
            <a:off x="5867400" y="1676400"/>
            <a:ext cx="304800" cy="381000"/>
          </a:xfrm>
          <a:prstGeom prst="rect">
            <a:avLst/>
          </a:prstGeom>
          <a:solidFill>
            <a:srgbClr val="FF3300"/>
          </a:solidFill>
          <a:ln w="12700" cap="sq">
            <a:solidFill>
              <a:srgbClr val="FF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13" name="Text Box 13"/>
          <p:cNvSpPr txBox="1">
            <a:spLocks noChangeArrowheads="1"/>
          </p:cNvSpPr>
          <p:nvPr/>
        </p:nvSpPr>
        <p:spPr bwMode="auto">
          <a:xfrm>
            <a:off x="1524000" y="1524000"/>
            <a:ext cx="550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rPr>
              <a:t>A</a:t>
            </a:r>
            <a:endParaRPr kumimoji="1" lang="en-US" altLang="zh-CN" sz="2400">
              <a:latin typeface="Times New Roman" charset="0"/>
            </a:endParaRPr>
          </a:p>
        </p:txBody>
      </p:sp>
      <p:sp>
        <p:nvSpPr>
          <p:cNvPr id="230414" name="Text Box 14"/>
          <p:cNvSpPr txBox="1">
            <a:spLocks noChangeArrowheads="1"/>
          </p:cNvSpPr>
          <p:nvPr/>
        </p:nvSpPr>
        <p:spPr bwMode="auto">
          <a:xfrm>
            <a:off x="2144713" y="1524000"/>
            <a:ext cx="5222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rPr>
              <a:t>B</a:t>
            </a:r>
            <a:endParaRPr kumimoji="1" lang="en-US" altLang="zh-CN" sz="2400">
              <a:latin typeface="Times New Roman" charset="0"/>
            </a:endParaRPr>
          </a:p>
        </p:txBody>
      </p:sp>
      <p:sp>
        <p:nvSpPr>
          <p:cNvPr id="230415" name="Text Box 15"/>
          <p:cNvSpPr txBox="1">
            <a:spLocks noChangeArrowheads="1"/>
          </p:cNvSpPr>
          <p:nvPr/>
        </p:nvSpPr>
        <p:spPr bwMode="auto">
          <a:xfrm>
            <a:off x="3124200" y="1524000"/>
            <a:ext cx="550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rPr>
              <a:t>C</a:t>
            </a:r>
            <a:endParaRPr kumimoji="1" lang="en-US" altLang="zh-CN" sz="2400">
              <a:latin typeface="Times New Roman" charset="0"/>
            </a:endParaRPr>
          </a:p>
        </p:txBody>
      </p:sp>
      <p:sp>
        <p:nvSpPr>
          <p:cNvPr id="230416" name="Text Box 16"/>
          <p:cNvSpPr txBox="1">
            <a:spLocks noChangeArrowheads="1"/>
          </p:cNvSpPr>
          <p:nvPr/>
        </p:nvSpPr>
        <p:spPr bwMode="auto">
          <a:xfrm>
            <a:off x="4724400" y="1524000"/>
            <a:ext cx="550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FF3300"/>
                </a:solidFill>
                <a:latin typeface="Times New Roman" charset="0"/>
              </a:rPr>
              <a:t>D</a:t>
            </a:r>
            <a:endParaRPr kumimoji="1" lang="en-US" altLang="zh-CN" sz="2400">
              <a:latin typeface="Times New Roman" charset="0"/>
            </a:endParaRPr>
          </a:p>
        </p:txBody>
      </p:sp>
      <p:sp>
        <p:nvSpPr>
          <p:cNvPr id="230417" name="Text Box 17"/>
          <p:cNvSpPr txBox="1">
            <a:spLocks noChangeArrowheads="1"/>
          </p:cNvSpPr>
          <p:nvPr/>
        </p:nvSpPr>
        <p:spPr bwMode="auto">
          <a:xfrm>
            <a:off x="1371600" y="152400"/>
            <a:ext cx="612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993366"/>
                </a:solidFill>
                <a:latin typeface="楷体_GB2312" charset="0"/>
                <a:ea typeface="楷体_GB2312" charset="0"/>
              </a:rPr>
              <a:t>上页算法执行过程举例如下：</a:t>
            </a:r>
            <a:endParaRPr kumimoji="1" lang="zh-CN" altLang="en-US" sz="2400">
              <a:latin typeface="Times New Roman" charset="0"/>
            </a:endParaRPr>
          </a:p>
        </p:txBody>
      </p:sp>
      <p:sp>
        <p:nvSpPr>
          <p:cNvPr id="230418" name="Text Box 18"/>
          <p:cNvSpPr txBox="1">
            <a:spLocks noChangeArrowheads="1"/>
          </p:cNvSpPr>
          <p:nvPr/>
        </p:nvSpPr>
        <p:spPr bwMode="auto">
          <a:xfrm>
            <a:off x="4191000" y="3275013"/>
            <a:ext cx="1082675" cy="611187"/>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200" b="1">
                <a:solidFill>
                  <a:schemeClr val="tx2"/>
                </a:solidFill>
                <a:latin typeface="Times New Roman" charset="0"/>
              </a:rPr>
              <a:t>A</a:t>
            </a:r>
            <a:endParaRPr kumimoji="1" lang="en-US" altLang="zh-CN" sz="2400">
              <a:latin typeface="Times New Roman" charset="0"/>
            </a:endParaRPr>
          </a:p>
        </p:txBody>
      </p:sp>
      <p:sp>
        <p:nvSpPr>
          <p:cNvPr id="230419" name="Line 19"/>
          <p:cNvSpPr>
            <a:spLocks noChangeShapeType="1"/>
          </p:cNvSpPr>
          <p:nvPr/>
        </p:nvSpPr>
        <p:spPr bwMode="auto">
          <a:xfrm flipH="1">
            <a:off x="4495800" y="3275013"/>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0" name="Line 20"/>
          <p:cNvSpPr>
            <a:spLocks noChangeShapeType="1"/>
          </p:cNvSpPr>
          <p:nvPr/>
        </p:nvSpPr>
        <p:spPr bwMode="auto">
          <a:xfrm>
            <a:off x="4953000" y="3275013"/>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1" name="Line 21"/>
          <p:cNvSpPr>
            <a:spLocks noChangeShapeType="1"/>
          </p:cNvSpPr>
          <p:nvPr/>
        </p:nvSpPr>
        <p:spPr bwMode="auto">
          <a:xfrm>
            <a:off x="4114800" y="2741613"/>
            <a:ext cx="609600" cy="533400"/>
          </a:xfrm>
          <a:prstGeom prst="line">
            <a:avLst/>
          </a:prstGeom>
          <a:noFill/>
          <a:ln w="38100" cap="sq">
            <a:solidFill>
              <a:schemeClr val="tx2"/>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2" name="Text Box 22"/>
          <p:cNvSpPr txBox="1">
            <a:spLocks noChangeArrowheads="1"/>
          </p:cNvSpPr>
          <p:nvPr/>
        </p:nvSpPr>
        <p:spPr bwMode="auto">
          <a:xfrm>
            <a:off x="3702050" y="2362200"/>
            <a:ext cx="48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chemeClr val="tx2"/>
                </a:solidFill>
                <a:latin typeface="Times New Roman" charset="0"/>
              </a:rPr>
              <a:t>T</a:t>
            </a:r>
            <a:endParaRPr kumimoji="1" lang="en-US" altLang="zh-CN" sz="2400">
              <a:latin typeface="Times New Roman" charset="0"/>
            </a:endParaRPr>
          </a:p>
        </p:txBody>
      </p:sp>
      <p:sp>
        <p:nvSpPr>
          <p:cNvPr id="230423" name="Text Box 23"/>
          <p:cNvSpPr txBox="1">
            <a:spLocks noChangeArrowheads="1"/>
          </p:cNvSpPr>
          <p:nvPr/>
        </p:nvSpPr>
        <p:spPr bwMode="auto">
          <a:xfrm>
            <a:off x="2667000" y="4419600"/>
            <a:ext cx="1082675" cy="611188"/>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200" b="1">
                <a:solidFill>
                  <a:schemeClr val="tx2"/>
                </a:solidFill>
                <a:latin typeface="Times New Roman" charset="0"/>
              </a:rPr>
              <a:t>B</a:t>
            </a:r>
            <a:endParaRPr kumimoji="1" lang="en-US" altLang="zh-CN" sz="2400">
              <a:latin typeface="Times New Roman" charset="0"/>
            </a:endParaRPr>
          </a:p>
        </p:txBody>
      </p:sp>
      <p:sp>
        <p:nvSpPr>
          <p:cNvPr id="230424" name="Line 24"/>
          <p:cNvSpPr>
            <a:spLocks noChangeShapeType="1"/>
          </p:cNvSpPr>
          <p:nvPr/>
        </p:nvSpPr>
        <p:spPr bwMode="auto">
          <a:xfrm flipH="1">
            <a:off x="2971800" y="4419600"/>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5" name="Line 25"/>
          <p:cNvSpPr>
            <a:spLocks noChangeShapeType="1"/>
          </p:cNvSpPr>
          <p:nvPr/>
        </p:nvSpPr>
        <p:spPr bwMode="auto">
          <a:xfrm>
            <a:off x="3429000" y="4419600"/>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6" name="Text Box 26"/>
          <p:cNvSpPr txBox="1">
            <a:spLocks noChangeArrowheads="1"/>
          </p:cNvSpPr>
          <p:nvPr/>
        </p:nvSpPr>
        <p:spPr bwMode="auto">
          <a:xfrm>
            <a:off x="3962400" y="5562600"/>
            <a:ext cx="1082675" cy="611188"/>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200" b="1">
                <a:solidFill>
                  <a:schemeClr val="tx2"/>
                </a:solidFill>
                <a:latin typeface="Times New Roman" charset="0"/>
              </a:rPr>
              <a:t>C</a:t>
            </a:r>
            <a:endParaRPr kumimoji="1" lang="en-US" altLang="zh-CN" sz="2400">
              <a:latin typeface="Times New Roman" charset="0"/>
            </a:endParaRPr>
          </a:p>
        </p:txBody>
      </p:sp>
      <p:sp>
        <p:nvSpPr>
          <p:cNvPr id="230427" name="Line 27"/>
          <p:cNvSpPr>
            <a:spLocks noChangeShapeType="1"/>
          </p:cNvSpPr>
          <p:nvPr/>
        </p:nvSpPr>
        <p:spPr bwMode="auto">
          <a:xfrm flipH="1">
            <a:off x="4267200" y="5562600"/>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8" name="Line 28"/>
          <p:cNvSpPr>
            <a:spLocks noChangeShapeType="1"/>
          </p:cNvSpPr>
          <p:nvPr/>
        </p:nvSpPr>
        <p:spPr bwMode="auto">
          <a:xfrm>
            <a:off x="4724400" y="5562600"/>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29" name="Text Box 29"/>
          <p:cNvSpPr txBox="1">
            <a:spLocks noChangeArrowheads="1"/>
          </p:cNvSpPr>
          <p:nvPr/>
        </p:nvSpPr>
        <p:spPr bwMode="auto">
          <a:xfrm>
            <a:off x="5715000" y="4419600"/>
            <a:ext cx="1082675" cy="611188"/>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200" b="1">
                <a:solidFill>
                  <a:schemeClr val="tx2"/>
                </a:solidFill>
                <a:latin typeface="Times New Roman" charset="0"/>
              </a:rPr>
              <a:t>D</a:t>
            </a:r>
            <a:endParaRPr kumimoji="1" lang="en-US" altLang="zh-CN" sz="2400">
              <a:latin typeface="Times New Roman" charset="0"/>
            </a:endParaRPr>
          </a:p>
        </p:txBody>
      </p:sp>
      <p:sp>
        <p:nvSpPr>
          <p:cNvPr id="230430" name="Line 30"/>
          <p:cNvSpPr>
            <a:spLocks noChangeShapeType="1"/>
          </p:cNvSpPr>
          <p:nvPr/>
        </p:nvSpPr>
        <p:spPr bwMode="auto">
          <a:xfrm flipH="1">
            <a:off x="6019800" y="4419600"/>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31" name="Line 31"/>
          <p:cNvSpPr>
            <a:spLocks noChangeShapeType="1"/>
          </p:cNvSpPr>
          <p:nvPr/>
        </p:nvSpPr>
        <p:spPr bwMode="auto">
          <a:xfrm>
            <a:off x="6477000" y="4419600"/>
            <a:ext cx="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32" name="Line 32"/>
          <p:cNvSpPr>
            <a:spLocks noChangeShapeType="1"/>
          </p:cNvSpPr>
          <p:nvPr/>
        </p:nvSpPr>
        <p:spPr bwMode="auto">
          <a:xfrm flipH="1">
            <a:off x="3200400" y="3581400"/>
            <a:ext cx="1143000" cy="838200"/>
          </a:xfrm>
          <a:prstGeom prst="line">
            <a:avLst/>
          </a:prstGeom>
          <a:noFill/>
          <a:ln w="38100" cap="sq">
            <a:solidFill>
              <a:schemeClr val="tx2"/>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33" name="Text Box 33"/>
          <p:cNvSpPr txBox="1">
            <a:spLocks noChangeArrowheads="1"/>
          </p:cNvSpPr>
          <p:nvPr/>
        </p:nvSpPr>
        <p:spPr bwMode="auto">
          <a:xfrm>
            <a:off x="2598738" y="44799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chemeClr val="tx2"/>
                </a:solidFill>
                <a:latin typeface="Times New Roman" charset="0"/>
              </a:rPr>
              <a:t>^</a:t>
            </a:r>
            <a:endParaRPr kumimoji="1" lang="en-US" altLang="zh-CN" sz="2400">
              <a:latin typeface="Times New Roman" charset="0"/>
            </a:endParaRPr>
          </a:p>
        </p:txBody>
      </p:sp>
      <p:sp>
        <p:nvSpPr>
          <p:cNvPr id="230434" name="Line 34"/>
          <p:cNvSpPr>
            <a:spLocks noChangeShapeType="1"/>
          </p:cNvSpPr>
          <p:nvPr/>
        </p:nvSpPr>
        <p:spPr bwMode="auto">
          <a:xfrm>
            <a:off x="3581400" y="4724400"/>
            <a:ext cx="914400" cy="8382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35" name="Text Box 35"/>
          <p:cNvSpPr txBox="1">
            <a:spLocks noChangeArrowheads="1"/>
          </p:cNvSpPr>
          <p:nvPr/>
        </p:nvSpPr>
        <p:spPr bwMode="auto">
          <a:xfrm>
            <a:off x="3886200" y="56229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chemeClr val="tx2"/>
                </a:solidFill>
                <a:latin typeface="Times New Roman" charset="0"/>
              </a:rPr>
              <a:t>^</a:t>
            </a:r>
            <a:endParaRPr kumimoji="1" lang="en-US" altLang="zh-CN" sz="2400">
              <a:latin typeface="Times New Roman" charset="0"/>
            </a:endParaRPr>
          </a:p>
        </p:txBody>
      </p:sp>
      <p:sp>
        <p:nvSpPr>
          <p:cNvPr id="230436" name="Text Box 36"/>
          <p:cNvSpPr txBox="1">
            <a:spLocks noChangeArrowheads="1"/>
          </p:cNvSpPr>
          <p:nvPr/>
        </p:nvSpPr>
        <p:spPr bwMode="auto">
          <a:xfrm>
            <a:off x="4648200" y="56229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chemeClr val="tx2"/>
                </a:solidFill>
                <a:latin typeface="Times New Roman" charset="0"/>
              </a:rPr>
              <a:t>^</a:t>
            </a:r>
            <a:endParaRPr kumimoji="1" lang="en-US" altLang="zh-CN" sz="2400">
              <a:latin typeface="Times New Roman" charset="0"/>
            </a:endParaRPr>
          </a:p>
        </p:txBody>
      </p:sp>
      <p:sp>
        <p:nvSpPr>
          <p:cNvPr id="230437" name="Line 37"/>
          <p:cNvSpPr>
            <a:spLocks noChangeShapeType="1"/>
          </p:cNvSpPr>
          <p:nvPr/>
        </p:nvSpPr>
        <p:spPr bwMode="auto">
          <a:xfrm>
            <a:off x="5105400" y="3581400"/>
            <a:ext cx="1143000" cy="8382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0438" name="Text Box 38"/>
          <p:cNvSpPr txBox="1">
            <a:spLocks noChangeArrowheads="1"/>
          </p:cNvSpPr>
          <p:nvPr/>
        </p:nvSpPr>
        <p:spPr bwMode="auto">
          <a:xfrm>
            <a:off x="5638800" y="44799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chemeClr val="tx2"/>
                </a:solidFill>
                <a:latin typeface="Times New Roman" charset="0"/>
              </a:rPr>
              <a:t>^</a:t>
            </a:r>
            <a:endParaRPr kumimoji="1" lang="en-US" altLang="zh-CN" sz="2400">
              <a:latin typeface="Times New Roman" charset="0"/>
            </a:endParaRPr>
          </a:p>
        </p:txBody>
      </p:sp>
      <p:sp>
        <p:nvSpPr>
          <p:cNvPr id="230439" name="Text Box 39"/>
          <p:cNvSpPr txBox="1">
            <a:spLocks noChangeArrowheads="1"/>
          </p:cNvSpPr>
          <p:nvPr/>
        </p:nvSpPr>
        <p:spPr bwMode="auto">
          <a:xfrm>
            <a:off x="6378575" y="44799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chemeClr val="tx2"/>
                </a:solidFill>
                <a:latin typeface="Times New Roman" charset="0"/>
              </a:rPr>
              <a:t>^</a:t>
            </a:r>
            <a:endParaRPr kumimoji="1" lang="en-US" altLang="zh-CN" sz="2400">
              <a:latin typeface="Times New Roman" charset="0"/>
            </a:endParaRPr>
          </a:p>
        </p:txBody>
      </p:sp>
    </p:spTree>
    <p:extLst>
      <p:ext uri="{BB962C8B-B14F-4D97-AF65-F5344CB8AC3E}">
        <p14:creationId xmlns:p14="http://schemas.microsoft.com/office/powerpoint/2010/main" val="18811247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30413"/>
                                        </p:tgtEl>
                                        <p:attrNameLst>
                                          <p:attrName>style.visibility</p:attrName>
                                        </p:attrNameLst>
                                      </p:cBhvr>
                                      <p:to>
                                        <p:strVal val="visible"/>
                                      </p:to>
                                    </p:set>
                                    <p:anim calcmode="lin" valueType="num">
                                      <p:cBhvr>
                                        <p:cTn id="7" dur="500" fill="hold"/>
                                        <p:tgtEl>
                                          <p:spTgt spid="230413"/>
                                        </p:tgtEl>
                                        <p:attrNameLst>
                                          <p:attrName>ppt_x</p:attrName>
                                        </p:attrNameLst>
                                      </p:cBhvr>
                                      <p:tavLst>
                                        <p:tav tm="0">
                                          <p:val>
                                            <p:strVal val="#ppt_x-#ppt_w/2"/>
                                          </p:val>
                                        </p:tav>
                                        <p:tav tm="100000">
                                          <p:val>
                                            <p:strVal val="#ppt_x"/>
                                          </p:val>
                                        </p:tav>
                                      </p:tavLst>
                                    </p:anim>
                                    <p:anim calcmode="lin" valueType="num">
                                      <p:cBhvr>
                                        <p:cTn id="8" dur="500" fill="hold"/>
                                        <p:tgtEl>
                                          <p:spTgt spid="230413"/>
                                        </p:tgtEl>
                                        <p:attrNameLst>
                                          <p:attrName>ppt_y</p:attrName>
                                        </p:attrNameLst>
                                      </p:cBhvr>
                                      <p:tavLst>
                                        <p:tav tm="0">
                                          <p:val>
                                            <p:strVal val="#ppt_y"/>
                                          </p:val>
                                        </p:tav>
                                        <p:tav tm="100000">
                                          <p:val>
                                            <p:strVal val="#ppt_y"/>
                                          </p:val>
                                        </p:tav>
                                      </p:tavLst>
                                    </p:anim>
                                    <p:anim calcmode="lin" valueType="num">
                                      <p:cBhvr>
                                        <p:cTn id="9" dur="500" fill="hold"/>
                                        <p:tgtEl>
                                          <p:spTgt spid="230413"/>
                                        </p:tgtEl>
                                        <p:attrNameLst>
                                          <p:attrName>ppt_w</p:attrName>
                                        </p:attrNameLst>
                                      </p:cBhvr>
                                      <p:tavLst>
                                        <p:tav tm="0">
                                          <p:val>
                                            <p:fltVal val="0"/>
                                          </p:val>
                                        </p:tav>
                                        <p:tav tm="100000">
                                          <p:val>
                                            <p:strVal val="#ppt_w"/>
                                          </p:val>
                                        </p:tav>
                                      </p:tavLst>
                                    </p:anim>
                                    <p:anim calcmode="lin" valueType="num">
                                      <p:cBhvr>
                                        <p:cTn id="10" dur="500" fill="hold"/>
                                        <p:tgtEl>
                                          <p:spTgt spid="230413"/>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230422"/>
                                        </p:tgtEl>
                                        <p:attrNameLst>
                                          <p:attrName>style.visibility</p:attrName>
                                        </p:attrNameLst>
                                      </p:cBhvr>
                                      <p:to>
                                        <p:strVal val="visible"/>
                                      </p:to>
                                    </p:set>
                                    <p:anim calcmode="lin" valueType="num">
                                      <p:cBhvr>
                                        <p:cTn id="15" dur="500" fill="hold"/>
                                        <p:tgtEl>
                                          <p:spTgt spid="230422"/>
                                        </p:tgtEl>
                                        <p:attrNameLst>
                                          <p:attrName>ppt_x</p:attrName>
                                        </p:attrNameLst>
                                      </p:cBhvr>
                                      <p:tavLst>
                                        <p:tav tm="0">
                                          <p:val>
                                            <p:strVal val="#ppt_x"/>
                                          </p:val>
                                        </p:tav>
                                        <p:tav tm="100000">
                                          <p:val>
                                            <p:strVal val="#ppt_x"/>
                                          </p:val>
                                        </p:tav>
                                      </p:tavLst>
                                    </p:anim>
                                    <p:anim calcmode="lin" valueType="num">
                                      <p:cBhvr>
                                        <p:cTn id="16" dur="500" fill="hold"/>
                                        <p:tgtEl>
                                          <p:spTgt spid="230422"/>
                                        </p:tgtEl>
                                        <p:attrNameLst>
                                          <p:attrName>ppt_y</p:attrName>
                                        </p:attrNameLst>
                                      </p:cBhvr>
                                      <p:tavLst>
                                        <p:tav tm="0">
                                          <p:val>
                                            <p:strVal val="#ppt_y-#ppt_h/2"/>
                                          </p:val>
                                        </p:tav>
                                        <p:tav tm="100000">
                                          <p:val>
                                            <p:strVal val="#ppt_y"/>
                                          </p:val>
                                        </p:tav>
                                      </p:tavLst>
                                    </p:anim>
                                    <p:anim calcmode="lin" valueType="num">
                                      <p:cBhvr>
                                        <p:cTn id="17" dur="500" fill="hold"/>
                                        <p:tgtEl>
                                          <p:spTgt spid="230422"/>
                                        </p:tgtEl>
                                        <p:attrNameLst>
                                          <p:attrName>ppt_w</p:attrName>
                                        </p:attrNameLst>
                                      </p:cBhvr>
                                      <p:tavLst>
                                        <p:tav tm="0">
                                          <p:val>
                                            <p:strVal val="#ppt_w"/>
                                          </p:val>
                                        </p:tav>
                                        <p:tav tm="100000">
                                          <p:val>
                                            <p:strVal val="#ppt_w"/>
                                          </p:val>
                                        </p:tav>
                                      </p:tavLst>
                                    </p:anim>
                                    <p:anim calcmode="lin" valueType="num">
                                      <p:cBhvr>
                                        <p:cTn id="18" dur="500" fill="hold"/>
                                        <p:tgtEl>
                                          <p:spTgt spid="230422"/>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17" presetClass="entr" presetSubtype="1" fill="hold" grpId="0" nodeType="afterEffect">
                                  <p:stCondLst>
                                    <p:cond delay="0"/>
                                  </p:stCondLst>
                                  <p:childTnLst>
                                    <p:set>
                                      <p:cBhvr>
                                        <p:cTn id="21" dur="1" fill="hold">
                                          <p:stCondLst>
                                            <p:cond delay="0"/>
                                          </p:stCondLst>
                                        </p:cTn>
                                        <p:tgtEl>
                                          <p:spTgt spid="230421"/>
                                        </p:tgtEl>
                                        <p:attrNameLst>
                                          <p:attrName>style.visibility</p:attrName>
                                        </p:attrNameLst>
                                      </p:cBhvr>
                                      <p:to>
                                        <p:strVal val="visible"/>
                                      </p:to>
                                    </p:set>
                                    <p:anim calcmode="lin" valueType="num">
                                      <p:cBhvr>
                                        <p:cTn id="22" dur="500" fill="hold"/>
                                        <p:tgtEl>
                                          <p:spTgt spid="230421"/>
                                        </p:tgtEl>
                                        <p:attrNameLst>
                                          <p:attrName>ppt_x</p:attrName>
                                        </p:attrNameLst>
                                      </p:cBhvr>
                                      <p:tavLst>
                                        <p:tav tm="0">
                                          <p:val>
                                            <p:strVal val="#ppt_x"/>
                                          </p:val>
                                        </p:tav>
                                        <p:tav tm="100000">
                                          <p:val>
                                            <p:strVal val="#ppt_x"/>
                                          </p:val>
                                        </p:tav>
                                      </p:tavLst>
                                    </p:anim>
                                    <p:anim calcmode="lin" valueType="num">
                                      <p:cBhvr>
                                        <p:cTn id="23" dur="500" fill="hold"/>
                                        <p:tgtEl>
                                          <p:spTgt spid="230421"/>
                                        </p:tgtEl>
                                        <p:attrNameLst>
                                          <p:attrName>ppt_y</p:attrName>
                                        </p:attrNameLst>
                                      </p:cBhvr>
                                      <p:tavLst>
                                        <p:tav tm="0">
                                          <p:val>
                                            <p:strVal val="#ppt_y-#ppt_h/2"/>
                                          </p:val>
                                        </p:tav>
                                        <p:tav tm="100000">
                                          <p:val>
                                            <p:strVal val="#ppt_y"/>
                                          </p:val>
                                        </p:tav>
                                      </p:tavLst>
                                    </p:anim>
                                    <p:anim calcmode="lin" valueType="num">
                                      <p:cBhvr>
                                        <p:cTn id="24" dur="500" fill="hold"/>
                                        <p:tgtEl>
                                          <p:spTgt spid="230421"/>
                                        </p:tgtEl>
                                        <p:attrNameLst>
                                          <p:attrName>ppt_w</p:attrName>
                                        </p:attrNameLst>
                                      </p:cBhvr>
                                      <p:tavLst>
                                        <p:tav tm="0">
                                          <p:val>
                                            <p:strVal val="#ppt_w"/>
                                          </p:val>
                                        </p:tav>
                                        <p:tav tm="100000">
                                          <p:val>
                                            <p:strVal val="#ppt_w"/>
                                          </p:val>
                                        </p:tav>
                                      </p:tavLst>
                                    </p:anim>
                                    <p:anim calcmode="lin" valueType="num">
                                      <p:cBhvr>
                                        <p:cTn id="25" dur="500" fill="hold"/>
                                        <p:tgtEl>
                                          <p:spTgt spid="230421"/>
                                        </p:tgtEl>
                                        <p:attrNameLst>
                                          <p:attrName>ppt_h</p:attrName>
                                        </p:attrNameLst>
                                      </p:cBhvr>
                                      <p:tavLst>
                                        <p:tav tm="0">
                                          <p:val>
                                            <p:fltVal val="0"/>
                                          </p:val>
                                        </p:tav>
                                        <p:tav tm="100000">
                                          <p:val>
                                            <p:strVal val="#ppt_h"/>
                                          </p:val>
                                        </p:tav>
                                      </p:tavLst>
                                    </p:anim>
                                  </p:childTnLst>
                                </p:cTn>
                              </p:par>
                            </p:childTnLst>
                          </p:cTn>
                        </p:par>
                        <p:par>
                          <p:cTn id="26" fill="hold" nodeType="afterGroup">
                            <p:stCondLst>
                              <p:cond delay="1000"/>
                            </p:stCondLst>
                            <p:childTnLst>
                              <p:par>
                                <p:cTn id="27" presetID="17" presetClass="entr" presetSubtype="1" fill="hold" grpId="0" nodeType="afterEffect">
                                  <p:stCondLst>
                                    <p:cond delay="0"/>
                                  </p:stCondLst>
                                  <p:childTnLst>
                                    <p:set>
                                      <p:cBhvr>
                                        <p:cTn id="28" dur="1" fill="hold">
                                          <p:stCondLst>
                                            <p:cond delay="0"/>
                                          </p:stCondLst>
                                        </p:cTn>
                                        <p:tgtEl>
                                          <p:spTgt spid="230418"/>
                                        </p:tgtEl>
                                        <p:attrNameLst>
                                          <p:attrName>style.visibility</p:attrName>
                                        </p:attrNameLst>
                                      </p:cBhvr>
                                      <p:to>
                                        <p:strVal val="visible"/>
                                      </p:to>
                                    </p:set>
                                    <p:anim calcmode="lin" valueType="num">
                                      <p:cBhvr>
                                        <p:cTn id="29" dur="500" fill="hold"/>
                                        <p:tgtEl>
                                          <p:spTgt spid="230418"/>
                                        </p:tgtEl>
                                        <p:attrNameLst>
                                          <p:attrName>ppt_x</p:attrName>
                                        </p:attrNameLst>
                                      </p:cBhvr>
                                      <p:tavLst>
                                        <p:tav tm="0">
                                          <p:val>
                                            <p:strVal val="#ppt_x"/>
                                          </p:val>
                                        </p:tav>
                                        <p:tav tm="100000">
                                          <p:val>
                                            <p:strVal val="#ppt_x"/>
                                          </p:val>
                                        </p:tav>
                                      </p:tavLst>
                                    </p:anim>
                                    <p:anim calcmode="lin" valueType="num">
                                      <p:cBhvr>
                                        <p:cTn id="30" dur="500" fill="hold"/>
                                        <p:tgtEl>
                                          <p:spTgt spid="230418"/>
                                        </p:tgtEl>
                                        <p:attrNameLst>
                                          <p:attrName>ppt_y</p:attrName>
                                        </p:attrNameLst>
                                      </p:cBhvr>
                                      <p:tavLst>
                                        <p:tav tm="0">
                                          <p:val>
                                            <p:strVal val="#ppt_y-#ppt_h/2"/>
                                          </p:val>
                                        </p:tav>
                                        <p:tav tm="100000">
                                          <p:val>
                                            <p:strVal val="#ppt_y"/>
                                          </p:val>
                                        </p:tav>
                                      </p:tavLst>
                                    </p:anim>
                                    <p:anim calcmode="lin" valueType="num">
                                      <p:cBhvr>
                                        <p:cTn id="31" dur="500" fill="hold"/>
                                        <p:tgtEl>
                                          <p:spTgt spid="230418"/>
                                        </p:tgtEl>
                                        <p:attrNameLst>
                                          <p:attrName>ppt_w</p:attrName>
                                        </p:attrNameLst>
                                      </p:cBhvr>
                                      <p:tavLst>
                                        <p:tav tm="0">
                                          <p:val>
                                            <p:strVal val="#ppt_w"/>
                                          </p:val>
                                        </p:tav>
                                        <p:tav tm="100000">
                                          <p:val>
                                            <p:strVal val="#ppt_w"/>
                                          </p:val>
                                        </p:tav>
                                      </p:tavLst>
                                    </p:anim>
                                    <p:anim calcmode="lin" valueType="num">
                                      <p:cBhvr>
                                        <p:cTn id="32" dur="500" fill="hold"/>
                                        <p:tgtEl>
                                          <p:spTgt spid="230418"/>
                                        </p:tgtEl>
                                        <p:attrNameLst>
                                          <p:attrName>ppt_h</p:attrName>
                                        </p:attrNameLst>
                                      </p:cBhvr>
                                      <p:tavLst>
                                        <p:tav tm="0">
                                          <p:val>
                                            <p:fltVal val="0"/>
                                          </p:val>
                                        </p:tav>
                                        <p:tav tm="100000">
                                          <p:val>
                                            <p:strVal val="#ppt_h"/>
                                          </p:val>
                                        </p:tav>
                                      </p:tavLst>
                                    </p:anim>
                                  </p:childTnLst>
                                </p:cTn>
                              </p:par>
                            </p:childTnLst>
                          </p:cTn>
                        </p:par>
                        <p:par>
                          <p:cTn id="33" fill="hold" nodeType="afterGroup">
                            <p:stCondLst>
                              <p:cond delay="1500"/>
                            </p:stCondLst>
                            <p:childTnLst>
                              <p:par>
                                <p:cTn id="34" presetID="17" presetClass="entr" presetSubtype="1" fill="hold" grpId="0" nodeType="afterEffect">
                                  <p:stCondLst>
                                    <p:cond delay="0"/>
                                  </p:stCondLst>
                                  <p:childTnLst>
                                    <p:set>
                                      <p:cBhvr>
                                        <p:cTn id="35" dur="1" fill="hold">
                                          <p:stCondLst>
                                            <p:cond delay="0"/>
                                          </p:stCondLst>
                                        </p:cTn>
                                        <p:tgtEl>
                                          <p:spTgt spid="230419"/>
                                        </p:tgtEl>
                                        <p:attrNameLst>
                                          <p:attrName>style.visibility</p:attrName>
                                        </p:attrNameLst>
                                      </p:cBhvr>
                                      <p:to>
                                        <p:strVal val="visible"/>
                                      </p:to>
                                    </p:set>
                                    <p:anim calcmode="lin" valueType="num">
                                      <p:cBhvr>
                                        <p:cTn id="36" dur="500" fill="hold"/>
                                        <p:tgtEl>
                                          <p:spTgt spid="230419"/>
                                        </p:tgtEl>
                                        <p:attrNameLst>
                                          <p:attrName>ppt_x</p:attrName>
                                        </p:attrNameLst>
                                      </p:cBhvr>
                                      <p:tavLst>
                                        <p:tav tm="0">
                                          <p:val>
                                            <p:strVal val="#ppt_x"/>
                                          </p:val>
                                        </p:tav>
                                        <p:tav tm="100000">
                                          <p:val>
                                            <p:strVal val="#ppt_x"/>
                                          </p:val>
                                        </p:tav>
                                      </p:tavLst>
                                    </p:anim>
                                    <p:anim calcmode="lin" valueType="num">
                                      <p:cBhvr>
                                        <p:cTn id="37" dur="500" fill="hold"/>
                                        <p:tgtEl>
                                          <p:spTgt spid="230419"/>
                                        </p:tgtEl>
                                        <p:attrNameLst>
                                          <p:attrName>ppt_y</p:attrName>
                                        </p:attrNameLst>
                                      </p:cBhvr>
                                      <p:tavLst>
                                        <p:tav tm="0">
                                          <p:val>
                                            <p:strVal val="#ppt_y-#ppt_h/2"/>
                                          </p:val>
                                        </p:tav>
                                        <p:tav tm="100000">
                                          <p:val>
                                            <p:strVal val="#ppt_y"/>
                                          </p:val>
                                        </p:tav>
                                      </p:tavLst>
                                    </p:anim>
                                    <p:anim calcmode="lin" valueType="num">
                                      <p:cBhvr>
                                        <p:cTn id="38" dur="500" fill="hold"/>
                                        <p:tgtEl>
                                          <p:spTgt spid="230419"/>
                                        </p:tgtEl>
                                        <p:attrNameLst>
                                          <p:attrName>ppt_w</p:attrName>
                                        </p:attrNameLst>
                                      </p:cBhvr>
                                      <p:tavLst>
                                        <p:tav tm="0">
                                          <p:val>
                                            <p:strVal val="#ppt_w"/>
                                          </p:val>
                                        </p:tav>
                                        <p:tav tm="100000">
                                          <p:val>
                                            <p:strVal val="#ppt_w"/>
                                          </p:val>
                                        </p:tav>
                                      </p:tavLst>
                                    </p:anim>
                                    <p:anim calcmode="lin" valueType="num">
                                      <p:cBhvr>
                                        <p:cTn id="39" dur="500" fill="hold"/>
                                        <p:tgtEl>
                                          <p:spTgt spid="230419"/>
                                        </p:tgtEl>
                                        <p:attrNameLst>
                                          <p:attrName>ppt_h</p:attrName>
                                        </p:attrNameLst>
                                      </p:cBhvr>
                                      <p:tavLst>
                                        <p:tav tm="0">
                                          <p:val>
                                            <p:fltVal val="0"/>
                                          </p:val>
                                        </p:tav>
                                        <p:tav tm="100000">
                                          <p:val>
                                            <p:strVal val="#ppt_h"/>
                                          </p:val>
                                        </p:tav>
                                      </p:tavLst>
                                    </p:anim>
                                  </p:childTnLst>
                                </p:cTn>
                              </p:par>
                            </p:childTnLst>
                          </p:cTn>
                        </p:par>
                        <p:par>
                          <p:cTn id="40" fill="hold" nodeType="afterGroup">
                            <p:stCondLst>
                              <p:cond delay="2000"/>
                            </p:stCondLst>
                            <p:childTnLst>
                              <p:par>
                                <p:cTn id="41" presetID="17" presetClass="entr" presetSubtype="1" fill="hold" grpId="0" nodeType="afterEffect">
                                  <p:stCondLst>
                                    <p:cond delay="0"/>
                                  </p:stCondLst>
                                  <p:childTnLst>
                                    <p:set>
                                      <p:cBhvr>
                                        <p:cTn id="42" dur="1" fill="hold">
                                          <p:stCondLst>
                                            <p:cond delay="0"/>
                                          </p:stCondLst>
                                        </p:cTn>
                                        <p:tgtEl>
                                          <p:spTgt spid="230420"/>
                                        </p:tgtEl>
                                        <p:attrNameLst>
                                          <p:attrName>style.visibility</p:attrName>
                                        </p:attrNameLst>
                                      </p:cBhvr>
                                      <p:to>
                                        <p:strVal val="visible"/>
                                      </p:to>
                                    </p:set>
                                    <p:anim calcmode="lin" valueType="num">
                                      <p:cBhvr>
                                        <p:cTn id="43" dur="500" fill="hold"/>
                                        <p:tgtEl>
                                          <p:spTgt spid="230420"/>
                                        </p:tgtEl>
                                        <p:attrNameLst>
                                          <p:attrName>ppt_x</p:attrName>
                                        </p:attrNameLst>
                                      </p:cBhvr>
                                      <p:tavLst>
                                        <p:tav tm="0">
                                          <p:val>
                                            <p:strVal val="#ppt_x"/>
                                          </p:val>
                                        </p:tav>
                                        <p:tav tm="100000">
                                          <p:val>
                                            <p:strVal val="#ppt_x"/>
                                          </p:val>
                                        </p:tav>
                                      </p:tavLst>
                                    </p:anim>
                                    <p:anim calcmode="lin" valueType="num">
                                      <p:cBhvr>
                                        <p:cTn id="44" dur="500" fill="hold"/>
                                        <p:tgtEl>
                                          <p:spTgt spid="230420"/>
                                        </p:tgtEl>
                                        <p:attrNameLst>
                                          <p:attrName>ppt_y</p:attrName>
                                        </p:attrNameLst>
                                      </p:cBhvr>
                                      <p:tavLst>
                                        <p:tav tm="0">
                                          <p:val>
                                            <p:strVal val="#ppt_y-#ppt_h/2"/>
                                          </p:val>
                                        </p:tav>
                                        <p:tav tm="100000">
                                          <p:val>
                                            <p:strVal val="#ppt_y"/>
                                          </p:val>
                                        </p:tav>
                                      </p:tavLst>
                                    </p:anim>
                                    <p:anim calcmode="lin" valueType="num">
                                      <p:cBhvr>
                                        <p:cTn id="45" dur="500" fill="hold"/>
                                        <p:tgtEl>
                                          <p:spTgt spid="230420"/>
                                        </p:tgtEl>
                                        <p:attrNameLst>
                                          <p:attrName>ppt_w</p:attrName>
                                        </p:attrNameLst>
                                      </p:cBhvr>
                                      <p:tavLst>
                                        <p:tav tm="0">
                                          <p:val>
                                            <p:strVal val="#ppt_w"/>
                                          </p:val>
                                        </p:tav>
                                        <p:tav tm="100000">
                                          <p:val>
                                            <p:strVal val="#ppt_w"/>
                                          </p:val>
                                        </p:tav>
                                      </p:tavLst>
                                    </p:anim>
                                    <p:anim calcmode="lin" valueType="num">
                                      <p:cBhvr>
                                        <p:cTn id="46" dur="500" fill="hold"/>
                                        <p:tgtEl>
                                          <p:spTgt spid="230420"/>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8" fill="hold" grpId="0" nodeType="clickEffect">
                                  <p:stCondLst>
                                    <p:cond delay="0"/>
                                  </p:stCondLst>
                                  <p:childTnLst>
                                    <p:set>
                                      <p:cBhvr>
                                        <p:cTn id="50" dur="1" fill="hold">
                                          <p:stCondLst>
                                            <p:cond delay="0"/>
                                          </p:stCondLst>
                                        </p:cTn>
                                        <p:tgtEl>
                                          <p:spTgt spid="230414"/>
                                        </p:tgtEl>
                                        <p:attrNameLst>
                                          <p:attrName>style.visibility</p:attrName>
                                        </p:attrNameLst>
                                      </p:cBhvr>
                                      <p:to>
                                        <p:strVal val="visible"/>
                                      </p:to>
                                    </p:set>
                                    <p:anim calcmode="lin" valueType="num">
                                      <p:cBhvr>
                                        <p:cTn id="51" dur="500" fill="hold"/>
                                        <p:tgtEl>
                                          <p:spTgt spid="230414"/>
                                        </p:tgtEl>
                                        <p:attrNameLst>
                                          <p:attrName>ppt_x</p:attrName>
                                        </p:attrNameLst>
                                      </p:cBhvr>
                                      <p:tavLst>
                                        <p:tav tm="0">
                                          <p:val>
                                            <p:strVal val="#ppt_x-#ppt_w/2"/>
                                          </p:val>
                                        </p:tav>
                                        <p:tav tm="100000">
                                          <p:val>
                                            <p:strVal val="#ppt_x"/>
                                          </p:val>
                                        </p:tav>
                                      </p:tavLst>
                                    </p:anim>
                                    <p:anim calcmode="lin" valueType="num">
                                      <p:cBhvr>
                                        <p:cTn id="52" dur="500" fill="hold"/>
                                        <p:tgtEl>
                                          <p:spTgt spid="230414"/>
                                        </p:tgtEl>
                                        <p:attrNameLst>
                                          <p:attrName>ppt_y</p:attrName>
                                        </p:attrNameLst>
                                      </p:cBhvr>
                                      <p:tavLst>
                                        <p:tav tm="0">
                                          <p:val>
                                            <p:strVal val="#ppt_y"/>
                                          </p:val>
                                        </p:tav>
                                        <p:tav tm="100000">
                                          <p:val>
                                            <p:strVal val="#ppt_y"/>
                                          </p:val>
                                        </p:tav>
                                      </p:tavLst>
                                    </p:anim>
                                    <p:anim calcmode="lin" valueType="num">
                                      <p:cBhvr>
                                        <p:cTn id="53" dur="500" fill="hold"/>
                                        <p:tgtEl>
                                          <p:spTgt spid="230414"/>
                                        </p:tgtEl>
                                        <p:attrNameLst>
                                          <p:attrName>ppt_w</p:attrName>
                                        </p:attrNameLst>
                                      </p:cBhvr>
                                      <p:tavLst>
                                        <p:tav tm="0">
                                          <p:val>
                                            <p:fltVal val="0"/>
                                          </p:val>
                                        </p:tav>
                                        <p:tav tm="100000">
                                          <p:val>
                                            <p:strVal val="#ppt_w"/>
                                          </p:val>
                                        </p:tav>
                                      </p:tavLst>
                                    </p:anim>
                                    <p:anim calcmode="lin" valueType="num">
                                      <p:cBhvr>
                                        <p:cTn id="54" dur="500" fill="hold"/>
                                        <p:tgtEl>
                                          <p:spTgt spid="230414"/>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7" presetClass="entr" presetSubtype="1" fill="hold" grpId="0" nodeType="clickEffect">
                                  <p:stCondLst>
                                    <p:cond delay="0"/>
                                  </p:stCondLst>
                                  <p:childTnLst>
                                    <p:set>
                                      <p:cBhvr>
                                        <p:cTn id="58" dur="1" fill="hold">
                                          <p:stCondLst>
                                            <p:cond delay="0"/>
                                          </p:stCondLst>
                                        </p:cTn>
                                        <p:tgtEl>
                                          <p:spTgt spid="230432"/>
                                        </p:tgtEl>
                                        <p:attrNameLst>
                                          <p:attrName>style.visibility</p:attrName>
                                        </p:attrNameLst>
                                      </p:cBhvr>
                                      <p:to>
                                        <p:strVal val="visible"/>
                                      </p:to>
                                    </p:set>
                                    <p:anim calcmode="lin" valueType="num">
                                      <p:cBhvr>
                                        <p:cTn id="59" dur="500" fill="hold"/>
                                        <p:tgtEl>
                                          <p:spTgt spid="230432"/>
                                        </p:tgtEl>
                                        <p:attrNameLst>
                                          <p:attrName>ppt_x</p:attrName>
                                        </p:attrNameLst>
                                      </p:cBhvr>
                                      <p:tavLst>
                                        <p:tav tm="0">
                                          <p:val>
                                            <p:strVal val="#ppt_x"/>
                                          </p:val>
                                        </p:tav>
                                        <p:tav tm="100000">
                                          <p:val>
                                            <p:strVal val="#ppt_x"/>
                                          </p:val>
                                        </p:tav>
                                      </p:tavLst>
                                    </p:anim>
                                    <p:anim calcmode="lin" valueType="num">
                                      <p:cBhvr>
                                        <p:cTn id="60" dur="500" fill="hold"/>
                                        <p:tgtEl>
                                          <p:spTgt spid="230432"/>
                                        </p:tgtEl>
                                        <p:attrNameLst>
                                          <p:attrName>ppt_y</p:attrName>
                                        </p:attrNameLst>
                                      </p:cBhvr>
                                      <p:tavLst>
                                        <p:tav tm="0">
                                          <p:val>
                                            <p:strVal val="#ppt_y-#ppt_h/2"/>
                                          </p:val>
                                        </p:tav>
                                        <p:tav tm="100000">
                                          <p:val>
                                            <p:strVal val="#ppt_y"/>
                                          </p:val>
                                        </p:tav>
                                      </p:tavLst>
                                    </p:anim>
                                    <p:anim calcmode="lin" valueType="num">
                                      <p:cBhvr>
                                        <p:cTn id="61" dur="500" fill="hold"/>
                                        <p:tgtEl>
                                          <p:spTgt spid="230432"/>
                                        </p:tgtEl>
                                        <p:attrNameLst>
                                          <p:attrName>ppt_w</p:attrName>
                                        </p:attrNameLst>
                                      </p:cBhvr>
                                      <p:tavLst>
                                        <p:tav tm="0">
                                          <p:val>
                                            <p:strVal val="#ppt_w"/>
                                          </p:val>
                                        </p:tav>
                                        <p:tav tm="100000">
                                          <p:val>
                                            <p:strVal val="#ppt_w"/>
                                          </p:val>
                                        </p:tav>
                                      </p:tavLst>
                                    </p:anim>
                                    <p:anim calcmode="lin" valueType="num">
                                      <p:cBhvr>
                                        <p:cTn id="62" dur="500" fill="hold"/>
                                        <p:tgtEl>
                                          <p:spTgt spid="230432"/>
                                        </p:tgtEl>
                                        <p:attrNameLst>
                                          <p:attrName>ppt_h</p:attrName>
                                        </p:attrNameLst>
                                      </p:cBhvr>
                                      <p:tavLst>
                                        <p:tav tm="0">
                                          <p:val>
                                            <p:fltVal val="0"/>
                                          </p:val>
                                        </p:tav>
                                        <p:tav tm="100000">
                                          <p:val>
                                            <p:strVal val="#ppt_h"/>
                                          </p:val>
                                        </p:tav>
                                      </p:tavLst>
                                    </p:anim>
                                  </p:childTnLst>
                                </p:cTn>
                              </p:par>
                            </p:childTnLst>
                          </p:cTn>
                        </p:par>
                        <p:par>
                          <p:cTn id="63" fill="hold" nodeType="afterGroup">
                            <p:stCondLst>
                              <p:cond delay="500"/>
                            </p:stCondLst>
                            <p:childTnLst>
                              <p:par>
                                <p:cTn id="64" presetID="17" presetClass="entr" presetSubtype="1" fill="hold" grpId="0" nodeType="afterEffect">
                                  <p:stCondLst>
                                    <p:cond delay="0"/>
                                  </p:stCondLst>
                                  <p:childTnLst>
                                    <p:set>
                                      <p:cBhvr>
                                        <p:cTn id="65" dur="1" fill="hold">
                                          <p:stCondLst>
                                            <p:cond delay="0"/>
                                          </p:stCondLst>
                                        </p:cTn>
                                        <p:tgtEl>
                                          <p:spTgt spid="230423"/>
                                        </p:tgtEl>
                                        <p:attrNameLst>
                                          <p:attrName>style.visibility</p:attrName>
                                        </p:attrNameLst>
                                      </p:cBhvr>
                                      <p:to>
                                        <p:strVal val="visible"/>
                                      </p:to>
                                    </p:set>
                                    <p:anim calcmode="lin" valueType="num">
                                      <p:cBhvr>
                                        <p:cTn id="66" dur="500" fill="hold"/>
                                        <p:tgtEl>
                                          <p:spTgt spid="230423"/>
                                        </p:tgtEl>
                                        <p:attrNameLst>
                                          <p:attrName>ppt_x</p:attrName>
                                        </p:attrNameLst>
                                      </p:cBhvr>
                                      <p:tavLst>
                                        <p:tav tm="0">
                                          <p:val>
                                            <p:strVal val="#ppt_x"/>
                                          </p:val>
                                        </p:tav>
                                        <p:tav tm="100000">
                                          <p:val>
                                            <p:strVal val="#ppt_x"/>
                                          </p:val>
                                        </p:tav>
                                      </p:tavLst>
                                    </p:anim>
                                    <p:anim calcmode="lin" valueType="num">
                                      <p:cBhvr>
                                        <p:cTn id="67" dur="500" fill="hold"/>
                                        <p:tgtEl>
                                          <p:spTgt spid="230423"/>
                                        </p:tgtEl>
                                        <p:attrNameLst>
                                          <p:attrName>ppt_y</p:attrName>
                                        </p:attrNameLst>
                                      </p:cBhvr>
                                      <p:tavLst>
                                        <p:tav tm="0">
                                          <p:val>
                                            <p:strVal val="#ppt_y-#ppt_h/2"/>
                                          </p:val>
                                        </p:tav>
                                        <p:tav tm="100000">
                                          <p:val>
                                            <p:strVal val="#ppt_y"/>
                                          </p:val>
                                        </p:tav>
                                      </p:tavLst>
                                    </p:anim>
                                    <p:anim calcmode="lin" valueType="num">
                                      <p:cBhvr>
                                        <p:cTn id="68" dur="500" fill="hold"/>
                                        <p:tgtEl>
                                          <p:spTgt spid="230423"/>
                                        </p:tgtEl>
                                        <p:attrNameLst>
                                          <p:attrName>ppt_w</p:attrName>
                                        </p:attrNameLst>
                                      </p:cBhvr>
                                      <p:tavLst>
                                        <p:tav tm="0">
                                          <p:val>
                                            <p:strVal val="#ppt_w"/>
                                          </p:val>
                                        </p:tav>
                                        <p:tav tm="100000">
                                          <p:val>
                                            <p:strVal val="#ppt_w"/>
                                          </p:val>
                                        </p:tav>
                                      </p:tavLst>
                                    </p:anim>
                                    <p:anim calcmode="lin" valueType="num">
                                      <p:cBhvr>
                                        <p:cTn id="69" dur="500" fill="hold"/>
                                        <p:tgtEl>
                                          <p:spTgt spid="230423"/>
                                        </p:tgtEl>
                                        <p:attrNameLst>
                                          <p:attrName>ppt_h</p:attrName>
                                        </p:attrNameLst>
                                      </p:cBhvr>
                                      <p:tavLst>
                                        <p:tav tm="0">
                                          <p:val>
                                            <p:fltVal val="0"/>
                                          </p:val>
                                        </p:tav>
                                        <p:tav tm="100000">
                                          <p:val>
                                            <p:strVal val="#ppt_h"/>
                                          </p:val>
                                        </p:tav>
                                      </p:tavLst>
                                    </p:anim>
                                  </p:childTnLst>
                                </p:cTn>
                              </p:par>
                            </p:childTnLst>
                          </p:cTn>
                        </p:par>
                        <p:par>
                          <p:cTn id="70" fill="hold" nodeType="afterGroup">
                            <p:stCondLst>
                              <p:cond delay="1000"/>
                            </p:stCondLst>
                            <p:childTnLst>
                              <p:par>
                                <p:cTn id="71" presetID="17" presetClass="entr" presetSubtype="1" fill="hold" grpId="0" nodeType="afterEffect">
                                  <p:stCondLst>
                                    <p:cond delay="0"/>
                                  </p:stCondLst>
                                  <p:childTnLst>
                                    <p:set>
                                      <p:cBhvr>
                                        <p:cTn id="72" dur="1" fill="hold">
                                          <p:stCondLst>
                                            <p:cond delay="0"/>
                                          </p:stCondLst>
                                        </p:cTn>
                                        <p:tgtEl>
                                          <p:spTgt spid="230424"/>
                                        </p:tgtEl>
                                        <p:attrNameLst>
                                          <p:attrName>style.visibility</p:attrName>
                                        </p:attrNameLst>
                                      </p:cBhvr>
                                      <p:to>
                                        <p:strVal val="visible"/>
                                      </p:to>
                                    </p:set>
                                    <p:anim calcmode="lin" valueType="num">
                                      <p:cBhvr>
                                        <p:cTn id="73" dur="500" fill="hold"/>
                                        <p:tgtEl>
                                          <p:spTgt spid="230424"/>
                                        </p:tgtEl>
                                        <p:attrNameLst>
                                          <p:attrName>ppt_x</p:attrName>
                                        </p:attrNameLst>
                                      </p:cBhvr>
                                      <p:tavLst>
                                        <p:tav tm="0">
                                          <p:val>
                                            <p:strVal val="#ppt_x"/>
                                          </p:val>
                                        </p:tav>
                                        <p:tav tm="100000">
                                          <p:val>
                                            <p:strVal val="#ppt_x"/>
                                          </p:val>
                                        </p:tav>
                                      </p:tavLst>
                                    </p:anim>
                                    <p:anim calcmode="lin" valueType="num">
                                      <p:cBhvr>
                                        <p:cTn id="74" dur="500" fill="hold"/>
                                        <p:tgtEl>
                                          <p:spTgt spid="230424"/>
                                        </p:tgtEl>
                                        <p:attrNameLst>
                                          <p:attrName>ppt_y</p:attrName>
                                        </p:attrNameLst>
                                      </p:cBhvr>
                                      <p:tavLst>
                                        <p:tav tm="0">
                                          <p:val>
                                            <p:strVal val="#ppt_y-#ppt_h/2"/>
                                          </p:val>
                                        </p:tav>
                                        <p:tav tm="100000">
                                          <p:val>
                                            <p:strVal val="#ppt_y"/>
                                          </p:val>
                                        </p:tav>
                                      </p:tavLst>
                                    </p:anim>
                                    <p:anim calcmode="lin" valueType="num">
                                      <p:cBhvr>
                                        <p:cTn id="75" dur="500" fill="hold"/>
                                        <p:tgtEl>
                                          <p:spTgt spid="230424"/>
                                        </p:tgtEl>
                                        <p:attrNameLst>
                                          <p:attrName>ppt_w</p:attrName>
                                        </p:attrNameLst>
                                      </p:cBhvr>
                                      <p:tavLst>
                                        <p:tav tm="0">
                                          <p:val>
                                            <p:strVal val="#ppt_w"/>
                                          </p:val>
                                        </p:tav>
                                        <p:tav tm="100000">
                                          <p:val>
                                            <p:strVal val="#ppt_w"/>
                                          </p:val>
                                        </p:tav>
                                      </p:tavLst>
                                    </p:anim>
                                    <p:anim calcmode="lin" valueType="num">
                                      <p:cBhvr>
                                        <p:cTn id="76" dur="500" fill="hold"/>
                                        <p:tgtEl>
                                          <p:spTgt spid="230424"/>
                                        </p:tgtEl>
                                        <p:attrNameLst>
                                          <p:attrName>ppt_h</p:attrName>
                                        </p:attrNameLst>
                                      </p:cBhvr>
                                      <p:tavLst>
                                        <p:tav tm="0">
                                          <p:val>
                                            <p:fltVal val="0"/>
                                          </p:val>
                                        </p:tav>
                                        <p:tav tm="100000">
                                          <p:val>
                                            <p:strVal val="#ppt_h"/>
                                          </p:val>
                                        </p:tav>
                                      </p:tavLst>
                                    </p:anim>
                                  </p:childTnLst>
                                </p:cTn>
                              </p:par>
                            </p:childTnLst>
                          </p:cTn>
                        </p:par>
                        <p:par>
                          <p:cTn id="77" fill="hold" nodeType="afterGroup">
                            <p:stCondLst>
                              <p:cond delay="1500"/>
                            </p:stCondLst>
                            <p:childTnLst>
                              <p:par>
                                <p:cTn id="78" presetID="17" presetClass="entr" presetSubtype="1" fill="hold" grpId="0" nodeType="afterEffect">
                                  <p:stCondLst>
                                    <p:cond delay="0"/>
                                  </p:stCondLst>
                                  <p:childTnLst>
                                    <p:set>
                                      <p:cBhvr>
                                        <p:cTn id="79" dur="1" fill="hold">
                                          <p:stCondLst>
                                            <p:cond delay="0"/>
                                          </p:stCondLst>
                                        </p:cTn>
                                        <p:tgtEl>
                                          <p:spTgt spid="230425"/>
                                        </p:tgtEl>
                                        <p:attrNameLst>
                                          <p:attrName>style.visibility</p:attrName>
                                        </p:attrNameLst>
                                      </p:cBhvr>
                                      <p:to>
                                        <p:strVal val="visible"/>
                                      </p:to>
                                    </p:set>
                                    <p:anim calcmode="lin" valueType="num">
                                      <p:cBhvr>
                                        <p:cTn id="80" dur="500" fill="hold"/>
                                        <p:tgtEl>
                                          <p:spTgt spid="230425"/>
                                        </p:tgtEl>
                                        <p:attrNameLst>
                                          <p:attrName>ppt_x</p:attrName>
                                        </p:attrNameLst>
                                      </p:cBhvr>
                                      <p:tavLst>
                                        <p:tav tm="0">
                                          <p:val>
                                            <p:strVal val="#ppt_x"/>
                                          </p:val>
                                        </p:tav>
                                        <p:tav tm="100000">
                                          <p:val>
                                            <p:strVal val="#ppt_x"/>
                                          </p:val>
                                        </p:tav>
                                      </p:tavLst>
                                    </p:anim>
                                    <p:anim calcmode="lin" valueType="num">
                                      <p:cBhvr>
                                        <p:cTn id="81" dur="500" fill="hold"/>
                                        <p:tgtEl>
                                          <p:spTgt spid="230425"/>
                                        </p:tgtEl>
                                        <p:attrNameLst>
                                          <p:attrName>ppt_y</p:attrName>
                                        </p:attrNameLst>
                                      </p:cBhvr>
                                      <p:tavLst>
                                        <p:tav tm="0">
                                          <p:val>
                                            <p:strVal val="#ppt_y-#ppt_h/2"/>
                                          </p:val>
                                        </p:tav>
                                        <p:tav tm="100000">
                                          <p:val>
                                            <p:strVal val="#ppt_y"/>
                                          </p:val>
                                        </p:tav>
                                      </p:tavLst>
                                    </p:anim>
                                    <p:anim calcmode="lin" valueType="num">
                                      <p:cBhvr>
                                        <p:cTn id="82" dur="500" fill="hold"/>
                                        <p:tgtEl>
                                          <p:spTgt spid="230425"/>
                                        </p:tgtEl>
                                        <p:attrNameLst>
                                          <p:attrName>ppt_w</p:attrName>
                                        </p:attrNameLst>
                                      </p:cBhvr>
                                      <p:tavLst>
                                        <p:tav tm="0">
                                          <p:val>
                                            <p:strVal val="#ppt_w"/>
                                          </p:val>
                                        </p:tav>
                                        <p:tav tm="100000">
                                          <p:val>
                                            <p:strVal val="#ppt_w"/>
                                          </p:val>
                                        </p:tav>
                                      </p:tavLst>
                                    </p:anim>
                                    <p:anim calcmode="lin" valueType="num">
                                      <p:cBhvr>
                                        <p:cTn id="83" dur="500" fill="hold"/>
                                        <p:tgtEl>
                                          <p:spTgt spid="230425"/>
                                        </p:tgtEl>
                                        <p:attrNameLst>
                                          <p:attrName>ppt_h</p:attrName>
                                        </p:attrNameLst>
                                      </p:cBhvr>
                                      <p:tavLst>
                                        <p:tav tm="0">
                                          <p:val>
                                            <p:fltVal val="0"/>
                                          </p:val>
                                        </p:tav>
                                        <p:tav tm="100000">
                                          <p:val>
                                            <p:strVal val="#ppt_h"/>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17" presetClass="entr" presetSubtype="8" fill="hold" grpId="0" nodeType="clickEffect">
                                  <p:stCondLst>
                                    <p:cond delay="0"/>
                                  </p:stCondLst>
                                  <p:childTnLst>
                                    <p:set>
                                      <p:cBhvr>
                                        <p:cTn id="87" dur="1" fill="hold">
                                          <p:stCondLst>
                                            <p:cond delay="0"/>
                                          </p:stCondLst>
                                        </p:cTn>
                                        <p:tgtEl>
                                          <p:spTgt spid="230408"/>
                                        </p:tgtEl>
                                        <p:attrNameLst>
                                          <p:attrName>style.visibility</p:attrName>
                                        </p:attrNameLst>
                                      </p:cBhvr>
                                      <p:to>
                                        <p:strVal val="visible"/>
                                      </p:to>
                                    </p:set>
                                    <p:anim calcmode="lin" valueType="num">
                                      <p:cBhvr>
                                        <p:cTn id="88" dur="500" fill="hold"/>
                                        <p:tgtEl>
                                          <p:spTgt spid="230408"/>
                                        </p:tgtEl>
                                        <p:attrNameLst>
                                          <p:attrName>ppt_x</p:attrName>
                                        </p:attrNameLst>
                                      </p:cBhvr>
                                      <p:tavLst>
                                        <p:tav tm="0">
                                          <p:val>
                                            <p:strVal val="#ppt_x-#ppt_w/2"/>
                                          </p:val>
                                        </p:tav>
                                        <p:tav tm="100000">
                                          <p:val>
                                            <p:strVal val="#ppt_x"/>
                                          </p:val>
                                        </p:tav>
                                      </p:tavLst>
                                    </p:anim>
                                    <p:anim calcmode="lin" valueType="num">
                                      <p:cBhvr>
                                        <p:cTn id="89" dur="500" fill="hold"/>
                                        <p:tgtEl>
                                          <p:spTgt spid="230408"/>
                                        </p:tgtEl>
                                        <p:attrNameLst>
                                          <p:attrName>ppt_y</p:attrName>
                                        </p:attrNameLst>
                                      </p:cBhvr>
                                      <p:tavLst>
                                        <p:tav tm="0">
                                          <p:val>
                                            <p:strVal val="#ppt_y"/>
                                          </p:val>
                                        </p:tav>
                                        <p:tav tm="100000">
                                          <p:val>
                                            <p:strVal val="#ppt_y"/>
                                          </p:val>
                                        </p:tav>
                                      </p:tavLst>
                                    </p:anim>
                                    <p:anim calcmode="lin" valueType="num">
                                      <p:cBhvr>
                                        <p:cTn id="90" dur="500" fill="hold"/>
                                        <p:tgtEl>
                                          <p:spTgt spid="230408"/>
                                        </p:tgtEl>
                                        <p:attrNameLst>
                                          <p:attrName>ppt_w</p:attrName>
                                        </p:attrNameLst>
                                      </p:cBhvr>
                                      <p:tavLst>
                                        <p:tav tm="0">
                                          <p:val>
                                            <p:fltVal val="0"/>
                                          </p:val>
                                        </p:tav>
                                        <p:tav tm="100000">
                                          <p:val>
                                            <p:strVal val="#ppt_w"/>
                                          </p:val>
                                        </p:tav>
                                      </p:tavLst>
                                    </p:anim>
                                    <p:anim calcmode="lin" valueType="num">
                                      <p:cBhvr>
                                        <p:cTn id="91" dur="500" fill="hold"/>
                                        <p:tgtEl>
                                          <p:spTgt spid="230408"/>
                                        </p:tgtEl>
                                        <p:attrNameLst>
                                          <p:attrName>ppt_h</p:attrName>
                                        </p:attrNameLst>
                                      </p:cBhvr>
                                      <p:tavLst>
                                        <p:tav tm="0">
                                          <p:val>
                                            <p:strVal val="#ppt_h"/>
                                          </p:val>
                                        </p:tav>
                                        <p:tav tm="100000">
                                          <p:val>
                                            <p:strVal val="#ppt_h"/>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1" fill="hold" grpId="0" nodeType="clickEffect">
                                  <p:stCondLst>
                                    <p:cond delay="0"/>
                                  </p:stCondLst>
                                  <p:childTnLst>
                                    <p:set>
                                      <p:cBhvr>
                                        <p:cTn id="95" dur="1" fill="hold">
                                          <p:stCondLst>
                                            <p:cond delay="0"/>
                                          </p:stCondLst>
                                        </p:cTn>
                                        <p:tgtEl>
                                          <p:spTgt spid="230433"/>
                                        </p:tgtEl>
                                        <p:attrNameLst>
                                          <p:attrName>style.visibility</p:attrName>
                                        </p:attrNameLst>
                                      </p:cBhvr>
                                      <p:to>
                                        <p:strVal val="visible"/>
                                      </p:to>
                                    </p:set>
                                    <p:anim calcmode="lin" valueType="num">
                                      <p:cBhvr>
                                        <p:cTn id="96" dur="500" fill="hold"/>
                                        <p:tgtEl>
                                          <p:spTgt spid="230433"/>
                                        </p:tgtEl>
                                        <p:attrNameLst>
                                          <p:attrName>ppt_x</p:attrName>
                                        </p:attrNameLst>
                                      </p:cBhvr>
                                      <p:tavLst>
                                        <p:tav tm="0">
                                          <p:val>
                                            <p:strVal val="#ppt_x"/>
                                          </p:val>
                                        </p:tav>
                                        <p:tav tm="100000">
                                          <p:val>
                                            <p:strVal val="#ppt_x"/>
                                          </p:val>
                                        </p:tav>
                                      </p:tavLst>
                                    </p:anim>
                                    <p:anim calcmode="lin" valueType="num">
                                      <p:cBhvr>
                                        <p:cTn id="97" dur="500" fill="hold"/>
                                        <p:tgtEl>
                                          <p:spTgt spid="230433"/>
                                        </p:tgtEl>
                                        <p:attrNameLst>
                                          <p:attrName>ppt_y</p:attrName>
                                        </p:attrNameLst>
                                      </p:cBhvr>
                                      <p:tavLst>
                                        <p:tav tm="0">
                                          <p:val>
                                            <p:strVal val="#ppt_y-#ppt_h/2"/>
                                          </p:val>
                                        </p:tav>
                                        <p:tav tm="100000">
                                          <p:val>
                                            <p:strVal val="#ppt_y"/>
                                          </p:val>
                                        </p:tav>
                                      </p:tavLst>
                                    </p:anim>
                                    <p:anim calcmode="lin" valueType="num">
                                      <p:cBhvr>
                                        <p:cTn id="98" dur="500" fill="hold"/>
                                        <p:tgtEl>
                                          <p:spTgt spid="230433"/>
                                        </p:tgtEl>
                                        <p:attrNameLst>
                                          <p:attrName>ppt_w</p:attrName>
                                        </p:attrNameLst>
                                      </p:cBhvr>
                                      <p:tavLst>
                                        <p:tav tm="0">
                                          <p:val>
                                            <p:strVal val="#ppt_w"/>
                                          </p:val>
                                        </p:tav>
                                        <p:tav tm="100000">
                                          <p:val>
                                            <p:strVal val="#ppt_w"/>
                                          </p:val>
                                        </p:tav>
                                      </p:tavLst>
                                    </p:anim>
                                    <p:anim calcmode="lin" valueType="num">
                                      <p:cBhvr>
                                        <p:cTn id="99" dur="500" fill="hold"/>
                                        <p:tgtEl>
                                          <p:spTgt spid="230433"/>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8" fill="hold" grpId="0" nodeType="clickEffect">
                                  <p:stCondLst>
                                    <p:cond delay="0"/>
                                  </p:stCondLst>
                                  <p:childTnLst>
                                    <p:set>
                                      <p:cBhvr>
                                        <p:cTn id="103" dur="1" fill="hold">
                                          <p:stCondLst>
                                            <p:cond delay="0"/>
                                          </p:stCondLst>
                                        </p:cTn>
                                        <p:tgtEl>
                                          <p:spTgt spid="230415"/>
                                        </p:tgtEl>
                                        <p:attrNameLst>
                                          <p:attrName>style.visibility</p:attrName>
                                        </p:attrNameLst>
                                      </p:cBhvr>
                                      <p:to>
                                        <p:strVal val="visible"/>
                                      </p:to>
                                    </p:set>
                                    <p:anim calcmode="lin" valueType="num">
                                      <p:cBhvr>
                                        <p:cTn id="104" dur="500" fill="hold"/>
                                        <p:tgtEl>
                                          <p:spTgt spid="230415"/>
                                        </p:tgtEl>
                                        <p:attrNameLst>
                                          <p:attrName>ppt_x</p:attrName>
                                        </p:attrNameLst>
                                      </p:cBhvr>
                                      <p:tavLst>
                                        <p:tav tm="0">
                                          <p:val>
                                            <p:strVal val="#ppt_x-#ppt_w/2"/>
                                          </p:val>
                                        </p:tav>
                                        <p:tav tm="100000">
                                          <p:val>
                                            <p:strVal val="#ppt_x"/>
                                          </p:val>
                                        </p:tav>
                                      </p:tavLst>
                                    </p:anim>
                                    <p:anim calcmode="lin" valueType="num">
                                      <p:cBhvr>
                                        <p:cTn id="105" dur="500" fill="hold"/>
                                        <p:tgtEl>
                                          <p:spTgt spid="230415"/>
                                        </p:tgtEl>
                                        <p:attrNameLst>
                                          <p:attrName>ppt_y</p:attrName>
                                        </p:attrNameLst>
                                      </p:cBhvr>
                                      <p:tavLst>
                                        <p:tav tm="0">
                                          <p:val>
                                            <p:strVal val="#ppt_y"/>
                                          </p:val>
                                        </p:tav>
                                        <p:tav tm="100000">
                                          <p:val>
                                            <p:strVal val="#ppt_y"/>
                                          </p:val>
                                        </p:tav>
                                      </p:tavLst>
                                    </p:anim>
                                    <p:anim calcmode="lin" valueType="num">
                                      <p:cBhvr>
                                        <p:cTn id="106" dur="500" fill="hold"/>
                                        <p:tgtEl>
                                          <p:spTgt spid="230415"/>
                                        </p:tgtEl>
                                        <p:attrNameLst>
                                          <p:attrName>ppt_w</p:attrName>
                                        </p:attrNameLst>
                                      </p:cBhvr>
                                      <p:tavLst>
                                        <p:tav tm="0">
                                          <p:val>
                                            <p:fltVal val="0"/>
                                          </p:val>
                                        </p:tav>
                                        <p:tav tm="100000">
                                          <p:val>
                                            <p:strVal val="#ppt_w"/>
                                          </p:val>
                                        </p:tav>
                                      </p:tavLst>
                                    </p:anim>
                                    <p:anim calcmode="lin" valueType="num">
                                      <p:cBhvr>
                                        <p:cTn id="107" dur="500" fill="hold"/>
                                        <p:tgtEl>
                                          <p:spTgt spid="230415"/>
                                        </p:tgtEl>
                                        <p:attrNameLst>
                                          <p:attrName>ppt_h</p:attrName>
                                        </p:attrNameLst>
                                      </p:cBhvr>
                                      <p:tavLst>
                                        <p:tav tm="0">
                                          <p:val>
                                            <p:strVal val="#ppt_h"/>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7" presetClass="entr" presetSubtype="1" fill="hold" grpId="0" nodeType="clickEffect">
                                  <p:stCondLst>
                                    <p:cond delay="0"/>
                                  </p:stCondLst>
                                  <p:childTnLst>
                                    <p:set>
                                      <p:cBhvr>
                                        <p:cTn id="111" dur="1" fill="hold">
                                          <p:stCondLst>
                                            <p:cond delay="0"/>
                                          </p:stCondLst>
                                        </p:cTn>
                                        <p:tgtEl>
                                          <p:spTgt spid="230434"/>
                                        </p:tgtEl>
                                        <p:attrNameLst>
                                          <p:attrName>style.visibility</p:attrName>
                                        </p:attrNameLst>
                                      </p:cBhvr>
                                      <p:to>
                                        <p:strVal val="visible"/>
                                      </p:to>
                                    </p:set>
                                    <p:anim calcmode="lin" valueType="num">
                                      <p:cBhvr>
                                        <p:cTn id="112" dur="500" fill="hold"/>
                                        <p:tgtEl>
                                          <p:spTgt spid="230434"/>
                                        </p:tgtEl>
                                        <p:attrNameLst>
                                          <p:attrName>ppt_x</p:attrName>
                                        </p:attrNameLst>
                                      </p:cBhvr>
                                      <p:tavLst>
                                        <p:tav tm="0">
                                          <p:val>
                                            <p:strVal val="#ppt_x"/>
                                          </p:val>
                                        </p:tav>
                                        <p:tav tm="100000">
                                          <p:val>
                                            <p:strVal val="#ppt_x"/>
                                          </p:val>
                                        </p:tav>
                                      </p:tavLst>
                                    </p:anim>
                                    <p:anim calcmode="lin" valueType="num">
                                      <p:cBhvr>
                                        <p:cTn id="113" dur="500" fill="hold"/>
                                        <p:tgtEl>
                                          <p:spTgt spid="230434"/>
                                        </p:tgtEl>
                                        <p:attrNameLst>
                                          <p:attrName>ppt_y</p:attrName>
                                        </p:attrNameLst>
                                      </p:cBhvr>
                                      <p:tavLst>
                                        <p:tav tm="0">
                                          <p:val>
                                            <p:strVal val="#ppt_y-#ppt_h/2"/>
                                          </p:val>
                                        </p:tav>
                                        <p:tav tm="100000">
                                          <p:val>
                                            <p:strVal val="#ppt_y"/>
                                          </p:val>
                                        </p:tav>
                                      </p:tavLst>
                                    </p:anim>
                                    <p:anim calcmode="lin" valueType="num">
                                      <p:cBhvr>
                                        <p:cTn id="114" dur="500" fill="hold"/>
                                        <p:tgtEl>
                                          <p:spTgt spid="230434"/>
                                        </p:tgtEl>
                                        <p:attrNameLst>
                                          <p:attrName>ppt_w</p:attrName>
                                        </p:attrNameLst>
                                      </p:cBhvr>
                                      <p:tavLst>
                                        <p:tav tm="0">
                                          <p:val>
                                            <p:strVal val="#ppt_w"/>
                                          </p:val>
                                        </p:tav>
                                        <p:tav tm="100000">
                                          <p:val>
                                            <p:strVal val="#ppt_w"/>
                                          </p:val>
                                        </p:tav>
                                      </p:tavLst>
                                    </p:anim>
                                    <p:anim calcmode="lin" valueType="num">
                                      <p:cBhvr>
                                        <p:cTn id="115" dur="500" fill="hold"/>
                                        <p:tgtEl>
                                          <p:spTgt spid="230434"/>
                                        </p:tgtEl>
                                        <p:attrNameLst>
                                          <p:attrName>ppt_h</p:attrName>
                                        </p:attrNameLst>
                                      </p:cBhvr>
                                      <p:tavLst>
                                        <p:tav tm="0">
                                          <p:val>
                                            <p:fltVal val="0"/>
                                          </p:val>
                                        </p:tav>
                                        <p:tav tm="100000">
                                          <p:val>
                                            <p:strVal val="#ppt_h"/>
                                          </p:val>
                                        </p:tav>
                                      </p:tavLst>
                                    </p:anim>
                                  </p:childTnLst>
                                </p:cTn>
                              </p:par>
                            </p:childTnLst>
                          </p:cTn>
                        </p:par>
                        <p:par>
                          <p:cTn id="116" fill="hold" nodeType="afterGroup">
                            <p:stCondLst>
                              <p:cond delay="500"/>
                            </p:stCondLst>
                            <p:childTnLst>
                              <p:par>
                                <p:cTn id="117" presetID="17" presetClass="entr" presetSubtype="1" fill="hold" grpId="0" nodeType="afterEffect">
                                  <p:stCondLst>
                                    <p:cond delay="0"/>
                                  </p:stCondLst>
                                  <p:childTnLst>
                                    <p:set>
                                      <p:cBhvr>
                                        <p:cTn id="118" dur="1" fill="hold">
                                          <p:stCondLst>
                                            <p:cond delay="0"/>
                                          </p:stCondLst>
                                        </p:cTn>
                                        <p:tgtEl>
                                          <p:spTgt spid="230426"/>
                                        </p:tgtEl>
                                        <p:attrNameLst>
                                          <p:attrName>style.visibility</p:attrName>
                                        </p:attrNameLst>
                                      </p:cBhvr>
                                      <p:to>
                                        <p:strVal val="visible"/>
                                      </p:to>
                                    </p:set>
                                    <p:anim calcmode="lin" valueType="num">
                                      <p:cBhvr>
                                        <p:cTn id="119" dur="500" fill="hold"/>
                                        <p:tgtEl>
                                          <p:spTgt spid="230426"/>
                                        </p:tgtEl>
                                        <p:attrNameLst>
                                          <p:attrName>ppt_x</p:attrName>
                                        </p:attrNameLst>
                                      </p:cBhvr>
                                      <p:tavLst>
                                        <p:tav tm="0">
                                          <p:val>
                                            <p:strVal val="#ppt_x"/>
                                          </p:val>
                                        </p:tav>
                                        <p:tav tm="100000">
                                          <p:val>
                                            <p:strVal val="#ppt_x"/>
                                          </p:val>
                                        </p:tav>
                                      </p:tavLst>
                                    </p:anim>
                                    <p:anim calcmode="lin" valueType="num">
                                      <p:cBhvr>
                                        <p:cTn id="120" dur="500" fill="hold"/>
                                        <p:tgtEl>
                                          <p:spTgt spid="230426"/>
                                        </p:tgtEl>
                                        <p:attrNameLst>
                                          <p:attrName>ppt_y</p:attrName>
                                        </p:attrNameLst>
                                      </p:cBhvr>
                                      <p:tavLst>
                                        <p:tav tm="0">
                                          <p:val>
                                            <p:strVal val="#ppt_y-#ppt_h/2"/>
                                          </p:val>
                                        </p:tav>
                                        <p:tav tm="100000">
                                          <p:val>
                                            <p:strVal val="#ppt_y"/>
                                          </p:val>
                                        </p:tav>
                                      </p:tavLst>
                                    </p:anim>
                                    <p:anim calcmode="lin" valueType="num">
                                      <p:cBhvr>
                                        <p:cTn id="121" dur="500" fill="hold"/>
                                        <p:tgtEl>
                                          <p:spTgt spid="230426"/>
                                        </p:tgtEl>
                                        <p:attrNameLst>
                                          <p:attrName>ppt_w</p:attrName>
                                        </p:attrNameLst>
                                      </p:cBhvr>
                                      <p:tavLst>
                                        <p:tav tm="0">
                                          <p:val>
                                            <p:strVal val="#ppt_w"/>
                                          </p:val>
                                        </p:tav>
                                        <p:tav tm="100000">
                                          <p:val>
                                            <p:strVal val="#ppt_w"/>
                                          </p:val>
                                        </p:tav>
                                      </p:tavLst>
                                    </p:anim>
                                    <p:anim calcmode="lin" valueType="num">
                                      <p:cBhvr>
                                        <p:cTn id="122" dur="500" fill="hold"/>
                                        <p:tgtEl>
                                          <p:spTgt spid="230426"/>
                                        </p:tgtEl>
                                        <p:attrNameLst>
                                          <p:attrName>ppt_h</p:attrName>
                                        </p:attrNameLst>
                                      </p:cBhvr>
                                      <p:tavLst>
                                        <p:tav tm="0">
                                          <p:val>
                                            <p:fltVal val="0"/>
                                          </p:val>
                                        </p:tav>
                                        <p:tav tm="100000">
                                          <p:val>
                                            <p:strVal val="#ppt_h"/>
                                          </p:val>
                                        </p:tav>
                                      </p:tavLst>
                                    </p:anim>
                                  </p:childTnLst>
                                </p:cTn>
                              </p:par>
                            </p:childTnLst>
                          </p:cTn>
                        </p:par>
                        <p:par>
                          <p:cTn id="123" fill="hold" nodeType="afterGroup">
                            <p:stCondLst>
                              <p:cond delay="1000"/>
                            </p:stCondLst>
                            <p:childTnLst>
                              <p:par>
                                <p:cTn id="124" presetID="17" presetClass="entr" presetSubtype="1" fill="hold" grpId="0" nodeType="afterEffect">
                                  <p:stCondLst>
                                    <p:cond delay="0"/>
                                  </p:stCondLst>
                                  <p:childTnLst>
                                    <p:set>
                                      <p:cBhvr>
                                        <p:cTn id="125" dur="1" fill="hold">
                                          <p:stCondLst>
                                            <p:cond delay="0"/>
                                          </p:stCondLst>
                                        </p:cTn>
                                        <p:tgtEl>
                                          <p:spTgt spid="230427"/>
                                        </p:tgtEl>
                                        <p:attrNameLst>
                                          <p:attrName>style.visibility</p:attrName>
                                        </p:attrNameLst>
                                      </p:cBhvr>
                                      <p:to>
                                        <p:strVal val="visible"/>
                                      </p:to>
                                    </p:set>
                                    <p:anim calcmode="lin" valueType="num">
                                      <p:cBhvr>
                                        <p:cTn id="126" dur="500" fill="hold"/>
                                        <p:tgtEl>
                                          <p:spTgt spid="230427"/>
                                        </p:tgtEl>
                                        <p:attrNameLst>
                                          <p:attrName>ppt_x</p:attrName>
                                        </p:attrNameLst>
                                      </p:cBhvr>
                                      <p:tavLst>
                                        <p:tav tm="0">
                                          <p:val>
                                            <p:strVal val="#ppt_x"/>
                                          </p:val>
                                        </p:tav>
                                        <p:tav tm="100000">
                                          <p:val>
                                            <p:strVal val="#ppt_x"/>
                                          </p:val>
                                        </p:tav>
                                      </p:tavLst>
                                    </p:anim>
                                    <p:anim calcmode="lin" valueType="num">
                                      <p:cBhvr>
                                        <p:cTn id="127" dur="500" fill="hold"/>
                                        <p:tgtEl>
                                          <p:spTgt spid="230427"/>
                                        </p:tgtEl>
                                        <p:attrNameLst>
                                          <p:attrName>ppt_y</p:attrName>
                                        </p:attrNameLst>
                                      </p:cBhvr>
                                      <p:tavLst>
                                        <p:tav tm="0">
                                          <p:val>
                                            <p:strVal val="#ppt_y-#ppt_h/2"/>
                                          </p:val>
                                        </p:tav>
                                        <p:tav tm="100000">
                                          <p:val>
                                            <p:strVal val="#ppt_y"/>
                                          </p:val>
                                        </p:tav>
                                      </p:tavLst>
                                    </p:anim>
                                    <p:anim calcmode="lin" valueType="num">
                                      <p:cBhvr>
                                        <p:cTn id="128" dur="500" fill="hold"/>
                                        <p:tgtEl>
                                          <p:spTgt spid="230427"/>
                                        </p:tgtEl>
                                        <p:attrNameLst>
                                          <p:attrName>ppt_w</p:attrName>
                                        </p:attrNameLst>
                                      </p:cBhvr>
                                      <p:tavLst>
                                        <p:tav tm="0">
                                          <p:val>
                                            <p:strVal val="#ppt_w"/>
                                          </p:val>
                                        </p:tav>
                                        <p:tav tm="100000">
                                          <p:val>
                                            <p:strVal val="#ppt_w"/>
                                          </p:val>
                                        </p:tav>
                                      </p:tavLst>
                                    </p:anim>
                                    <p:anim calcmode="lin" valueType="num">
                                      <p:cBhvr>
                                        <p:cTn id="129" dur="500" fill="hold"/>
                                        <p:tgtEl>
                                          <p:spTgt spid="230427"/>
                                        </p:tgtEl>
                                        <p:attrNameLst>
                                          <p:attrName>ppt_h</p:attrName>
                                        </p:attrNameLst>
                                      </p:cBhvr>
                                      <p:tavLst>
                                        <p:tav tm="0">
                                          <p:val>
                                            <p:fltVal val="0"/>
                                          </p:val>
                                        </p:tav>
                                        <p:tav tm="100000">
                                          <p:val>
                                            <p:strVal val="#ppt_h"/>
                                          </p:val>
                                        </p:tav>
                                      </p:tavLst>
                                    </p:anim>
                                  </p:childTnLst>
                                </p:cTn>
                              </p:par>
                            </p:childTnLst>
                          </p:cTn>
                        </p:par>
                        <p:par>
                          <p:cTn id="130" fill="hold" nodeType="afterGroup">
                            <p:stCondLst>
                              <p:cond delay="1500"/>
                            </p:stCondLst>
                            <p:childTnLst>
                              <p:par>
                                <p:cTn id="131" presetID="17" presetClass="entr" presetSubtype="1" fill="hold" grpId="0" nodeType="afterEffect">
                                  <p:stCondLst>
                                    <p:cond delay="0"/>
                                  </p:stCondLst>
                                  <p:childTnLst>
                                    <p:set>
                                      <p:cBhvr>
                                        <p:cTn id="132" dur="1" fill="hold">
                                          <p:stCondLst>
                                            <p:cond delay="0"/>
                                          </p:stCondLst>
                                        </p:cTn>
                                        <p:tgtEl>
                                          <p:spTgt spid="230428"/>
                                        </p:tgtEl>
                                        <p:attrNameLst>
                                          <p:attrName>style.visibility</p:attrName>
                                        </p:attrNameLst>
                                      </p:cBhvr>
                                      <p:to>
                                        <p:strVal val="visible"/>
                                      </p:to>
                                    </p:set>
                                    <p:anim calcmode="lin" valueType="num">
                                      <p:cBhvr>
                                        <p:cTn id="133" dur="500" fill="hold"/>
                                        <p:tgtEl>
                                          <p:spTgt spid="230428"/>
                                        </p:tgtEl>
                                        <p:attrNameLst>
                                          <p:attrName>ppt_x</p:attrName>
                                        </p:attrNameLst>
                                      </p:cBhvr>
                                      <p:tavLst>
                                        <p:tav tm="0">
                                          <p:val>
                                            <p:strVal val="#ppt_x"/>
                                          </p:val>
                                        </p:tav>
                                        <p:tav tm="100000">
                                          <p:val>
                                            <p:strVal val="#ppt_x"/>
                                          </p:val>
                                        </p:tav>
                                      </p:tavLst>
                                    </p:anim>
                                    <p:anim calcmode="lin" valueType="num">
                                      <p:cBhvr>
                                        <p:cTn id="134" dur="500" fill="hold"/>
                                        <p:tgtEl>
                                          <p:spTgt spid="230428"/>
                                        </p:tgtEl>
                                        <p:attrNameLst>
                                          <p:attrName>ppt_y</p:attrName>
                                        </p:attrNameLst>
                                      </p:cBhvr>
                                      <p:tavLst>
                                        <p:tav tm="0">
                                          <p:val>
                                            <p:strVal val="#ppt_y-#ppt_h/2"/>
                                          </p:val>
                                        </p:tav>
                                        <p:tav tm="100000">
                                          <p:val>
                                            <p:strVal val="#ppt_y"/>
                                          </p:val>
                                        </p:tav>
                                      </p:tavLst>
                                    </p:anim>
                                    <p:anim calcmode="lin" valueType="num">
                                      <p:cBhvr>
                                        <p:cTn id="135" dur="500" fill="hold"/>
                                        <p:tgtEl>
                                          <p:spTgt spid="230428"/>
                                        </p:tgtEl>
                                        <p:attrNameLst>
                                          <p:attrName>ppt_w</p:attrName>
                                        </p:attrNameLst>
                                      </p:cBhvr>
                                      <p:tavLst>
                                        <p:tav tm="0">
                                          <p:val>
                                            <p:strVal val="#ppt_w"/>
                                          </p:val>
                                        </p:tav>
                                        <p:tav tm="100000">
                                          <p:val>
                                            <p:strVal val="#ppt_w"/>
                                          </p:val>
                                        </p:tav>
                                      </p:tavLst>
                                    </p:anim>
                                    <p:anim calcmode="lin" valueType="num">
                                      <p:cBhvr>
                                        <p:cTn id="136" dur="500" fill="hold"/>
                                        <p:tgtEl>
                                          <p:spTgt spid="230428"/>
                                        </p:tgtEl>
                                        <p:attrNameLst>
                                          <p:attrName>ppt_h</p:attrName>
                                        </p:attrNameLst>
                                      </p:cBhvr>
                                      <p:tavLst>
                                        <p:tav tm="0">
                                          <p:val>
                                            <p:fltVal val="0"/>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7" presetClass="entr" presetSubtype="8" fill="hold" grpId="0" nodeType="clickEffect">
                                  <p:stCondLst>
                                    <p:cond delay="0"/>
                                  </p:stCondLst>
                                  <p:childTnLst>
                                    <p:set>
                                      <p:cBhvr>
                                        <p:cTn id="140" dur="1" fill="hold">
                                          <p:stCondLst>
                                            <p:cond delay="0"/>
                                          </p:stCondLst>
                                        </p:cTn>
                                        <p:tgtEl>
                                          <p:spTgt spid="230409"/>
                                        </p:tgtEl>
                                        <p:attrNameLst>
                                          <p:attrName>style.visibility</p:attrName>
                                        </p:attrNameLst>
                                      </p:cBhvr>
                                      <p:to>
                                        <p:strVal val="visible"/>
                                      </p:to>
                                    </p:set>
                                    <p:anim calcmode="lin" valueType="num">
                                      <p:cBhvr>
                                        <p:cTn id="141" dur="500" fill="hold"/>
                                        <p:tgtEl>
                                          <p:spTgt spid="230409"/>
                                        </p:tgtEl>
                                        <p:attrNameLst>
                                          <p:attrName>ppt_x</p:attrName>
                                        </p:attrNameLst>
                                      </p:cBhvr>
                                      <p:tavLst>
                                        <p:tav tm="0">
                                          <p:val>
                                            <p:strVal val="#ppt_x-#ppt_w/2"/>
                                          </p:val>
                                        </p:tav>
                                        <p:tav tm="100000">
                                          <p:val>
                                            <p:strVal val="#ppt_x"/>
                                          </p:val>
                                        </p:tav>
                                      </p:tavLst>
                                    </p:anim>
                                    <p:anim calcmode="lin" valueType="num">
                                      <p:cBhvr>
                                        <p:cTn id="142" dur="500" fill="hold"/>
                                        <p:tgtEl>
                                          <p:spTgt spid="230409"/>
                                        </p:tgtEl>
                                        <p:attrNameLst>
                                          <p:attrName>ppt_y</p:attrName>
                                        </p:attrNameLst>
                                      </p:cBhvr>
                                      <p:tavLst>
                                        <p:tav tm="0">
                                          <p:val>
                                            <p:strVal val="#ppt_y"/>
                                          </p:val>
                                        </p:tav>
                                        <p:tav tm="100000">
                                          <p:val>
                                            <p:strVal val="#ppt_y"/>
                                          </p:val>
                                        </p:tav>
                                      </p:tavLst>
                                    </p:anim>
                                    <p:anim calcmode="lin" valueType="num">
                                      <p:cBhvr>
                                        <p:cTn id="143" dur="500" fill="hold"/>
                                        <p:tgtEl>
                                          <p:spTgt spid="230409"/>
                                        </p:tgtEl>
                                        <p:attrNameLst>
                                          <p:attrName>ppt_w</p:attrName>
                                        </p:attrNameLst>
                                      </p:cBhvr>
                                      <p:tavLst>
                                        <p:tav tm="0">
                                          <p:val>
                                            <p:fltVal val="0"/>
                                          </p:val>
                                        </p:tav>
                                        <p:tav tm="100000">
                                          <p:val>
                                            <p:strVal val="#ppt_w"/>
                                          </p:val>
                                        </p:tav>
                                      </p:tavLst>
                                    </p:anim>
                                    <p:anim calcmode="lin" valueType="num">
                                      <p:cBhvr>
                                        <p:cTn id="144" dur="500" fill="hold"/>
                                        <p:tgtEl>
                                          <p:spTgt spid="230409"/>
                                        </p:tgtEl>
                                        <p:attrNameLst>
                                          <p:attrName>ppt_h</p:attrName>
                                        </p:attrNameLst>
                                      </p:cBhvr>
                                      <p:tavLst>
                                        <p:tav tm="0">
                                          <p:val>
                                            <p:strVal val="#ppt_h"/>
                                          </p:val>
                                        </p:tav>
                                        <p:tav tm="100000">
                                          <p:val>
                                            <p:strVal val="#ppt_h"/>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7" presetClass="entr" presetSubtype="1" fill="hold" grpId="0" nodeType="clickEffect">
                                  <p:stCondLst>
                                    <p:cond delay="0"/>
                                  </p:stCondLst>
                                  <p:childTnLst>
                                    <p:set>
                                      <p:cBhvr>
                                        <p:cTn id="148" dur="1" fill="hold">
                                          <p:stCondLst>
                                            <p:cond delay="0"/>
                                          </p:stCondLst>
                                        </p:cTn>
                                        <p:tgtEl>
                                          <p:spTgt spid="230435"/>
                                        </p:tgtEl>
                                        <p:attrNameLst>
                                          <p:attrName>style.visibility</p:attrName>
                                        </p:attrNameLst>
                                      </p:cBhvr>
                                      <p:to>
                                        <p:strVal val="visible"/>
                                      </p:to>
                                    </p:set>
                                    <p:anim calcmode="lin" valueType="num">
                                      <p:cBhvr>
                                        <p:cTn id="149" dur="500" fill="hold"/>
                                        <p:tgtEl>
                                          <p:spTgt spid="230435"/>
                                        </p:tgtEl>
                                        <p:attrNameLst>
                                          <p:attrName>ppt_x</p:attrName>
                                        </p:attrNameLst>
                                      </p:cBhvr>
                                      <p:tavLst>
                                        <p:tav tm="0">
                                          <p:val>
                                            <p:strVal val="#ppt_x"/>
                                          </p:val>
                                        </p:tav>
                                        <p:tav tm="100000">
                                          <p:val>
                                            <p:strVal val="#ppt_x"/>
                                          </p:val>
                                        </p:tav>
                                      </p:tavLst>
                                    </p:anim>
                                    <p:anim calcmode="lin" valueType="num">
                                      <p:cBhvr>
                                        <p:cTn id="150" dur="500" fill="hold"/>
                                        <p:tgtEl>
                                          <p:spTgt spid="230435"/>
                                        </p:tgtEl>
                                        <p:attrNameLst>
                                          <p:attrName>ppt_y</p:attrName>
                                        </p:attrNameLst>
                                      </p:cBhvr>
                                      <p:tavLst>
                                        <p:tav tm="0">
                                          <p:val>
                                            <p:strVal val="#ppt_y-#ppt_h/2"/>
                                          </p:val>
                                        </p:tav>
                                        <p:tav tm="100000">
                                          <p:val>
                                            <p:strVal val="#ppt_y"/>
                                          </p:val>
                                        </p:tav>
                                      </p:tavLst>
                                    </p:anim>
                                    <p:anim calcmode="lin" valueType="num">
                                      <p:cBhvr>
                                        <p:cTn id="151" dur="500" fill="hold"/>
                                        <p:tgtEl>
                                          <p:spTgt spid="230435"/>
                                        </p:tgtEl>
                                        <p:attrNameLst>
                                          <p:attrName>ppt_w</p:attrName>
                                        </p:attrNameLst>
                                      </p:cBhvr>
                                      <p:tavLst>
                                        <p:tav tm="0">
                                          <p:val>
                                            <p:strVal val="#ppt_w"/>
                                          </p:val>
                                        </p:tav>
                                        <p:tav tm="100000">
                                          <p:val>
                                            <p:strVal val="#ppt_w"/>
                                          </p:val>
                                        </p:tav>
                                      </p:tavLst>
                                    </p:anim>
                                    <p:anim calcmode="lin" valueType="num">
                                      <p:cBhvr>
                                        <p:cTn id="152" dur="500" fill="hold"/>
                                        <p:tgtEl>
                                          <p:spTgt spid="230435"/>
                                        </p:tgtEl>
                                        <p:attrNameLst>
                                          <p:attrName>ppt_h</p:attrName>
                                        </p:attrNameLst>
                                      </p:cBhvr>
                                      <p:tavLst>
                                        <p:tav tm="0">
                                          <p:val>
                                            <p:fltVal val="0"/>
                                          </p:val>
                                        </p:tav>
                                        <p:tav tm="100000">
                                          <p:val>
                                            <p:strVal val="#ppt_h"/>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7" presetClass="entr" presetSubtype="8" fill="hold" grpId="0" nodeType="clickEffect">
                                  <p:stCondLst>
                                    <p:cond delay="0"/>
                                  </p:stCondLst>
                                  <p:childTnLst>
                                    <p:set>
                                      <p:cBhvr>
                                        <p:cTn id="156" dur="1" fill="hold">
                                          <p:stCondLst>
                                            <p:cond delay="0"/>
                                          </p:stCondLst>
                                        </p:cTn>
                                        <p:tgtEl>
                                          <p:spTgt spid="230410"/>
                                        </p:tgtEl>
                                        <p:attrNameLst>
                                          <p:attrName>style.visibility</p:attrName>
                                        </p:attrNameLst>
                                      </p:cBhvr>
                                      <p:to>
                                        <p:strVal val="visible"/>
                                      </p:to>
                                    </p:set>
                                    <p:anim calcmode="lin" valueType="num">
                                      <p:cBhvr>
                                        <p:cTn id="157" dur="500" fill="hold"/>
                                        <p:tgtEl>
                                          <p:spTgt spid="230410"/>
                                        </p:tgtEl>
                                        <p:attrNameLst>
                                          <p:attrName>ppt_x</p:attrName>
                                        </p:attrNameLst>
                                      </p:cBhvr>
                                      <p:tavLst>
                                        <p:tav tm="0">
                                          <p:val>
                                            <p:strVal val="#ppt_x-#ppt_w/2"/>
                                          </p:val>
                                        </p:tav>
                                        <p:tav tm="100000">
                                          <p:val>
                                            <p:strVal val="#ppt_x"/>
                                          </p:val>
                                        </p:tav>
                                      </p:tavLst>
                                    </p:anim>
                                    <p:anim calcmode="lin" valueType="num">
                                      <p:cBhvr>
                                        <p:cTn id="158" dur="500" fill="hold"/>
                                        <p:tgtEl>
                                          <p:spTgt spid="230410"/>
                                        </p:tgtEl>
                                        <p:attrNameLst>
                                          <p:attrName>ppt_y</p:attrName>
                                        </p:attrNameLst>
                                      </p:cBhvr>
                                      <p:tavLst>
                                        <p:tav tm="0">
                                          <p:val>
                                            <p:strVal val="#ppt_y"/>
                                          </p:val>
                                        </p:tav>
                                        <p:tav tm="100000">
                                          <p:val>
                                            <p:strVal val="#ppt_y"/>
                                          </p:val>
                                        </p:tav>
                                      </p:tavLst>
                                    </p:anim>
                                    <p:anim calcmode="lin" valueType="num">
                                      <p:cBhvr>
                                        <p:cTn id="159" dur="500" fill="hold"/>
                                        <p:tgtEl>
                                          <p:spTgt spid="230410"/>
                                        </p:tgtEl>
                                        <p:attrNameLst>
                                          <p:attrName>ppt_w</p:attrName>
                                        </p:attrNameLst>
                                      </p:cBhvr>
                                      <p:tavLst>
                                        <p:tav tm="0">
                                          <p:val>
                                            <p:fltVal val="0"/>
                                          </p:val>
                                        </p:tav>
                                        <p:tav tm="100000">
                                          <p:val>
                                            <p:strVal val="#ppt_w"/>
                                          </p:val>
                                        </p:tav>
                                      </p:tavLst>
                                    </p:anim>
                                    <p:anim calcmode="lin" valueType="num">
                                      <p:cBhvr>
                                        <p:cTn id="160" dur="500" fill="hold"/>
                                        <p:tgtEl>
                                          <p:spTgt spid="230410"/>
                                        </p:tgtEl>
                                        <p:attrNameLst>
                                          <p:attrName>ppt_h</p:attrName>
                                        </p:attrNameLst>
                                      </p:cBhvr>
                                      <p:tavLst>
                                        <p:tav tm="0">
                                          <p:val>
                                            <p:strVal val="#ppt_h"/>
                                          </p:val>
                                        </p:tav>
                                        <p:tav tm="100000">
                                          <p:val>
                                            <p:strVal val="#ppt_h"/>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7" presetClass="entr" presetSubtype="1" fill="hold" grpId="0" nodeType="clickEffect">
                                  <p:stCondLst>
                                    <p:cond delay="0"/>
                                  </p:stCondLst>
                                  <p:childTnLst>
                                    <p:set>
                                      <p:cBhvr>
                                        <p:cTn id="164" dur="1" fill="hold">
                                          <p:stCondLst>
                                            <p:cond delay="0"/>
                                          </p:stCondLst>
                                        </p:cTn>
                                        <p:tgtEl>
                                          <p:spTgt spid="230436"/>
                                        </p:tgtEl>
                                        <p:attrNameLst>
                                          <p:attrName>style.visibility</p:attrName>
                                        </p:attrNameLst>
                                      </p:cBhvr>
                                      <p:to>
                                        <p:strVal val="visible"/>
                                      </p:to>
                                    </p:set>
                                    <p:anim calcmode="lin" valueType="num">
                                      <p:cBhvr>
                                        <p:cTn id="165" dur="500" fill="hold"/>
                                        <p:tgtEl>
                                          <p:spTgt spid="230436"/>
                                        </p:tgtEl>
                                        <p:attrNameLst>
                                          <p:attrName>ppt_x</p:attrName>
                                        </p:attrNameLst>
                                      </p:cBhvr>
                                      <p:tavLst>
                                        <p:tav tm="0">
                                          <p:val>
                                            <p:strVal val="#ppt_x"/>
                                          </p:val>
                                        </p:tav>
                                        <p:tav tm="100000">
                                          <p:val>
                                            <p:strVal val="#ppt_x"/>
                                          </p:val>
                                        </p:tav>
                                      </p:tavLst>
                                    </p:anim>
                                    <p:anim calcmode="lin" valueType="num">
                                      <p:cBhvr>
                                        <p:cTn id="166" dur="500" fill="hold"/>
                                        <p:tgtEl>
                                          <p:spTgt spid="230436"/>
                                        </p:tgtEl>
                                        <p:attrNameLst>
                                          <p:attrName>ppt_y</p:attrName>
                                        </p:attrNameLst>
                                      </p:cBhvr>
                                      <p:tavLst>
                                        <p:tav tm="0">
                                          <p:val>
                                            <p:strVal val="#ppt_y-#ppt_h/2"/>
                                          </p:val>
                                        </p:tav>
                                        <p:tav tm="100000">
                                          <p:val>
                                            <p:strVal val="#ppt_y"/>
                                          </p:val>
                                        </p:tav>
                                      </p:tavLst>
                                    </p:anim>
                                    <p:anim calcmode="lin" valueType="num">
                                      <p:cBhvr>
                                        <p:cTn id="167" dur="500" fill="hold"/>
                                        <p:tgtEl>
                                          <p:spTgt spid="230436"/>
                                        </p:tgtEl>
                                        <p:attrNameLst>
                                          <p:attrName>ppt_w</p:attrName>
                                        </p:attrNameLst>
                                      </p:cBhvr>
                                      <p:tavLst>
                                        <p:tav tm="0">
                                          <p:val>
                                            <p:strVal val="#ppt_w"/>
                                          </p:val>
                                        </p:tav>
                                        <p:tav tm="100000">
                                          <p:val>
                                            <p:strVal val="#ppt_w"/>
                                          </p:val>
                                        </p:tav>
                                      </p:tavLst>
                                    </p:anim>
                                    <p:anim calcmode="lin" valueType="num">
                                      <p:cBhvr>
                                        <p:cTn id="168" dur="500" fill="hold"/>
                                        <p:tgtEl>
                                          <p:spTgt spid="230436"/>
                                        </p:tgtEl>
                                        <p:attrNameLst>
                                          <p:attrName>ppt_h</p:attrName>
                                        </p:attrNameLst>
                                      </p:cBhvr>
                                      <p:tavLst>
                                        <p:tav tm="0">
                                          <p:val>
                                            <p:fltVal val="0"/>
                                          </p:val>
                                        </p:tav>
                                        <p:tav tm="100000">
                                          <p:val>
                                            <p:strVal val="#ppt_h"/>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17" presetClass="entr" presetSubtype="8" fill="hold" grpId="0" nodeType="clickEffect">
                                  <p:stCondLst>
                                    <p:cond delay="0"/>
                                  </p:stCondLst>
                                  <p:childTnLst>
                                    <p:set>
                                      <p:cBhvr>
                                        <p:cTn id="172" dur="1" fill="hold">
                                          <p:stCondLst>
                                            <p:cond delay="0"/>
                                          </p:stCondLst>
                                        </p:cTn>
                                        <p:tgtEl>
                                          <p:spTgt spid="230416"/>
                                        </p:tgtEl>
                                        <p:attrNameLst>
                                          <p:attrName>style.visibility</p:attrName>
                                        </p:attrNameLst>
                                      </p:cBhvr>
                                      <p:to>
                                        <p:strVal val="visible"/>
                                      </p:to>
                                    </p:set>
                                    <p:anim calcmode="lin" valueType="num">
                                      <p:cBhvr>
                                        <p:cTn id="173" dur="500" fill="hold"/>
                                        <p:tgtEl>
                                          <p:spTgt spid="230416"/>
                                        </p:tgtEl>
                                        <p:attrNameLst>
                                          <p:attrName>ppt_x</p:attrName>
                                        </p:attrNameLst>
                                      </p:cBhvr>
                                      <p:tavLst>
                                        <p:tav tm="0">
                                          <p:val>
                                            <p:strVal val="#ppt_x-#ppt_w/2"/>
                                          </p:val>
                                        </p:tav>
                                        <p:tav tm="100000">
                                          <p:val>
                                            <p:strVal val="#ppt_x"/>
                                          </p:val>
                                        </p:tav>
                                      </p:tavLst>
                                    </p:anim>
                                    <p:anim calcmode="lin" valueType="num">
                                      <p:cBhvr>
                                        <p:cTn id="174" dur="500" fill="hold"/>
                                        <p:tgtEl>
                                          <p:spTgt spid="230416"/>
                                        </p:tgtEl>
                                        <p:attrNameLst>
                                          <p:attrName>ppt_y</p:attrName>
                                        </p:attrNameLst>
                                      </p:cBhvr>
                                      <p:tavLst>
                                        <p:tav tm="0">
                                          <p:val>
                                            <p:strVal val="#ppt_y"/>
                                          </p:val>
                                        </p:tav>
                                        <p:tav tm="100000">
                                          <p:val>
                                            <p:strVal val="#ppt_y"/>
                                          </p:val>
                                        </p:tav>
                                      </p:tavLst>
                                    </p:anim>
                                    <p:anim calcmode="lin" valueType="num">
                                      <p:cBhvr>
                                        <p:cTn id="175" dur="500" fill="hold"/>
                                        <p:tgtEl>
                                          <p:spTgt spid="230416"/>
                                        </p:tgtEl>
                                        <p:attrNameLst>
                                          <p:attrName>ppt_w</p:attrName>
                                        </p:attrNameLst>
                                      </p:cBhvr>
                                      <p:tavLst>
                                        <p:tav tm="0">
                                          <p:val>
                                            <p:fltVal val="0"/>
                                          </p:val>
                                        </p:tav>
                                        <p:tav tm="100000">
                                          <p:val>
                                            <p:strVal val="#ppt_w"/>
                                          </p:val>
                                        </p:tav>
                                      </p:tavLst>
                                    </p:anim>
                                    <p:anim calcmode="lin" valueType="num">
                                      <p:cBhvr>
                                        <p:cTn id="176" dur="500" fill="hold"/>
                                        <p:tgtEl>
                                          <p:spTgt spid="230416"/>
                                        </p:tgtEl>
                                        <p:attrNameLst>
                                          <p:attrName>ppt_h</p:attrName>
                                        </p:attrNameLst>
                                      </p:cBhvr>
                                      <p:tavLst>
                                        <p:tav tm="0">
                                          <p:val>
                                            <p:strVal val="#ppt_h"/>
                                          </p:val>
                                        </p:tav>
                                        <p:tav tm="100000">
                                          <p:val>
                                            <p:strVal val="#ppt_h"/>
                                          </p:val>
                                        </p:tav>
                                      </p:tavLst>
                                    </p:anim>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7" presetClass="entr" presetSubtype="1" fill="hold" grpId="0" nodeType="clickEffect">
                                  <p:stCondLst>
                                    <p:cond delay="0"/>
                                  </p:stCondLst>
                                  <p:childTnLst>
                                    <p:set>
                                      <p:cBhvr>
                                        <p:cTn id="180" dur="1" fill="hold">
                                          <p:stCondLst>
                                            <p:cond delay="0"/>
                                          </p:stCondLst>
                                        </p:cTn>
                                        <p:tgtEl>
                                          <p:spTgt spid="230437"/>
                                        </p:tgtEl>
                                        <p:attrNameLst>
                                          <p:attrName>style.visibility</p:attrName>
                                        </p:attrNameLst>
                                      </p:cBhvr>
                                      <p:to>
                                        <p:strVal val="visible"/>
                                      </p:to>
                                    </p:set>
                                    <p:anim calcmode="lin" valueType="num">
                                      <p:cBhvr>
                                        <p:cTn id="181" dur="500" fill="hold"/>
                                        <p:tgtEl>
                                          <p:spTgt spid="230437"/>
                                        </p:tgtEl>
                                        <p:attrNameLst>
                                          <p:attrName>ppt_x</p:attrName>
                                        </p:attrNameLst>
                                      </p:cBhvr>
                                      <p:tavLst>
                                        <p:tav tm="0">
                                          <p:val>
                                            <p:strVal val="#ppt_x"/>
                                          </p:val>
                                        </p:tav>
                                        <p:tav tm="100000">
                                          <p:val>
                                            <p:strVal val="#ppt_x"/>
                                          </p:val>
                                        </p:tav>
                                      </p:tavLst>
                                    </p:anim>
                                    <p:anim calcmode="lin" valueType="num">
                                      <p:cBhvr>
                                        <p:cTn id="182" dur="500" fill="hold"/>
                                        <p:tgtEl>
                                          <p:spTgt spid="230437"/>
                                        </p:tgtEl>
                                        <p:attrNameLst>
                                          <p:attrName>ppt_y</p:attrName>
                                        </p:attrNameLst>
                                      </p:cBhvr>
                                      <p:tavLst>
                                        <p:tav tm="0">
                                          <p:val>
                                            <p:strVal val="#ppt_y-#ppt_h/2"/>
                                          </p:val>
                                        </p:tav>
                                        <p:tav tm="100000">
                                          <p:val>
                                            <p:strVal val="#ppt_y"/>
                                          </p:val>
                                        </p:tav>
                                      </p:tavLst>
                                    </p:anim>
                                    <p:anim calcmode="lin" valueType="num">
                                      <p:cBhvr>
                                        <p:cTn id="183" dur="500" fill="hold"/>
                                        <p:tgtEl>
                                          <p:spTgt spid="230437"/>
                                        </p:tgtEl>
                                        <p:attrNameLst>
                                          <p:attrName>ppt_w</p:attrName>
                                        </p:attrNameLst>
                                      </p:cBhvr>
                                      <p:tavLst>
                                        <p:tav tm="0">
                                          <p:val>
                                            <p:strVal val="#ppt_w"/>
                                          </p:val>
                                        </p:tav>
                                        <p:tav tm="100000">
                                          <p:val>
                                            <p:strVal val="#ppt_w"/>
                                          </p:val>
                                        </p:tav>
                                      </p:tavLst>
                                    </p:anim>
                                    <p:anim calcmode="lin" valueType="num">
                                      <p:cBhvr>
                                        <p:cTn id="184" dur="500" fill="hold"/>
                                        <p:tgtEl>
                                          <p:spTgt spid="230437"/>
                                        </p:tgtEl>
                                        <p:attrNameLst>
                                          <p:attrName>ppt_h</p:attrName>
                                        </p:attrNameLst>
                                      </p:cBhvr>
                                      <p:tavLst>
                                        <p:tav tm="0">
                                          <p:val>
                                            <p:fltVal val="0"/>
                                          </p:val>
                                        </p:tav>
                                        <p:tav tm="100000">
                                          <p:val>
                                            <p:strVal val="#ppt_h"/>
                                          </p:val>
                                        </p:tav>
                                      </p:tavLst>
                                    </p:anim>
                                  </p:childTnLst>
                                </p:cTn>
                              </p:par>
                            </p:childTnLst>
                          </p:cTn>
                        </p:par>
                        <p:par>
                          <p:cTn id="185" fill="hold" nodeType="afterGroup">
                            <p:stCondLst>
                              <p:cond delay="500"/>
                            </p:stCondLst>
                            <p:childTnLst>
                              <p:par>
                                <p:cTn id="186" presetID="17" presetClass="entr" presetSubtype="1" fill="hold" grpId="0" nodeType="afterEffect">
                                  <p:stCondLst>
                                    <p:cond delay="0"/>
                                  </p:stCondLst>
                                  <p:childTnLst>
                                    <p:set>
                                      <p:cBhvr>
                                        <p:cTn id="187" dur="1" fill="hold">
                                          <p:stCondLst>
                                            <p:cond delay="0"/>
                                          </p:stCondLst>
                                        </p:cTn>
                                        <p:tgtEl>
                                          <p:spTgt spid="230429"/>
                                        </p:tgtEl>
                                        <p:attrNameLst>
                                          <p:attrName>style.visibility</p:attrName>
                                        </p:attrNameLst>
                                      </p:cBhvr>
                                      <p:to>
                                        <p:strVal val="visible"/>
                                      </p:to>
                                    </p:set>
                                    <p:anim calcmode="lin" valueType="num">
                                      <p:cBhvr>
                                        <p:cTn id="188" dur="500" fill="hold"/>
                                        <p:tgtEl>
                                          <p:spTgt spid="230429"/>
                                        </p:tgtEl>
                                        <p:attrNameLst>
                                          <p:attrName>ppt_x</p:attrName>
                                        </p:attrNameLst>
                                      </p:cBhvr>
                                      <p:tavLst>
                                        <p:tav tm="0">
                                          <p:val>
                                            <p:strVal val="#ppt_x"/>
                                          </p:val>
                                        </p:tav>
                                        <p:tav tm="100000">
                                          <p:val>
                                            <p:strVal val="#ppt_x"/>
                                          </p:val>
                                        </p:tav>
                                      </p:tavLst>
                                    </p:anim>
                                    <p:anim calcmode="lin" valueType="num">
                                      <p:cBhvr>
                                        <p:cTn id="189" dur="500" fill="hold"/>
                                        <p:tgtEl>
                                          <p:spTgt spid="230429"/>
                                        </p:tgtEl>
                                        <p:attrNameLst>
                                          <p:attrName>ppt_y</p:attrName>
                                        </p:attrNameLst>
                                      </p:cBhvr>
                                      <p:tavLst>
                                        <p:tav tm="0">
                                          <p:val>
                                            <p:strVal val="#ppt_y-#ppt_h/2"/>
                                          </p:val>
                                        </p:tav>
                                        <p:tav tm="100000">
                                          <p:val>
                                            <p:strVal val="#ppt_y"/>
                                          </p:val>
                                        </p:tav>
                                      </p:tavLst>
                                    </p:anim>
                                    <p:anim calcmode="lin" valueType="num">
                                      <p:cBhvr>
                                        <p:cTn id="190" dur="500" fill="hold"/>
                                        <p:tgtEl>
                                          <p:spTgt spid="230429"/>
                                        </p:tgtEl>
                                        <p:attrNameLst>
                                          <p:attrName>ppt_w</p:attrName>
                                        </p:attrNameLst>
                                      </p:cBhvr>
                                      <p:tavLst>
                                        <p:tav tm="0">
                                          <p:val>
                                            <p:strVal val="#ppt_w"/>
                                          </p:val>
                                        </p:tav>
                                        <p:tav tm="100000">
                                          <p:val>
                                            <p:strVal val="#ppt_w"/>
                                          </p:val>
                                        </p:tav>
                                      </p:tavLst>
                                    </p:anim>
                                    <p:anim calcmode="lin" valueType="num">
                                      <p:cBhvr>
                                        <p:cTn id="191" dur="500" fill="hold"/>
                                        <p:tgtEl>
                                          <p:spTgt spid="230429"/>
                                        </p:tgtEl>
                                        <p:attrNameLst>
                                          <p:attrName>ppt_h</p:attrName>
                                        </p:attrNameLst>
                                      </p:cBhvr>
                                      <p:tavLst>
                                        <p:tav tm="0">
                                          <p:val>
                                            <p:fltVal val="0"/>
                                          </p:val>
                                        </p:tav>
                                        <p:tav tm="100000">
                                          <p:val>
                                            <p:strVal val="#ppt_h"/>
                                          </p:val>
                                        </p:tav>
                                      </p:tavLst>
                                    </p:anim>
                                  </p:childTnLst>
                                </p:cTn>
                              </p:par>
                            </p:childTnLst>
                          </p:cTn>
                        </p:par>
                        <p:par>
                          <p:cTn id="192" fill="hold" nodeType="afterGroup">
                            <p:stCondLst>
                              <p:cond delay="1000"/>
                            </p:stCondLst>
                            <p:childTnLst>
                              <p:par>
                                <p:cTn id="193" presetID="17" presetClass="entr" presetSubtype="1" fill="hold" grpId="0" nodeType="afterEffect">
                                  <p:stCondLst>
                                    <p:cond delay="0"/>
                                  </p:stCondLst>
                                  <p:childTnLst>
                                    <p:set>
                                      <p:cBhvr>
                                        <p:cTn id="194" dur="1" fill="hold">
                                          <p:stCondLst>
                                            <p:cond delay="0"/>
                                          </p:stCondLst>
                                        </p:cTn>
                                        <p:tgtEl>
                                          <p:spTgt spid="230430"/>
                                        </p:tgtEl>
                                        <p:attrNameLst>
                                          <p:attrName>style.visibility</p:attrName>
                                        </p:attrNameLst>
                                      </p:cBhvr>
                                      <p:to>
                                        <p:strVal val="visible"/>
                                      </p:to>
                                    </p:set>
                                    <p:anim calcmode="lin" valueType="num">
                                      <p:cBhvr>
                                        <p:cTn id="195" dur="500" fill="hold"/>
                                        <p:tgtEl>
                                          <p:spTgt spid="230430"/>
                                        </p:tgtEl>
                                        <p:attrNameLst>
                                          <p:attrName>ppt_x</p:attrName>
                                        </p:attrNameLst>
                                      </p:cBhvr>
                                      <p:tavLst>
                                        <p:tav tm="0">
                                          <p:val>
                                            <p:strVal val="#ppt_x"/>
                                          </p:val>
                                        </p:tav>
                                        <p:tav tm="100000">
                                          <p:val>
                                            <p:strVal val="#ppt_x"/>
                                          </p:val>
                                        </p:tav>
                                      </p:tavLst>
                                    </p:anim>
                                    <p:anim calcmode="lin" valueType="num">
                                      <p:cBhvr>
                                        <p:cTn id="196" dur="500" fill="hold"/>
                                        <p:tgtEl>
                                          <p:spTgt spid="230430"/>
                                        </p:tgtEl>
                                        <p:attrNameLst>
                                          <p:attrName>ppt_y</p:attrName>
                                        </p:attrNameLst>
                                      </p:cBhvr>
                                      <p:tavLst>
                                        <p:tav tm="0">
                                          <p:val>
                                            <p:strVal val="#ppt_y-#ppt_h/2"/>
                                          </p:val>
                                        </p:tav>
                                        <p:tav tm="100000">
                                          <p:val>
                                            <p:strVal val="#ppt_y"/>
                                          </p:val>
                                        </p:tav>
                                      </p:tavLst>
                                    </p:anim>
                                    <p:anim calcmode="lin" valueType="num">
                                      <p:cBhvr>
                                        <p:cTn id="197" dur="500" fill="hold"/>
                                        <p:tgtEl>
                                          <p:spTgt spid="230430"/>
                                        </p:tgtEl>
                                        <p:attrNameLst>
                                          <p:attrName>ppt_w</p:attrName>
                                        </p:attrNameLst>
                                      </p:cBhvr>
                                      <p:tavLst>
                                        <p:tav tm="0">
                                          <p:val>
                                            <p:strVal val="#ppt_w"/>
                                          </p:val>
                                        </p:tav>
                                        <p:tav tm="100000">
                                          <p:val>
                                            <p:strVal val="#ppt_w"/>
                                          </p:val>
                                        </p:tav>
                                      </p:tavLst>
                                    </p:anim>
                                    <p:anim calcmode="lin" valueType="num">
                                      <p:cBhvr>
                                        <p:cTn id="198" dur="500" fill="hold"/>
                                        <p:tgtEl>
                                          <p:spTgt spid="230430"/>
                                        </p:tgtEl>
                                        <p:attrNameLst>
                                          <p:attrName>ppt_h</p:attrName>
                                        </p:attrNameLst>
                                      </p:cBhvr>
                                      <p:tavLst>
                                        <p:tav tm="0">
                                          <p:val>
                                            <p:fltVal val="0"/>
                                          </p:val>
                                        </p:tav>
                                        <p:tav tm="100000">
                                          <p:val>
                                            <p:strVal val="#ppt_h"/>
                                          </p:val>
                                        </p:tav>
                                      </p:tavLst>
                                    </p:anim>
                                  </p:childTnLst>
                                </p:cTn>
                              </p:par>
                            </p:childTnLst>
                          </p:cTn>
                        </p:par>
                        <p:par>
                          <p:cTn id="199" fill="hold" nodeType="afterGroup">
                            <p:stCondLst>
                              <p:cond delay="1500"/>
                            </p:stCondLst>
                            <p:childTnLst>
                              <p:par>
                                <p:cTn id="200" presetID="17" presetClass="entr" presetSubtype="1" fill="hold" grpId="0" nodeType="afterEffect">
                                  <p:stCondLst>
                                    <p:cond delay="0"/>
                                  </p:stCondLst>
                                  <p:childTnLst>
                                    <p:set>
                                      <p:cBhvr>
                                        <p:cTn id="201" dur="1" fill="hold">
                                          <p:stCondLst>
                                            <p:cond delay="0"/>
                                          </p:stCondLst>
                                        </p:cTn>
                                        <p:tgtEl>
                                          <p:spTgt spid="230431"/>
                                        </p:tgtEl>
                                        <p:attrNameLst>
                                          <p:attrName>style.visibility</p:attrName>
                                        </p:attrNameLst>
                                      </p:cBhvr>
                                      <p:to>
                                        <p:strVal val="visible"/>
                                      </p:to>
                                    </p:set>
                                    <p:anim calcmode="lin" valueType="num">
                                      <p:cBhvr>
                                        <p:cTn id="202" dur="500" fill="hold"/>
                                        <p:tgtEl>
                                          <p:spTgt spid="230431"/>
                                        </p:tgtEl>
                                        <p:attrNameLst>
                                          <p:attrName>ppt_x</p:attrName>
                                        </p:attrNameLst>
                                      </p:cBhvr>
                                      <p:tavLst>
                                        <p:tav tm="0">
                                          <p:val>
                                            <p:strVal val="#ppt_x"/>
                                          </p:val>
                                        </p:tav>
                                        <p:tav tm="100000">
                                          <p:val>
                                            <p:strVal val="#ppt_x"/>
                                          </p:val>
                                        </p:tav>
                                      </p:tavLst>
                                    </p:anim>
                                    <p:anim calcmode="lin" valueType="num">
                                      <p:cBhvr>
                                        <p:cTn id="203" dur="500" fill="hold"/>
                                        <p:tgtEl>
                                          <p:spTgt spid="230431"/>
                                        </p:tgtEl>
                                        <p:attrNameLst>
                                          <p:attrName>ppt_y</p:attrName>
                                        </p:attrNameLst>
                                      </p:cBhvr>
                                      <p:tavLst>
                                        <p:tav tm="0">
                                          <p:val>
                                            <p:strVal val="#ppt_y-#ppt_h/2"/>
                                          </p:val>
                                        </p:tav>
                                        <p:tav tm="100000">
                                          <p:val>
                                            <p:strVal val="#ppt_y"/>
                                          </p:val>
                                        </p:tav>
                                      </p:tavLst>
                                    </p:anim>
                                    <p:anim calcmode="lin" valueType="num">
                                      <p:cBhvr>
                                        <p:cTn id="204" dur="500" fill="hold"/>
                                        <p:tgtEl>
                                          <p:spTgt spid="230431"/>
                                        </p:tgtEl>
                                        <p:attrNameLst>
                                          <p:attrName>ppt_w</p:attrName>
                                        </p:attrNameLst>
                                      </p:cBhvr>
                                      <p:tavLst>
                                        <p:tav tm="0">
                                          <p:val>
                                            <p:strVal val="#ppt_w"/>
                                          </p:val>
                                        </p:tav>
                                        <p:tav tm="100000">
                                          <p:val>
                                            <p:strVal val="#ppt_w"/>
                                          </p:val>
                                        </p:tav>
                                      </p:tavLst>
                                    </p:anim>
                                    <p:anim calcmode="lin" valueType="num">
                                      <p:cBhvr>
                                        <p:cTn id="205" dur="500" fill="hold"/>
                                        <p:tgtEl>
                                          <p:spTgt spid="230431"/>
                                        </p:tgtEl>
                                        <p:attrNameLst>
                                          <p:attrName>ppt_h</p:attrName>
                                        </p:attrNameLst>
                                      </p:cBhvr>
                                      <p:tavLst>
                                        <p:tav tm="0">
                                          <p:val>
                                            <p:fltVal val="0"/>
                                          </p:val>
                                        </p:tav>
                                        <p:tav tm="100000">
                                          <p:val>
                                            <p:strVal val="#ppt_h"/>
                                          </p:val>
                                        </p:tav>
                                      </p:tavLst>
                                    </p:anim>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7" presetClass="entr" presetSubtype="8" fill="hold" grpId="0" nodeType="clickEffect">
                                  <p:stCondLst>
                                    <p:cond delay="0"/>
                                  </p:stCondLst>
                                  <p:childTnLst>
                                    <p:set>
                                      <p:cBhvr>
                                        <p:cTn id="209" dur="1" fill="hold">
                                          <p:stCondLst>
                                            <p:cond delay="0"/>
                                          </p:stCondLst>
                                        </p:cTn>
                                        <p:tgtEl>
                                          <p:spTgt spid="230411"/>
                                        </p:tgtEl>
                                        <p:attrNameLst>
                                          <p:attrName>style.visibility</p:attrName>
                                        </p:attrNameLst>
                                      </p:cBhvr>
                                      <p:to>
                                        <p:strVal val="visible"/>
                                      </p:to>
                                    </p:set>
                                    <p:anim calcmode="lin" valueType="num">
                                      <p:cBhvr>
                                        <p:cTn id="210" dur="500" fill="hold"/>
                                        <p:tgtEl>
                                          <p:spTgt spid="230411"/>
                                        </p:tgtEl>
                                        <p:attrNameLst>
                                          <p:attrName>ppt_x</p:attrName>
                                        </p:attrNameLst>
                                      </p:cBhvr>
                                      <p:tavLst>
                                        <p:tav tm="0">
                                          <p:val>
                                            <p:strVal val="#ppt_x-#ppt_w/2"/>
                                          </p:val>
                                        </p:tav>
                                        <p:tav tm="100000">
                                          <p:val>
                                            <p:strVal val="#ppt_x"/>
                                          </p:val>
                                        </p:tav>
                                      </p:tavLst>
                                    </p:anim>
                                    <p:anim calcmode="lin" valueType="num">
                                      <p:cBhvr>
                                        <p:cTn id="211" dur="500" fill="hold"/>
                                        <p:tgtEl>
                                          <p:spTgt spid="230411"/>
                                        </p:tgtEl>
                                        <p:attrNameLst>
                                          <p:attrName>ppt_y</p:attrName>
                                        </p:attrNameLst>
                                      </p:cBhvr>
                                      <p:tavLst>
                                        <p:tav tm="0">
                                          <p:val>
                                            <p:strVal val="#ppt_y"/>
                                          </p:val>
                                        </p:tav>
                                        <p:tav tm="100000">
                                          <p:val>
                                            <p:strVal val="#ppt_y"/>
                                          </p:val>
                                        </p:tav>
                                      </p:tavLst>
                                    </p:anim>
                                    <p:anim calcmode="lin" valueType="num">
                                      <p:cBhvr>
                                        <p:cTn id="212" dur="500" fill="hold"/>
                                        <p:tgtEl>
                                          <p:spTgt spid="230411"/>
                                        </p:tgtEl>
                                        <p:attrNameLst>
                                          <p:attrName>ppt_w</p:attrName>
                                        </p:attrNameLst>
                                      </p:cBhvr>
                                      <p:tavLst>
                                        <p:tav tm="0">
                                          <p:val>
                                            <p:fltVal val="0"/>
                                          </p:val>
                                        </p:tav>
                                        <p:tav tm="100000">
                                          <p:val>
                                            <p:strVal val="#ppt_w"/>
                                          </p:val>
                                        </p:tav>
                                      </p:tavLst>
                                    </p:anim>
                                    <p:anim calcmode="lin" valueType="num">
                                      <p:cBhvr>
                                        <p:cTn id="213" dur="500" fill="hold"/>
                                        <p:tgtEl>
                                          <p:spTgt spid="230411"/>
                                        </p:tgtEl>
                                        <p:attrNameLst>
                                          <p:attrName>ppt_h</p:attrName>
                                        </p:attrNameLst>
                                      </p:cBhvr>
                                      <p:tavLst>
                                        <p:tav tm="0">
                                          <p:val>
                                            <p:strVal val="#ppt_h"/>
                                          </p:val>
                                        </p:tav>
                                        <p:tav tm="100000">
                                          <p:val>
                                            <p:strVal val="#ppt_h"/>
                                          </p:val>
                                        </p:tav>
                                      </p:tavLst>
                                    </p:anim>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7" presetClass="entr" presetSubtype="1" fill="hold" grpId="0" nodeType="clickEffect">
                                  <p:stCondLst>
                                    <p:cond delay="0"/>
                                  </p:stCondLst>
                                  <p:childTnLst>
                                    <p:set>
                                      <p:cBhvr>
                                        <p:cTn id="217" dur="1" fill="hold">
                                          <p:stCondLst>
                                            <p:cond delay="0"/>
                                          </p:stCondLst>
                                        </p:cTn>
                                        <p:tgtEl>
                                          <p:spTgt spid="230438"/>
                                        </p:tgtEl>
                                        <p:attrNameLst>
                                          <p:attrName>style.visibility</p:attrName>
                                        </p:attrNameLst>
                                      </p:cBhvr>
                                      <p:to>
                                        <p:strVal val="visible"/>
                                      </p:to>
                                    </p:set>
                                    <p:anim calcmode="lin" valueType="num">
                                      <p:cBhvr>
                                        <p:cTn id="218" dur="500" fill="hold"/>
                                        <p:tgtEl>
                                          <p:spTgt spid="230438"/>
                                        </p:tgtEl>
                                        <p:attrNameLst>
                                          <p:attrName>ppt_x</p:attrName>
                                        </p:attrNameLst>
                                      </p:cBhvr>
                                      <p:tavLst>
                                        <p:tav tm="0">
                                          <p:val>
                                            <p:strVal val="#ppt_x"/>
                                          </p:val>
                                        </p:tav>
                                        <p:tav tm="100000">
                                          <p:val>
                                            <p:strVal val="#ppt_x"/>
                                          </p:val>
                                        </p:tav>
                                      </p:tavLst>
                                    </p:anim>
                                    <p:anim calcmode="lin" valueType="num">
                                      <p:cBhvr>
                                        <p:cTn id="219" dur="500" fill="hold"/>
                                        <p:tgtEl>
                                          <p:spTgt spid="230438"/>
                                        </p:tgtEl>
                                        <p:attrNameLst>
                                          <p:attrName>ppt_y</p:attrName>
                                        </p:attrNameLst>
                                      </p:cBhvr>
                                      <p:tavLst>
                                        <p:tav tm="0">
                                          <p:val>
                                            <p:strVal val="#ppt_y-#ppt_h/2"/>
                                          </p:val>
                                        </p:tav>
                                        <p:tav tm="100000">
                                          <p:val>
                                            <p:strVal val="#ppt_y"/>
                                          </p:val>
                                        </p:tav>
                                      </p:tavLst>
                                    </p:anim>
                                    <p:anim calcmode="lin" valueType="num">
                                      <p:cBhvr>
                                        <p:cTn id="220" dur="500" fill="hold"/>
                                        <p:tgtEl>
                                          <p:spTgt spid="230438"/>
                                        </p:tgtEl>
                                        <p:attrNameLst>
                                          <p:attrName>ppt_w</p:attrName>
                                        </p:attrNameLst>
                                      </p:cBhvr>
                                      <p:tavLst>
                                        <p:tav tm="0">
                                          <p:val>
                                            <p:strVal val="#ppt_w"/>
                                          </p:val>
                                        </p:tav>
                                        <p:tav tm="100000">
                                          <p:val>
                                            <p:strVal val="#ppt_w"/>
                                          </p:val>
                                        </p:tav>
                                      </p:tavLst>
                                    </p:anim>
                                    <p:anim calcmode="lin" valueType="num">
                                      <p:cBhvr>
                                        <p:cTn id="221" dur="500" fill="hold"/>
                                        <p:tgtEl>
                                          <p:spTgt spid="230438"/>
                                        </p:tgtEl>
                                        <p:attrNameLst>
                                          <p:attrName>ppt_h</p:attrName>
                                        </p:attrNameLst>
                                      </p:cBhvr>
                                      <p:tavLst>
                                        <p:tav tm="0">
                                          <p:val>
                                            <p:fltVal val="0"/>
                                          </p:val>
                                        </p:tav>
                                        <p:tav tm="100000">
                                          <p:val>
                                            <p:strVal val="#ppt_h"/>
                                          </p:val>
                                        </p:tav>
                                      </p:tavLst>
                                    </p:anim>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7" presetClass="entr" presetSubtype="8" fill="hold" grpId="0" nodeType="clickEffect">
                                  <p:stCondLst>
                                    <p:cond delay="0"/>
                                  </p:stCondLst>
                                  <p:childTnLst>
                                    <p:set>
                                      <p:cBhvr>
                                        <p:cTn id="225" dur="1" fill="hold">
                                          <p:stCondLst>
                                            <p:cond delay="0"/>
                                          </p:stCondLst>
                                        </p:cTn>
                                        <p:tgtEl>
                                          <p:spTgt spid="230412"/>
                                        </p:tgtEl>
                                        <p:attrNameLst>
                                          <p:attrName>style.visibility</p:attrName>
                                        </p:attrNameLst>
                                      </p:cBhvr>
                                      <p:to>
                                        <p:strVal val="visible"/>
                                      </p:to>
                                    </p:set>
                                    <p:anim calcmode="lin" valueType="num">
                                      <p:cBhvr>
                                        <p:cTn id="226" dur="500" fill="hold"/>
                                        <p:tgtEl>
                                          <p:spTgt spid="230412"/>
                                        </p:tgtEl>
                                        <p:attrNameLst>
                                          <p:attrName>ppt_x</p:attrName>
                                        </p:attrNameLst>
                                      </p:cBhvr>
                                      <p:tavLst>
                                        <p:tav tm="0">
                                          <p:val>
                                            <p:strVal val="#ppt_x-#ppt_w/2"/>
                                          </p:val>
                                        </p:tav>
                                        <p:tav tm="100000">
                                          <p:val>
                                            <p:strVal val="#ppt_x"/>
                                          </p:val>
                                        </p:tav>
                                      </p:tavLst>
                                    </p:anim>
                                    <p:anim calcmode="lin" valueType="num">
                                      <p:cBhvr>
                                        <p:cTn id="227" dur="500" fill="hold"/>
                                        <p:tgtEl>
                                          <p:spTgt spid="230412"/>
                                        </p:tgtEl>
                                        <p:attrNameLst>
                                          <p:attrName>ppt_y</p:attrName>
                                        </p:attrNameLst>
                                      </p:cBhvr>
                                      <p:tavLst>
                                        <p:tav tm="0">
                                          <p:val>
                                            <p:strVal val="#ppt_y"/>
                                          </p:val>
                                        </p:tav>
                                        <p:tav tm="100000">
                                          <p:val>
                                            <p:strVal val="#ppt_y"/>
                                          </p:val>
                                        </p:tav>
                                      </p:tavLst>
                                    </p:anim>
                                    <p:anim calcmode="lin" valueType="num">
                                      <p:cBhvr>
                                        <p:cTn id="228" dur="500" fill="hold"/>
                                        <p:tgtEl>
                                          <p:spTgt spid="230412"/>
                                        </p:tgtEl>
                                        <p:attrNameLst>
                                          <p:attrName>ppt_w</p:attrName>
                                        </p:attrNameLst>
                                      </p:cBhvr>
                                      <p:tavLst>
                                        <p:tav tm="0">
                                          <p:val>
                                            <p:fltVal val="0"/>
                                          </p:val>
                                        </p:tav>
                                        <p:tav tm="100000">
                                          <p:val>
                                            <p:strVal val="#ppt_w"/>
                                          </p:val>
                                        </p:tav>
                                      </p:tavLst>
                                    </p:anim>
                                    <p:anim calcmode="lin" valueType="num">
                                      <p:cBhvr>
                                        <p:cTn id="229" dur="500" fill="hold"/>
                                        <p:tgtEl>
                                          <p:spTgt spid="230412"/>
                                        </p:tgtEl>
                                        <p:attrNameLst>
                                          <p:attrName>ppt_h</p:attrName>
                                        </p:attrNameLst>
                                      </p:cBhvr>
                                      <p:tavLst>
                                        <p:tav tm="0">
                                          <p:val>
                                            <p:strVal val="#ppt_h"/>
                                          </p:val>
                                        </p:tav>
                                        <p:tav tm="100000">
                                          <p:val>
                                            <p:strVal val="#ppt_h"/>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7" presetClass="entr" presetSubtype="1" fill="hold" grpId="0" nodeType="clickEffect">
                                  <p:stCondLst>
                                    <p:cond delay="0"/>
                                  </p:stCondLst>
                                  <p:childTnLst>
                                    <p:set>
                                      <p:cBhvr>
                                        <p:cTn id="233" dur="1" fill="hold">
                                          <p:stCondLst>
                                            <p:cond delay="0"/>
                                          </p:stCondLst>
                                        </p:cTn>
                                        <p:tgtEl>
                                          <p:spTgt spid="230439"/>
                                        </p:tgtEl>
                                        <p:attrNameLst>
                                          <p:attrName>style.visibility</p:attrName>
                                        </p:attrNameLst>
                                      </p:cBhvr>
                                      <p:to>
                                        <p:strVal val="visible"/>
                                      </p:to>
                                    </p:set>
                                    <p:anim calcmode="lin" valueType="num">
                                      <p:cBhvr>
                                        <p:cTn id="234" dur="500" fill="hold"/>
                                        <p:tgtEl>
                                          <p:spTgt spid="230439"/>
                                        </p:tgtEl>
                                        <p:attrNameLst>
                                          <p:attrName>ppt_x</p:attrName>
                                        </p:attrNameLst>
                                      </p:cBhvr>
                                      <p:tavLst>
                                        <p:tav tm="0">
                                          <p:val>
                                            <p:strVal val="#ppt_x"/>
                                          </p:val>
                                        </p:tav>
                                        <p:tav tm="100000">
                                          <p:val>
                                            <p:strVal val="#ppt_x"/>
                                          </p:val>
                                        </p:tav>
                                      </p:tavLst>
                                    </p:anim>
                                    <p:anim calcmode="lin" valueType="num">
                                      <p:cBhvr>
                                        <p:cTn id="235" dur="500" fill="hold"/>
                                        <p:tgtEl>
                                          <p:spTgt spid="230439"/>
                                        </p:tgtEl>
                                        <p:attrNameLst>
                                          <p:attrName>ppt_y</p:attrName>
                                        </p:attrNameLst>
                                      </p:cBhvr>
                                      <p:tavLst>
                                        <p:tav tm="0">
                                          <p:val>
                                            <p:strVal val="#ppt_y-#ppt_h/2"/>
                                          </p:val>
                                        </p:tav>
                                        <p:tav tm="100000">
                                          <p:val>
                                            <p:strVal val="#ppt_y"/>
                                          </p:val>
                                        </p:tav>
                                      </p:tavLst>
                                    </p:anim>
                                    <p:anim calcmode="lin" valueType="num">
                                      <p:cBhvr>
                                        <p:cTn id="236" dur="500" fill="hold"/>
                                        <p:tgtEl>
                                          <p:spTgt spid="230439"/>
                                        </p:tgtEl>
                                        <p:attrNameLst>
                                          <p:attrName>ppt_w</p:attrName>
                                        </p:attrNameLst>
                                      </p:cBhvr>
                                      <p:tavLst>
                                        <p:tav tm="0">
                                          <p:val>
                                            <p:strVal val="#ppt_w"/>
                                          </p:val>
                                        </p:tav>
                                        <p:tav tm="100000">
                                          <p:val>
                                            <p:strVal val="#ppt_w"/>
                                          </p:val>
                                        </p:tav>
                                      </p:tavLst>
                                    </p:anim>
                                    <p:anim calcmode="lin" valueType="num">
                                      <p:cBhvr>
                                        <p:cTn id="237" dur="500" fill="hold"/>
                                        <p:tgtEl>
                                          <p:spTgt spid="23043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8" grpId="0" animBg="1"/>
      <p:bldP spid="230409" grpId="0" animBg="1"/>
      <p:bldP spid="230410" grpId="0" animBg="1"/>
      <p:bldP spid="230411" grpId="0" animBg="1"/>
      <p:bldP spid="230412" grpId="0" animBg="1"/>
      <p:bldP spid="230413" grpId="0" autoUpdateAnimBg="0"/>
      <p:bldP spid="230414" grpId="0" autoUpdateAnimBg="0"/>
      <p:bldP spid="230415" grpId="0" autoUpdateAnimBg="0"/>
      <p:bldP spid="230416" grpId="0" autoUpdateAnimBg="0"/>
      <p:bldP spid="230418" grpId="0" animBg="1" autoUpdateAnimBg="0"/>
      <p:bldP spid="230419" grpId="0" animBg="1"/>
      <p:bldP spid="230420" grpId="0" animBg="1"/>
      <p:bldP spid="230421" grpId="0" animBg="1"/>
      <p:bldP spid="230422" grpId="0" autoUpdateAnimBg="0"/>
      <p:bldP spid="230423" grpId="0" animBg="1" autoUpdateAnimBg="0"/>
      <p:bldP spid="230424" grpId="0" animBg="1"/>
      <p:bldP spid="230425" grpId="0" animBg="1"/>
      <p:bldP spid="230426" grpId="0" animBg="1" autoUpdateAnimBg="0"/>
      <p:bldP spid="230427" grpId="0" animBg="1"/>
      <p:bldP spid="230428" grpId="0" animBg="1"/>
      <p:bldP spid="230429" grpId="0" animBg="1" autoUpdateAnimBg="0"/>
      <p:bldP spid="230430" grpId="0" animBg="1"/>
      <p:bldP spid="230431" grpId="0" animBg="1"/>
      <p:bldP spid="230432" grpId="0" animBg="1"/>
      <p:bldP spid="230433" grpId="0" autoUpdateAnimBg="0"/>
      <p:bldP spid="230434" grpId="0" animBg="1"/>
      <p:bldP spid="230435" grpId="0" autoUpdateAnimBg="0"/>
      <p:bldP spid="230436" grpId="0" autoUpdateAnimBg="0"/>
      <p:bldP spid="230437" grpId="0" animBg="1"/>
      <p:bldP spid="230438" grpId="0" autoUpdateAnimBg="0"/>
      <p:bldP spid="230439"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ext Box 2"/>
          <p:cNvSpPr txBox="1">
            <a:spLocks noChangeArrowheads="1"/>
          </p:cNvSpPr>
          <p:nvPr/>
        </p:nvSpPr>
        <p:spPr bwMode="auto">
          <a:xfrm>
            <a:off x="1446213" y="228600"/>
            <a:ext cx="75453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latin typeface="Times New Roman" charset="0"/>
                <a:ea typeface="楷体_GB2312" charset="0"/>
              </a:rPr>
              <a:t> </a:t>
            </a:r>
            <a:r>
              <a:rPr kumimoji="1" lang="zh-CN" altLang="en-US" sz="4400" b="1">
                <a:solidFill>
                  <a:srgbClr val="008080"/>
                </a:solidFill>
                <a:latin typeface="Times New Roman" charset="0"/>
                <a:ea typeface="楷体_GB2312" charset="0"/>
              </a:rPr>
              <a:t>按给定的表达式建相应二叉树</a:t>
            </a:r>
            <a:endParaRPr kumimoji="1" lang="zh-CN" altLang="en-US" sz="4400">
              <a:latin typeface="Times New Roman" charset="0"/>
            </a:endParaRPr>
          </a:p>
        </p:txBody>
      </p:sp>
      <p:sp>
        <p:nvSpPr>
          <p:cNvPr id="231427" name="Text Box 3">
            <a:hlinkClick r:id="" action="ppaction://hlinkshowjump?jump=nextslide"/>
          </p:cNvPr>
          <p:cNvSpPr txBox="1">
            <a:spLocks noChangeArrowheads="1"/>
          </p:cNvSpPr>
          <p:nvPr/>
        </p:nvSpPr>
        <p:spPr bwMode="auto">
          <a:xfrm>
            <a:off x="995363" y="1600200"/>
            <a:ext cx="7296150"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2400">
                <a:latin typeface="Times New Roman" charset="0"/>
                <a:ea typeface="楷体_GB2312" charset="0"/>
              </a:rPr>
              <a:t>        </a:t>
            </a:r>
            <a:r>
              <a:rPr kumimoji="1" lang="en-US" altLang="zh-CN" sz="4000">
                <a:solidFill>
                  <a:srgbClr val="800080"/>
                </a:solidFill>
                <a:latin typeface="Times New Roman" charset="0"/>
                <a:ea typeface="楷体_GB2312" charset="0"/>
                <a:sym typeface="Symbol" charset="2"/>
              </a:rPr>
              <a:t></a:t>
            </a:r>
            <a:r>
              <a:rPr kumimoji="1" lang="en-US" altLang="zh-CN" sz="4000">
                <a:latin typeface="Times New Roman" charset="0"/>
                <a:ea typeface="楷体_GB2312" charset="0"/>
              </a:rPr>
              <a:t> </a:t>
            </a:r>
            <a:r>
              <a:rPr kumimoji="1" lang="zh-CN" altLang="en-US" sz="4000" b="1">
                <a:solidFill>
                  <a:srgbClr val="800080"/>
                </a:solidFill>
                <a:latin typeface="Times New Roman" charset="0"/>
                <a:ea typeface="楷体_GB2312" charset="0"/>
              </a:rPr>
              <a:t>由先缀表示式建树</a:t>
            </a:r>
          </a:p>
          <a:p>
            <a:pPr>
              <a:lnSpc>
                <a:spcPct val="120000"/>
              </a:lnSpc>
            </a:pPr>
            <a:r>
              <a:rPr kumimoji="1" lang="zh-CN" altLang="en-US" sz="4000">
                <a:solidFill>
                  <a:srgbClr val="000066"/>
                </a:solidFill>
                <a:latin typeface="Times New Roman" charset="0"/>
                <a:ea typeface="楷体_GB2312" charset="0"/>
              </a:rPr>
              <a:t>例如：已知表达式的先缀表示式</a:t>
            </a:r>
          </a:p>
          <a:p>
            <a:pPr>
              <a:lnSpc>
                <a:spcPct val="120000"/>
              </a:lnSpc>
            </a:pPr>
            <a:r>
              <a:rPr kumimoji="1" lang="zh-CN" altLang="en-US" sz="4000">
                <a:solidFill>
                  <a:srgbClr val="000066"/>
                </a:solidFill>
                <a:latin typeface="Times New Roman" charset="0"/>
                <a:ea typeface="楷体_GB2312" charset="0"/>
              </a:rPr>
              <a:t>        </a:t>
            </a:r>
            <a:r>
              <a:rPr kumimoji="1" lang="zh-CN" altLang="en-US" sz="4000" b="1">
                <a:solidFill>
                  <a:srgbClr val="000066"/>
                </a:solidFill>
                <a:latin typeface="Times New Roman" charset="0"/>
                <a:ea typeface="楷体_GB2312" charset="0"/>
              </a:rPr>
              <a:t> </a:t>
            </a:r>
            <a:r>
              <a:rPr kumimoji="1" lang="en-US" altLang="zh-CN" sz="4000" b="1">
                <a:solidFill>
                  <a:srgbClr val="000066"/>
                </a:solidFill>
                <a:latin typeface="楷体_GB2312" charset="0"/>
                <a:ea typeface="楷体_GB2312" charset="0"/>
              </a:rPr>
              <a:t>-×+</a:t>
            </a:r>
            <a:r>
              <a:rPr kumimoji="1" lang="en-US" altLang="zh-CN" sz="4000" b="1">
                <a:solidFill>
                  <a:srgbClr val="000066"/>
                </a:solidFill>
                <a:latin typeface="Times New Roman" charset="0"/>
                <a:ea typeface="楷体_GB2312" charset="0"/>
              </a:rPr>
              <a:t> a b c / d e</a:t>
            </a:r>
            <a:endParaRPr kumimoji="1" lang="en-US" altLang="zh-CN" sz="4000">
              <a:solidFill>
                <a:srgbClr val="000066"/>
              </a:solidFill>
              <a:latin typeface="Times New Roman" charset="0"/>
            </a:endParaRPr>
          </a:p>
        </p:txBody>
      </p:sp>
      <p:sp>
        <p:nvSpPr>
          <p:cNvPr id="231428" name="Text Box 4">
            <a:hlinkClick r:id="rId2" action="ppaction://hlinksldjump"/>
          </p:cNvPr>
          <p:cNvSpPr txBox="1">
            <a:spLocks noChangeArrowheads="1"/>
          </p:cNvSpPr>
          <p:nvPr/>
        </p:nvSpPr>
        <p:spPr bwMode="auto">
          <a:xfrm>
            <a:off x="990600" y="4394200"/>
            <a:ext cx="7694613"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a:solidFill>
                  <a:srgbClr val="800080"/>
                </a:solidFill>
                <a:latin typeface="Times New Roman" charset="0"/>
                <a:ea typeface="楷体_GB2312" charset="0"/>
                <a:sym typeface="Symbol" charset="2"/>
              </a:rPr>
              <a:t>     </a:t>
            </a:r>
            <a:r>
              <a:rPr kumimoji="1" lang="en-US" altLang="zh-CN" sz="4000">
                <a:latin typeface="Times New Roman" charset="0"/>
                <a:ea typeface="楷体_GB2312" charset="0"/>
              </a:rPr>
              <a:t> </a:t>
            </a:r>
            <a:r>
              <a:rPr kumimoji="1" lang="zh-CN" altLang="en-US" sz="4000" b="1">
                <a:solidFill>
                  <a:srgbClr val="800080"/>
                </a:solidFill>
                <a:latin typeface="Times New Roman" charset="0"/>
                <a:ea typeface="楷体_GB2312" charset="0"/>
              </a:rPr>
              <a:t>由原表达式建树</a:t>
            </a:r>
          </a:p>
          <a:p>
            <a:pPr>
              <a:lnSpc>
                <a:spcPct val="120000"/>
              </a:lnSpc>
            </a:pPr>
            <a:r>
              <a:rPr kumimoji="1" lang="zh-CN" altLang="en-US" sz="4000">
                <a:solidFill>
                  <a:srgbClr val="000066"/>
                </a:solidFill>
                <a:latin typeface="Times New Roman" charset="0"/>
                <a:ea typeface="楷体_GB2312" charset="0"/>
              </a:rPr>
              <a:t>例如：已知表达式 </a:t>
            </a:r>
            <a:r>
              <a:rPr kumimoji="1" lang="en-US" altLang="zh-CN" sz="4000" b="1">
                <a:solidFill>
                  <a:srgbClr val="000066"/>
                </a:solidFill>
                <a:latin typeface="Times New Roman" charset="0"/>
                <a:ea typeface="楷体_GB2312" charset="0"/>
              </a:rPr>
              <a:t>(a+b)</a:t>
            </a:r>
            <a:r>
              <a:rPr kumimoji="1" lang="en-US" altLang="zh-CN" sz="4000" b="1">
                <a:solidFill>
                  <a:srgbClr val="000066"/>
                </a:solidFill>
                <a:latin typeface="楷体_GB2312" charset="0"/>
                <a:ea typeface="楷体_GB2312" charset="0"/>
              </a:rPr>
              <a:t>×</a:t>
            </a:r>
            <a:r>
              <a:rPr kumimoji="1" lang="en-US" altLang="zh-CN" sz="4000" b="1">
                <a:solidFill>
                  <a:srgbClr val="000066"/>
                </a:solidFill>
                <a:latin typeface="Times New Roman" charset="0"/>
                <a:ea typeface="楷体_GB2312" charset="0"/>
              </a:rPr>
              <a:t>c –</a:t>
            </a:r>
            <a:r>
              <a:rPr kumimoji="1" lang="en-US" altLang="zh-CN" sz="4000" b="1">
                <a:solidFill>
                  <a:srgbClr val="000066"/>
                </a:solidFill>
                <a:latin typeface="楷体_GB2312" charset="0"/>
                <a:ea typeface="楷体_GB2312" charset="0"/>
              </a:rPr>
              <a:t> d/e</a:t>
            </a:r>
            <a:endParaRPr kumimoji="1" lang="en-US" altLang="zh-CN" sz="2400">
              <a:latin typeface="Times New Roman" charset="0"/>
            </a:endParaRPr>
          </a:p>
        </p:txBody>
      </p:sp>
      <p:pic>
        <p:nvPicPr>
          <p:cNvPr id="231429" name="Picture 5" descr="Green B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3810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31430" name="AutoShape 6">
            <a:hlinkClick r:id="rId4"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258630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1427"/>
                                        </p:tgtEl>
                                        <p:attrNameLst>
                                          <p:attrName>style.visibility</p:attrName>
                                        </p:attrNameLst>
                                      </p:cBhvr>
                                      <p:to>
                                        <p:strVal val="visible"/>
                                      </p:to>
                                    </p:set>
                                    <p:animEffect transition="in" filter="wipe(left)">
                                      <p:cBhvr>
                                        <p:cTn id="7" dur="500"/>
                                        <p:tgtEl>
                                          <p:spTgt spid="231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1428"/>
                                        </p:tgtEl>
                                        <p:attrNameLst>
                                          <p:attrName>style.visibility</p:attrName>
                                        </p:attrNameLst>
                                      </p:cBhvr>
                                      <p:to>
                                        <p:strVal val="visible"/>
                                      </p:to>
                                    </p:set>
                                    <p:animEffect transition="in" filter="wipe(left)">
                                      <p:cBhvr>
                                        <p:cTn id="12" dur="500"/>
                                        <p:tgtEl>
                                          <p:spTgt spid="231428"/>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231430"/>
                                        </p:tgtEl>
                                        <p:attrNameLst>
                                          <p:attrName>style.visibility</p:attrName>
                                        </p:attrNameLst>
                                      </p:cBhvr>
                                      <p:to>
                                        <p:strVal val="visible"/>
                                      </p:to>
                                    </p:set>
                                    <p:anim calcmode="lin" valueType="num">
                                      <p:cBhvr additive="base">
                                        <p:cTn id="16" dur="500" fill="hold"/>
                                        <p:tgtEl>
                                          <p:spTgt spid="231430"/>
                                        </p:tgtEl>
                                        <p:attrNameLst>
                                          <p:attrName>ppt_x</p:attrName>
                                        </p:attrNameLst>
                                      </p:cBhvr>
                                      <p:tavLst>
                                        <p:tav tm="0">
                                          <p:val>
                                            <p:strVal val="1+#ppt_w/2"/>
                                          </p:val>
                                        </p:tav>
                                        <p:tav tm="100000">
                                          <p:val>
                                            <p:strVal val="#ppt_x"/>
                                          </p:val>
                                        </p:tav>
                                      </p:tavLst>
                                    </p:anim>
                                    <p:anim calcmode="lin" valueType="num">
                                      <p:cBhvr additive="base">
                                        <p:cTn id="17" dur="500" fill="hold"/>
                                        <p:tgtEl>
                                          <p:spTgt spid="2314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autoUpdateAnimBg="0"/>
      <p:bldP spid="231428" grpId="0" autoUpdateAnimBg="0"/>
      <p:bldP spid="23143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ext Box 2"/>
          <p:cNvSpPr txBox="1">
            <a:spLocks noChangeArrowheads="1"/>
          </p:cNvSpPr>
          <p:nvPr/>
        </p:nvSpPr>
        <p:spPr bwMode="auto">
          <a:xfrm>
            <a:off x="1219200" y="228600"/>
            <a:ext cx="7739063"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3200">
                <a:solidFill>
                  <a:srgbClr val="000066"/>
                </a:solidFill>
                <a:latin typeface="Times New Roman" charset="0"/>
                <a:ea typeface="楷体_GB2312" charset="0"/>
              </a:rPr>
              <a:t>对应先缀表达式  </a:t>
            </a:r>
            <a:r>
              <a:rPr kumimoji="1" lang="en-US" altLang="zh-CN" sz="3600" b="1">
                <a:solidFill>
                  <a:srgbClr val="000066"/>
                </a:solidFill>
                <a:latin typeface="楷体_GB2312" charset="0"/>
                <a:ea typeface="楷体_GB2312" charset="0"/>
              </a:rPr>
              <a:t>-×+</a:t>
            </a:r>
            <a:r>
              <a:rPr kumimoji="1" lang="en-US" altLang="zh-CN" sz="3600" b="1">
                <a:solidFill>
                  <a:srgbClr val="000066"/>
                </a:solidFill>
                <a:latin typeface="Times New Roman" charset="0"/>
                <a:ea typeface="楷体_GB2312" charset="0"/>
              </a:rPr>
              <a:t> a b c / d e</a:t>
            </a:r>
            <a:r>
              <a:rPr kumimoji="1" lang="zh-CN" altLang="en-US" sz="3200" b="1">
                <a:solidFill>
                  <a:srgbClr val="000066"/>
                </a:solidFill>
                <a:latin typeface="Times New Roman" charset="0"/>
                <a:ea typeface="楷体_GB2312" charset="0"/>
              </a:rPr>
              <a:t>的二叉树</a:t>
            </a:r>
            <a:endParaRPr kumimoji="1" lang="zh-CN" altLang="en-US" sz="3600" b="1">
              <a:solidFill>
                <a:srgbClr val="000066"/>
              </a:solidFill>
              <a:latin typeface="Times New Roman" charset="0"/>
              <a:ea typeface="楷体_GB2312" charset="0"/>
            </a:endParaRPr>
          </a:p>
        </p:txBody>
      </p:sp>
      <p:sp>
        <p:nvSpPr>
          <p:cNvPr id="232451" name="Oval 3"/>
          <p:cNvSpPr>
            <a:spLocks noChangeArrowheads="1"/>
          </p:cNvSpPr>
          <p:nvPr/>
        </p:nvSpPr>
        <p:spPr bwMode="auto">
          <a:xfrm>
            <a:off x="304800" y="44958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0000"/>
                </a:solidFill>
                <a:latin typeface="Times New Roman" charset="0"/>
              </a:rPr>
              <a:t>a</a:t>
            </a:r>
            <a:endParaRPr kumimoji="1" lang="en-US" altLang="zh-CN" sz="2400">
              <a:latin typeface="Times New Roman" charset="0"/>
            </a:endParaRPr>
          </a:p>
        </p:txBody>
      </p:sp>
      <p:sp>
        <p:nvSpPr>
          <p:cNvPr id="232452" name="Oval 4"/>
          <p:cNvSpPr>
            <a:spLocks noChangeArrowheads="1"/>
          </p:cNvSpPr>
          <p:nvPr/>
        </p:nvSpPr>
        <p:spPr bwMode="auto">
          <a:xfrm>
            <a:off x="1828800" y="44958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b</a:t>
            </a:r>
            <a:endParaRPr kumimoji="1" lang="en-US" altLang="zh-CN" sz="2400">
              <a:latin typeface="Times New Roman" charset="0"/>
            </a:endParaRPr>
          </a:p>
        </p:txBody>
      </p:sp>
      <p:sp>
        <p:nvSpPr>
          <p:cNvPr id="232453" name="Oval 5"/>
          <p:cNvSpPr>
            <a:spLocks noChangeArrowheads="1"/>
          </p:cNvSpPr>
          <p:nvPr/>
        </p:nvSpPr>
        <p:spPr bwMode="auto">
          <a:xfrm>
            <a:off x="2895600" y="32004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c</a:t>
            </a:r>
            <a:endParaRPr kumimoji="1" lang="en-US" altLang="zh-CN" sz="2400">
              <a:latin typeface="Times New Roman" charset="0"/>
            </a:endParaRPr>
          </a:p>
        </p:txBody>
      </p:sp>
      <p:sp>
        <p:nvSpPr>
          <p:cNvPr id="232454" name="Oval 6"/>
          <p:cNvSpPr>
            <a:spLocks noChangeArrowheads="1"/>
          </p:cNvSpPr>
          <p:nvPr/>
        </p:nvSpPr>
        <p:spPr bwMode="auto">
          <a:xfrm>
            <a:off x="4876800" y="32004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d</a:t>
            </a:r>
            <a:endParaRPr kumimoji="1" lang="en-US" altLang="zh-CN" sz="2400">
              <a:latin typeface="Times New Roman" charset="0"/>
            </a:endParaRPr>
          </a:p>
        </p:txBody>
      </p:sp>
      <p:sp>
        <p:nvSpPr>
          <p:cNvPr id="232455" name="Oval 7"/>
          <p:cNvSpPr>
            <a:spLocks noChangeArrowheads="1"/>
          </p:cNvSpPr>
          <p:nvPr/>
        </p:nvSpPr>
        <p:spPr bwMode="auto">
          <a:xfrm>
            <a:off x="6705600" y="32004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e</a:t>
            </a:r>
            <a:endParaRPr kumimoji="1" lang="en-US" altLang="zh-CN" sz="2400">
              <a:latin typeface="Times New Roman" charset="0"/>
            </a:endParaRPr>
          </a:p>
        </p:txBody>
      </p:sp>
      <p:sp>
        <p:nvSpPr>
          <p:cNvPr id="232456" name="Oval 8"/>
          <p:cNvSpPr>
            <a:spLocks noChangeArrowheads="1"/>
          </p:cNvSpPr>
          <p:nvPr/>
        </p:nvSpPr>
        <p:spPr bwMode="auto">
          <a:xfrm>
            <a:off x="3886200" y="10668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000066"/>
                </a:solidFill>
                <a:latin typeface="楷体_GB2312" charset="0"/>
                <a:ea typeface="楷体_GB2312" charset="0"/>
              </a:rPr>
              <a:t>-</a:t>
            </a:r>
            <a:endParaRPr kumimoji="1" lang="en-US" altLang="zh-CN" sz="4400" b="1">
              <a:solidFill>
                <a:srgbClr val="333399"/>
              </a:solidFill>
              <a:latin typeface="Times New Roman" charset="0"/>
            </a:endParaRPr>
          </a:p>
        </p:txBody>
      </p:sp>
      <p:sp>
        <p:nvSpPr>
          <p:cNvPr id="232457" name="Oval 9"/>
          <p:cNvSpPr>
            <a:spLocks noChangeArrowheads="1"/>
          </p:cNvSpPr>
          <p:nvPr/>
        </p:nvSpPr>
        <p:spPr bwMode="auto">
          <a:xfrm>
            <a:off x="1981200" y="20574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000066"/>
                </a:solidFill>
                <a:latin typeface="楷体_GB2312" charset="0"/>
                <a:ea typeface="楷体_GB2312" charset="0"/>
              </a:rPr>
              <a:t>×</a:t>
            </a:r>
          </a:p>
        </p:txBody>
      </p:sp>
      <p:sp>
        <p:nvSpPr>
          <p:cNvPr id="232458" name="Oval 10"/>
          <p:cNvSpPr>
            <a:spLocks noChangeArrowheads="1"/>
          </p:cNvSpPr>
          <p:nvPr/>
        </p:nvSpPr>
        <p:spPr bwMode="auto">
          <a:xfrm>
            <a:off x="1066800" y="32004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2459" name="Oval 11"/>
          <p:cNvSpPr>
            <a:spLocks noChangeArrowheads="1"/>
          </p:cNvSpPr>
          <p:nvPr/>
        </p:nvSpPr>
        <p:spPr bwMode="auto">
          <a:xfrm>
            <a:off x="5791200" y="2057400"/>
            <a:ext cx="609600" cy="762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2460" name="Line 12"/>
          <p:cNvSpPr>
            <a:spLocks noChangeShapeType="1"/>
          </p:cNvSpPr>
          <p:nvPr/>
        </p:nvSpPr>
        <p:spPr bwMode="auto">
          <a:xfrm flipH="1">
            <a:off x="2286000" y="1447800"/>
            <a:ext cx="1600200" cy="6096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1" name="Line 13"/>
          <p:cNvSpPr>
            <a:spLocks noChangeShapeType="1"/>
          </p:cNvSpPr>
          <p:nvPr/>
        </p:nvSpPr>
        <p:spPr bwMode="auto">
          <a:xfrm>
            <a:off x="4495800" y="1447800"/>
            <a:ext cx="1600200" cy="6096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2" name="Line 14"/>
          <p:cNvSpPr>
            <a:spLocks noChangeShapeType="1"/>
          </p:cNvSpPr>
          <p:nvPr/>
        </p:nvSpPr>
        <p:spPr bwMode="auto">
          <a:xfrm flipH="1">
            <a:off x="1371600" y="2438400"/>
            <a:ext cx="6096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3" name="Line 15"/>
          <p:cNvSpPr>
            <a:spLocks noChangeShapeType="1"/>
          </p:cNvSpPr>
          <p:nvPr/>
        </p:nvSpPr>
        <p:spPr bwMode="auto">
          <a:xfrm flipH="1">
            <a:off x="609600" y="3581400"/>
            <a:ext cx="457200" cy="914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4" name="Line 16"/>
          <p:cNvSpPr>
            <a:spLocks noChangeShapeType="1"/>
          </p:cNvSpPr>
          <p:nvPr/>
        </p:nvSpPr>
        <p:spPr bwMode="auto">
          <a:xfrm>
            <a:off x="1676400" y="3505200"/>
            <a:ext cx="457200" cy="9906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5" name="Line 17"/>
          <p:cNvSpPr>
            <a:spLocks noChangeShapeType="1"/>
          </p:cNvSpPr>
          <p:nvPr/>
        </p:nvSpPr>
        <p:spPr bwMode="auto">
          <a:xfrm>
            <a:off x="2590800" y="2438400"/>
            <a:ext cx="6096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6" name="Line 18"/>
          <p:cNvSpPr>
            <a:spLocks noChangeShapeType="1"/>
          </p:cNvSpPr>
          <p:nvPr/>
        </p:nvSpPr>
        <p:spPr bwMode="auto">
          <a:xfrm flipH="1">
            <a:off x="5181600" y="2438400"/>
            <a:ext cx="6096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7" name="Line 19"/>
          <p:cNvSpPr>
            <a:spLocks noChangeShapeType="1"/>
          </p:cNvSpPr>
          <p:nvPr/>
        </p:nvSpPr>
        <p:spPr bwMode="auto">
          <a:xfrm>
            <a:off x="6400800" y="2438400"/>
            <a:ext cx="6096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2468" name="Text Box 20"/>
          <p:cNvSpPr txBox="1">
            <a:spLocks noChangeArrowheads="1"/>
          </p:cNvSpPr>
          <p:nvPr/>
        </p:nvSpPr>
        <p:spPr bwMode="auto">
          <a:xfrm>
            <a:off x="3962400" y="4484688"/>
            <a:ext cx="4191000" cy="206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3600" b="1">
                <a:solidFill>
                  <a:srgbClr val="800000"/>
                </a:solidFill>
                <a:latin typeface="Times New Roman" charset="0"/>
                <a:ea typeface="楷体_GB2312" charset="0"/>
              </a:rPr>
              <a:t>特点</a:t>
            </a:r>
            <a:r>
              <a:rPr kumimoji="1" lang="zh-CN" altLang="en-US" sz="2400">
                <a:solidFill>
                  <a:srgbClr val="800000"/>
                </a:solidFill>
                <a:latin typeface="Times New Roman" charset="0"/>
              </a:rPr>
              <a:t>：</a:t>
            </a:r>
          </a:p>
          <a:p>
            <a:pPr>
              <a:lnSpc>
                <a:spcPct val="120000"/>
              </a:lnSpc>
            </a:pPr>
            <a:r>
              <a:rPr kumimoji="1" lang="zh-CN" altLang="en-US" sz="2400">
                <a:solidFill>
                  <a:srgbClr val="800000"/>
                </a:solidFill>
                <a:latin typeface="Times New Roman" charset="0"/>
              </a:rPr>
              <a:t>    </a:t>
            </a:r>
            <a:r>
              <a:rPr kumimoji="1" lang="zh-CN" altLang="en-US" sz="3600">
                <a:solidFill>
                  <a:srgbClr val="FF3300"/>
                </a:solidFill>
                <a:latin typeface="Times New Roman" charset="0"/>
                <a:ea typeface="楷体_GB2312" charset="0"/>
              </a:rPr>
              <a:t>操作数</a:t>
            </a:r>
            <a:r>
              <a:rPr kumimoji="1" lang="zh-CN" altLang="en-US" sz="3600">
                <a:solidFill>
                  <a:srgbClr val="800000"/>
                </a:solidFill>
                <a:latin typeface="Times New Roman" charset="0"/>
                <a:ea typeface="楷体_GB2312" charset="0"/>
              </a:rPr>
              <a:t>为</a:t>
            </a:r>
            <a:r>
              <a:rPr kumimoji="1" lang="zh-CN" altLang="en-US" sz="3600" b="1">
                <a:solidFill>
                  <a:srgbClr val="800000"/>
                </a:solidFill>
                <a:latin typeface="Times New Roman" charset="0"/>
                <a:ea typeface="楷体_GB2312" charset="0"/>
              </a:rPr>
              <a:t>叶子</a:t>
            </a:r>
            <a:r>
              <a:rPr kumimoji="1" lang="zh-CN" altLang="en-US" sz="3600">
                <a:solidFill>
                  <a:srgbClr val="800000"/>
                </a:solidFill>
                <a:latin typeface="Times New Roman" charset="0"/>
                <a:ea typeface="楷体_GB2312" charset="0"/>
              </a:rPr>
              <a:t>结点</a:t>
            </a:r>
          </a:p>
          <a:p>
            <a:pPr>
              <a:lnSpc>
                <a:spcPct val="120000"/>
              </a:lnSpc>
            </a:pPr>
            <a:r>
              <a:rPr kumimoji="1" lang="zh-CN" altLang="en-US" sz="3600">
                <a:solidFill>
                  <a:srgbClr val="800000"/>
                </a:solidFill>
                <a:latin typeface="Times New Roman" charset="0"/>
                <a:ea typeface="楷体_GB2312" charset="0"/>
              </a:rPr>
              <a:t>   </a:t>
            </a:r>
            <a:r>
              <a:rPr kumimoji="1" lang="zh-CN" altLang="en-US" sz="3600">
                <a:solidFill>
                  <a:srgbClr val="333399"/>
                </a:solidFill>
                <a:latin typeface="Times New Roman" charset="0"/>
                <a:ea typeface="楷体_GB2312" charset="0"/>
              </a:rPr>
              <a:t>运算符</a:t>
            </a:r>
            <a:r>
              <a:rPr kumimoji="1" lang="zh-CN" altLang="en-US" sz="3600">
                <a:solidFill>
                  <a:srgbClr val="800000"/>
                </a:solidFill>
                <a:latin typeface="Times New Roman" charset="0"/>
                <a:ea typeface="楷体_GB2312" charset="0"/>
              </a:rPr>
              <a:t>为</a:t>
            </a:r>
            <a:r>
              <a:rPr kumimoji="1" lang="zh-CN" altLang="en-US" sz="3600" b="1">
                <a:solidFill>
                  <a:srgbClr val="800000"/>
                </a:solidFill>
                <a:latin typeface="Times New Roman" charset="0"/>
                <a:ea typeface="楷体_GB2312" charset="0"/>
              </a:rPr>
              <a:t>分支</a:t>
            </a:r>
            <a:r>
              <a:rPr kumimoji="1" lang="zh-CN" altLang="en-US" sz="3600">
                <a:solidFill>
                  <a:srgbClr val="800000"/>
                </a:solidFill>
                <a:latin typeface="Times New Roman" charset="0"/>
                <a:ea typeface="楷体_GB2312" charset="0"/>
              </a:rPr>
              <a:t>结点</a:t>
            </a:r>
            <a:endParaRPr kumimoji="1" lang="zh-CN" altLang="en-US" sz="2400">
              <a:latin typeface="Times New Roman" charset="0"/>
            </a:endParaRPr>
          </a:p>
        </p:txBody>
      </p:sp>
    </p:spTree>
    <p:extLst>
      <p:ext uri="{BB962C8B-B14F-4D97-AF65-F5344CB8AC3E}">
        <p14:creationId xmlns:p14="http://schemas.microsoft.com/office/powerpoint/2010/main" val="6522791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232468"/>
                                        </p:tgtEl>
                                        <p:attrNameLst>
                                          <p:attrName>style.visibility</p:attrName>
                                        </p:attrNameLst>
                                      </p:cBhvr>
                                      <p:to>
                                        <p:strVal val="visible"/>
                                      </p:to>
                                    </p:set>
                                    <p:anim calcmode="lin" valueType="num">
                                      <p:cBhvr additive="base">
                                        <p:cTn id="7" dur="500" fill="hold"/>
                                        <p:tgtEl>
                                          <p:spTgt spid="232468"/>
                                        </p:tgtEl>
                                        <p:attrNameLst>
                                          <p:attrName>ppt_x</p:attrName>
                                        </p:attrNameLst>
                                      </p:cBhvr>
                                      <p:tavLst>
                                        <p:tav tm="0">
                                          <p:val>
                                            <p:strVal val="1+#ppt_w/2"/>
                                          </p:val>
                                        </p:tav>
                                        <p:tav tm="100000">
                                          <p:val>
                                            <p:strVal val="#ppt_x"/>
                                          </p:val>
                                        </p:tav>
                                      </p:tavLst>
                                    </p:anim>
                                    <p:anim calcmode="lin" valueType="num">
                                      <p:cBhvr additive="base">
                                        <p:cTn id="8" dur="500" fill="hold"/>
                                        <p:tgtEl>
                                          <p:spTgt spid="23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68"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p:cNvSpPr txBox="1">
            <a:spLocks noChangeArrowheads="1"/>
          </p:cNvSpPr>
          <p:nvPr/>
        </p:nvSpPr>
        <p:spPr bwMode="auto">
          <a:xfrm>
            <a:off x="1187450" y="2279650"/>
            <a:ext cx="6584950" cy="404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0000"/>
                </a:solidFill>
                <a:latin typeface="Times New Roman" charset="0"/>
                <a:ea typeface="楷体_GB2312" charset="0"/>
              </a:rPr>
              <a:t>scanf</a:t>
            </a:r>
            <a:r>
              <a:rPr kumimoji="1" lang="en-US" altLang="zh-CN" sz="3600">
                <a:solidFill>
                  <a:srgbClr val="800000"/>
                </a:solidFill>
                <a:latin typeface="Times New Roman" charset="0"/>
                <a:ea typeface="楷体_GB2312" charset="0"/>
              </a:rPr>
              <a:t>(</a:t>
            </a:r>
            <a:r>
              <a:rPr kumimoji="1" lang="en-US" altLang="zh-CN" sz="3600" b="1">
                <a:solidFill>
                  <a:srgbClr val="800000"/>
                </a:solidFill>
                <a:latin typeface="Times New Roman" charset="0"/>
                <a:ea typeface="楷体_GB2312" charset="0"/>
              </a:rPr>
              <a:t>&amp;</a:t>
            </a:r>
            <a:r>
              <a:rPr kumimoji="1" lang="en-US" altLang="zh-CN" sz="3600">
                <a:solidFill>
                  <a:srgbClr val="800000"/>
                </a:solidFill>
                <a:latin typeface="Times New Roman" charset="0"/>
                <a:ea typeface="楷体_GB2312" charset="0"/>
              </a:rPr>
              <a:t>ch);</a:t>
            </a:r>
          </a:p>
          <a:p>
            <a:pPr>
              <a:lnSpc>
                <a:spcPct val="120000"/>
              </a:lnSpc>
            </a:pPr>
            <a:r>
              <a:rPr kumimoji="1" lang="en-US" altLang="zh-CN" sz="3600" b="1">
                <a:solidFill>
                  <a:srgbClr val="800000"/>
                </a:solidFill>
                <a:latin typeface="Times New Roman" charset="0"/>
                <a:ea typeface="楷体_GB2312" charset="0"/>
              </a:rPr>
              <a:t>if</a:t>
            </a:r>
            <a:r>
              <a:rPr kumimoji="1" lang="en-US" altLang="zh-CN" sz="3600">
                <a:solidFill>
                  <a:srgbClr val="800000"/>
                </a:solidFill>
                <a:latin typeface="Times New Roman" charset="0"/>
                <a:ea typeface="楷体_GB2312" charset="0"/>
              </a:rPr>
              <a:t> ( In(ch, </a:t>
            </a:r>
            <a:r>
              <a:rPr kumimoji="1" lang="zh-CN" altLang="en-US" sz="3600">
                <a:solidFill>
                  <a:srgbClr val="800000"/>
                </a:solidFill>
                <a:latin typeface="Times New Roman" charset="0"/>
                <a:ea typeface="楷体_GB2312" charset="0"/>
              </a:rPr>
              <a:t>字母集 </a:t>
            </a:r>
            <a:r>
              <a:rPr kumimoji="1" lang="en-US" altLang="zh-CN" sz="3600">
                <a:solidFill>
                  <a:srgbClr val="800000"/>
                </a:solidFill>
                <a:latin typeface="Times New Roman" charset="0"/>
                <a:ea typeface="楷体_GB2312" charset="0"/>
              </a:rPr>
              <a:t>))   </a:t>
            </a:r>
            <a:r>
              <a:rPr kumimoji="1" lang="zh-CN" altLang="en-US" sz="3600">
                <a:solidFill>
                  <a:srgbClr val="800000"/>
                </a:solidFill>
                <a:latin typeface="Times New Roman" charset="0"/>
                <a:ea typeface="楷体_GB2312" charset="0"/>
              </a:rPr>
              <a:t>建叶子结点</a:t>
            </a:r>
            <a:r>
              <a:rPr kumimoji="1" lang="en-US" altLang="zh-CN" sz="3600">
                <a:solidFill>
                  <a:srgbClr val="800000"/>
                </a:solidFill>
                <a:latin typeface="Times New Roman" charset="0"/>
                <a:ea typeface="楷体_GB2312" charset="0"/>
              </a:rPr>
              <a:t>;</a:t>
            </a:r>
          </a:p>
          <a:p>
            <a:pPr>
              <a:lnSpc>
                <a:spcPct val="120000"/>
              </a:lnSpc>
            </a:pPr>
            <a:r>
              <a:rPr kumimoji="1" lang="en-US" altLang="zh-CN" sz="3600" b="1">
                <a:solidFill>
                  <a:srgbClr val="800000"/>
                </a:solidFill>
                <a:latin typeface="Times New Roman" charset="0"/>
                <a:ea typeface="楷体_GB2312" charset="0"/>
              </a:rPr>
              <a:t>else  { </a:t>
            </a:r>
            <a:r>
              <a:rPr kumimoji="1" lang="zh-CN" altLang="en-US" sz="3600">
                <a:solidFill>
                  <a:srgbClr val="800000"/>
                </a:solidFill>
                <a:latin typeface="Times New Roman" charset="0"/>
                <a:ea typeface="楷体_GB2312" charset="0"/>
              </a:rPr>
              <a:t>建根结点</a:t>
            </a:r>
            <a:r>
              <a:rPr kumimoji="1" lang="en-US" altLang="zh-CN" sz="3600">
                <a:solidFill>
                  <a:srgbClr val="800000"/>
                </a:solidFill>
                <a:latin typeface="Times New Roman" charset="0"/>
                <a:ea typeface="楷体_GB2312" charset="0"/>
              </a:rPr>
              <a:t>;</a:t>
            </a:r>
          </a:p>
          <a:p>
            <a:pPr>
              <a:lnSpc>
                <a:spcPct val="120000"/>
              </a:lnSpc>
            </a:pPr>
            <a:r>
              <a:rPr kumimoji="1" lang="en-US" altLang="zh-CN" sz="3600">
                <a:solidFill>
                  <a:srgbClr val="800000"/>
                </a:solidFill>
                <a:latin typeface="Times New Roman" charset="0"/>
                <a:ea typeface="楷体_GB2312" charset="0"/>
              </a:rPr>
              <a:t>           </a:t>
            </a:r>
            <a:r>
              <a:rPr kumimoji="1" lang="zh-CN" altLang="en-US" sz="3600">
                <a:solidFill>
                  <a:srgbClr val="800000"/>
                </a:solidFill>
                <a:latin typeface="Times New Roman" charset="0"/>
                <a:ea typeface="楷体_GB2312" charset="0"/>
              </a:rPr>
              <a:t>递归建左子树</a:t>
            </a:r>
            <a:r>
              <a:rPr kumimoji="1" lang="en-US" altLang="zh-CN" sz="3600">
                <a:solidFill>
                  <a:srgbClr val="800000"/>
                </a:solidFill>
                <a:latin typeface="Times New Roman" charset="0"/>
                <a:ea typeface="楷体_GB2312" charset="0"/>
              </a:rPr>
              <a:t>;</a:t>
            </a:r>
          </a:p>
          <a:p>
            <a:pPr>
              <a:lnSpc>
                <a:spcPct val="120000"/>
              </a:lnSpc>
            </a:pPr>
            <a:r>
              <a:rPr kumimoji="1" lang="en-US" altLang="zh-CN" sz="3600">
                <a:solidFill>
                  <a:srgbClr val="800000"/>
                </a:solidFill>
                <a:latin typeface="Times New Roman" charset="0"/>
                <a:ea typeface="楷体_GB2312" charset="0"/>
              </a:rPr>
              <a:t>           </a:t>
            </a:r>
            <a:r>
              <a:rPr kumimoji="1" lang="zh-CN" altLang="en-US" sz="3600">
                <a:solidFill>
                  <a:srgbClr val="800000"/>
                </a:solidFill>
                <a:latin typeface="Times New Roman" charset="0"/>
                <a:ea typeface="楷体_GB2312" charset="0"/>
              </a:rPr>
              <a:t>递归建右子树</a:t>
            </a:r>
            <a:r>
              <a:rPr kumimoji="1" lang="en-US" altLang="zh-CN" sz="3600">
                <a:solidFill>
                  <a:srgbClr val="800000"/>
                </a:solidFill>
                <a:latin typeface="Times New Roman" charset="0"/>
                <a:ea typeface="楷体_GB2312" charset="0"/>
              </a:rPr>
              <a:t>;</a:t>
            </a:r>
          </a:p>
          <a:p>
            <a:pPr>
              <a:lnSpc>
                <a:spcPct val="120000"/>
              </a:lnSpc>
            </a:pPr>
            <a:r>
              <a:rPr kumimoji="1" lang="en-US" altLang="zh-CN" sz="3600" b="1">
                <a:solidFill>
                  <a:srgbClr val="800000"/>
                </a:solidFill>
                <a:latin typeface="Times New Roman" charset="0"/>
                <a:ea typeface="楷体_GB2312" charset="0"/>
              </a:rPr>
              <a:t>}</a:t>
            </a:r>
          </a:p>
        </p:txBody>
      </p:sp>
      <p:sp>
        <p:nvSpPr>
          <p:cNvPr id="233475" name="Text Box 3"/>
          <p:cNvSpPr txBox="1">
            <a:spLocks noChangeArrowheads="1"/>
          </p:cNvSpPr>
          <p:nvPr/>
        </p:nvSpPr>
        <p:spPr bwMode="auto">
          <a:xfrm>
            <a:off x="242888" y="1219200"/>
            <a:ext cx="8847137"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4000" b="1">
                <a:solidFill>
                  <a:srgbClr val="800080"/>
                </a:solidFill>
                <a:latin typeface="Times New Roman" charset="0"/>
                <a:ea typeface="楷体_GB2312" charset="0"/>
              </a:rPr>
              <a:t>由先缀表示式建树的算法的基本操作：</a:t>
            </a:r>
          </a:p>
        </p:txBody>
      </p:sp>
      <p:sp>
        <p:nvSpPr>
          <p:cNvPr id="233476" name="AutoShape 4">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473288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33474"/>
                                        </p:tgtEl>
                                        <p:attrNameLst>
                                          <p:attrName>style.visibility</p:attrName>
                                        </p:attrNameLst>
                                      </p:cBhvr>
                                      <p:to>
                                        <p:strVal val="visible"/>
                                      </p:to>
                                    </p:set>
                                    <p:animEffect transition="in" filter="strips(downRight)">
                                      <p:cBhvr>
                                        <p:cTn id="7" dur="500"/>
                                        <p:tgtEl>
                                          <p:spTgt spid="233474"/>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233476"/>
                                        </p:tgtEl>
                                        <p:attrNameLst>
                                          <p:attrName>style.visibility</p:attrName>
                                        </p:attrNameLst>
                                      </p:cBhvr>
                                      <p:to>
                                        <p:strVal val="visible"/>
                                      </p:to>
                                    </p:set>
                                    <p:anim calcmode="lin" valueType="num">
                                      <p:cBhvr additive="base">
                                        <p:cTn id="11" dur="500" fill="hold"/>
                                        <p:tgtEl>
                                          <p:spTgt spid="233476"/>
                                        </p:tgtEl>
                                        <p:attrNameLst>
                                          <p:attrName>ppt_x</p:attrName>
                                        </p:attrNameLst>
                                      </p:cBhvr>
                                      <p:tavLst>
                                        <p:tav tm="0">
                                          <p:val>
                                            <p:strVal val="1+#ppt_w/2"/>
                                          </p:val>
                                        </p:tav>
                                        <p:tav tm="100000">
                                          <p:val>
                                            <p:strVal val="#ppt_x"/>
                                          </p:val>
                                        </p:tav>
                                      </p:tavLst>
                                    </p:anim>
                                    <p:anim calcmode="lin" valueType="num">
                                      <p:cBhvr additive="base">
                                        <p:cTn id="12" dur="500" fill="hold"/>
                                        <p:tgtEl>
                                          <p:spTgt spid="2334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p:bldP spid="23347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ChangeArrowheads="1"/>
          </p:cNvSpPr>
          <p:nvPr/>
        </p:nvSpPr>
        <p:spPr bwMode="auto">
          <a:xfrm>
            <a:off x="1581150" y="1066800"/>
            <a:ext cx="1009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800000"/>
                </a:solidFill>
                <a:latin typeface="Times New Roman" charset="0"/>
                <a:ea typeface="楷体_GB2312" charset="0"/>
              </a:rPr>
              <a:t>a+b</a:t>
            </a:r>
            <a:endParaRPr kumimoji="1" lang="en-US" altLang="zh-CN" sz="4000" b="1">
              <a:solidFill>
                <a:srgbClr val="000066"/>
              </a:solidFill>
              <a:latin typeface="楷体_GB2312" charset="0"/>
              <a:ea typeface="楷体_GB2312" charset="0"/>
            </a:endParaRPr>
          </a:p>
        </p:txBody>
      </p:sp>
      <p:sp>
        <p:nvSpPr>
          <p:cNvPr id="234499" name="Rectangle 3"/>
          <p:cNvSpPr>
            <a:spLocks noChangeArrowheads="1"/>
          </p:cNvSpPr>
          <p:nvPr/>
        </p:nvSpPr>
        <p:spPr bwMode="auto">
          <a:xfrm>
            <a:off x="2897188" y="3336925"/>
            <a:ext cx="35036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0066"/>
                </a:solidFill>
                <a:latin typeface="Times New Roman" charset="0"/>
                <a:ea typeface="楷体_GB2312" charset="0"/>
              </a:rPr>
              <a:t>(a+b)</a:t>
            </a:r>
            <a:r>
              <a:rPr kumimoji="1" lang="en-US" altLang="zh-CN" sz="4000" b="1">
                <a:solidFill>
                  <a:srgbClr val="000066"/>
                </a:solidFill>
                <a:latin typeface="楷体_GB2312" charset="0"/>
                <a:ea typeface="楷体_GB2312" charset="0"/>
              </a:rPr>
              <a:t>×</a:t>
            </a:r>
            <a:r>
              <a:rPr kumimoji="1" lang="en-US" altLang="zh-CN" sz="4000" b="1">
                <a:solidFill>
                  <a:srgbClr val="000066"/>
                </a:solidFill>
                <a:latin typeface="Times New Roman" charset="0"/>
                <a:ea typeface="楷体_GB2312" charset="0"/>
              </a:rPr>
              <a:t>c –</a:t>
            </a:r>
            <a:r>
              <a:rPr kumimoji="1" lang="en-US" altLang="zh-CN" sz="4000" b="1">
                <a:solidFill>
                  <a:srgbClr val="000066"/>
                </a:solidFill>
                <a:latin typeface="楷体_GB2312" charset="0"/>
                <a:ea typeface="楷体_GB2312" charset="0"/>
              </a:rPr>
              <a:t> d/e</a:t>
            </a:r>
          </a:p>
        </p:txBody>
      </p:sp>
      <p:sp>
        <p:nvSpPr>
          <p:cNvPr id="234500" name="Rectangle 4"/>
          <p:cNvSpPr>
            <a:spLocks noChangeArrowheads="1"/>
          </p:cNvSpPr>
          <p:nvPr/>
        </p:nvSpPr>
        <p:spPr bwMode="auto">
          <a:xfrm>
            <a:off x="228600" y="3352800"/>
            <a:ext cx="18748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0066"/>
                </a:solidFill>
                <a:latin typeface="Times New Roman" charset="0"/>
                <a:ea typeface="楷体_GB2312" charset="0"/>
              </a:rPr>
              <a:t>a+b</a:t>
            </a:r>
            <a:r>
              <a:rPr kumimoji="1" lang="en-US" altLang="zh-CN" sz="4000" b="1">
                <a:solidFill>
                  <a:srgbClr val="000066"/>
                </a:solidFill>
                <a:latin typeface="楷体_GB2312" charset="0"/>
                <a:ea typeface="楷体_GB2312" charset="0"/>
              </a:rPr>
              <a:t>×</a:t>
            </a:r>
            <a:r>
              <a:rPr kumimoji="1" lang="en-US" altLang="zh-CN" sz="4000" b="1">
                <a:solidFill>
                  <a:srgbClr val="000066"/>
                </a:solidFill>
                <a:latin typeface="Times New Roman" charset="0"/>
                <a:ea typeface="楷体_GB2312" charset="0"/>
              </a:rPr>
              <a:t>c </a:t>
            </a:r>
            <a:endParaRPr kumimoji="1" lang="en-US" altLang="zh-CN" sz="4000" b="1">
              <a:solidFill>
                <a:srgbClr val="000066"/>
              </a:solidFill>
              <a:latin typeface="楷体_GB2312" charset="0"/>
              <a:ea typeface="楷体_GB2312" charset="0"/>
            </a:endParaRPr>
          </a:p>
        </p:txBody>
      </p:sp>
      <p:sp>
        <p:nvSpPr>
          <p:cNvPr id="234501" name="Rectangle 5"/>
          <p:cNvSpPr>
            <a:spLocks noChangeArrowheads="1"/>
          </p:cNvSpPr>
          <p:nvPr/>
        </p:nvSpPr>
        <p:spPr bwMode="auto">
          <a:xfrm>
            <a:off x="1295400" y="228600"/>
            <a:ext cx="64690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0066"/>
                </a:solidFill>
                <a:latin typeface="Times New Roman" charset="0"/>
                <a:ea typeface="楷体_GB2312" charset="0"/>
              </a:rPr>
              <a:t>分析表达式和二叉树的关系</a:t>
            </a:r>
            <a:r>
              <a:rPr kumimoji="1" lang="en-US" altLang="zh-CN" sz="4000" b="1">
                <a:solidFill>
                  <a:srgbClr val="000066"/>
                </a:solidFill>
                <a:latin typeface="Times New Roman" charset="0"/>
                <a:ea typeface="楷体_GB2312" charset="0"/>
              </a:rPr>
              <a:t>:</a:t>
            </a:r>
            <a:endParaRPr kumimoji="1" lang="en-US" altLang="zh-CN" sz="4000" b="1">
              <a:solidFill>
                <a:srgbClr val="000066"/>
              </a:solidFill>
              <a:latin typeface="楷体_GB2312" charset="0"/>
              <a:ea typeface="楷体_GB2312" charset="0"/>
            </a:endParaRPr>
          </a:p>
        </p:txBody>
      </p:sp>
      <p:sp>
        <p:nvSpPr>
          <p:cNvPr id="234502" name="Oval 6"/>
          <p:cNvSpPr>
            <a:spLocks noChangeArrowheads="1"/>
          </p:cNvSpPr>
          <p:nvPr/>
        </p:nvSpPr>
        <p:spPr bwMode="auto">
          <a:xfrm>
            <a:off x="1676400" y="26670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0000"/>
                </a:solidFill>
                <a:latin typeface="Times New Roman" charset="0"/>
              </a:rPr>
              <a:t>a</a:t>
            </a:r>
            <a:endParaRPr kumimoji="1" lang="en-US" altLang="zh-CN" sz="2400">
              <a:latin typeface="Times New Roman" charset="0"/>
            </a:endParaRPr>
          </a:p>
        </p:txBody>
      </p:sp>
      <p:sp>
        <p:nvSpPr>
          <p:cNvPr id="234503" name="Oval 7"/>
          <p:cNvSpPr>
            <a:spLocks noChangeArrowheads="1"/>
          </p:cNvSpPr>
          <p:nvPr/>
        </p:nvSpPr>
        <p:spPr bwMode="auto">
          <a:xfrm>
            <a:off x="2895600" y="26670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b</a:t>
            </a:r>
            <a:endParaRPr kumimoji="1" lang="en-US" altLang="zh-CN" sz="2400">
              <a:latin typeface="Times New Roman" charset="0"/>
            </a:endParaRPr>
          </a:p>
        </p:txBody>
      </p:sp>
      <p:sp>
        <p:nvSpPr>
          <p:cNvPr id="234504" name="Oval 8"/>
          <p:cNvSpPr>
            <a:spLocks noChangeArrowheads="1"/>
          </p:cNvSpPr>
          <p:nvPr/>
        </p:nvSpPr>
        <p:spPr bwMode="auto">
          <a:xfrm>
            <a:off x="2286000" y="19050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4505" name="Line 9"/>
          <p:cNvSpPr>
            <a:spLocks noChangeShapeType="1"/>
          </p:cNvSpPr>
          <p:nvPr/>
        </p:nvSpPr>
        <p:spPr bwMode="auto">
          <a:xfrm flipH="1">
            <a:off x="1943100" y="2133600"/>
            <a:ext cx="342900" cy="549275"/>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06" name="Line 10"/>
          <p:cNvSpPr>
            <a:spLocks noChangeShapeType="1"/>
          </p:cNvSpPr>
          <p:nvPr/>
        </p:nvSpPr>
        <p:spPr bwMode="auto">
          <a:xfrm>
            <a:off x="2743200" y="2057400"/>
            <a:ext cx="342900" cy="593725"/>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07" name="Oval 11"/>
          <p:cNvSpPr>
            <a:spLocks noChangeArrowheads="1"/>
          </p:cNvSpPr>
          <p:nvPr/>
        </p:nvSpPr>
        <p:spPr bwMode="auto">
          <a:xfrm>
            <a:off x="381000" y="5181600"/>
            <a:ext cx="5334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0000"/>
                </a:solidFill>
                <a:latin typeface="Times New Roman" charset="0"/>
              </a:rPr>
              <a:t>a</a:t>
            </a:r>
            <a:endParaRPr kumimoji="1" lang="en-US" altLang="zh-CN" sz="2400">
              <a:latin typeface="Times New Roman" charset="0"/>
            </a:endParaRPr>
          </a:p>
        </p:txBody>
      </p:sp>
      <p:sp>
        <p:nvSpPr>
          <p:cNvPr id="234508" name="Oval 12"/>
          <p:cNvSpPr>
            <a:spLocks noChangeArrowheads="1"/>
          </p:cNvSpPr>
          <p:nvPr/>
        </p:nvSpPr>
        <p:spPr bwMode="auto">
          <a:xfrm>
            <a:off x="1066800" y="5943600"/>
            <a:ext cx="5334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b</a:t>
            </a:r>
            <a:endParaRPr kumimoji="1" lang="en-US" altLang="zh-CN" sz="2400">
              <a:latin typeface="Times New Roman" charset="0"/>
            </a:endParaRPr>
          </a:p>
        </p:txBody>
      </p:sp>
      <p:sp>
        <p:nvSpPr>
          <p:cNvPr id="234509" name="Oval 13"/>
          <p:cNvSpPr>
            <a:spLocks noChangeArrowheads="1"/>
          </p:cNvSpPr>
          <p:nvPr/>
        </p:nvSpPr>
        <p:spPr bwMode="auto">
          <a:xfrm>
            <a:off x="2438400" y="5943600"/>
            <a:ext cx="5334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c</a:t>
            </a:r>
            <a:endParaRPr kumimoji="1" lang="en-US" altLang="zh-CN" sz="2400">
              <a:latin typeface="Times New Roman" charset="0"/>
            </a:endParaRPr>
          </a:p>
        </p:txBody>
      </p:sp>
      <p:sp>
        <p:nvSpPr>
          <p:cNvPr id="234510" name="Oval 14"/>
          <p:cNvSpPr>
            <a:spLocks noChangeArrowheads="1"/>
          </p:cNvSpPr>
          <p:nvPr/>
        </p:nvSpPr>
        <p:spPr bwMode="auto">
          <a:xfrm>
            <a:off x="1752600" y="5257800"/>
            <a:ext cx="5334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000066"/>
                </a:solidFill>
                <a:latin typeface="楷体_GB2312" charset="0"/>
                <a:ea typeface="楷体_GB2312" charset="0"/>
              </a:rPr>
              <a:t>×</a:t>
            </a:r>
          </a:p>
        </p:txBody>
      </p:sp>
      <p:sp>
        <p:nvSpPr>
          <p:cNvPr id="234511" name="Oval 15"/>
          <p:cNvSpPr>
            <a:spLocks noChangeArrowheads="1"/>
          </p:cNvSpPr>
          <p:nvPr/>
        </p:nvSpPr>
        <p:spPr bwMode="auto">
          <a:xfrm>
            <a:off x="1066800" y="4419600"/>
            <a:ext cx="5334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4512" name="Line 16"/>
          <p:cNvSpPr>
            <a:spLocks noChangeShapeType="1"/>
          </p:cNvSpPr>
          <p:nvPr/>
        </p:nvSpPr>
        <p:spPr bwMode="auto">
          <a:xfrm flipH="1">
            <a:off x="1371600" y="5486400"/>
            <a:ext cx="381000" cy="4572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13" name="Line 17"/>
          <p:cNvSpPr>
            <a:spLocks noChangeShapeType="1"/>
          </p:cNvSpPr>
          <p:nvPr/>
        </p:nvSpPr>
        <p:spPr bwMode="auto">
          <a:xfrm flipH="1">
            <a:off x="685800" y="4648200"/>
            <a:ext cx="400050" cy="549275"/>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14" name="Line 18"/>
          <p:cNvSpPr>
            <a:spLocks noChangeShapeType="1"/>
          </p:cNvSpPr>
          <p:nvPr/>
        </p:nvSpPr>
        <p:spPr bwMode="auto">
          <a:xfrm>
            <a:off x="1600200" y="4648200"/>
            <a:ext cx="400050" cy="593725"/>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15" name="Line 19"/>
          <p:cNvSpPr>
            <a:spLocks noChangeShapeType="1"/>
          </p:cNvSpPr>
          <p:nvPr/>
        </p:nvSpPr>
        <p:spPr bwMode="auto">
          <a:xfrm>
            <a:off x="2286000" y="5486400"/>
            <a:ext cx="381000" cy="4572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16" name="Oval 20"/>
          <p:cNvSpPr>
            <a:spLocks noChangeArrowheads="1"/>
          </p:cNvSpPr>
          <p:nvPr/>
        </p:nvSpPr>
        <p:spPr bwMode="auto">
          <a:xfrm>
            <a:off x="5867400" y="25146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0000"/>
                </a:solidFill>
                <a:latin typeface="Times New Roman" charset="0"/>
              </a:rPr>
              <a:t>a</a:t>
            </a:r>
            <a:endParaRPr kumimoji="1" lang="en-US" altLang="zh-CN" sz="2400">
              <a:latin typeface="Times New Roman" charset="0"/>
            </a:endParaRPr>
          </a:p>
        </p:txBody>
      </p:sp>
      <p:sp>
        <p:nvSpPr>
          <p:cNvPr id="234517" name="Oval 21"/>
          <p:cNvSpPr>
            <a:spLocks noChangeArrowheads="1"/>
          </p:cNvSpPr>
          <p:nvPr/>
        </p:nvSpPr>
        <p:spPr bwMode="auto">
          <a:xfrm>
            <a:off x="7086600" y="2590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b</a:t>
            </a:r>
            <a:endParaRPr kumimoji="1" lang="en-US" altLang="zh-CN" sz="2400">
              <a:latin typeface="Times New Roman" charset="0"/>
            </a:endParaRPr>
          </a:p>
        </p:txBody>
      </p:sp>
      <p:sp>
        <p:nvSpPr>
          <p:cNvPr id="234518" name="Oval 22"/>
          <p:cNvSpPr>
            <a:spLocks noChangeArrowheads="1"/>
          </p:cNvSpPr>
          <p:nvPr/>
        </p:nvSpPr>
        <p:spPr bwMode="auto">
          <a:xfrm>
            <a:off x="8153400" y="17526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c</a:t>
            </a:r>
            <a:endParaRPr kumimoji="1" lang="en-US" altLang="zh-CN" sz="2400">
              <a:latin typeface="Times New Roman" charset="0"/>
            </a:endParaRPr>
          </a:p>
        </p:txBody>
      </p:sp>
      <p:sp>
        <p:nvSpPr>
          <p:cNvPr id="234519" name="Oval 23"/>
          <p:cNvSpPr>
            <a:spLocks noChangeArrowheads="1"/>
          </p:cNvSpPr>
          <p:nvPr/>
        </p:nvSpPr>
        <p:spPr bwMode="auto">
          <a:xfrm>
            <a:off x="7391400" y="1066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000066"/>
                </a:solidFill>
                <a:latin typeface="楷体_GB2312" charset="0"/>
                <a:ea typeface="楷体_GB2312" charset="0"/>
              </a:rPr>
              <a:t>×</a:t>
            </a:r>
          </a:p>
        </p:txBody>
      </p:sp>
      <p:sp>
        <p:nvSpPr>
          <p:cNvPr id="234520" name="Oval 24"/>
          <p:cNvSpPr>
            <a:spLocks noChangeArrowheads="1"/>
          </p:cNvSpPr>
          <p:nvPr/>
        </p:nvSpPr>
        <p:spPr bwMode="auto">
          <a:xfrm>
            <a:off x="6477000" y="17526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4521" name="Line 25"/>
          <p:cNvSpPr>
            <a:spLocks noChangeShapeType="1"/>
          </p:cNvSpPr>
          <p:nvPr/>
        </p:nvSpPr>
        <p:spPr bwMode="auto">
          <a:xfrm flipH="1">
            <a:off x="6705600" y="1295400"/>
            <a:ext cx="685800" cy="4572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22" name="Line 26"/>
          <p:cNvSpPr>
            <a:spLocks noChangeShapeType="1"/>
          </p:cNvSpPr>
          <p:nvPr/>
        </p:nvSpPr>
        <p:spPr bwMode="auto">
          <a:xfrm flipH="1">
            <a:off x="6096000" y="1981200"/>
            <a:ext cx="342900" cy="547688"/>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23" name="Line 27"/>
          <p:cNvSpPr>
            <a:spLocks noChangeShapeType="1"/>
          </p:cNvSpPr>
          <p:nvPr/>
        </p:nvSpPr>
        <p:spPr bwMode="auto">
          <a:xfrm>
            <a:off x="6934200" y="1981200"/>
            <a:ext cx="342900" cy="595313"/>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24" name="Line 28"/>
          <p:cNvSpPr>
            <a:spLocks noChangeShapeType="1"/>
          </p:cNvSpPr>
          <p:nvPr/>
        </p:nvSpPr>
        <p:spPr bwMode="auto">
          <a:xfrm>
            <a:off x="7848600" y="1295400"/>
            <a:ext cx="533400" cy="4572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25" name="Rectangle 29"/>
          <p:cNvSpPr>
            <a:spLocks noChangeArrowheads="1"/>
          </p:cNvSpPr>
          <p:nvPr/>
        </p:nvSpPr>
        <p:spPr bwMode="auto">
          <a:xfrm>
            <a:off x="4313238" y="914400"/>
            <a:ext cx="20875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0066"/>
                </a:solidFill>
                <a:latin typeface="Times New Roman" charset="0"/>
                <a:ea typeface="楷体_GB2312" charset="0"/>
              </a:rPr>
              <a:t>(a+b)</a:t>
            </a:r>
            <a:r>
              <a:rPr kumimoji="1" lang="en-US" altLang="zh-CN" sz="4000" b="1">
                <a:solidFill>
                  <a:srgbClr val="000066"/>
                </a:solidFill>
                <a:latin typeface="楷体_GB2312" charset="0"/>
                <a:ea typeface="楷体_GB2312" charset="0"/>
              </a:rPr>
              <a:t>×</a:t>
            </a:r>
            <a:r>
              <a:rPr kumimoji="1" lang="en-US" altLang="zh-CN" sz="4000" b="1">
                <a:solidFill>
                  <a:srgbClr val="000066"/>
                </a:solidFill>
                <a:latin typeface="Times New Roman" charset="0"/>
                <a:ea typeface="楷体_GB2312" charset="0"/>
              </a:rPr>
              <a:t>c</a:t>
            </a:r>
          </a:p>
        </p:txBody>
      </p:sp>
      <p:sp>
        <p:nvSpPr>
          <p:cNvPr id="234526" name="Oval 30"/>
          <p:cNvSpPr>
            <a:spLocks noChangeArrowheads="1"/>
          </p:cNvSpPr>
          <p:nvPr/>
        </p:nvSpPr>
        <p:spPr bwMode="auto">
          <a:xfrm>
            <a:off x="3810000" y="6019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0000"/>
                </a:solidFill>
                <a:latin typeface="Times New Roman" charset="0"/>
              </a:rPr>
              <a:t>a</a:t>
            </a:r>
            <a:endParaRPr kumimoji="1" lang="en-US" altLang="zh-CN" sz="2400">
              <a:latin typeface="Times New Roman" charset="0"/>
            </a:endParaRPr>
          </a:p>
        </p:txBody>
      </p:sp>
      <p:sp>
        <p:nvSpPr>
          <p:cNvPr id="234527" name="Oval 31"/>
          <p:cNvSpPr>
            <a:spLocks noChangeArrowheads="1"/>
          </p:cNvSpPr>
          <p:nvPr/>
        </p:nvSpPr>
        <p:spPr bwMode="auto">
          <a:xfrm>
            <a:off x="4876800" y="6019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b</a:t>
            </a:r>
            <a:endParaRPr kumimoji="1" lang="en-US" altLang="zh-CN" sz="2400">
              <a:latin typeface="Times New Roman" charset="0"/>
            </a:endParaRPr>
          </a:p>
        </p:txBody>
      </p:sp>
      <p:sp>
        <p:nvSpPr>
          <p:cNvPr id="234528" name="Oval 32"/>
          <p:cNvSpPr>
            <a:spLocks noChangeArrowheads="1"/>
          </p:cNvSpPr>
          <p:nvPr/>
        </p:nvSpPr>
        <p:spPr bwMode="auto">
          <a:xfrm>
            <a:off x="6400800" y="5257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c</a:t>
            </a:r>
            <a:endParaRPr kumimoji="1" lang="en-US" altLang="zh-CN" sz="2400">
              <a:latin typeface="Times New Roman" charset="0"/>
            </a:endParaRPr>
          </a:p>
        </p:txBody>
      </p:sp>
      <p:sp>
        <p:nvSpPr>
          <p:cNvPr id="234529" name="Oval 33"/>
          <p:cNvSpPr>
            <a:spLocks noChangeArrowheads="1"/>
          </p:cNvSpPr>
          <p:nvPr/>
        </p:nvSpPr>
        <p:spPr bwMode="auto">
          <a:xfrm>
            <a:off x="7162800" y="5257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d</a:t>
            </a:r>
            <a:endParaRPr kumimoji="1" lang="en-US" altLang="zh-CN" sz="2400">
              <a:latin typeface="Times New Roman" charset="0"/>
            </a:endParaRPr>
          </a:p>
        </p:txBody>
      </p:sp>
      <p:sp>
        <p:nvSpPr>
          <p:cNvPr id="234530" name="Oval 34"/>
          <p:cNvSpPr>
            <a:spLocks noChangeArrowheads="1"/>
          </p:cNvSpPr>
          <p:nvPr/>
        </p:nvSpPr>
        <p:spPr bwMode="auto">
          <a:xfrm>
            <a:off x="8458200" y="5257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FF3300"/>
                </a:solidFill>
                <a:latin typeface="Times New Roman" charset="0"/>
              </a:rPr>
              <a:t>e</a:t>
            </a:r>
            <a:endParaRPr kumimoji="1" lang="en-US" altLang="zh-CN" sz="2400">
              <a:latin typeface="Times New Roman" charset="0"/>
            </a:endParaRPr>
          </a:p>
        </p:txBody>
      </p:sp>
      <p:sp>
        <p:nvSpPr>
          <p:cNvPr id="234531" name="Oval 35"/>
          <p:cNvSpPr>
            <a:spLocks noChangeArrowheads="1"/>
          </p:cNvSpPr>
          <p:nvPr/>
        </p:nvSpPr>
        <p:spPr bwMode="auto">
          <a:xfrm>
            <a:off x="6629400" y="3733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000066"/>
                </a:solidFill>
                <a:latin typeface="楷体_GB2312" charset="0"/>
                <a:ea typeface="楷体_GB2312" charset="0"/>
              </a:rPr>
              <a:t>-</a:t>
            </a:r>
            <a:endParaRPr kumimoji="1" lang="en-US" altLang="zh-CN" sz="4400" b="1">
              <a:solidFill>
                <a:srgbClr val="333399"/>
              </a:solidFill>
              <a:latin typeface="Times New Roman" charset="0"/>
            </a:endParaRPr>
          </a:p>
        </p:txBody>
      </p:sp>
      <p:sp>
        <p:nvSpPr>
          <p:cNvPr id="234532" name="Oval 36"/>
          <p:cNvSpPr>
            <a:spLocks noChangeArrowheads="1"/>
          </p:cNvSpPr>
          <p:nvPr/>
        </p:nvSpPr>
        <p:spPr bwMode="auto">
          <a:xfrm>
            <a:off x="5486400" y="4495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000" b="1">
                <a:solidFill>
                  <a:srgbClr val="000066"/>
                </a:solidFill>
                <a:latin typeface="楷体_GB2312" charset="0"/>
                <a:ea typeface="楷体_GB2312" charset="0"/>
              </a:rPr>
              <a:t>×</a:t>
            </a:r>
          </a:p>
        </p:txBody>
      </p:sp>
      <p:sp>
        <p:nvSpPr>
          <p:cNvPr id="234533" name="Oval 37"/>
          <p:cNvSpPr>
            <a:spLocks noChangeArrowheads="1"/>
          </p:cNvSpPr>
          <p:nvPr/>
        </p:nvSpPr>
        <p:spPr bwMode="auto">
          <a:xfrm>
            <a:off x="4343400" y="5257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4534" name="Oval 38"/>
          <p:cNvSpPr>
            <a:spLocks noChangeArrowheads="1"/>
          </p:cNvSpPr>
          <p:nvPr/>
        </p:nvSpPr>
        <p:spPr bwMode="auto">
          <a:xfrm>
            <a:off x="7772400" y="4495800"/>
            <a:ext cx="457200" cy="4572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4400" b="1">
                <a:solidFill>
                  <a:srgbClr val="333399"/>
                </a:solidFill>
                <a:latin typeface="Times New Roman" charset="0"/>
              </a:rPr>
              <a:t>/</a:t>
            </a:r>
            <a:endParaRPr kumimoji="1" lang="en-US" altLang="zh-CN" sz="2400">
              <a:latin typeface="Times New Roman" charset="0"/>
            </a:endParaRPr>
          </a:p>
        </p:txBody>
      </p:sp>
      <p:sp>
        <p:nvSpPr>
          <p:cNvPr id="234535" name="Line 39"/>
          <p:cNvSpPr>
            <a:spLocks noChangeShapeType="1"/>
          </p:cNvSpPr>
          <p:nvPr/>
        </p:nvSpPr>
        <p:spPr bwMode="auto">
          <a:xfrm flipH="1">
            <a:off x="5715000" y="3962400"/>
            <a:ext cx="89535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36" name="Line 40"/>
          <p:cNvSpPr>
            <a:spLocks noChangeShapeType="1"/>
          </p:cNvSpPr>
          <p:nvPr/>
        </p:nvSpPr>
        <p:spPr bwMode="auto">
          <a:xfrm>
            <a:off x="7086600" y="3962400"/>
            <a:ext cx="91440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37" name="Line 41"/>
          <p:cNvSpPr>
            <a:spLocks noChangeShapeType="1"/>
          </p:cNvSpPr>
          <p:nvPr/>
        </p:nvSpPr>
        <p:spPr bwMode="auto">
          <a:xfrm flipH="1">
            <a:off x="4572000" y="4724400"/>
            <a:ext cx="91440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38" name="Line 42"/>
          <p:cNvSpPr>
            <a:spLocks noChangeShapeType="1"/>
          </p:cNvSpPr>
          <p:nvPr/>
        </p:nvSpPr>
        <p:spPr bwMode="auto">
          <a:xfrm>
            <a:off x="5943600" y="4724400"/>
            <a:ext cx="68580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39" name="Line 43"/>
          <p:cNvSpPr>
            <a:spLocks noChangeShapeType="1"/>
          </p:cNvSpPr>
          <p:nvPr/>
        </p:nvSpPr>
        <p:spPr bwMode="auto">
          <a:xfrm flipH="1">
            <a:off x="7391400" y="4724400"/>
            <a:ext cx="38100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0" name="Line 44"/>
          <p:cNvSpPr>
            <a:spLocks noChangeShapeType="1"/>
          </p:cNvSpPr>
          <p:nvPr/>
        </p:nvSpPr>
        <p:spPr bwMode="auto">
          <a:xfrm>
            <a:off x="8229600" y="4724400"/>
            <a:ext cx="457200" cy="5334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1" name="Line 45"/>
          <p:cNvSpPr>
            <a:spLocks noChangeShapeType="1"/>
          </p:cNvSpPr>
          <p:nvPr/>
        </p:nvSpPr>
        <p:spPr bwMode="auto">
          <a:xfrm flipH="1">
            <a:off x="4038600" y="548640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2" name="Line 46"/>
          <p:cNvSpPr>
            <a:spLocks noChangeShapeType="1"/>
          </p:cNvSpPr>
          <p:nvPr/>
        </p:nvSpPr>
        <p:spPr bwMode="auto">
          <a:xfrm>
            <a:off x="4800600" y="548640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3" name="Line 47"/>
          <p:cNvSpPr>
            <a:spLocks noChangeShapeType="1"/>
          </p:cNvSpPr>
          <p:nvPr/>
        </p:nvSpPr>
        <p:spPr bwMode="auto">
          <a:xfrm flipH="1">
            <a:off x="2514600" y="1524000"/>
            <a:ext cx="381000" cy="381000"/>
          </a:xfrm>
          <a:prstGeom prst="line">
            <a:avLst/>
          </a:prstGeom>
          <a:noFill/>
          <a:ln w="31750" cap="sq">
            <a:solidFill>
              <a:srgbClr val="00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4" name="Line 48"/>
          <p:cNvSpPr>
            <a:spLocks noChangeShapeType="1"/>
          </p:cNvSpPr>
          <p:nvPr/>
        </p:nvSpPr>
        <p:spPr bwMode="auto">
          <a:xfrm flipH="1">
            <a:off x="1371600" y="3962400"/>
            <a:ext cx="838200" cy="457200"/>
          </a:xfrm>
          <a:prstGeom prst="line">
            <a:avLst/>
          </a:prstGeom>
          <a:noFill/>
          <a:ln w="31750" cap="sq">
            <a:solidFill>
              <a:srgbClr val="00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5" name="Line 49"/>
          <p:cNvSpPr>
            <a:spLocks noChangeShapeType="1"/>
          </p:cNvSpPr>
          <p:nvPr/>
        </p:nvSpPr>
        <p:spPr bwMode="auto">
          <a:xfrm flipH="1">
            <a:off x="7620000" y="381000"/>
            <a:ext cx="457200" cy="685800"/>
          </a:xfrm>
          <a:prstGeom prst="line">
            <a:avLst/>
          </a:prstGeom>
          <a:noFill/>
          <a:ln w="31750" cap="sq">
            <a:solidFill>
              <a:srgbClr val="00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4546" name="Line 50"/>
          <p:cNvSpPr>
            <a:spLocks noChangeShapeType="1"/>
          </p:cNvSpPr>
          <p:nvPr/>
        </p:nvSpPr>
        <p:spPr bwMode="auto">
          <a:xfrm flipH="1">
            <a:off x="6858000" y="3352800"/>
            <a:ext cx="914400" cy="381000"/>
          </a:xfrm>
          <a:prstGeom prst="line">
            <a:avLst/>
          </a:prstGeom>
          <a:noFill/>
          <a:ln w="31750" cap="sq">
            <a:solidFill>
              <a:srgbClr val="00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099959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4498"/>
                                        </p:tgtEl>
                                        <p:attrNameLst>
                                          <p:attrName>style.visibility</p:attrName>
                                        </p:attrNameLst>
                                      </p:cBhvr>
                                      <p:to>
                                        <p:strVal val="visible"/>
                                      </p:to>
                                    </p:set>
                                    <p:anim calcmode="lin" valueType="num">
                                      <p:cBhvr additive="base">
                                        <p:cTn id="7" dur="500" fill="hold"/>
                                        <p:tgtEl>
                                          <p:spTgt spid="234498"/>
                                        </p:tgtEl>
                                        <p:attrNameLst>
                                          <p:attrName>ppt_x</p:attrName>
                                        </p:attrNameLst>
                                      </p:cBhvr>
                                      <p:tavLst>
                                        <p:tav tm="0">
                                          <p:val>
                                            <p:strVal val="0-#ppt_w/2"/>
                                          </p:val>
                                        </p:tav>
                                        <p:tav tm="100000">
                                          <p:val>
                                            <p:strVal val="#ppt_x"/>
                                          </p:val>
                                        </p:tav>
                                      </p:tavLst>
                                    </p:anim>
                                    <p:anim calcmode="lin" valueType="num">
                                      <p:cBhvr additive="base">
                                        <p:cTn id="8" dur="500" fill="hold"/>
                                        <p:tgtEl>
                                          <p:spTgt spid="2344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234505"/>
                                        </p:tgtEl>
                                        <p:attrNameLst>
                                          <p:attrName>style.visibility</p:attrName>
                                        </p:attrNameLst>
                                      </p:cBhvr>
                                      <p:to>
                                        <p:strVal val="visible"/>
                                      </p:to>
                                    </p:set>
                                    <p:anim calcmode="lin" valueType="num">
                                      <p:cBhvr>
                                        <p:cTn id="13" dur="500" fill="hold"/>
                                        <p:tgtEl>
                                          <p:spTgt spid="234505"/>
                                        </p:tgtEl>
                                        <p:attrNameLst>
                                          <p:attrName>ppt_x</p:attrName>
                                        </p:attrNameLst>
                                      </p:cBhvr>
                                      <p:tavLst>
                                        <p:tav tm="0">
                                          <p:val>
                                            <p:strVal val="#ppt_x"/>
                                          </p:val>
                                        </p:tav>
                                        <p:tav tm="100000">
                                          <p:val>
                                            <p:strVal val="#ppt_x"/>
                                          </p:val>
                                        </p:tav>
                                      </p:tavLst>
                                    </p:anim>
                                    <p:anim calcmode="lin" valueType="num">
                                      <p:cBhvr>
                                        <p:cTn id="14" dur="500" fill="hold"/>
                                        <p:tgtEl>
                                          <p:spTgt spid="234505"/>
                                        </p:tgtEl>
                                        <p:attrNameLst>
                                          <p:attrName>ppt_y</p:attrName>
                                        </p:attrNameLst>
                                      </p:cBhvr>
                                      <p:tavLst>
                                        <p:tav tm="0">
                                          <p:val>
                                            <p:strVal val="#ppt_y-#ppt_h/2"/>
                                          </p:val>
                                        </p:tav>
                                        <p:tav tm="100000">
                                          <p:val>
                                            <p:strVal val="#ppt_y"/>
                                          </p:val>
                                        </p:tav>
                                      </p:tavLst>
                                    </p:anim>
                                    <p:anim calcmode="lin" valueType="num">
                                      <p:cBhvr>
                                        <p:cTn id="15" dur="500" fill="hold"/>
                                        <p:tgtEl>
                                          <p:spTgt spid="234505"/>
                                        </p:tgtEl>
                                        <p:attrNameLst>
                                          <p:attrName>ppt_w</p:attrName>
                                        </p:attrNameLst>
                                      </p:cBhvr>
                                      <p:tavLst>
                                        <p:tav tm="0">
                                          <p:val>
                                            <p:strVal val="#ppt_w"/>
                                          </p:val>
                                        </p:tav>
                                        <p:tav tm="100000">
                                          <p:val>
                                            <p:strVal val="#ppt_w"/>
                                          </p:val>
                                        </p:tav>
                                      </p:tavLst>
                                    </p:anim>
                                    <p:anim calcmode="lin" valueType="num">
                                      <p:cBhvr>
                                        <p:cTn id="16" dur="500" fill="hold"/>
                                        <p:tgtEl>
                                          <p:spTgt spid="234505"/>
                                        </p:tgtEl>
                                        <p:attrNameLst>
                                          <p:attrName>ppt_h</p:attrName>
                                        </p:attrNameLst>
                                      </p:cBhvr>
                                      <p:tavLst>
                                        <p:tav tm="0">
                                          <p:val>
                                            <p:fltVal val="0"/>
                                          </p:val>
                                        </p:tav>
                                        <p:tav tm="100000">
                                          <p:val>
                                            <p:strVal val="#ppt_h"/>
                                          </p:val>
                                        </p:tav>
                                      </p:tavLst>
                                    </p:anim>
                                  </p:childTnLst>
                                </p:cTn>
                              </p:par>
                            </p:childTnLst>
                          </p:cTn>
                        </p:par>
                        <p:par>
                          <p:cTn id="17" fill="hold" nodeType="afterGroup">
                            <p:stCondLst>
                              <p:cond delay="500"/>
                            </p:stCondLst>
                            <p:childTnLst>
                              <p:par>
                                <p:cTn id="18" presetID="17" presetClass="entr" presetSubtype="1" fill="hold" grpId="0" nodeType="afterEffect">
                                  <p:stCondLst>
                                    <p:cond delay="0"/>
                                  </p:stCondLst>
                                  <p:childTnLst>
                                    <p:set>
                                      <p:cBhvr>
                                        <p:cTn id="19" dur="1" fill="hold">
                                          <p:stCondLst>
                                            <p:cond delay="0"/>
                                          </p:stCondLst>
                                        </p:cTn>
                                        <p:tgtEl>
                                          <p:spTgt spid="234502"/>
                                        </p:tgtEl>
                                        <p:attrNameLst>
                                          <p:attrName>style.visibility</p:attrName>
                                        </p:attrNameLst>
                                      </p:cBhvr>
                                      <p:to>
                                        <p:strVal val="visible"/>
                                      </p:to>
                                    </p:set>
                                    <p:anim calcmode="lin" valueType="num">
                                      <p:cBhvr>
                                        <p:cTn id="20" dur="500" fill="hold"/>
                                        <p:tgtEl>
                                          <p:spTgt spid="234502"/>
                                        </p:tgtEl>
                                        <p:attrNameLst>
                                          <p:attrName>ppt_x</p:attrName>
                                        </p:attrNameLst>
                                      </p:cBhvr>
                                      <p:tavLst>
                                        <p:tav tm="0">
                                          <p:val>
                                            <p:strVal val="#ppt_x"/>
                                          </p:val>
                                        </p:tav>
                                        <p:tav tm="100000">
                                          <p:val>
                                            <p:strVal val="#ppt_x"/>
                                          </p:val>
                                        </p:tav>
                                      </p:tavLst>
                                    </p:anim>
                                    <p:anim calcmode="lin" valueType="num">
                                      <p:cBhvr>
                                        <p:cTn id="21" dur="500" fill="hold"/>
                                        <p:tgtEl>
                                          <p:spTgt spid="234502"/>
                                        </p:tgtEl>
                                        <p:attrNameLst>
                                          <p:attrName>ppt_y</p:attrName>
                                        </p:attrNameLst>
                                      </p:cBhvr>
                                      <p:tavLst>
                                        <p:tav tm="0">
                                          <p:val>
                                            <p:strVal val="#ppt_y-#ppt_h/2"/>
                                          </p:val>
                                        </p:tav>
                                        <p:tav tm="100000">
                                          <p:val>
                                            <p:strVal val="#ppt_y"/>
                                          </p:val>
                                        </p:tav>
                                      </p:tavLst>
                                    </p:anim>
                                    <p:anim calcmode="lin" valueType="num">
                                      <p:cBhvr>
                                        <p:cTn id="22" dur="500" fill="hold"/>
                                        <p:tgtEl>
                                          <p:spTgt spid="234502"/>
                                        </p:tgtEl>
                                        <p:attrNameLst>
                                          <p:attrName>ppt_w</p:attrName>
                                        </p:attrNameLst>
                                      </p:cBhvr>
                                      <p:tavLst>
                                        <p:tav tm="0">
                                          <p:val>
                                            <p:strVal val="#ppt_w"/>
                                          </p:val>
                                        </p:tav>
                                        <p:tav tm="100000">
                                          <p:val>
                                            <p:strVal val="#ppt_w"/>
                                          </p:val>
                                        </p:tav>
                                      </p:tavLst>
                                    </p:anim>
                                    <p:anim calcmode="lin" valueType="num">
                                      <p:cBhvr>
                                        <p:cTn id="23" dur="500" fill="hold"/>
                                        <p:tgtEl>
                                          <p:spTgt spid="234502"/>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234506"/>
                                        </p:tgtEl>
                                        <p:attrNameLst>
                                          <p:attrName>style.visibility</p:attrName>
                                        </p:attrNameLst>
                                      </p:cBhvr>
                                      <p:to>
                                        <p:strVal val="visible"/>
                                      </p:to>
                                    </p:set>
                                    <p:anim calcmode="lin" valueType="num">
                                      <p:cBhvr>
                                        <p:cTn id="28" dur="500" fill="hold"/>
                                        <p:tgtEl>
                                          <p:spTgt spid="234506"/>
                                        </p:tgtEl>
                                        <p:attrNameLst>
                                          <p:attrName>ppt_x</p:attrName>
                                        </p:attrNameLst>
                                      </p:cBhvr>
                                      <p:tavLst>
                                        <p:tav tm="0">
                                          <p:val>
                                            <p:strVal val="#ppt_x"/>
                                          </p:val>
                                        </p:tav>
                                        <p:tav tm="100000">
                                          <p:val>
                                            <p:strVal val="#ppt_x"/>
                                          </p:val>
                                        </p:tav>
                                      </p:tavLst>
                                    </p:anim>
                                    <p:anim calcmode="lin" valueType="num">
                                      <p:cBhvr>
                                        <p:cTn id="29" dur="500" fill="hold"/>
                                        <p:tgtEl>
                                          <p:spTgt spid="234506"/>
                                        </p:tgtEl>
                                        <p:attrNameLst>
                                          <p:attrName>ppt_y</p:attrName>
                                        </p:attrNameLst>
                                      </p:cBhvr>
                                      <p:tavLst>
                                        <p:tav tm="0">
                                          <p:val>
                                            <p:strVal val="#ppt_y-#ppt_h/2"/>
                                          </p:val>
                                        </p:tav>
                                        <p:tav tm="100000">
                                          <p:val>
                                            <p:strVal val="#ppt_y"/>
                                          </p:val>
                                        </p:tav>
                                      </p:tavLst>
                                    </p:anim>
                                    <p:anim calcmode="lin" valueType="num">
                                      <p:cBhvr>
                                        <p:cTn id="30" dur="500" fill="hold"/>
                                        <p:tgtEl>
                                          <p:spTgt spid="234506"/>
                                        </p:tgtEl>
                                        <p:attrNameLst>
                                          <p:attrName>ppt_w</p:attrName>
                                        </p:attrNameLst>
                                      </p:cBhvr>
                                      <p:tavLst>
                                        <p:tav tm="0">
                                          <p:val>
                                            <p:strVal val="#ppt_w"/>
                                          </p:val>
                                        </p:tav>
                                        <p:tav tm="100000">
                                          <p:val>
                                            <p:strVal val="#ppt_w"/>
                                          </p:val>
                                        </p:tav>
                                      </p:tavLst>
                                    </p:anim>
                                    <p:anim calcmode="lin" valueType="num">
                                      <p:cBhvr>
                                        <p:cTn id="31" dur="500" fill="hold"/>
                                        <p:tgtEl>
                                          <p:spTgt spid="234506"/>
                                        </p:tgtEl>
                                        <p:attrNameLst>
                                          <p:attrName>ppt_h</p:attrName>
                                        </p:attrNameLst>
                                      </p:cBhvr>
                                      <p:tavLst>
                                        <p:tav tm="0">
                                          <p:val>
                                            <p:fltVal val="0"/>
                                          </p:val>
                                        </p:tav>
                                        <p:tav tm="100000">
                                          <p:val>
                                            <p:strVal val="#ppt_h"/>
                                          </p:val>
                                        </p:tav>
                                      </p:tavLst>
                                    </p:anim>
                                  </p:childTnLst>
                                </p:cTn>
                              </p:par>
                            </p:childTnLst>
                          </p:cTn>
                        </p:par>
                        <p:par>
                          <p:cTn id="32" fill="hold" nodeType="afterGroup">
                            <p:stCondLst>
                              <p:cond delay="500"/>
                            </p:stCondLst>
                            <p:childTnLst>
                              <p:par>
                                <p:cTn id="33" presetID="17" presetClass="entr" presetSubtype="1" fill="hold" grpId="0" nodeType="afterEffect">
                                  <p:stCondLst>
                                    <p:cond delay="0"/>
                                  </p:stCondLst>
                                  <p:childTnLst>
                                    <p:set>
                                      <p:cBhvr>
                                        <p:cTn id="34" dur="1" fill="hold">
                                          <p:stCondLst>
                                            <p:cond delay="0"/>
                                          </p:stCondLst>
                                        </p:cTn>
                                        <p:tgtEl>
                                          <p:spTgt spid="234503"/>
                                        </p:tgtEl>
                                        <p:attrNameLst>
                                          <p:attrName>style.visibility</p:attrName>
                                        </p:attrNameLst>
                                      </p:cBhvr>
                                      <p:to>
                                        <p:strVal val="visible"/>
                                      </p:to>
                                    </p:set>
                                    <p:anim calcmode="lin" valueType="num">
                                      <p:cBhvr>
                                        <p:cTn id="35" dur="500" fill="hold"/>
                                        <p:tgtEl>
                                          <p:spTgt spid="234503"/>
                                        </p:tgtEl>
                                        <p:attrNameLst>
                                          <p:attrName>ppt_x</p:attrName>
                                        </p:attrNameLst>
                                      </p:cBhvr>
                                      <p:tavLst>
                                        <p:tav tm="0">
                                          <p:val>
                                            <p:strVal val="#ppt_x"/>
                                          </p:val>
                                        </p:tav>
                                        <p:tav tm="100000">
                                          <p:val>
                                            <p:strVal val="#ppt_x"/>
                                          </p:val>
                                        </p:tav>
                                      </p:tavLst>
                                    </p:anim>
                                    <p:anim calcmode="lin" valueType="num">
                                      <p:cBhvr>
                                        <p:cTn id="36" dur="500" fill="hold"/>
                                        <p:tgtEl>
                                          <p:spTgt spid="234503"/>
                                        </p:tgtEl>
                                        <p:attrNameLst>
                                          <p:attrName>ppt_y</p:attrName>
                                        </p:attrNameLst>
                                      </p:cBhvr>
                                      <p:tavLst>
                                        <p:tav tm="0">
                                          <p:val>
                                            <p:strVal val="#ppt_y-#ppt_h/2"/>
                                          </p:val>
                                        </p:tav>
                                        <p:tav tm="100000">
                                          <p:val>
                                            <p:strVal val="#ppt_y"/>
                                          </p:val>
                                        </p:tav>
                                      </p:tavLst>
                                    </p:anim>
                                    <p:anim calcmode="lin" valueType="num">
                                      <p:cBhvr>
                                        <p:cTn id="37" dur="500" fill="hold"/>
                                        <p:tgtEl>
                                          <p:spTgt spid="234503"/>
                                        </p:tgtEl>
                                        <p:attrNameLst>
                                          <p:attrName>ppt_w</p:attrName>
                                        </p:attrNameLst>
                                      </p:cBhvr>
                                      <p:tavLst>
                                        <p:tav tm="0">
                                          <p:val>
                                            <p:strVal val="#ppt_w"/>
                                          </p:val>
                                        </p:tav>
                                        <p:tav tm="100000">
                                          <p:val>
                                            <p:strVal val="#ppt_w"/>
                                          </p:val>
                                        </p:tav>
                                      </p:tavLst>
                                    </p:anim>
                                    <p:anim calcmode="lin" valueType="num">
                                      <p:cBhvr>
                                        <p:cTn id="38" dur="500" fill="hold"/>
                                        <p:tgtEl>
                                          <p:spTgt spid="23450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 fill="hold" grpId="0" nodeType="clickEffect">
                                  <p:stCondLst>
                                    <p:cond delay="0"/>
                                  </p:stCondLst>
                                  <p:childTnLst>
                                    <p:set>
                                      <p:cBhvr>
                                        <p:cTn id="42" dur="1" fill="hold">
                                          <p:stCondLst>
                                            <p:cond delay="0"/>
                                          </p:stCondLst>
                                        </p:cTn>
                                        <p:tgtEl>
                                          <p:spTgt spid="234543"/>
                                        </p:tgtEl>
                                        <p:attrNameLst>
                                          <p:attrName>style.visibility</p:attrName>
                                        </p:attrNameLst>
                                      </p:cBhvr>
                                      <p:to>
                                        <p:strVal val="visible"/>
                                      </p:to>
                                    </p:set>
                                    <p:anim calcmode="lin" valueType="num">
                                      <p:cBhvr>
                                        <p:cTn id="43" dur="500" fill="hold"/>
                                        <p:tgtEl>
                                          <p:spTgt spid="234543"/>
                                        </p:tgtEl>
                                        <p:attrNameLst>
                                          <p:attrName>ppt_x</p:attrName>
                                        </p:attrNameLst>
                                      </p:cBhvr>
                                      <p:tavLst>
                                        <p:tav tm="0">
                                          <p:val>
                                            <p:strVal val="#ppt_x"/>
                                          </p:val>
                                        </p:tav>
                                        <p:tav tm="100000">
                                          <p:val>
                                            <p:strVal val="#ppt_x"/>
                                          </p:val>
                                        </p:tav>
                                      </p:tavLst>
                                    </p:anim>
                                    <p:anim calcmode="lin" valueType="num">
                                      <p:cBhvr>
                                        <p:cTn id="44" dur="500" fill="hold"/>
                                        <p:tgtEl>
                                          <p:spTgt spid="234543"/>
                                        </p:tgtEl>
                                        <p:attrNameLst>
                                          <p:attrName>ppt_y</p:attrName>
                                        </p:attrNameLst>
                                      </p:cBhvr>
                                      <p:tavLst>
                                        <p:tav tm="0">
                                          <p:val>
                                            <p:strVal val="#ppt_y-#ppt_h/2"/>
                                          </p:val>
                                        </p:tav>
                                        <p:tav tm="100000">
                                          <p:val>
                                            <p:strVal val="#ppt_y"/>
                                          </p:val>
                                        </p:tav>
                                      </p:tavLst>
                                    </p:anim>
                                    <p:anim calcmode="lin" valueType="num">
                                      <p:cBhvr>
                                        <p:cTn id="45" dur="500" fill="hold"/>
                                        <p:tgtEl>
                                          <p:spTgt spid="234543"/>
                                        </p:tgtEl>
                                        <p:attrNameLst>
                                          <p:attrName>ppt_w</p:attrName>
                                        </p:attrNameLst>
                                      </p:cBhvr>
                                      <p:tavLst>
                                        <p:tav tm="0">
                                          <p:val>
                                            <p:strVal val="#ppt_w"/>
                                          </p:val>
                                        </p:tav>
                                        <p:tav tm="100000">
                                          <p:val>
                                            <p:strVal val="#ppt_w"/>
                                          </p:val>
                                        </p:tav>
                                      </p:tavLst>
                                    </p:anim>
                                    <p:anim calcmode="lin" valueType="num">
                                      <p:cBhvr>
                                        <p:cTn id="46" dur="500" fill="hold"/>
                                        <p:tgtEl>
                                          <p:spTgt spid="234543"/>
                                        </p:tgtEl>
                                        <p:attrNameLst>
                                          <p:attrName>ppt_h</p:attrName>
                                        </p:attrNameLst>
                                      </p:cBhvr>
                                      <p:tavLst>
                                        <p:tav tm="0">
                                          <p:val>
                                            <p:fltVal val="0"/>
                                          </p:val>
                                        </p:tav>
                                        <p:tav tm="100000">
                                          <p:val>
                                            <p:strVal val="#ppt_h"/>
                                          </p:val>
                                        </p:tav>
                                      </p:tavLst>
                                    </p:anim>
                                  </p:childTnLst>
                                </p:cTn>
                              </p:par>
                            </p:childTnLst>
                          </p:cTn>
                        </p:par>
                        <p:par>
                          <p:cTn id="47" fill="hold" nodeType="afterGroup">
                            <p:stCondLst>
                              <p:cond delay="500"/>
                            </p:stCondLst>
                            <p:childTnLst>
                              <p:par>
                                <p:cTn id="48" presetID="17" presetClass="entr" presetSubtype="1" fill="hold" grpId="0" nodeType="afterEffect">
                                  <p:stCondLst>
                                    <p:cond delay="0"/>
                                  </p:stCondLst>
                                  <p:childTnLst>
                                    <p:set>
                                      <p:cBhvr>
                                        <p:cTn id="49" dur="1" fill="hold">
                                          <p:stCondLst>
                                            <p:cond delay="0"/>
                                          </p:stCondLst>
                                        </p:cTn>
                                        <p:tgtEl>
                                          <p:spTgt spid="234504"/>
                                        </p:tgtEl>
                                        <p:attrNameLst>
                                          <p:attrName>style.visibility</p:attrName>
                                        </p:attrNameLst>
                                      </p:cBhvr>
                                      <p:to>
                                        <p:strVal val="visible"/>
                                      </p:to>
                                    </p:set>
                                    <p:anim calcmode="lin" valueType="num">
                                      <p:cBhvr>
                                        <p:cTn id="50" dur="500" fill="hold"/>
                                        <p:tgtEl>
                                          <p:spTgt spid="234504"/>
                                        </p:tgtEl>
                                        <p:attrNameLst>
                                          <p:attrName>ppt_x</p:attrName>
                                        </p:attrNameLst>
                                      </p:cBhvr>
                                      <p:tavLst>
                                        <p:tav tm="0">
                                          <p:val>
                                            <p:strVal val="#ppt_x"/>
                                          </p:val>
                                        </p:tav>
                                        <p:tav tm="100000">
                                          <p:val>
                                            <p:strVal val="#ppt_x"/>
                                          </p:val>
                                        </p:tav>
                                      </p:tavLst>
                                    </p:anim>
                                    <p:anim calcmode="lin" valueType="num">
                                      <p:cBhvr>
                                        <p:cTn id="51" dur="500" fill="hold"/>
                                        <p:tgtEl>
                                          <p:spTgt spid="234504"/>
                                        </p:tgtEl>
                                        <p:attrNameLst>
                                          <p:attrName>ppt_y</p:attrName>
                                        </p:attrNameLst>
                                      </p:cBhvr>
                                      <p:tavLst>
                                        <p:tav tm="0">
                                          <p:val>
                                            <p:strVal val="#ppt_y-#ppt_h/2"/>
                                          </p:val>
                                        </p:tav>
                                        <p:tav tm="100000">
                                          <p:val>
                                            <p:strVal val="#ppt_y"/>
                                          </p:val>
                                        </p:tav>
                                      </p:tavLst>
                                    </p:anim>
                                    <p:anim calcmode="lin" valueType="num">
                                      <p:cBhvr>
                                        <p:cTn id="52" dur="500" fill="hold"/>
                                        <p:tgtEl>
                                          <p:spTgt spid="234504"/>
                                        </p:tgtEl>
                                        <p:attrNameLst>
                                          <p:attrName>ppt_w</p:attrName>
                                        </p:attrNameLst>
                                      </p:cBhvr>
                                      <p:tavLst>
                                        <p:tav tm="0">
                                          <p:val>
                                            <p:strVal val="#ppt_w"/>
                                          </p:val>
                                        </p:tav>
                                        <p:tav tm="100000">
                                          <p:val>
                                            <p:strVal val="#ppt_w"/>
                                          </p:val>
                                        </p:tav>
                                      </p:tavLst>
                                    </p:anim>
                                    <p:anim calcmode="lin" valueType="num">
                                      <p:cBhvr>
                                        <p:cTn id="53" dur="500" fill="hold"/>
                                        <p:tgtEl>
                                          <p:spTgt spid="234504"/>
                                        </p:tgtEl>
                                        <p:attrNameLst>
                                          <p:attrName>ppt_h</p:attrName>
                                        </p:attrNameLst>
                                      </p:cBhvr>
                                      <p:tavLst>
                                        <p:tav tm="0">
                                          <p:val>
                                            <p:fltVal val="0"/>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234500"/>
                                        </p:tgtEl>
                                        <p:attrNameLst>
                                          <p:attrName>style.visibility</p:attrName>
                                        </p:attrNameLst>
                                      </p:cBhvr>
                                      <p:to>
                                        <p:strVal val="visible"/>
                                      </p:to>
                                    </p:set>
                                    <p:anim calcmode="lin" valueType="num">
                                      <p:cBhvr additive="base">
                                        <p:cTn id="58" dur="500" fill="hold"/>
                                        <p:tgtEl>
                                          <p:spTgt spid="234500"/>
                                        </p:tgtEl>
                                        <p:attrNameLst>
                                          <p:attrName>ppt_x</p:attrName>
                                        </p:attrNameLst>
                                      </p:cBhvr>
                                      <p:tavLst>
                                        <p:tav tm="0">
                                          <p:val>
                                            <p:strVal val="0-#ppt_w/2"/>
                                          </p:val>
                                        </p:tav>
                                        <p:tav tm="100000">
                                          <p:val>
                                            <p:strVal val="#ppt_x"/>
                                          </p:val>
                                        </p:tav>
                                      </p:tavLst>
                                    </p:anim>
                                    <p:anim calcmode="lin" valueType="num">
                                      <p:cBhvr additive="base">
                                        <p:cTn id="59" dur="500" fill="hold"/>
                                        <p:tgtEl>
                                          <p:spTgt spid="234500"/>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1" fill="hold" grpId="0" nodeType="clickEffect">
                                  <p:stCondLst>
                                    <p:cond delay="0"/>
                                  </p:stCondLst>
                                  <p:childTnLst>
                                    <p:set>
                                      <p:cBhvr>
                                        <p:cTn id="63" dur="1" fill="hold">
                                          <p:stCondLst>
                                            <p:cond delay="0"/>
                                          </p:stCondLst>
                                        </p:cTn>
                                        <p:tgtEl>
                                          <p:spTgt spid="234513"/>
                                        </p:tgtEl>
                                        <p:attrNameLst>
                                          <p:attrName>style.visibility</p:attrName>
                                        </p:attrNameLst>
                                      </p:cBhvr>
                                      <p:to>
                                        <p:strVal val="visible"/>
                                      </p:to>
                                    </p:set>
                                    <p:anim calcmode="lin" valueType="num">
                                      <p:cBhvr>
                                        <p:cTn id="64" dur="500" fill="hold"/>
                                        <p:tgtEl>
                                          <p:spTgt spid="234513"/>
                                        </p:tgtEl>
                                        <p:attrNameLst>
                                          <p:attrName>ppt_x</p:attrName>
                                        </p:attrNameLst>
                                      </p:cBhvr>
                                      <p:tavLst>
                                        <p:tav tm="0">
                                          <p:val>
                                            <p:strVal val="#ppt_x"/>
                                          </p:val>
                                        </p:tav>
                                        <p:tav tm="100000">
                                          <p:val>
                                            <p:strVal val="#ppt_x"/>
                                          </p:val>
                                        </p:tav>
                                      </p:tavLst>
                                    </p:anim>
                                    <p:anim calcmode="lin" valueType="num">
                                      <p:cBhvr>
                                        <p:cTn id="65" dur="500" fill="hold"/>
                                        <p:tgtEl>
                                          <p:spTgt spid="234513"/>
                                        </p:tgtEl>
                                        <p:attrNameLst>
                                          <p:attrName>ppt_y</p:attrName>
                                        </p:attrNameLst>
                                      </p:cBhvr>
                                      <p:tavLst>
                                        <p:tav tm="0">
                                          <p:val>
                                            <p:strVal val="#ppt_y-#ppt_h/2"/>
                                          </p:val>
                                        </p:tav>
                                        <p:tav tm="100000">
                                          <p:val>
                                            <p:strVal val="#ppt_y"/>
                                          </p:val>
                                        </p:tav>
                                      </p:tavLst>
                                    </p:anim>
                                    <p:anim calcmode="lin" valueType="num">
                                      <p:cBhvr>
                                        <p:cTn id="66" dur="500" fill="hold"/>
                                        <p:tgtEl>
                                          <p:spTgt spid="234513"/>
                                        </p:tgtEl>
                                        <p:attrNameLst>
                                          <p:attrName>ppt_w</p:attrName>
                                        </p:attrNameLst>
                                      </p:cBhvr>
                                      <p:tavLst>
                                        <p:tav tm="0">
                                          <p:val>
                                            <p:strVal val="#ppt_w"/>
                                          </p:val>
                                        </p:tav>
                                        <p:tav tm="100000">
                                          <p:val>
                                            <p:strVal val="#ppt_w"/>
                                          </p:val>
                                        </p:tav>
                                      </p:tavLst>
                                    </p:anim>
                                    <p:anim calcmode="lin" valueType="num">
                                      <p:cBhvr>
                                        <p:cTn id="67" dur="500" fill="hold"/>
                                        <p:tgtEl>
                                          <p:spTgt spid="234513"/>
                                        </p:tgtEl>
                                        <p:attrNameLst>
                                          <p:attrName>ppt_h</p:attrName>
                                        </p:attrNameLst>
                                      </p:cBhvr>
                                      <p:tavLst>
                                        <p:tav tm="0">
                                          <p:val>
                                            <p:fltVal val="0"/>
                                          </p:val>
                                        </p:tav>
                                        <p:tav tm="100000">
                                          <p:val>
                                            <p:strVal val="#ppt_h"/>
                                          </p:val>
                                        </p:tav>
                                      </p:tavLst>
                                    </p:anim>
                                  </p:childTnLst>
                                </p:cTn>
                              </p:par>
                            </p:childTnLst>
                          </p:cTn>
                        </p:par>
                        <p:par>
                          <p:cTn id="68" fill="hold" nodeType="afterGroup">
                            <p:stCondLst>
                              <p:cond delay="500"/>
                            </p:stCondLst>
                            <p:childTnLst>
                              <p:par>
                                <p:cTn id="69" presetID="17" presetClass="entr" presetSubtype="1" fill="hold" grpId="0" nodeType="afterEffect">
                                  <p:stCondLst>
                                    <p:cond delay="0"/>
                                  </p:stCondLst>
                                  <p:childTnLst>
                                    <p:set>
                                      <p:cBhvr>
                                        <p:cTn id="70" dur="1" fill="hold">
                                          <p:stCondLst>
                                            <p:cond delay="0"/>
                                          </p:stCondLst>
                                        </p:cTn>
                                        <p:tgtEl>
                                          <p:spTgt spid="234507"/>
                                        </p:tgtEl>
                                        <p:attrNameLst>
                                          <p:attrName>style.visibility</p:attrName>
                                        </p:attrNameLst>
                                      </p:cBhvr>
                                      <p:to>
                                        <p:strVal val="visible"/>
                                      </p:to>
                                    </p:set>
                                    <p:anim calcmode="lin" valueType="num">
                                      <p:cBhvr>
                                        <p:cTn id="71" dur="500" fill="hold"/>
                                        <p:tgtEl>
                                          <p:spTgt spid="234507"/>
                                        </p:tgtEl>
                                        <p:attrNameLst>
                                          <p:attrName>ppt_x</p:attrName>
                                        </p:attrNameLst>
                                      </p:cBhvr>
                                      <p:tavLst>
                                        <p:tav tm="0">
                                          <p:val>
                                            <p:strVal val="#ppt_x"/>
                                          </p:val>
                                        </p:tav>
                                        <p:tav tm="100000">
                                          <p:val>
                                            <p:strVal val="#ppt_x"/>
                                          </p:val>
                                        </p:tav>
                                      </p:tavLst>
                                    </p:anim>
                                    <p:anim calcmode="lin" valueType="num">
                                      <p:cBhvr>
                                        <p:cTn id="72" dur="500" fill="hold"/>
                                        <p:tgtEl>
                                          <p:spTgt spid="234507"/>
                                        </p:tgtEl>
                                        <p:attrNameLst>
                                          <p:attrName>ppt_y</p:attrName>
                                        </p:attrNameLst>
                                      </p:cBhvr>
                                      <p:tavLst>
                                        <p:tav tm="0">
                                          <p:val>
                                            <p:strVal val="#ppt_y-#ppt_h/2"/>
                                          </p:val>
                                        </p:tav>
                                        <p:tav tm="100000">
                                          <p:val>
                                            <p:strVal val="#ppt_y"/>
                                          </p:val>
                                        </p:tav>
                                      </p:tavLst>
                                    </p:anim>
                                    <p:anim calcmode="lin" valueType="num">
                                      <p:cBhvr>
                                        <p:cTn id="73" dur="500" fill="hold"/>
                                        <p:tgtEl>
                                          <p:spTgt spid="234507"/>
                                        </p:tgtEl>
                                        <p:attrNameLst>
                                          <p:attrName>ppt_w</p:attrName>
                                        </p:attrNameLst>
                                      </p:cBhvr>
                                      <p:tavLst>
                                        <p:tav tm="0">
                                          <p:val>
                                            <p:strVal val="#ppt_w"/>
                                          </p:val>
                                        </p:tav>
                                        <p:tav tm="100000">
                                          <p:val>
                                            <p:strVal val="#ppt_w"/>
                                          </p:val>
                                        </p:tav>
                                      </p:tavLst>
                                    </p:anim>
                                    <p:anim calcmode="lin" valueType="num">
                                      <p:cBhvr>
                                        <p:cTn id="74" dur="500" fill="hold"/>
                                        <p:tgtEl>
                                          <p:spTgt spid="234507"/>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 fill="hold" grpId="0" nodeType="clickEffect">
                                  <p:stCondLst>
                                    <p:cond delay="0"/>
                                  </p:stCondLst>
                                  <p:childTnLst>
                                    <p:set>
                                      <p:cBhvr>
                                        <p:cTn id="78" dur="1" fill="hold">
                                          <p:stCondLst>
                                            <p:cond delay="0"/>
                                          </p:stCondLst>
                                        </p:cTn>
                                        <p:tgtEl>
                                          <p:spTgt spid="234512"/>
                                        </p:tgtEl>
                                        <p:attrNameLst>
                                          <p:attrName>style.visibility</p:attrName>
                                        </p:attrNameLst>
                                      </p:cBhvr>
                                      <p:to>
                                        <p:strVal val="visible"/>
                                      </p:to>
                                    </p:set>
                                    <p:anim calcmode="lin" valueType="num">
                                      <p:cBhvr>
                                        <p:cTn id="79" dur="500" fill="hold"/>
                                        <p:tgtEl>
                                          <p:spTgt spid="234512"/>
                                        </p:tgtEl>
                                        <p:attrNameLst>
                                          <p:attrName>ppt_x</p:attrName>
                                        </p:attrNameLst>
                                      </p:cBhvr>
                                      <p:tavLst>
                                        <p:tav tm="0">
                                          <p:val>
                                            <p:strVal val="#ppt_x"/>
                                          </p:val>
                                        </p:tav>
                                        <p:tav tm="100000">
                                          <p:val>
                                            <p:strVal val="#ppt_x"/>
                                          </p:val>
                                        </p:tav>
                                      </p:tavLst>
                                    </p:anim>
                                    <p:anim calcmode="lin" valueType="num">
                                      <p:cBhvr>
                                        <p:cTn id="80" dur="500" fill="hold"/>
                                        <p:tgtEl>
                                          <p:spTgt spid="234512"/>
                                        </p:tgtEl>
                                        <p:attrNameLst>
                                          <p:attrName>ppt_y</p:attrName>
                                        </p:attrNameLst>
                                      </p:cBhvr>
                                      <p:tavLst>
                                        <p:tav tm="0">
                                          <p:val>
                                            <p:strVal val="#ppt_y-#ppt_h/2"/>
                                          </p:val>
                                        </p:tav>
                                        <p:tav tm="100000">
                                          <p:val>
                                            <p:strVal val="#ppt_y"/>
                                          </p:val>
                                        </p:tav>
                                      </p:tavLst>
                                    </p:anim>
                                    <p:anim calcmode="lin" valueType="num">
                                      <p:cBhvr>
                                        <p:cTn id="81" dur="500" fill="hold"/>
                                        <p:tgtEl>
                                          <p:spTgt spid="234512"/>
                                        </p:tgtEl>
                                        <p:attrNameLst>
                                          <p:attrName>ppt_w</p:attrName>
                                        </p:attrNameLst>
                                      </p:cBhvr>
                                      <p:tavLst>
                                        <p:tav tm="0">
                                          <p:val>
                                            <p:strVal val="#ppt_w"/>
                                          </p:val>
                                        </p:tav>
                                        <p:tav tm="100000">
                                          <p:val>
                                            <p:strVal val="#ppt_w"/>
                                          </p:val>
                                        </p:tav>
                                      </p:tavLst>
                                    </p:anim>
                                    <p:anim calcmode="lin" valueType="num">
                                      <p:cBhvr>
                                        <p:cTn id="82" dur="500" fill="hold"/>
                                        <p:tgtEl>
                                          <p:spTgt spid="234512"/>
                                        </p:tgtEl>
                                        <p:attrNameLst>
                                          <p:attrName>ppt_h</p:attrName>
                                        </p:attrNameLst>
                                      </p:cBhvr>
                                      <p:tavLst>
                                        <p:tav tm="0">
                                          <p:val>
                                            <p:fltVal val="0"/>
                                          </p:val>
                                        </p:tav>
                                        <p:tav tm="100000">
                                          <p:val>
                                            <p:strVal val="#ppt_h"/>
                                          </p:val>
                                        </p:tav>
                                      </p:tavLst>
                                    </p:anim>
                                  </p:childTnLst>
                                </p:cTn>
                              </p:par>
                            </p:childTnLst>
                          </p:cTn>
                        </p:par>
                        <p:par>
                          <p:cTn id="83" fill="hold" nodeType="afterGroup">
                            <p:stCondLst>
                              <p:cond delay="500"/>
                            </p:stCondLst>
                            <p:childTnLst>
                              <p:par>
                                <p:cTn id="84" presetID="17" presetClass="entr" presetSubtype="1" fill="hold" grpId="0" nodeType="afterEffect">
                                  <p:stCondLst>
                                    <p:cond delay="0"/>
                                  </p:stCondLst>
                                  <p:childTnLst>
                                    <p:set>
                                      <p:cBhvr>
                                        <p:cTn id="85" dur="1" fill="hold">
                                          <p:stCondLst>
                                            <p:cond delay="0"/>
                                          </p:stCondLst>
                                        </p:cTn>
                                        <p:tgtEl>
                                          <p:spTgt spid="234508"/>
                                        </p:tgtEl>
                                        <p:attrNameLst>
                                          <p:attrName>style.visibility</p:attrName>
                                        </p:attrNameLst>
                                      </p:cBhvr>
                                      <p:to>
                                        <p:strVal val="visible"/>
                                      </p:to>
                                    </p:set>
                                    <p:anim calcmode="lin" valueType="num">
                                      <p:cBhvr>
                                        <p:cTn id="86" dur="500" fill="hold"/>
                                        <p:tgtEl>
                                          <p:spTgt spid="234508"/>
                                        </p:tgtEl>
                                        <p:attrNameLst>
                                          <p:attrName>ppt_x</p:attrName>
                                        </p:attrNameLst>
                                      </p:cBhvr>
                                      <p:tavLst>
                                        <p:tav tm="0">
                                          <p:val>
                                            <p:strVal val="#ppt_x"/>
                                          </p:val>
                                        </p:tav>
                                        <p:tav tm="100000">
                                          <p:val>
                                            <p:strVal val="#ppt_x"/>
                                          </p:val>
                                        </p:tav>
                                      </p:tavLst>
                                    </p:anim>
                                    <p:anim calcmode="lin" valueType="num">
                                      <p:cBhvr>
                                        <p:cTn id="87" dur="500" fill="hold"/>
                                        <p:tgtEl>
                                          <p:spTgt spid="234508"/>
                                        </p:tgtEl>
                                        <p:attrNameLst>
                                          <p:attrName>ppt_y</p:attrName>
                                        </p:attrNameLst>
                                      </p:cBhvr>
                                      <p:tavLst>
                                        <p:tav tm="0">
                                          <p:val>
                                            <p:strVal val="#ppt_y-#ppt_h/2"/>
                                          </p:val>
                                        </p:tav>
                                        <p:tav tm="100000">
                                          <p:val>
                                            <p:strVal val="#ppt_y"/>
                                          </p:val>
                                        </p:tav>
                                      </p:tavLst>
                                    </p:anim>
                                    <p:anim calcmode="lin" valueType="num">
                                      <p:cBhvr>
                                        <p:cTn id="88" dur="500" fill="hold"/>
                                        <p:tgtEl>
                                          <p:spTgt spid="234508"/>
                                        </p:tgtEl>
                                        <p:attrNameLst>
                                          <p:attrName>ppt_w</p:attrName>
                                        </p:attrNameLst>
                                      </p:cBhvr>
                                      <p:tavLst>
                                        <p:tav tm="0">
                                          <p:val>
                                            <p:strVal val="#ppt_w"/>
                                          </p:val>
                                        </p:tav>
                                        <p:tav tm="100000">
                                          <p:val>
                                            <p:strVal val="#ppt_w"/>
                                          </p:val>
                                        </p:tav>
                                      </p:tavLst>
                                    </p:anim>
                                    <p:anim calcmode="lin" valueType="num">
                                      <p:cBhvr>
                                        <p:cTn id="89" dur="500" fill="hold"/>
                                        <p:tgtEl>
                                          <p:spTgt spid="234508"/>
                                        </p:tgtEl>
                                        <p:attrNameLst>
                                          <p:attrName>ppt_h</p:attrName>
                                        </p:attrNameLst>
                                      </p:cBhvr>
                                      <p:tavLst>
                                        <p:tav tm="0">
                                          <p:val>
                                            <p:fltVal val="0"/>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1" fill="hold" grpId="0" nodeType="clickEffect">
                                  <p:stCondLst>
                                    <p:cond delay="0"/>
                                  </p:stCondLst>
                                  <p:childTnLst>
                                    <p:set>
                                      <p:cBhvr>
                                        <p:cTn id="93" dur="1" fill="hold">
                                          <p:stCondLst>
                                            <p:cond delay="0"/>
                                          </p:stCondLst>
                                        </p:cTn>
                                        <p:tgtEl>
                                          <p:spTgt spid="234515"/>
                                        </p:tgtEl>
                                        <p:attrNameLst>
                                          <p:attrName>style.visibility</p:attrName>
                                        </p:attrNameLst>
                                      </p:cBhvr>
                                      <p:to>
                                        <p:strVal val="visible"/>
                                      </p:to>
                                    </p:set>
                                    <p:anim calcmode="lin" valueType="num">
                                      <p:cBhvr>
                                        <p:cTn id="94" dur="500" fill="hold"/>
                                        <p:tgtEl>
                                          <p:spTgt spid="234515"/>
                                        </p:tgtEl>
                                        <p:attrNameLst>
                                          <p:attrName>ppt_x</p:attrName>
                                        </p:attrNameLst>
                                      </p:cBhvr>
                                      <p:tavLst>
                                        <p:tav tm="0">
                                          <p:val>
                                            <p:strVal val="#ppt_x"/>
                                          </p:val>
                                        </p:tav>
                                        <p:tav tm="100000">
                                          <p:val>
                                            <p:strVal val="#ppt_x"/>
                                          </p:val>
                                        </p:tav>
                                      </p:tavLst>
                                    </p:anim>
                                    <p:anim calcmode="lin" valueType="num">
                                      <p:cBhvr>
                                        <p:cTn id="95" dur="500" fill="hold"/>
                                        <p:tgtEl>
                                          <p:spTgt spid="234515"/>
                                        </p:tgtEl>
                                        <p:attrNameLst>
                                          <p:attrName>ppt_y</p:attrName>
                                        </p:attrNameLst>
                                      </p:cBhvr>
                                      <p:tavLst>
                                        <p:tav tm="0">
                                          <p:val>
                                            <p:strVal val="#ppt_y-#ppt_h/2"/>
                                          </p:val>
                                        </p:tav>
                                        <p:tav tm="100000">
                                          <p:val>
                                            <p:strVal val="#ppt_y"/>
                                          </p:val>
                                        </p:tav>
                                      </p:tavLst>
                                    </p:anim>
                                    <p:anim calcmode="lin" valueType="num">
                                      <p:cBhvr>
                                        <p:cTn id="96" dur="500" fill="hold"/>
                                        <p:tgtEl>
                                          <p:spTgt spid="234515"/>
                                        </p:tgtEl>
                                        <p:attrNameLst>
                                          <p:attrName>ppt_w</p:attrName>
                                        </p:attrNameLst>
                                      </p:cBhvr>
                                      <p:tavLst>
                                        <p:tav tm="0">
                                          <p:val>
                                            <p:strVal val="#ppt_w"/>
                                          </p:val>
                                        </p:tav>
                                        <p:tav tm="100000">
                                          <p:val>
                                            <p:strVal val="#ppt_w"/>
                                          </p:val>
                                        </p:tav>
                                      </p:tavLst>
                                    </p:anim>
                                    <p:anim calcmode="lin" valueType="num">
                                      <p:cBhvr>
                                        <p:cTn id="97" dur="500" fill="hold"/>
                                        <p:tgtEl>
                                          <p:spTgt spid="234515"/>
                                        </p:tgtEl>
                                        <p:attrNameLst>
                                          <p:attrName>ppt_h</p:attrName>
                                        </p:attrNameLst>
                                      </p:cBhvr>
                                      <p:tavLst>
                                        <p:tav tm="0">
                                          <p:val>
                                            <p:fltVal val="0"/>
                                          </p:val>
                                        </p:tav>
                                        <p:tav tm="100000">
                                          <p:val>
                                            <p:strVal val="#ppt_h"/>
                                          </p:val>
                                        </p:tav>
                                      </p:tavLst>
                                    </p:anim>
                                  </p:childTnLst>
                                </p:cTn>
                              </p:par>
                            </p:childTnLst>
                          </p:cTn>
                        </p:par>
                        <p:par>
                          <p:cTn id="98" fill="hold" nodeType="afterGroup">
                            <p:stCondLst>
                              <p:cond delay="500"/>
                            </p:stCondLst>
                            <p:childTnLst>
                              <p:par>
                                <p:cTn id="99" presetID="17" presetClass="entr" presetSubtype="1" fill="hold" grpId="0" nodeType="afterEffect">
                                  <p:stCondLst>
                                    <p:cond delay="0"/>
                                  </p:stCondLst>
                                  <p:childTnLst>
                                    <p:set>
                                      <p:cBhvr>
                                        <p:cTn id="100" dur="1" fill="hold">
                                          <p:stCondLst>
                                            <p:cond delay="0"/>
                                          </p:stCondLst>
                                        </p:cTn>
                                        <p:tgtEl>
                                          <p:spTgt spid="234509"/>
                                        </p:tgtEl>
                                        <p:attrNameLst>
                                          <p:attrName>style.visibility</p:attrName>
                                        </p:attrNameLst>
                                      </p:cBhvr>
                                      <p:to>
                                        <p:strVal val="visible"/>
                                      </p:to>
                                    </p:set>
                                    <p:anim calcmode="lin" valueType="num">
                                      <p:cBhvr>
                                        <p:cTn id="101" dur="500" fill="hold"/>
                                        <p:tgtEl>
                                          <p:spTgt spid="234509"/>
                                        </p:tgtEl>
                                        <p:attrNameLst>
                                          <p:attrName>ppt_x</p:attrName>
                                        </p:attrNameLst>
                                      </p:cBhvr>
                                      <p:tavLst>
                                        <p:tav tm="0">
                                          <p:val>
                                            <p:strVal val="#ppt_x"/>
                                          </p:val>
                                        </p:tav>
                                        <p:tav tm="100000">
                                          <p:val>
                                            <p:strVal val="#ppt_x"/>
                                          </p:val>
                                        </p:tav>
                                      </p:tavLst>
                                    </p:anim>
                                    <p:anim calcmode="lin" valueType="num">
                                      <p:cBhvr>
                                        <p:cTn id="102" dur="500" fill="hold"/>
                                        <p:tgtEl>
                                          <p:spTgt spid="234509"/>
                                        </p:tgtEl>
                                        <p:attrNameLst>
                                          <p:attrName>ppt_y</p:attrName>
                                        </p:attrNameLst>
                                      </p:cBhvr>
                                      <p:tavLst>
                                        <p:tav tm="0">
                                          <p:val>
                                            <p:strVal val="#ppt_y-#ppt_h/2"/>
                                          </p:val>
                                        </p:tav>
                                        <p:tav tm="100000">
                                          <p:val>
                                            <p:strVal val="#ppt_y"/>
                                          </p:val>
                                        </p:tav>
                                      </p:tavLst>
                                    </p:anim>
                                    <p:anim calcmode="lin" valueType="num">
                                      <p:cBhvr>
                                        <p:cTn id="103" dur="500" fill="hold"/>
                                        <p:tgtEl>
                                          <p:spTgt spid="234509"/>
                                        </p:tgtEl>
                                        <p:attrNameLst>
                                          <p:attrName>ppt_w</p:attrName>
                                        </p:attrNameLst>
                                      </p:cBhvr>
                                      <p:tavLst>
                                        <p:tav tm="0">
                                          <p:val>
                                            <p:strVal val="#ppt_w"/>
                                          </p:val>
                                        </p:tav>
                                        <p:tav tm="100000">
                                          <p:val>
                                            <p:strVal val="#ppt_w"/>
                                          </p:val>
                                        </p:tav>
                                      </p:tavLst>
                                    </p:anim>
                                    <p:anim calcmode="lin" valueType="num">
                                      <p:cBhvr>
                                        <p:cTn id="104" dur="500" fill="hold"/>
                                        <p:tgtEl>
                                          <p:spTgt spid="234509"/>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1" fill="hold" grpId="0" nodeType="clickEffect">
                                  <p:stCondLst>
                                    <p:cond delay="0"/>
                                  </p:stCondLst>
                                  <p:childTnLst>
                                    <p:set>
                                      <p:cBhvr>
                                        <p:cTn id="108" dur="1" fill="hold">
                                          <p:stCondLst>
                                            <p:cond delay="0"/>
                                          </p:stCondLst>
                                        </p:cTn>
                                        <p:tgtEl>
                                          <p:spTgt spid="234514"/>
                                        </p:tgtEl>
                                        <p:attrNameLst>
                                          <p:attrName>style.visibility</p:attrName>
                                        </p:attrNameLst>
                                      </p:cBhvr>
                                      <p:to>
                                        <p:strVal val="visible"/>
                                      </p:to>
                                    </p:set>
                                    <p:anim calcmode="lin" valueType="num">
                                      <p:cBhvr>
                                        <p:cTn id="109" dur="500" fill="hold"/>
                                        <p:tgtEl>
                                          <p:spTgt spid="234514"/>
                                        </p:tgtEl>
                                        <p:attrNameLst>
                                          <p:attrName>ppt_x</p:attrName>
                                        </p:attrNameLst>
                                      </p:cBhvr>
                                      <p:tavLst>
                                        <p:tav tm="0">
                                          <p:val>
                                            <p:strVal val="#ppt_x"/>
                                          </p:val>
                                        </p:tav>
                                        <p:tav tm="100000">
                                          <p:val>
                                            <p:strVal val="#ppt_x"/>
                                          </p:val>
                                        </p:tav>
                                      </p:tavLst>
                                    </p:anim>
                                    <p:anim calcmode="lin" valueType="num">
                                      <p:cBhvr>
                                        <p:cTn id="110" dur="500" fill="hold"/>
                                        <p:tgtEl>
                                          <p:spTgt spid="234514"/>
                                        </p:tgtEl>
                                        <p:attrNameLst>
                                          <p:attrName>ppt_y</p:attrName>
                                        </p:attrNameLst>
                                      </p:cBhvr>
                                      <p:tavLst>
                                        <p:tav tm="0">
                                          <p:val>
                                            <p:strVal val="#ppt_y-#ppt_h/2"/>
                                          </p:val>
                                        </p:tav>
                                        <p:tav tm="100000">
                                          <p:val>
                                            <p:strVal val="#ppt_y"/>
                                          </p:val>
                                        </p:tav>
                                      </p:tavLst>
                                    </p:anim>
                                    <p:anim calcmode="lin" valueType="num">
                                      <p:cBhvr>
                                        <p:cTn id="111" dur="500" fill="hold"/>
                                        <p:tgtEl>
                                          <p:spTgt spid="234514"/>
                                        </p:tgtEl>
                                        <p:attrNameLst>
                                          <p:attrName>ppt_w</p:attrName>
                                        </p:attrNameLst>
                                      </p:cBhvr>
                                      <p:tavLst>
                                        <p:tav tm="0">
                                          <p:val>
                                            <p:strVal val="#ppt_w"/>
                                          </p:val>
                                        </p:tav>
                                        <p:tav tm="100000">
                                          <p:val>
                                            <p:strVal val="#ppt_w"/>
                                          </p:val>
                                        </p:tav>
                                      </p:tavLst>
                                    </p:anim>
                                    <p:anim calcmode="lin" valueType="num">
                                      <p:cBhvr>
                                        <p:cTn id="112" dur="500" fill="hold"/>
                                        <p:tgtEl>
                                          <p:spTgt spid="234514"/>
                                        </p:tgtEl>
                                        <p:attrNameLst>
                                          <p:attrName>ppt_h</p:attrName>
                                        </p:attrNameLst>
                                      </p:cBhvr>
                                      <p:tavLst>
                                        <p:tav tm="0">
                                          <p:val>
                                            <p:fltVal val="0"/>
                                          </p:val>
                                        </p:tav>
                                        <p:tav tm="100000">
                                          <p:val>
                                            <p:strVal val="#ppt_h"/>
                                          </p:val>
                                        </p:tav>
                                      </p:tavLst>
                                    </p:anim>
                                  </p:childTnLst>
                                </p:cTn>
                              </p:par>
                            </p:childTnLst>
                          </p:cTn>
                        </p:par>
                        <p:par>
                          <p:cTn id="113" fill="hold" nodeType="afterGroup">
                            <p:stCondLst>
                              <p:cond delay="500"/>
                            </p:stCondLst>
                            <p:childTnLst>
                              <p:par>
                                <p:cTn id="114" presetID="17" presetClass="entr" presetSubtype="1" fill="hold" grpId="0" nodeType="afterEffect">
                                  <p:stCondLst>
                                    <p:cond delay="0"/>
                                  </p:stCondLst>
                                  <p:childTnLst>
                                    <p:set>
                                      <p:cBhvr>
                                        <p:cTn id="115" dur="1" fill="hold">
                                          <p:stCondLst>
                                            <p:cond delay="0"/>
                                          </p:stCondLst>
                                        </p:cTn>
                                        <p:tgtEl>
                                          <p:spTgt spid="234510"/>
                                        </p:tgtEl>
                                        <p:attrNameLst>
                                          <p:attrName>style.visibility</p:attrName>
                                        </p:attrNameLst>
                                      </p:cBhvr>
                                      <p:to>
                                        <p:strVal val="visible"/>
                                      </p:to>
                                    </p:set>
                                    <p:anim calcmode="lin" valueType="num">
                                      <p:cBhvr>
                                        <p:cTn id="116" dur="500" fill="hold"/>
                                        <p:tgtEl>
                                          <p:spTgt spid="234510"/>
                                        </p:tgtEl>
                                        <p:attrNameLst>
                                          <p:attrName>ppt_x</p:attrName>
                                        </p:attrNameLst>
                                      </p:cBhvr>
                                      <p:tavLst>
                                        <p:tav tm="0">
                                          <p:val>
                                            <p:strVal val="#ppt_x"/>
                                          </p:val>
                                        </p:tav>
                                        <p:tav tm="100000">
                                          <p:val>
                                            <p:strVal val="#ppt_x"/>
                                          </p:val>
                                        </p:tav>
                                      </p:tavLst>
                                    </p:anim>
                                    <p:anim calcmode="lin" valueType="num">
                                      <p:cBhvr>
                                        <p:cTn id="117" dur="500" fill="hold"/>
                                        <p:tgtEl>
                                          <p:spTgt spid="234510"/>
                                        </p:tgtEl>
                                        <p:attrNameLst>
                                          <p:attrName>ppt_y</p:attrName>
                                        </p:attrNameLst>
                                      </p:cBhvr>
                                      <p:tavLst>
                                        <p:tav tm="0">
                                          <p:val>
                                            <p:strVal val="#ppt_y-#ppt_h/2"/>
                                          </p:val>
                                        </p:tav>
                                        <p:tav tm="100000">
                                          <p:val>
                                            <p:strVal val="#ppt_y"/>
                                          </p:val>
                                        </p:tav>
                                      </p:tavLst>
                                    </p:anim>
                                    <p:anim calcmode="lin" valueType="num">
                                      <p:cBhvr>
                                        <p:cTn id="118" dur="500" fill="hold"/>
                                        <p:tgtEl>
                                          <p:spTgt spid="234510"/>
                                        </p:tgtEl>
                                        <p:attrNameLst>
                                          <p:attrName>ppt_w</p:attrName>
                                        </p:attrNameLst>
                                      </p:cBhvr>
                                      <p:tavLst>
                                        <p:tav tm="0">
                                          <p:val>
                                            <p:strVal val="#ppt_w"/>
                                          </p:val>
                                        </p:tav>
                                        <p:tav tm="100000">
                                          <p:val>
                                            <p:strVal val="#ppt_w"/>
                                          </p:val>
                                        </p:tav>
                                      </p:tavLst>
                                    </p:anim>
                                    <p:anim calcmode="lin" valueType="num">
                                      <p:cBhvr>
                                        <p:cTn id="119" dur="500" fill="hold"/>
                                        <p:tgtEl>
                                          <p:spTgt spid="234510"/>
                                        </p:tgtEl>
                                        <p:attrNameLst>
                                          <p:attrName>ppt_h</p:attrName>
                                        </p:attrNameLst>
                                      </p:cBhvr>
                                      <p:tavLst>
                                        <p:tav tm="0">
                                          <p:val>
                                            <p:fltVal val="0"/>
                                          </p:val>
                                        </p:tav>
                                        <p:tav tm="100000">
                                          <p:val>
                                            <p:strVal val="#ppt_h"/>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7" presetClass="entr" presetSubtype="1" fill="hold" grpId="0" nodeType="clickEffect">
                                  <p:stCondLst>
                                    <p:cond delay="0"/>
                                  </p:stCondLst>
                                  <p:childTnLst>
                                    <p:set>
                                      <p:cBhvr>
                                        <p:cTn id="123" dur="1" fill="hold">
                                          <p:stCondLst>
                                            <p:cond delay="0"/>
                                          </p:stCondLst>
                                        </p:cTn>
                                        <p:tgtEl>
                                          <p:spTgt spid="234544"/>
                                        </p:tgtEl>
                                        <p:attrNameLst>
                                          <p:attrName>style.visibility</p:attrName>
                                        </p:attrNameLst>
                                      </p:cBhvr>
                                      <p:to>
                                        <p:strVal val="visible"/>
                                      </p:to>
                                    </p:set>
                                    <p:anim calcmode="lin" valueType="num">
                                      <p:cBhvr>
                                        <p:cTn id="124" dur="500" fill="hold"/>
                                        <p:tgtEl>
                                          <p:spTgt spid="234544"/>
                                        </p:tgtEl>
                                        <p:attrNameLst>
                                          <p:attrName>ppt_x</p:attrName>
                                        </p:attrNameLst>
                                      </p:cBhvr>
                                      <p:tavLst>
                                        <p:tav tm="0">
                                          <p:val>
                                            <p:strVal val="#ppt_x"/>
                                          </p:val>
                                        </p:tav>
                                        <p:tav tm="100000">
                                          <p:val>
                                            <p:strVal val="#ppt_x"/>
                                          </p:val>
                                        </p:tav>
                                      </p:tavLst>
                                    </p:anim>
                                    <p:anim calcmode="lin" valueType="num">
                                      <p:cBhvr>
                                        <p:cTn id="125" dur="500" fill="hold"/>
                                        <p:tgtEl>
                                          <p:spTgt spid="234544"/>
                                        </p:tgtEl>
                                        <p:attrNameLst>
                                          <p:attrName>ppt_y</p:attrName>
                                        </p:attrNameLst>
                                      </p:cBhvr>
                                      <p:tavLst>
                                        <p:tav tm="0">
                                          <p:val>
                                            <p:strVal val="#ppt_y-#ppt_h/2"/>
                                          </p:val>
                                        </p:tav>
                                        <p:tav tm="100000">
                                          <p:val>
                                            <p:strVal val="#ppt_y"/>
                                          </p:val>
                                        </p:tav>
                                      </p:tavLst>
                                    </p:anim>
                                    <p:anim calcmode="lin" valueType="num">
                                      <p:cBhvr>
                                        <p:cTn id="126" dur="500" fill="hold"/>
                                        <p:tgtEl>
                                          <p:spTgt spid="234544"/>
                                        </p:tgtEl>
                                        <p:attrNameLst>
                                          <p:attrName>ppt_w</p:attrName>
                                        </p:attrNameLst>
                                      </p:cBhvr>
                                      <p:tavLst>
                                        <p:tav tm="0">
                                          <p:val>
                                            <p:strVal val="#ppt_w"/>
                                          </p:val>
                                        </p:tav>
                                        <p:tav tm="100000">
                                          <p:val>
                                            <p:strVal val="#ppt_w"/>
                                          </p:val>
                                        </p:tav>
                                      </p:tavLst>
                                    </p:anim>
                                    <p:anim calcmode="lin" valueType="num">
                                      <p:cBhvr>
                                        <p:cTn id="127" dur="500" fill="hold"/>
                                        <p:tgtEl>
                                          <p:spTgt spid="234544"/>
                                        </p:tgtEl>
                                        <p:attrNameLst>
                                          <p:attrName>ppt_h</p:attrName>
                                        </p:attrNameLst>
                                      </p:cBhvr>
                                      <p:tavLst>
                                        <p:tav tm="0">
                                          <p:val>
                                            <p:fltVal val="0"/>
                                          </p:val>
                                        </p:tav>
                                        <p:tav tm="100000">
                                          <p:val>
                                            <p:strVal val="#ppt_h"/>
                                          </p:val>
                                        </p:tav>
                                      </p:tavLst>
                                    </p:anim>
                                  </p:childTnLst>
                                </p:cTn>
                              </p:par>
                            </p:childTnLst>
                          </p:cTn>
                        </p:par>
                        <p:par>
                          <p:cTn id="128" fill="hold" nodeType="afterGroup">
                            <p:stCondLst>
                              <p:cond delay="500"/>
                            </p:stCondLst>
                            <p:childTnLst>
                              <p:par>
                                <p:cTn id="129" presetID="17" presetClass="entr" presetSubtype="1" fill="hold" grpId="0" nodeType="afterEffect">
                                  <p:stCondLst>
                                    <p:cond delay="0"/>
                                  </p:stCondLst>
                                  <p:childTnLst>
                                    <p:set>
                                      <p:cBhvr>
                                        <p:cTn id="130" dur="1" fill="hold">
                                          <p:stCondLst>
                                            <p:cond delay="0"/>
                                          </p:stCondLst>
                                        </p:cTn>
                                        <p:tgtEl>
                                          <p:spTgt spid="234511"/>
                                        </p:tgtEl>
                                        <p:attrNameLst>
                                          <p:attrName>style.visibility</p:attrName>
                                        </p:attrNameLst>
                                      </p:cBhvr>
                                      <p:to>
                                        <p:strVal val="visible"/>
                                      </p:to>
                                    </p:set>
                                    <p:anim calcmode="lin" valueType="num">
                                      <p:cBhvr>
                                        <p:cTn id="131" dur="500" fill="hold"/>
                                        <p:tgtEl>
                                          <p:spTgt spid="234511"/>
                                        </p:tgtEl>
                                        <p:attrNameLst>
                                          <p:attrName>ppt_x</p:attrName>
                                        </p:attrNameLst>
                                      </p:cBhvr>
                                      <p:tavLst>
                                        <p:tav tm="0">
                                          <p:val>
                                            <p:strVal val="#ppt_x"/>
                                          </p:val>
                                        </p:tav>
                                        <p:tav tm="100000">
                                          <p:val>
                                            <p:strVal val="#ppt_x"/>
                                          </p:val>
                                        </p:tav>
                                      </p:tavLst>
                                    </p:anim>
                                    <p:anim calcmode="lin" valueType="num">
                                      <p:cBhvr>
                                        <p:cTn id="132" dur="500" fill="hold"/>
                                        <p:tgtEl>
                                          <p:spTgt spid="234511"/>
                                        </p:tgtEl>
                                        <p:attrNameLst>
                                          <p:attrName>ppt_y</p:attrName>
                                        </p:attrNameLst>
                                      </p:cBhvr>
                                      <p:tavLst>
                                        <p:tav tm="0">
                                          <p:val>
                                            <p:strVal val="#ppt_y-#ppt_h/2"/>
                                          </p:val>
                                        </p:tav>
                                        <p:tav tm="100000">
                                          <p:val>
                                            <p:strVal val="#ppt_y"/>
                                          </p:val>
                                        </p:tav>
                                      </p:tavLst>
                                    </p:anim>
                                    <p:anim calcmode="lin" valueType="num">
                                      <p:cBhvr>
                                        <p:cTn id="133" dur="500" fill="hold"/>
                                        <p:tgtEl>
                                          <p:spTgt spid="234511"/>
                                        </p:tgtEl>
                                        <p:attrNameLst>
                                          <p:attrName>ppt_w</p:attrName>
                                        </p:attrNameLst>
                                      </p:cBhvr>
                                      <p:tavLst>
                                        <p:tav tm="0">
                                          <p:val>
                                            <p:strVal val="#ppt_w"/>
                                          </p:val>
                                        </p:tav>
                                        <p:tav tm="100000">
                                          <p:val>
                                            <p:strVal val="#ppt_w"/>
                                          </p:val>
                                        </p:tav>
                                      </p:tavLst>
                                    </p:anim>
                                    <p:anim calcmode="lin" valueType="num">
                                      <p:cBhvr>
                                        <p:cTn id="134" dur="500" fill="hold"/>
                                        <p:tgtEl>
                                          <p:spTgt spid="234511"/>
                                        </p:tgtEl>
                                        <p:attrNameLst>
                                          <p:attrName>ppt_h</p:attrName>
                                        </p:attrNameLst>
                                      </p:cBhvr>
                                      <p:tavLst>
                                        <p:tav tm="0">
                                          <p:val>
                                            <p:fltVal val="0"/>
                                          </p:val>
                                        </p:tav>
                                        <p:tav tm="100000">
                                          <p:val>
                                            <p:strVal val="#ppt_h"/>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2" fill="hold" grpId="0" nodeType="clickEffect">
                                  <p:stCondLst>
                                    <p:cond delay="0"/>
                                  </p:stCondLst>
                                  <p:childTnLst>
                                    <p:set>
                                      <p:cBhvr>
                                        <p:cTn id="138" dur="1" fill="hold">
                                          <p:stCondLst>
                                            <p:cond delay="0"/>
                                          </p:stCondLst>
                                        </p:cTn>
                                        <p:tgtEl>
                                          <p:spTgt spid="234525"/>
                                        </p:tgtEl>
                                        <p:attrNameLst>
                                          <p:attrName>style.visibility</p:attrName>
                                        </p:attrNameLst>
                                      </p:cBhvr>
                                      <p:to>
                                        <p:strVal val="visible"/>
                                      </p:to>
                                    </p:set>
                                    <p:anim calcmode="lin" valueType="num">
                                      <p:cBhvr additive="base">
                                        <p:cTn id="139" dur="500" fill="hold"/>
                                        <p:tgtEl>
                                          <p:spTgt spid="234525"/>
                                        </p:tgtEl>
                                        <p:attrNameLst>
                                          <p:attrName>ppt_x</p:attrName>
                                        </p:attrNameLst>
                                      </p:cBhvr>
                                      <p:tavLst>
                                        <p:tav tm="0">
                                          <p:val>
                                            <p:strVal val="1+#ppt_w/2"/>
                                          </p:val>
                                        </p:tav>
                                        <p:tav tm="100000">
                                          <p:val>
                                            <p:strVal val="#ppt_x"/>
                                          </p:val>
                                        </p:tav>
                                      </p:tavLst>
                                    </p:anim>
                                    <p:anim calcmode="lin" valueType="num">
                                      <p:cBhvr additive="base">
                                        <p:cTn id="140" dur="500" fill="hold"/>
                                        <p:tgtEl>
                                          <p:spTgt spid="234525"/>
                                        </p:tgtEl>
                                        <p:attrNameLst>
                                          <p:attrName>ppt_y</p:attrName>
                                        </p:attrNameLst>
                                      </p:cBhvr>
                                      <p:tavLst>
                                        <p:tav tm="0">
                                          <p:val>
                                            <p:strVal val="#ppt_y"/>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7" presetClass="entr" presetSubtype="1" fill="hold" grpId="0" nodeType="clickEffect">
                                  <p:stCondLst>
                                    <p:cond delay="0"/>
                                  </p:stCondLst>
                                  <p:childTnLst>
                                    <p:set>
                                      <p:cBhvr>
                                        <p:cTn id="144" dur="1" fill="hold">
                                          <p:stCondLst>
                                            <p:cond delay="0"/>
                                          </p:stCondLst>
                                        </p:cTn>
                                        <p:tgtEl>
                                          <p:spTgt spid="234522"/>
                                        </p:tgtEl>
                                        <p:attrNameLst>
                                          <p:attrName>style.visibility</p:attrName>
                                        </p:attrNameLst>
                                      </p:cBhvr>
                                      <p:to>
                                        <p:strVal val="visible"/>
                                      </p:to>
                                    </p:set>
                                    <p:anim calcmode="lin" valueType="num">
                                      <p:cBhvr>
                                        <p:cTn id="145" dur="500" fill="hold"/>
                                        <p:tgtEl>
                                          <p:spTgt spid="234522"/>
                                        </p:tgtEl>
                                        <p:attrNameLst>
                                          <p:attrName>ppt_x</p:attrName>
                                        </p:attrNameLst>
                                      </p:cBhvr>
                                      <p:tavLst>
                                        <p:tav tm="0">
                                          <p:val>
                                            <p:strVal val="#ppt_x"/>
                                          </p:val>
                                        </p:tav>
                                        <p:tav tm="100000">
                                          <p:val>
                                            <p:strVal val="#ppt_x"/>
                                          </p:val>
                                        </p:tav>
                                      </p:tavLst>
                                    </p:anim>
                                    <p:anim calcmode="lin" valueType="num">
                                      <p:cBhvr>
                                        <p:cTn id="146" dur="500" fill="hold"/>
                                        <p:tgtEl>
                                          <p:spTgt spid="234522"/>
                                        </p:tgtEl>
                                        <p:attrNameLst>
                                          <p:attrName>ppt_y</p:attrName>
                                        </p:attrNameLst>
                                      </p:cBhvr>
                                      <p:tavLst>
                                        <p:tav tm="0">
                                          <p:val>
                                            <p:strVal val="#ppt_y-#ppt_h/2"/>
                                          </p:val>
                                        </p:tav>
                                        <p:tav tm="100000">
                                          <p:val>
                                            <p:strVal val="#ppt_y"/>
                                          </p:val>
                                        </p:tav>
                                      </p:tavLst>
                                    </p:anim>
                                    <p:anim calcmode="lin" valueType="num">
                                      <p:cBhvr>
                                        <p:cTn id="147" dur="500" fill="hold"/>
                                        <p:tgtEl>
                                          <p:spTgt spid="234522"/>
                                        </p:tgtEl>
                                        <p:attrNameLst>
                                          <p:attrName>ppt_w</p:attrName>
                                        </p:attrNameLst>
                                      </p:cBhvr>
                                      <p:tavLst>
                                        <p:tav tm="0">
                                          <p:val>
                                            <p:strVal val="#ppt_w"/>
                                          </p:val>
                                        </p:tav>
                                        <p:tav tm="100000">
                                          <p:val>
                                            <p:strVal val="#ppt_w"/>
                                          </p:val>
                                        </p:tav>
                                      </p:tavLst>
                                    </p:anim>
                                    <p:anim calcmode="lin" valueType="num">
                                      <p:cBhvr>
                                        <p:cTn id="148" dur="500" fill="hold"/>
                                        <p:tgtEl>
                                          <p:spTgt spid="234522"/>
                                        </p:tgtEl>
                                        <p:attrNameLst>
                                          <p:attrName>ppt_h</p:attrName>
                                        </p:attrNameLst>
                                      </p:cBhvr>
                                      <p:tavLst>
                                        <p:tav tm="0">
                                          <p:val>
                                            <p:fltVal val="0"/>
                                          </p:val>
                                        </p:tav>
                                        <p:tav tm="100000">
                                          <p:val>
                                            <p:strVal val="#ppt_h"/>
                                          </p:val>
                                        </p:tav>
                                      </p:tavLst>
                                    </p:anim>
                                  </p:childTnLst>
                                </p:cTn>
                              </p:par>
                            </p:childTnLst>
                          </p:cTn>
                        </p:par>
                        <p:par>
                          <p:cTn id="149" fill="hold" nodeType="afterGroup">
                            <p:stCondLst>
                              <p:cond delay="500"/>
                            </p:stCondLst>
                            <p:childTnLst>
                              <p:par>
                                <p:cTn id="150" presetID="17" presetClass="entr" presetSubtype="1" fill="hold" grpId="0" nodeType="afterEffect">
                                  <p:stCondLst>
                                    <p:cond delay="0"/>
                                  </p:stCondLst>
                                  <p:childTnLst>
                                    <p:set>
                                      <p:cBhvr>
                                        <p:cTn id="151" dur="1" fill="hold">
                                          <p:stCondLst>
                                            <p:cond delay="0"/>
                                          </p:stCondLst>
                                        </p:cTn>
                                        <p:tgtEl>
                                          <p:spTgt spid="234516"/>
                                        </p:tgtEl>
                                        <p:attrNameLst>
                                          <p:attrName>style.visibility</p:attrName>
                                        </p:attrNameLst>
                                      </p:cBhvr>
                                      <p:to>
                                        <p:strVal val="visible"/>
                                      </p:to>
                                    </p:set>
                                    <p:anim calcmode="lin" valueType="num">
                                      <p:cBhvr>
                                        <p:cTn id="152" dur="500" fill="hold"/>
                                        <p:tgtEl>
                                          <p:spTgt spid="234516"/>
                                        </p:tgtEl>
                                        <p:attrNameLst>
                                          <p:attrName>ppt_x</p:attrName>
                                        </p:attrNameLst>
                                      </p:cBhvr>
                                      <p:tavLst>
                                        <p:tav tm="0">
                                          <p:val>
                                            <p:strVal val="#ppt_x"/>
                                          </p:val>
                                        </p:tav>
                                        <p:tav tm="100000">
                                          <p:val>
                                            <p:strVal val="#ppt_x"/>
                                          </p:val>
                                        </p:tav>
                                      </p:tavLst>
                                    </p:anim>
                                    <p:anim calcmode="lin" valueType="num">
                                      <p:cBhvr>
                                        <p:cTn id="153" dur="500" fill="hold"/>
                                        <p:tgtEl>
                                          <p:spTgt spid="234516"/>
                                        </p:tgtEl>
                                        <p:attrNameLst>
                                          <p:attrName>ppt_y</p:attrName>
                                        </p:attrNameLst>
                                      </p:cBhvr>
                                      <p:tavLst>
                                        <p:tav tm="0">
                                          <p:val>
                                            <p:strVal val="#ppt_y-#ppt_h/2"/>
                                          </p:val>
                                        </p:tav>
                                        <p:tav tm="100000">
                                          <p:val>
                                            <p:strVal val="#ppt_y"/>
                                          </p:val>
                                        </p:tav>
                                      </p:tavLst>
                                    </p:anim>
                                    <p:anim calcmode="lin" valueType="num">
                                      <p:cBhvr>
                                        <p:cTn id="154" dur="500" fill="hold"/>
                                        <p:tgtEl>
                                          <p:spTgt spid="234516"/>
                                        </p:tgtEl>
                                        <p:attrNameLst>
                                          <p:attrName>ppt_w</p:attrName>
                                        </p:attrNameLst>
                                      </p:cBhvr>
                                      <p:tavLst>
                                        <p:tav tm="0">
                                          <p:val>
                                            <p:strVal val="#ppt_w"/>
                                          </p:val>
                                        </p:tav>
                                        <p:tav tm="100000">
                                          <p:val>
                                            <p:strVal val="#ppt_w"/>
                                          </p:val>
                                        </p:tav>
                                      </p:tavLst>
                                    </p:anim>
                                    <p:anim calcmode="lin" valueType="num">
                                      <p:cBhvr>
                                        <p:cTn id="155" dur="500" fill="hold"/>
                                        <p:tgtEl>
                                          <p:spTgt spid="234516"/>
                                        </p:tgtEl>
                                        <p:attrNameLst>
                                          <p:attrName>ppt_h</p:attrName>
                                        </p:attrNameLst>
                                      </p:cBhvr>
                                      <p:tavLst>
                                        <p:tav tm="0">
                                          <p:val>
                                            <p:fltVal val="0"/>
                                          </p:val>
                                        </p:tav>
                                        <p:tav tm="100000">
                                          <p:val>
                                            <p:strVal val="#ppt_h"/>
                                          </p:val>
                                        </p:tav>
                                      </p:tavLst>
                                    </p:anim>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7" presetClass="entr" presetSubtype="1" fill="hold" grpId="0" nodeType="clickEffect">
                                  <p:stCondLst>
                                    <p:cond delay="0"/>
                                  </p:stCondLst>
                                  <p:childTnLst>
                                    <p:set>
                                      <p:cBhvr>
                                        <p:cTn id="159" dur="1" fill="hold">
                                          <p:stCondLst>
                                            <p:cond delay="0"/>
                                          </p:stCondLst>
                                        </p:cTn>
                                        <p:tgtEl>
                                          <p:spTgt spid="234523"/>
                                        </p:tgtEl>
                                        <p:attrNameLst>
                                          <p:attrName>style.visibility</p:attrName>
                                        </p:attrNameLst>
                                      </p:cBhvr>
                                      <p:to>
                                        <p:strVal val="visible"/>
                                      </p:to>
                                    </p:set>
                                    <p:anim calcmode="lin" valueType="num">
                                      <p:cBhvr>
                                        <p:cTn id="160" dur="500" fill="hold"/>
                                        <p:tgtEl>
                                          <p:spTgt spid="234523"/>
                                        </p:tgtEl>
                                        <p:attrNameLst>
                                          <p:attrName>ppt_x</p:attrName>
                                        </p:attrNameLst>
                                      </p:cBhvr>
                                      <p:tavLst>
                                        <p:tav tm="0">
                                          <p:val>
                                            <p:strVal val="#ppt_x"/>
                                          </p:val>
                                        </p:tav>
                                        <p:tav tm="100000">
                                          <p:val>
                                            <p:strVal val="#ppt_x"/>
                                          </p:val>
                                        </p:tav>
                                      </p:tavLst>
                                    </p:anim>
                                    <p:anim calcmode="lin" valueType="num">
                                      <p:cBhvr>
                                        <p:cTn id="161" dur="500" fill="hold"/>
                                        <p:tgtEl>
                                          <p:spTgt spid="234523"/>
                                        </p:tgtEl>
                                        <p:attrNameLst>
                                          <p:attrName>ppt_y</p:attrName>
                                        </p:attrNameLst>
                                      </p:cBhvr>
                                      <p:tavLst>
                                        <p:tav tm="0">
                                          <p:val>
                                            <p:strVal val="#ppt_y-#ppt_h/2"/>
                                          </p:val>
                                        </p:tav>
                                        <p:tav tm="100000">
                                          <p:val>
                                            <p:strVal val="#ppt_y"/>
                                          </p:val>
                                        </p:tav>
                                      </p:tavLst>
                                    </p:anim>
                                    <p:anim calcmode="lin" valueType="num">
                                      <p:cBhvr>
                                        <p:cTn id="162" dur="500" fill="hold"/>
                                        <p:tgtEl>
                                          <p:spTgt spid="234523"/>
                                        </p:tgtEl>
                                        <p:attrNameLst>
                                          <p:attrName>ppt_w</p:attrName>
                                        </p:attrNameLst>
                                      </p:cBhvr>
                                      <p:tavLst>
                                        <p:tav tm="0">
                                          <p:val>
                                            <p:strVal val="#ppt_w"/>
                                          </p:val>
                                        </p:tav>
                                        <p:tav tm="100000">
                                          <p:val>
                                            <p:strVal val="#ppt_w"/>
                                          </p:val>
                                        </p:tav>
                                      </p:tavLst>
                                    </p:anim>
                                    <p:anim calcmode="lin" valueType="num">
                                      <p:cBhvr>
                                        <p:cTn id="163" dur="500" fill="hold"/>
                                        <p:tgtEl>
                                          <p:spTgt spid="234523"/>
                                        </p:tgtEl>
                                        <p:attrNameLst>
                                          <p:attrName>ppt_h</p:attrName>
                                        </p:attrNameLst>
                                      </p:cBhvr>
                                      <p:tavLst>
                                        <p:tav tm="0">
                                          <p:val>
                                            <p:fltVal val="0"/>
                                          </p:val>
                                        </p:tav>
                                        <p:tav tm="100000">
                                          <p:val>
                                            <p:strVal val="#ppt_h"/>
                                          </p:val>
                                        </p:tav>
                                      </p:tavLst>
                                    </p:anim>
                                  </p:childTnLst>
                                </p:cTn>
                              </p:par>
                            </p:childTnLst>
                          </p:cTn>
                        </p:par>
                        <p:par>
                          <p:cTn id="164" fill="hold" nodeType="afterGroup">
                            <p:stCondLst>
                              <p:cond delay="500"/>
                            </p:stCondLst>
                            <p:childTnLst>
                              <p:par>
                                <p:cTn id="165" presetID="17" presetClass="entr" presetSubtype="1" fill="hold" grpId="0" nodeType="afterEffect">
                                  <p:stCondLst>
                                    <p:cond delay="0"/>
                                  </p:stCondLst>
                                  <p:childTnLst>
                                    <p:set>
                                      <p:cBhvr>
                                        <p:cTn id="166" dur="1" fill="hold">
                                          <p:stCondLst>
                                            <p:cond delay="0"/>
                                          </p:stCondLst>
                                        </p:cTn>
                                        <p:tgtEl>
                                          <p:spTgt spid="234517"/>
                                        </p:tgtEl>
                                        <p:attrNameLst>
                                          <p:attrName>style.visibility</p:attrName>
                                        </p:attrNameLst>
                                      </p:cBhvr>
                                      <p:to>
                                        <p:strVal val="visible"/>
                                      </p:to>
                                    </p:set>
                                    <p:anim calcmode="lin" valueType="num">
                                      <p:cBhvr>
                                        <p:cTn id="167" dur="500" fill="hold"/>
                                        <p:tgtEl>
                                          <p:spTgt spid="234517"/>
                                        </p:tgtEl>
                                        <p:attrNameLst>
                                          <p:attrName>ppt_x</p:attrName>
                                        </p:attrNameLst>
                                      </p:cBhvr>
                                      <p:tavLst>
                                        <p:tav tm="0">
                                          <p:val>
                                            <p:strVal val="#ppt_x"/>
                                          </p:val>
                                        </p:tav>
                                        <p:tav tm="100000">
                                          <p:val>
                                            <p:strVal val="#ppt_x"/>
                                          </p:val>
                                        </p:tav>
                                      </p:tavLst>
                                    </p:anim>
                                    <p:anim calcmode="lin" valueType="num">
                                      <p:cBhvr>
                                        <p:cTn id="168" dur="500" fill="hold"/>
                                        <p:tgtEl>
                                          <p:spTgt spid="234517"/>
                                        </p:tgtEl>
                                        <p:attrNameLst>
                                          <p:attrName>ppt_y</p:attrName>
                                        </p:attrNameLst>
                                      </p:cBhvr>
                                      <p:tavLst>
                                        <p:tav tm="0">
                                          <p:val>
                                            <p:strVal val="#ppt_y-#ppt_h/2"/>
                                          </p:val>
                                        </p:tav>
                                        <p:tav tm="100000">
                                          <p:val>
                                            <p:strVal val="#ppt_y"/>
                                          </p:val>
                                        </p:tav>
                                      </p:tavLst>
                                    </p:anim>
                                    <p:anim calcmode="lin" valueType="num">
                                      <p:cBhvr>
                                        <p:cTn id="169" dur="500" fill="hold"/>
                                        <p:tgtEl>
                                          <p:spTgt spid="234517"/>
                                        </p:tgtEl>
                                        <p:attrNameLst>
                                          <p:attrName>ppt_w</p:attrName>
                                        </p:attrNameLst>
                                      </p:cBhvr>
                                      <p:tavLst>
                                        <p:tav tm="0">
                                          <p:val>
                                            <p:strVal val="#ppt_w"/>
                                          </p:val>
                                        </p:tav>
                                        <p:tav tm="100000">
                                          <p:val>
                                            <p:strVal val="#ppt_w"/>
                                          </p:val>
                                        </p:tav>
                                      </p:tavLst>
                                    </p:anim>
                                    <p:anim calcmode="lin" valueType="num">
                                      <p:cBhvr>
                                        <p:cTn id="170" dur="500" fill="hold"/>
                                        <p:tgtEl>
                                          <p:spTgt spid="234517"/>
                                        </p:tgtEl>
                                        <p:attrNameLst>
                                          <p:attrName>ppt_h</p:attrName>
                                        </p:attrNameLst>
                                      </p:cBhvr>
                                      <p:tavLst>
                                        <p:tav tm="0">
                                          <p:val>
                                            <p:fltVal val="0"/>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1" fill="hold" grpId="0" nodeType="clickEffect">
                                  <p:stCondLst>
                                    <p:cond delay="0"/>
                                  </p:stCondLst>
                                  <p:childTnLst>
                                    <p:set>
                                      <p:cBhvr>
                                        <p:cTn id="174" dur="1" fill="hold">
                                          <p:stCondLst>
                                            <p:cond delay="0"/>
                                          </p:stCondLst>
                                        </p:cTn>
                                        <p:tgtEl>
                                          <p:spTgt spid="234521"/>
                                        </p:tgtEl>
                                        <p:attrNameLst>
                                          <p:attrName>style.visibility</p:attrName>
                                        </p:attrNameLst>
                                      </p:cBhvr>
                                      <p:to>
                                        <p:strVal val="visible"/>
                                      </p:to>
                                    </p:set>
                                    <p:anim calcmode="lin" valueType="num">
                                      <p:cBhvr>
                                        <p:cTn id="175" dur="500" fill="hold"/>
                                        <p:tgtEl>
                                          <p:spTgt spid="234521"/>
                                        </p:tgtEl>
                                        <p:attrNameLst>
                                          <p:attrName>ppt_x</p:attrName>
                                        </p:attrNameLst>
                                      </p:cBhvr>
                                      <p:tavLst>
                                        <p:tav tm="0">
                                          <p:val>
                                            <p:strVal val="#ppt_x"/>
                                          </p:val>
                                        </p:tav>
                                        <p:tav tm="100000">
                                          <p:val>
                                            <p:strVal val="#ppt_x"/>
                                          </p:val>
                                        </p:tav>
                                      </p:tavLst>
                                    </p:anim>
                                    <p:anim calcmode="lin" valueType="num">
                                      <p:cBhvr>
                                        <p:cTn id="176" dur="500" fill="hold"/>
                                        <p:tgtEl>
                                          <p:spTgt spid="234521"/>
                                        </p:tgtEl>
                                        <p:attrNameLst>
                                          <p:attrName>ppt_y</p:attrName>
                                        </p:attrNameLst>
                                      </p:cBhvr>
                                      <p:tavLst>
                                        <p:tav tm="0">
                                          <p:val>
                                            <p:strVal val="#ppt_y-#ppt_h/2"/>
                                          </p:val>
                                        </p:tav>
                                        <p:tav tm="100000">
                                          <p:val>
                                            <p:strVal val="#ppt_y"/>
                                          </p:val>
                                        </p:tav>
                                      </p:tavLst>
                                    </p:anim>
                                    <p:anim calcmode="lin" valueType="num">
                                      <p:cBhvr>
                                        <p:cTn id="177" dur="500" fill="hold"/>
                                        <p:tgtEl>
                                          <p:spTgt spid="234521"/>
                                        </p:tgtEl>
                                        <p:attrNameLst>
                                          <p:attrName>ppt_w</p:attrName>
                                        </p:attrNameLst>
                                      </p:cBhvr>
                                      <p:tavLst>
                                        <p:tav tm="0">
                                          <p:val>
                                            <p:strVal val="#ppt_w"/>
                                          </p:val>
                                        </p:tav>
                                        <p:tav tm="100000">
                                          <p:val>
                                            <p:strVal val="#ppt_w"/>
                                          </p:val>
                                        </p:tav>
                                      </p:tavLst>
                                    </p:anim>
                                    <p:anim calcmode="lin" valueType="num">
                                      <p:cBhvr>
                                        <p:cTn id="178" dur="500" fill="hold"/>
                                        <p:tgtEl>
                                          <p:spTgt spid="234521"/>
                                        </p:tgtEl>
                                        <p:attrNameLst>
                                          <p:attrName>ppt_h</p:attrName>
                                        </p:attrNameLst>
                                      </p:cBhvr>
                                      <p:tavLst>
                                        <p:tav tm="0">
                                          <p:val>
                                            <p:fltVal val="0"/>
                                          </p:val>
                                        </p:tav>
                                        <p:tav tm="100000">
                                          <p:val>
                                            <p:strVal val="#ppt_h"/>
                                          </p:val>
                                        </p:tav>
                                      </p:tavLst>
                                    </p:anim>
                                  </p:childTnLst>
                                </p:cTn>
                              </p:par>
                            </p:childTnLst>
                          </p:cTn>
                        </p:par>
                        <p:par>
                          <p:cTn id="179" fill="hold" nodeType="afterGroup">
                            <p:stCondLst>
                              <p:cond delay="500"/>
                            </p:stCondLst>
                            <p:childTnLst>
                              <p:par>
                                <p:cTn id="180" presetID="17" presetClass="entr" presetSubtype="1" fill="hold" grpId="0" nodeType="afterEffect">
                                  <p:stCondLst>
                                    <p:cond delay="0"/>
                                  </p:stCondLst>
                                  <p:childTnLst>
                                    <p:set>
                                      <p:cBhvr>
                                        <p:cTn id="181" dur="1" fill="hold">
                                          <p:stCondLst>
                                            <p:cond delay="0"/>
                                          </p:stCondLst>
                                        </p:cTn>
                                        <p:tgtEl>
                                          <p:spTgt spid="234520"/>
                                        </p:tgtEl>
                                        <p:attrNameLst>
                                          <p:attrName>style.visibility</p:attrName>
                                        </p:attrNameLst>
                                      </p:cBhvr>
                                      <p:to>
                                        <p:strVal val="visible"/>
                                      </p:to>
                                    </p:set>
                                    <p:anim calcmode="lin" valueType="num">
                                      <p:cBhvr>
                                        <p:cTn id="182" dur="500" fill="hold"/>
                                        <p:tgtEl>
                                          <p:spTgt spid="234520"/>
                                        </p:tgtEl>
                                        <p:attrNameLst>
                                          <p:attrName>ppt_x</p:attrName>
                                        </p:attrNameLst>
                                      </p:cBhvr>
                                      <p:tavLst>
                                        <p:tav tm="0">
                                          <p:val>
                                            <p:strVal val="#ppt_x"/>
                                          </p:val>
                                        </p:tav>
                                        <p:tav tm="100000">
                                          <p:val>
                                            <p:strVal val="#ppt_x"/>
                                          </p:val>
                                        </p:tav>
                                      </p:tavLst>
                                    </p:anim>
                                    <p:anim calcmode="lin" valueType="num">
                                      <p:cBhvr>
                                        <p:cTn id="183" dur="500" fill="hold"/>
                                        <p:tgtEl>
                                          <p:spTgt spid="234520"/>
                                        </p:tgtEl>
                                        <p:attrNameLst>
                                          <p:attrName>ppt_y</p:attrName>
                                        </p:attrNameLst>
                                      </p:cBhvr>
                                      <p:tavLst>
                                        <p:tav tm="0">
                                          <p:val>
                                            <p:strVal val="#ppt_y-#ppt_h/2"/>
                                          </p:val>
                                        </p:tav>
                                        <p:tav tm="100000">
                                          <p:val>
                                            <p:strVal val="#ppt_y"/>
                                          </p:val>
                                        </p:tav>
                                      </p:tavLst>
                                    </p:anim>
                                    <p:anim calcmode="lin" valueType="num">
                                      <p:cBhvr>
                                        <p:cTn id="184" dur="500" fill="hold"/>
                                        <p:tgtEl>
                                          <p:spTgt spid="234520"/>
                                        </p:tgtEl>
                                        <p:attrNameLst>
                                          <p:attrName>ppt_w</p:attrName>
                                        </p:attrNameLst>
                                      </p:cBhvr>
                                      <p:tavLst>
                                        <p:tav tm="0">
                                          <p:val>
                                            <p:strVal val="#ppt_w"/>
                                          </p:val>
                                        </p:tav>
                                        <p:tav tm="100000">
                                          <p:val>
                                            <p:strVal val="#ppt_w"/>
                                          </p:val>
                                        </p:tav>
                                      </p:tavLst>
                                    </p:anim>
                                    <p:anim calcmode="lin" valueType="num">
                                      <p:cBhvr>
                                        <p:cTn id="185" dur="500" fill="hold"/>
                                        <p:tgtEl>
                                          <p:spTgt spid="234520"/>
                                        </p:tgtEl>
                                        <p:attrNameLst>
                                          <p:attrName>ppt_h</p:attrName>
                                        </p:attrNameLst>
                                      </p:cBhvr>
                                      <p:tavLst>
                                        <p:tav tm="0">
                                          <p:val>
                                            <p:fltVal val="0"/>
                                          </p:val>
                                        </p:tav>
                                        <p:tav tm="100000">
                                          <p:val>
                                            <p:strVal val="#ppt_h"/>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7" presetClass="entr" presetSubtype="1" fill="hold" grpId="0" nodeType="clickEffect">
                                  <p:stCondLst>
                                    <p:cond delay="0"/>
                                  </p:stCondLst>
                                  <p:childTnLst>
                                    <p:set>
                                      <p:cBhvr>
                                        <p:cTn id="189" dur="1" fill="hold">
                                          <p:stCondLst>
                                            <p:cond delay="0"/>
                                          </p:stCondLst>
                                        </p:cTn>
                                        <p:tgtEl>
                                          <p:spTgt spid="234524"/>
                                        </p:tgtEl>
                                        <p:attrNameLst>
                                          <p:attrName>style.visibility</p:attrName>
                                        </p:attrNameLst>
                                      </p:cBhvr>
                                      <p:to>
                                        <p:strVal val="visible"/>
                                      </p:to>
                                    </p:set>
                                    <p:anim calcmode="lin" valueType="num">
                                      <p:cBhvr>
                                        <p:cTn id="190" dur="500" fill="hold"/>
                                        <p:tgtEl>
                                          <p:spTgt spid="234524"/>
                                        </p:tgtEl>
                                        <p:attrNameLst>
                                          <p:attrName>ppt_x</p:attrName>
                                        </p:attrNameLst>
                                      </p:cBhvr>
                                      <p:tavLst>
                                        <p:tav tm="0">
                                          <p:val>
                                            <p:strVal val="#ppt_x"/>
                                          </p:val>
                                        </p:tav>
                                        <p:tav tm="100000">
                                          <p:val>
                                            <p:strVal val="#ppt_x"/>
                                          </p:val>
                                        </p:tav>
                                      </p:tavLst>
                                    </p:anim>
                                    <p:anim calcmode="lin" valueType="num">
                                      <p:cBhvr>
                                        <p:cTn id="191" dur="500" fill="hold"/>
                                        <p:tgtEl>
                                          <p:spTgt spid="234524"/>
                                        </p:tgtEl>
                                        <p:attrNameLst>
                                          <p:attrName>ppt_y</p:attrName>
                                        </p:attrNameLst>
                                      </p:cBhvr>
                                      <p:tavLst>
                                        <p:tav tm="0">
                                          <p:val>
                                            <p:strVal val="#ppt_y-#ppt_h/2"/>
                                          </p:val>
                                        </p:tav>
                                        <p:tav tm="100000">
                                          <p:val>
                                            <p:strVal val="#ppt_y"/>
                                          </p:val>
                                        </p:tav>
                                      </p:tavLst>
                                    </p:anim>
                                    <p:anim calcmode="lin" valueType="num">
                                      <p:cBhvr>
                                        <p:cTn id="192" dur="500" fill="hold"/>
                                        <p:tgtEl>
                                          <p:spTgt spid="234524"/>
                                        </p:tgtEl>
                                        <p:attrNameLst>
                                          <p:attrName>ppt_w</p:attrName>
                                        </p:attrNameLst>
                                      </p:cBhvr>
                                      <p:tavLst>
                                        <p:tav tm="0">
                                          <p:val>
                                            <p:strVal val="#ppt_w"/>
                                          </p:val>
                                        </p:tav>
                                        <p:tav tm="100000">
                                          <p:val>
                                            <p:strVal val="#ppt_w"/>
                                          </p:val>
                                        </p:tav>
                                      </p:tavLst>
                                    </p:anim>
                                    <p:anim calcmode="lin" valueType="num">
                                      <p:cBhvr>
                                        <p:cTn id="193" dur="500" fill="hold"/>
                                        <p:tgtEl>
                                          <p:spTgt spid="234524"/>
                                        </p:tgtEl>
                                        <p:attrNameLst>
                                          <p:attrName>ppt_h</p:attrName>
                                        </p:attrNameLst>
                                      </p:cBhvr>
                                      <p:tavLst>
                                        <p:tav tm="0">
                                          <p:val>
                                            <p:fltVal val="0"/>
                                          </p:val>
                                        </p:tav>
                                        <p:tav tm="100000">
                                          <p:val>
                                            <p:strVal val="#ppt_h"/>
                                          </p:val>
                                        </p:tav>
                                      </p:tavLst>
                                    </p:anim>
                                  </p:childTnLst>
                                </p:cTn>
                              </p:par>
                            </p:childTnLst>
                          </p:cTn>
                        </p:par>
                        <p:par>
                          <p:cTn id="194" fill="hold" nodeType="afterGroup">
                            <p:stCondLst>
                              <p:cond delay="500"/>
                            </p:stCondLst>
                            <p:childTnLst>
                              <p:par>
                                <p:cTn id="195" presetID="17" presetClass="entr" presetSubtype="1" fill="hold" grpId="0" nodeType="afterEffect">
                                  <p:stCondLst>
                                    <p:cond delay="0"/>
                                  </p:stCondLst>
                                  <p:childTnLst>
                                    <p:set>
                                      <p:cBhvr>
                                        <p:cTn id="196" dur="1" fill="hold">
                                          <p:stCondLst>
                                            <p:cond delay="0"/>
                                          </p:stCondLst>
                                        </p:cTn>
                                        <p:tgtEl>
                                          <p:spTgt spid="234518"/>
                                        </p:tgtEl>
                                        <p:attrNameLst>
                                          <p:attrName>style.visibility</p:attrName>
                                        </p:attrNameLst>
                                      </p:cBhvr>
                                      <p:to>
                                        <p:strVal val="visible"/>
                                      </p:to>
                                    </p:set>
                                    <p:anim calcmode="lin" valueType="num">
                                      <p:cBhvr>
                                        <p:cTn id="197" dur="500" fill="hold"/>
                                        <p:tgtEl>
                                          <p:spTgt spid="234518"/>
                                        </p:tgtEl>
                                        <p:attrNameLst>
                                          <p:attrName>ppt_x</p:attrName>
                                        </p:attrNameLst>
                                      </p:cBhvr>
                                      <p:tavLst>
                                        <p:tav tm="0">
                                          <p:val>
                                            <p:strVal val="#ppt_x"/>
                                          </p:val>
                                        </p:tav>
                                        <p:tav tm="100000">
                                          <p:val>
                                            <p:strVal val="#ppt_x"/>
                                          </p:val>
                                        </p:tav>
                                      </p:tavLst>
                                    </p:anim>
                                    <p:anim calcmode="lin" valueType="num">
                                      <p:cBhvr>
                                        <p:cTn id="198" dur="500" fill="hold"/>
                                        <p:tgtEl>
                                          <p:spTgt spid="234518"/>
                                        </p:tgtEl>
                                        <p:attrNameLst>
                                          <p:attrName>ppt_y</p:attrName>
                                        </p:attrNameLst>
                                      </p:cBhvr>
                                      <p:tavLst>
                                        <p:tav tm="0">
                                          <p:val>
                                            <p:strVal val="#ppt_y-#ppt_h/2"/>
                                          </p:val>
                                        </p:tav>
                                        <p:tav tm="100000">
                                          <p:val>
                                            <p:strVal val="#ppt_y"/>
                                          </p:val>
                                        </p:tav>
                                      </p:tavLst>
                                    </p:anim>
                                    <p:anim calcmode="lin" valueType="num">
                                      <p:cBhvr>
                                        <p:cTn id="199" dur="500" fill="hold"/>
                                        <p:tgtEl>
                                          <p:spTgt spid="234518"/>
                                        </p:tgtEl>
                                        <p:attrNameLst>
                                          <p:attrName>ppt_w</p:attrName>
                                        </p:attrNameLst>
                                      </p:cBhvr>
                                      <p:tavLst>
                                        <p:tav tm="0">
                                          <p:val>
                                            <p:strVal val="#ppt_w"/>
                                          </p:val>
                                        </p:tav>
                                        <p:tav tm="100000">
                                          <p:val>
                                            <p:strVal val="#ppt_w"/>
                                          </p:val>
                                        </p:tav>
                                      </p:tavLst>
                                    </p:anim>
                                    <p:anim calcmode="lin" valueType="num">
                                      <p:cBhvr>
                                        <p:cTn id="200" dur="500" fill="hold"/>
                                        <p:tgtEl>
                                          <p:spTgt spid="234518"/>
                                        </p:tgtEl>
                                        <p:attrNameLst>
                                          <p:attrName>ppt_h</p:attrName>
                                        </p:attrNameLst>
                                      </p:cBhvr>
                                      <p:tavLst>
                                        <p:tav tm="0">
                                          <p:val>
                                            <p:fltVal val="0"/>
                                          </p:val>
                                        </p:tav>
                                        <p:tav tm="100000">
                                          <p:val>
                                            <p:strVal val="#ppt_h"/>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7" presetClass="entr" presetSubtype="1" fill="hold" grpId="0" nodeType="clickEffect">
                                  <p:stCondLst>
                                    <p:cond delay="0"/>
                                  </p:stCondLst>
                                  <p:childTnLst>
                                    <p:set>
                                      <p:cBhvr>
                                        <p:cTn id="204" dur="1" fill="hold">
                                          <p:stCondLst>
                                            <p:cond delay="0"/>
                                          </p:stCondLst>
                                        </p:cTn>
                                        <p:tgtEl>
                                          <p:spTgt spid="234545"/>
                                        </p:tgtEl>
                                        <p:attrNameLst>
                                          <p:attrName>style.visibility</p:attrName>
                                        </p:attrNameLst>
                                      </p:cBhvr>
                                      <p:to>
                                        <p:strVal val="visible"/>
                                      </p:to>
                                    </p:set>
                                    <p:anim calcmode="lin" valueType="num">
                                      <p:cBhvr>
                                        <p:cTn id="205" dur="500" fill="hold"/>
                                        <p:tgtEl>
                                          <p:spTgt spid="234545"/>
                                        </p:tgtEl>
                                        <p:attrNameLst>
                                          <p:attrName>ppt_x</p:attrName>
                                        </p:attrNameLst>
                                      </p:cBhvr>
                                      <p:tavLst>
                                        <p:tav tm="0">
                                          <p:val>
                                            <p:strVal val="#ppt_x"/>
                                          </p:val>
                                        </p:tav>
                                        <p:tav tm="100000">
                                          <p:val>
                                            <p:strVal val="#ppt_x"/>
                                          </p:val>
                                        </p:tav>
                                      </p:tavLst>
                                    </p:anim>
                                    <p:anim calcmode="lin" valueType="num">
                                      <p:cBhvr>
                                        <p:cTn id="206" dur="500" fill="hold"/>
                                        <p:tgtEl>
                                          <p:spTgt spid="234545"/>
                                        </p:tgtEl>
                                        <p:attrNameLst>
                                          <p:attrName>ppt_y</p:attrName>
                                        </p:attrNameLst>
                                      </p:cBhvr>
                                      <p:tavLst>
                                        <p:tav tm="0">
                                          <p:val>
                                            <p:strVal val="#ppt_y-#ppt_h/2"/>
                                          </p:val>
                                        </p:tav>
                                        <p:tav tm="100000">
                                          <p:val>
                                            <p:strVal val="#ppt_y"/>
                                          </p:val>
                                        </p:tav>
                                      </p:tavLst>
                                    </p:anim>
                                    <p:anim calcmode="lin" valueType="num">
                                      <p:cBhvr>
                                        <p:cTn id="207" dur="500" fill="hold"/>
                                        <p:tgtEl>
                                          <p:spTgt spid="234545"/>
                                        </p:tgtEl>
                                        <p:attrNameLst>
                                          <p:attrName>ppt_w</p:attrName>
                                        </p:attrNameLst>
                                      </p:cBhvr>
                                      <p:tavLst>
                                        <p:tav tm="0">
                                          <p:val>
                                            <p:strVal val="#ppt_w"/>
                                          </p:val>
                                        </p:tav>
                                        <p:tav tm="100000">
                                          <p:val>
                                            <p:strVal val="#ppt_w"/>
                                          </p:val>
                                        </p:tav>
                                      </p:tavLst>
                                    </p:anim>
                                    <p:anim calcmode="lin" valueType="num">
                                      <p:cBhvr>
                                        <p:cTn id="208" dur="500" fill="hold"/>
                                        <p:tgtEl>
                                          <p:spTgt spid="234545"/>
                                        </p:tgtEl>
                                        <p:attrNameLst>
                                          <p:attrName>ppt_h</p:attrName>
                                        </p:attrNameLst>
                                      </p:cBhvr>
                                      <p:tavLst>
                                        <p:tav tm="0">
                                          <p:val>
                                            <p:fltVal val="0"/>
                                          </p:val>
                                        </p:tav>
                                        <p:tav tm="100000">
                                          <p:val>
                                            <p:strVal val="#ppt_h"/>
                                          </p:val>
                                        </p:tav>
                                      </p:tavLst>
                                    </p:anim>
                                  </p:childTnLst>
                                </p:cTn>
                              </p:par>
                            </p:childTnLst>
                          </p:cTn>
                        </p:par>
                        <p:par>
                          <p:cTn id="209" fill="hold" nodeType="afterGroup">
                            <p:stCondLst>
                              <p:cond delay="500"/>
                            </p:stCondLst>
                            <p:childTnLst>
                              <p:par>
                                <p:cTn id="210" presetID="17" presetClass="entr" presetSubtype="1" fill="hold" grpId="0" nodeType="afterEffect">
                                  <p:stCondLst>
                                    <p:cond delay="0"/>
                                  </p:stCondLst>
                                  <p:childTnLst>
                                    <p:set>
                                      <p:cBhvr>
                                        <p:cTn id="211" dur="1" fill="hold">
                                          <p:stCondLst>
                                            <p:cond delay="0"/>
                                          </p:stCondLst>
                                        </p:cTn>
                                        <p:tgtEl>
                                          <p:spTgt spid="234519"/>
                                        </p:tgtEl>
                                        <p:attrNameLst>
                                          <p:attrName>style.visibility</p:attrName>
                                        </p:attrNameLst>
                                      </p:cBhvr>
                                      <p:to>
                                        <p:strVal val="visible"/>
                                      </p:to>
                                    </p:set>
                                    <p:anim calcmode="lin" valueType="num">
                                      <p:cBhvr>
                                        <p:cTn id="212" dur="500" fill="hold"/>
                                        <p:tgtEl>
                                          <p:spTgt spid="234519"/>
                                        </p:tgtEl>
                                        <p:attrNameLst>
                                          <p:attrName>ppt_x</p:attrName>
                                        </p:attrNameLst>
                                      </p:cBhvr>
                                      <p:tavLst>
                                        <p:tav tm="0">
                                          <p:val>
                                            <p:strVal val="#ppt_x"/>
                                          </p:val>
                                        </p:tav>
                                        <p:tav tm="100000">
                                          <p:val>
                                            <p:strVal val="#ppt_x"/>
                                          </p:val>
                                        </p:tav>
                                      </p:tavLst>
                                    </p:anim>
                                    <p:anim calcmode="lin" valueType="num">
                                      <p:cBhvr>
                                        <p:cTn id="213" dur="500" fill="hold"/>
                                        <p:tgtEl>
                                          <p:spTgt spid="234519"/>
                                        </p:tgtEl>
                                        <p:attrNameLst>
                                          <p:attrName>ppt_y</p:attrName>
                                        </p:attrNameLst>
                                      </p:cBhvr>
                                      <p:tavLst>
                                        <p:tav tm="0">
                                          <p:val>
                                            <p:strVal val="#ppt_y-#ppt_h/2"/>
                                          </p:val>
                                        </p:tav>
                                        <p:tav tm="100000">
                                          <p:val>
                                            <p:strVal val="#ppt_y"/>
                                          </p:val>
                                        </p:tav>
                                      </p:tavLst>
                                    </p:anim>
                                    <p:anim calcmode="lin" valueType="num">
                                      <p:cBhvr>
                                        <p:cTn id="214" dur="500" fill="hold"/>
                                        <p:tgtEl>
                                          <p:spTgt spid="234519"/>
                                        </p:tgtEl>
                                        <p:attrNameLst>
                                          <p:attrName>ppt_w</p:attrName>
                                        </p:attrNameLst>
                                      </p:cBhvr>
                                      <p:tavLst>
                                        <p:tav tm="0">
                                          <p:val>
                                            <p:strVal val="#ppt_w"/>
                                          </p:val>
                                        </p:tav>
                                        <p:tav tm="100000">
                                          <p:val>
                                            <p:strVal val="#ppt_w"/>
                                          </p:val>
                                        </p:tav>
                                      </p:tavLst>
                                    </p:anim>
                                    <p:anim calcmode="lin" valueType="num">
                                      <p:cBhvr>
                                        <p:cTn id="215" dur="500" fill="hold"/>
                                        <p:tgtEl>
                                          <p:spTgt spid="234519"/>
                                        </p:tgtEl>
                                        <p:attrNameLst>
                                          <p:attrName>ppt_h</p:attrName>
                                        </p:attrNameLst>
                                      </p:cBhvr>
                                      <p:tavLst>
                                        <p:tav tm="0">
                                          <p:val>
                                            <p:fltVal val="0"/>
                                          </p:val>
                                        </p:tav>
                                        <p:tav tm="100000">
                                          <p:val>
                                            <p:strVal val="#ppt_h"/>
                                          </p:val>
                                        </p:tav>
                                      </p:tavLst>
                                    </p:anim>
                                  </p:childTnLst>
                                </p:cTn>
                              </p:par>
                            </p:childTnLst>
                          </p:cTn>
                        </p:par>
                      </p:childTnLst>
                    </p:cTn>
                  </p:par>
                  <p:par>
                    <p:cTn id="216" fill="hold" nodeType="clickPar">
                      <p:stCondLst>
                        <p:cond delay="indefinite"/>
                      </p:stCondLst>
                      <p:childTnLst>
                        <p:par>
                          <p:cTn id="217" fill="hold" nodeType="withGroup">
                            <p:stCondLst>
                              <p:cond delay="0"/>
                            </p:stCondLst>
                            <p:childTnLst>
                              <p:par>
                                <p:cTn id="218" presetID="2" presetClass="entr" presetSubtype="2" fill="hold" grpId="0" nodeType="clickEffect">
                                  <p:stCondLst>
                                    <p:cond delay="0"/>
                                  </p:stCondLst>
                                  <p:childTnLst>
                                    <p:set>
                                      <p:cBhvr>
                                        <p:cTn id="219" dur="1" fill="hold">
                                          <p:stCondLst>
                                            <p:cond delay="0"/>
                                          </p:stCondLst>
                                        </p:cTn>
                                        <p:tgtEl>
                                          <p:spTgt spid="234499"/>
                                        </p:tgtEl>
                                        <p:attrNameLst>
                                          <p:attrName>style.visibility</p:attrName>
                                        </p:attrNameLst>
                                      </p:cBhvr>
                                      <p:to>
                                        <p:strVal val="visible"/>
                                      </p:to>
                                    </p:set>
                                    <p:anim calcmode="lin" valueType="num">
                                      <p:cBhvr additive="base">
                                        <p:cTn id="220" dur="500" fill="hold"/>
                                        <p:tgtEl>
                                          <p:spTgt spid="234499"/>
                                        </p:tgtEl>
                                        <p:attrNameLst>
                                          <p:attrName>ppt_x</p:attrName>
                                        </p:attrNameLst>
                                      </p:cBhvr>
                                      <p:tavLst>
                                        <p:tav tm="0">
                                          <p:val>
                                            <p:strVal val="1+#ppt_w/2"/>
                                          </p:val>
                                        </p:tav>
                                        <p:tav tm="100000">
                                          <p:val>
                                            <p:strVal val="#ppt_x"/>
                                          </p:val>
                                        </p:tav>
                                      </p:tavLst>
                                    </p:anim>
                                    <p:anim calcmode="lin" valueType="num">
                                      <p:cBhvr additive="base">
                                        <p:cTn id="221" dur="500" fill="hold"/>
                                        <p:tgtEl>
                                          <p:spTgt spid="234499"/>
                                        </p:tgtEl>
                                        <p:attrNameLst>
                                          <p:attrName>ppt_y</p:attrName>
                                        </p:attrNameLst>
                                      </p:cBhvr>
                                      <p:tavLst>
                                        <p:tav tm="0">
                                          <p:val>
                                            <p:strVal val="#ppt_y"/>
                                          </p:val>
                                        </p:tav>
                                        <p:tav tm="100000">
                                          <p:val>
                                            <p:strVal val="#ppt_y"/>
                                          </p:val>
                                        </p:tav>
                                      </p:tavLst>
                                    </p:anim>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7" presetClass="entr" presetSubtype="1" fill="hold" grpId="0" nodeType="clickEffect">
                                  <p:stCondLst>
                                    <p:cond delay="0"/>
                                  </p:stCondLst>
                                  <p:childTnLst>
                                    <p:set>
                                      <p:cBhvr>
                                        <p:cTn id="225" dur="1" fill="hold">
                                          <p:stCondLst>
                                            <p:cond delay="0"/>
                                          </p:stCondLst>
                                        </p:cTn>
                                        <p:tgtEl>
                                          <p:spTgt spid="234541"/>
                                        </p:tgtEl>
                                        <p:attrNameLst>
                                          <p:attrName>style.visibility</p:attrName>
                                        </p:attrNameLst>
                                      </p:cBhvr>
                                      <p:to>
                                        <p:strVal val="visible"/>
                                      </p:to>
                                    </p:set>
                                    <p:anim calcmode="lin" valueType="num">
                                      <p:cBhvr>
                                        <p:cTn id="226" dur="500" fill="hold"/>
                                        <p:tgtEl>
                                          <p:spTgt spid="234541"/>
                                        </p:tgtEl>
                                        <p:attrNameLst>
                                          <p:attrName>ppt_x</p:attrName>
                                        </p:attrNameLst>
                                      </p:cBhvr>
                                      <p:tavLst>
                                        <p:tav tm="0">
                                          <p:val>
                                            <p:strVal val="#ppt_x"/>
                                          </p:val>
                                        </p:tav>
                                        <p:tav tm="100000">
                                          <p:val>
                                            <p:strVal val="#ppt_x"/>
                                          </p:val>
                                        </p:tav>
                                      </p:tavLst>
                                    </p:anim>
                                    <p:anim calcmode="lin" valueType="num">
                                      <p:cBhvr>
                                        <p:cTn id="227" dur="500" fill="hold"/>
                                        <p:tgtEl>
                                          <p:spTgt spid="234541"/>
                                        </p:tgtEl>
                                        <p:attrNameLst>
                                          <p:attrName>ppt_y</p:attrName>
                                        </p:attrNameLst>
                                      </p:cBhvr>
                                      <p:tavLst>
                                        <p:tav tm="0">
                                          <p:val>
                                            <p:strVal val="#ppt_y-#ppt_h/2"/>
                                          </p:val>
                                        </p:tav>
                                        <p:tav tm="100000">
                                          <p:val>
                                            <p:strVal val="#ppt_y"/>
                                          </p:val>
                                        </p:tav>
                                      </p:tavLst>
                                    </p:anim>
                                    <p:anim calcmode="lin" valueType="num">
                                      <p:cBhvr>
                                        <p:cTn id="228" dur="500" fill="hold"/>
                                        <p:tgtEl>
                                          <p:spTgt spid="234541"/>
                                        </p:tgtEl>
                                        <p:attrNameLst>
                                          <p:attrName>ppt_w</p:attrName>
                                        </p:attrNameLst>
                                      </p:cBhvr>
                                      <p:tavLst>
                                        <p:tav tm="0">
                                          <p:val>
                                            <p:strVal val="#ppt_w"/>
                                          </p:val>
                                        </p:tav>
                                        <p:tav tm="100000">
                                          <p:val>
                                            <p:strVal val="#ppt_w"/>
                                          </p:val>
                                        </p:tav>
                                      </p:tavLst>
                                    </p:anim>
                                    <p:anim calcmode="lin" valueType="num">
                                      <p:cBhvr>
                                        <p:cTn id="229" dur="500" fill="hold"/>
                                        <p:tgtEl>
                                          <p:spTgt spid="234541"/>
                                        </p:tgtEl>
                                        <p:attrNameLst>
                                          <p:attrName>ppt_h</p:attrName>
                                        </p:attrNameLst>
                                      </p:cBhvr>
                                      <p:tavLst>
                                        <p:tav tm="0">
                                          <p:val>
                                            <p:fltVal val="0"/>
                                          </p:val>
                                        </p:tav>
                                        <p:tav tm="100000">
                                          <p:val>
                                            <p:strVal val="#ppt_h"/>
                                          </p:val>
                                        </p:tav>
                                      </p:tavLst>
                                    </p:anim>
                                  </p:childTnLst>
                                </p:cTn>
                              </p:par>
                            </p:childTnLst>
                          </p:cTn>
                        </p:par>
                        <p:par>
                          <p:cTn id="230" fill="hold" nodeType="afterGroup">
                            <p:stCondLst>
                              <p:cond delay="500"/>
                            </p:stCondLst>
                            <p:childTnLst>
                              <p:par>
                                <p:cTn id="231" presetID="17" presetClass="entr" presetSubtype="1" fill="hold" grpId="0" nodeType="afterEffect">
                                  <p:stCondLst>
                                    <p:cond delay="0"/>
                                  </p:stCondLst>
                                  <p:childTnLst>
                                    <p:set>
                                      <p:cBhvr>
                                        <p:cTn id="232" dur="1" fill="hold">
                                          <p:stCondLst>
                                            <p:cond delay="0"/>
                                          </p:stCondLst>
                                        </p:cTn>
                                        <p:tgtEl>
                                          <p:spTgt spid="234526"/>
                                        </p:tgtEl>
                                        <p:attrNameLst>
                                          <p:attrName>style.visibility</p:attrName>
                                        </p:attrNameLst>
                                      </p:cBhvr>
                                      <p:to>
                                        <p:strVal val="visible"/>
                                      </p:to>
                                    </p:set>
                                    <p:anim calcmode="lin" valueType="num">
                                      <p:cBhvr>
                                        <p:cTn id="233" dur="500" fill="hold"/>
                                        <p:tgtEl>
                                          <p:spTgt spid="234526"/>
                                        </p:tgtEl>
                                        <p:attrNameLst>
                                          <p:attrName>ppt_x</p:attrName>
                                        </p:attrNameLst>
                                      </p:cBhvr>
                                      <p:tavLst>
                                        <p:tav tm="0">
                                          <p:val>
                                            <p:strVal val="#ppt_x"/>
                                          </p:val>
                                        </p:tav>
                                        <p:tav tm="100000">
                                          <p:val>
                                            <p:strVal val="#ppt_x"/>
                                          </p:val>
                                        </p:tav>
                                      </p:tavLst>
                                    </p:anim>
                                    <p:anim calcmode="lin" valueType="num">
                                      <p:cBhvr>
                                        <p:cTn id="234" dur="500" fill="hold"/>
                                        <p:tgtEl>
                                          <p:spTgt spid="234526"/>
                                        </p:tgtEl>
                                        <p:attrNameLst>
                                          <p:attrName>ppt_y</p:attrName>
                                        </p:attrNameLst>
                                      </p:cBhvr>
                                      <p:tavLst>
                                        <p:tav tm="0">
                                          <p:val>
                                            <p:strVal val="#ppt_y-#ppt_h/2"/>
                                          </p:val>
                                        </p:tav>
                                        <p:tav tm="100000">
                                          <p:val>
                                            <p:strVal val="#ppt_y"/>
                                          </p:val>
                                        </p:tav>
                                      </p:tavLst>
                                    </p:anim>
                                    <p:anim calcmode="lin" valueType="num">
                                      <p:cBhvr>
                                        <p:cTn id="235" dur="500" fill="hold"/>
                                        <p:tgtEl>
                                          <p:spTgt spid="234526"/>
                                        </p:tgtEl>
                                        <p:attrNameLst>
                                          <p:attrName>ppt_w</p:attrName>
                                        </p:attrNameLst>
                                      </p:cBhvr>
                                      <p:tavLst>
                                        <p:tav tm="0">
                                          <p:val>
                                            <p:strVal val="#ppt_w"/>
                                          </p:val>
                                        </p:tav>
                                        <p:tav tm="100000">
                                          <p:val>
                                            <p:strVal val="#ppt_w"/>
                                          </p:val>
                                        </p:tav>
                                      </p:tavLst>
                                    </p:anim>
                                    <p:anim calcmode="lin" valueType="num">
                                      <p:cBhvr>
                                        <p:cTn id="236" dur="500" fill="hold"/>
                                        <p:tgtEl>
                                          <p:spTgt spid="234526"/>
                                        </p:tgtEl>
                                        <p:attrNameLst>
                                          <p:attrName>ppt_h</p:attrName>
                                        </p:attrNameLst>
                                      </p:cBhvr>
                                      <p:tavLst>
                                        <p:tav tm="0">
                                          <p:val>
                                            <p:fltVal val="0"/>
                                          </p:val>
                                        </p:tav>
                                        <p:tav tm="100000">
                                          <p:val>
                                            <p:strVal val="#ppt_h"/>
                                          </p:val>
                                        </p:tav>
                                      </p:tavLst>
                                    </p:anim>
                                  </p:childTnLst>
                                </p:cTn>
                              </p:par>
                            </p:childTnLst>
                          </p:cTn>
                        </p:par>
                      </p:childTnLst>
                    </p:cTn>
                  </p:par>
                  <p:par>
                    <p:cTn id="237" fill="hold" nodeType="clickPar">
                      <p:stCondLst>
                        <p:cond delay="indefinite"/>
                      </p:stCondLst>
                      <p:childTnLst>
                        <p:par>
                          <p:cTn id="238" fill="hold" nodeType="withGroup">
                            <p:stCondLst>
                              <p:cond delay="0"/>
                            </p:stCondLst>
                            <p:childTnLst>
                              <p:par>
                                <p:cTn id="239" presetID="17" presetClass="entr" presetSubtype="1" fill="hold" grpId="0" nodeType="clickEffect">
                                  <p:stCondLst>
                                    <p:cond delay="0"/>
                                  </p:stCondLst>
                                  <p:childTnLst>
                                    <p:set>
                                      <p:cBhvr>
                                        <p:cTn id="240" dur="1" fill="hold">
                                          <p:stCondLst>
                                            <p:cond delay="0"/>
                                          </p:stCondLst>
                                        </p:cTn>
                                        <p:tgtEl>
                                          <p:spTgt spid="234542"/>
                                        </p:tgtEl>
                                        <p:attrNameLst>
                                          <p:attrName>style.visibility</p:attrName>
                                        </p:attrNameLst>
                                      </p:cBhvr>
                                      <p:to>
                                        <p:strVal val="visible"/>
                                      </p:to>
                                    </p:set>
                                    <p:anim calcmode="lin" valueType="num">
                                      <p:cBhvr>
                                        <p:cTn id="241" dur="500" fill="hold"/>
                                        <p:tgtEl>
                                          <p:spTgt spid="234542"/>
                                        </p:tgtEl>
                                        <p:attrNameLst>
                                          <p:attrName>ppt_x</p:attrName>
                                        </p:attrNameLst>
                                      </p:cBhvr>
                                      <p:tavLst>
                                        <p:tav tm="0">
                                          <p:val>
                                            <p:strVal val="#ppt_x"/>
                                          </p:val>
                                        </p:tav>
                                        <p:tav tm="100000">
                                          <p:val>
                                            <p:strVal val="#ppt_x"/>
                                          </p:val>
                                        </p:tav>
                                      </p:tavLst>
                                    </p:anim>
                                    <p:anim calcmode="lin" valueType="num">
                                      <p:cBhvr>
                                        <p:cTn id="242" dur="500" fill="hold"/>
                                        <p:tgtEl>
                                          <p:spTgt spid="234542"/>
                                        </p:tgtEl>
                                        <p:attrNameLst>
                                          <p:attrName>ppt_y</p:attrName>
                                        </p:attrNameLst>
                                      </p:cBhvr>
                                      <p:tavLst>
                                        <p:tav tm="0">
                                          <p:val>
                                            <p:strVal val="#ppt_y-#ppt_h/2"/>
                                          </p:val>
                                        </p:tav>
                                        <p:tav tm="100000">
                                          <p:val>
                                            <p:strVal val="#ppt_y"/>
                                          </p:val>
                                        </p:tav>
                                      </p:tavLst>
                                    </p:anim>
                                    <p:anim calcmode="lin" valueType="num">
                                      <p:cBhvr>
                                        <p:cTn id="243" dur="500" fill="hold"/>
                                        <p:tgtEl>
                                          <p:spTgt spid="234542"/>
                                        </p:tgtEl>
                                        <p:attrNameLst>
                                          <p:attrName>ppt_w</p:attrName>
                                        </p:attrNameLst>
                                      </p:cBhvr>
                                      <p:tavLst>
                                        <p:tav tm="0">
                                          <p:val>
                                            <p:strVal val="#ppt_w"/>
                                          </p:val>
                                        </p:tav>
                                        <p:tav tm="100000">
                                          <p:val>
                                            <p:strVal val="#ppt_w"/>
                                          </p:val>
                                        </p:tav>
                                      </p:tavLst>
                                    </p:anim>
                                    <p:anim calcmode="lin" valueType="num">
                                      <p:cBhvr>
                                        <p:cTn id="244" dur="500" fill="hold"/>
                                        <p:tgtEl>
                                          <p:spTgt spid="234542"/>
                                        </p:tgtEl>
                                        <p:attrNameLst>
                                          <p:attrName>ppt_h</p:attrName>
                                        </p:attrNameLst>
                                      </p:cBhvr>
                                      <p:tavLst>
                                        <p:tav tm="0">
                                          <p:val>
                                            <p:fltVal val="0"/>
                                          </p:val>
                                        </p:tav>
                                        <p:tav tm="100000">
                                          <p:val>
                                            <p:strVal val="#ppt_h"/>
                                          </p:val>
                                        </p:tav>
                                      </p:tavLst>
                                    </p:anim>
                                  </p:childTnLst>
                                </p:cTn>
                              </p:par>
                            </p:childTnLst>
                          </p:cTn>
                        </p:par>
                        <p:par>
                          <p:cTn id="245" fill="hold" nodeType="afterGroup">
                            <p:stCondLst>
                              <p:cond delay="500"/>
                            </p:stCondLst>
                            <p:childTnLst>
                              <p:par>
                                <p:cTn id="246" presetID="17" presetClass="entr" presetSubtype="1" fill="hold" grpId="0" nodeType="afterEffect">
                                  <p:stCondLst>
                                    <p:cond delay="0"/>
                                  </p:stCondLst>
                                  <p:childTnLst>
                                    <p:set>
                                      <p:cBhvr>
                                        <p:cTn id="247" dur="1" fill="hold">
                                          <p:stCondLst>
                                            <p:cond delay="0"/>
                                          </p:stCondLst>
                                        </p:cTn>
                                        <p:tgtEl>
                                          <p:spTgt spid="234527"/>
                                        </p:tgtEl>
                                        <p:attrNameLst>
                                          <p:attrName>style.visibility</p:attrName>
                                        </p:attrNameLst>
                                      </p:cBhvr>
                                      <p:to>
                                        <p:strVal val="visible"/>
                                      </p:to>
                                    </p:set>
                                    <p:anim calcmode="lin" valueType="num">
                                      <p:cBhvr>
                                        <p:cTn id="248" dur="500" fill="hold"/>
                                        <p:tgtEl>
                                          <p:spTgt spid="234527"/>
                                        </p:tgtEl>
                                        <p:attrNameLst>
                                          <p:attrName>ppt_x</p:attrName>
                                        </p:attrNameLst>
                                      </p:cBhvr>
                                      <p:tavLst>
                                        <p:tav tm="0">
                                          <p:val>
                                            <p:strVal val="#ppt_x"/>
                                          </p:val>
                                        </p:tav>
                                        <p:tav tm="100000">
                                          <p:val>
                                            <p:strVal val="#ppt_x"/>
                                          </p:val>
                                        </p:tav>
                                      </p:tavLst>
                                    </p:anim>
                                    <p:anim calcmode="lin" valueType="num">
                                      <p:cBhvr>
                                        <p:cTn id="249" dur="500" fill="hold"/>
                                        <p:tgtEl>
                                          <p:spTgt spid="234527"/>
                                        </p:tgtEl>
                                        <p:attrNameLst>
                                          <p:attrName>ppt_y</p:attrName>
                                        </p:attrNameLst>
                                      </p:cBhvr>
                                      <p:tavLst>
                                        <p:tav tm="0">
                                          <p:val>
                                            <p:strVal val="#ppt_y-#ppt_h/2"/>
                                          </p:val>
                                        </p:tav>
                                        <p:tav tm="100000">
                                          <p:val>
                                            <p:strVal val="#ppt_y"/>
                                          </p:val>
                                        </p:tav>
                                      </p:tavLst>
                                    </p:anim>
                                    <p:anim calcmode="lin" valueType="num">
                                      <p:cBhvr>
                                        <p:cTn id="250" dur="500" fill="hold"/>
                                        <p:tgtEl>
                                          <p:spTgt spid="234527"/>
                                        </p:tgtEl>
                                        <p:attrNameLst>
                                          <p:attrName>ppt_w</p:attrName>
                                        </p:attrNameLst>
                                      </p:cBhvr>
                                      <p:tavLst>
                                        <p:tav tm="0">
                                          <p:val>
                                            <p:strVal val="#ppt_w"/>
                                          </p:val>
                                        </p:tav>
                                        <p:tav tm="100000">
                                          <p:val>
                                            <p:strVal val="#ppt_w"/>
                                          </p:val>
                                        </p:tav>
                                      </p:tavLst>
                                    </p:anim>
                                    <p:anim calcmode="lin" valueType="num">
                                      <p:cBhvr>
                                        <p:cTn id="251" dur="500" fill="hold"/>
                                        <p:tgtEl>
                                          <p:spTgt spid="234527"/>
                                        </p:tgtEl>
                                        <p:attrNameLst>
                                          <p:attrName>ppt_h</p:attrName>
                                        </p:attrNameLst>
                                      </p:cBhvr>
                                      <p:tavLst>
                                        <p:tav tm="0">
                                          <p:val>
                                            <p:fltVal val="0"/>
                                          </p:val>
                                        </p:tav>
                                        <p:tav tm="100000">
                                          <p:val>
                                            <p:strVal val="#ppt_h"/>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7" presetClass="entr" presetSubtype="1" fill="hold" grpId="0" nodeType="clickEffect">
                                  <p:stCondLst>
                                    <p:cond delay="0"/>
                                  </p:stCondLst>
                                  <p:childTnLst>
                                    <p:set>
                                      <p:cBhvr>
                                        <p:cTn id="255" dur="1" fill="hold">
                                          <p:stCondLst>
                                            <p:cond delay="0"/>
                                          </p:stCondLst>
                                        </p:cTn>
                                        <p:tgtEl>
                                          <p:spTgt spid="234537"/>
                                        </p:tgtEl>
                                        <p:attrNameLst>
                                          <p:attrName>style.visibility</p:attrName>
                                        </p:attrNameLst>
                                      </p:cBhvr>
                                      <p:to>
                                        <p:strVal val="visible"/>
                                      </p:to>
                                    </p:set>
                                    <p:anim calcmode="lin" valueType="num">
                                      <p:cBhvr>
                                        <p:cTn id="256" dur="500" fill="hold"/>
                                        <p:tgtEl>
                                          <p:spTgt spid="234537"/>
                                        </p:tgtEl>
                                        <p:attrNameLst>
                                          <p:attrName>ppt_x</p:attrName>
                                        </p:attrNameLst>
                                      </p:cBhvr>
                                      <p:tavLst>
                                        <p:tav tm="0">
                                          <p:val>
                                            <p:strVal val="#ppt_x"/>
                                          </p:val>
                                        </p:tav>
                                        <p:tav tm="100000">
                                          <p:val>
                                            <p:strVal val="#ppt_x"/>
                                          </p:val>
                                        </p:tav>
                                      </p:tavLst>
                                    </p:anim>
                                    <p:anim calcmode="lin" valueType="num">
                                      <p:cBhvr>
                                        <p:cTn id="257" dur="500" fill="hold"/>
                                        <p:tgtEl>
                                          <p:spTgt spid="234537"/>
                                        </p:tgtEl>
                                        <p:attrNameLst>
                                          <p:attrName>ppt_y</p:attrName>
                                        </p:attrNameLst>
                                      </p:cBhvr>
                                      <p:tavLst>
                                        <p:tav tm="0">
                                          <p:val>
                                            <p:strVal val="#ppt_y-#ppt_h/2"/>
                                          </p:val>
                                        </p:tav>
                                        <p:tav tm="100000">
                                          <p:val>
                                            <p:strVal val="#ppt_y"/>
                                          </p:val>
                                        </p:tav>
                                      </p:tavLst>
                                    </p:anim>
                                    <p:anim calcmode="lin" valueType="num">
                                      <p:cBhvr>
                                        <p:cTn id="258" dur="500" fill="hold"/>
                                        <p:tgtEl>
                                          <p:spTgt spid="234537"/>
                                        </p:tgtEl>
                                        <p:attrNameLst>
                                          <p:attrName>ppt_w</p:attrName>
                                        </p:attrNameLst>
                                      </p:cBhvr>
                                      <p:tavLst>
                                        <p:tav tm="0">
                                          <p:val>
                                            <p:strVal val="#ppt_w"/>
                                          </p:val>
                                        </p:tav>
                                        <p:tav tm="100000">
                                          <p:val>
                                            <p:strVal val="#ppt_w"/>
                                          </p:val>
                                        </p:tav>
                                      </p:tavLst>
                                    </p:anim>
                                    <p:anim calcmode="lin" valueType="num">
                                      <p:cBhvr>
                                        <p:cTn id="259" dur="500" fill="hold"/>
                                        <p:tgtEl>
                                          <p:spTgt spid="234537"/>
                                        </p:tgtEl>
                                        <p:attrNameLst>
                                          <p:attrName>ppt_h</p:attrName>
                                        </p:attrNameLst>
                                      </p:cBhvr>
                                      <p:tavLst>
                                        <p:tav tm="0">
                                          <p:val>
                                            <p:fltVal val="0"/>
                                          </p:val>
                                        </p:tav>
                                        <p:tav tm="100000">
                                          <p:val>
                                            <p:strVal val="#ppt_h"/>
                                          </p:val>
                                        </p:tav>
                                      </p:tavLst>
                                    </p:anim>
                                  </p:childTnLst>
                                </p:cTn>
                              </p:par>
                            </p:childTnLst>
                          </p:cTn>
                        </p:par>
                        <p:par>
                          <p:cTn id="260" fill="hold" nodeType="afterGroup">
                            <p:stCondLst>
                              <p:cond delay="500"/>
                            </p:stCondLst>
                            <p:childTnLst>
                              <p:par>
                                <p:cTn id="261" presetID="17" presetClass="entr" presetSubtype="1" fill="hold" grpId="0" nodeType="afterEffect">
                                  <p:stCondLst>
                                    <p:cond delay="0"/>
                                  </p:stCondLst>
                                  <p:childTnLst>
                                    <p:set>
                                      <p:cBhvr>
                                        <p:cTn id="262" dur="1" fill="hold">
                                          <p:stCondLst>
                                            <p:cond delay="0"/>
                                          </p:stCondLst>
                                        </p:cTn>
                                        <p:tgtEl>
                                          <p:spTgt spid="234533"/>
                                        </p:tgtEl>
                                        <p:attrNameLst>
                                          <p:attrName>style.visibility</p:attrName>
                                        </p:attrNameLst>
                                      </p:cBhvr>
                                      <p:to>
                                        <p:strVal val="visible"/>
                                      </p:to>
                                    </p:set>
                                    <p:anim calcmode="lin" valueType="num">
                                      <p:cBhvr>
                                        <p:cTn id="263" dur="500" fill="hold"/>
                                        <p:tgtEl>
                                          <p:spTgt spid="234533"/>
                                        </p:tgtEl>
                                        <p:attrNameLst>
                                          <p:attrName>ppt_x</p:attrName>
                                        </p:attrNameLst>
                                      </p:cBhvr>
                                      <p:tavLst>
                                        <p:tav tm="0">
                                          <p:val>
                                            <p:strVal val="#ppt_x"/>
                                          </p:val>
                                        </p:tav>
                                        <p:tav tm="100000">
                                          <p:val>
                                            <p:strVal val="#ppt_x"/>
                                          </p:val>
                                        </p:tav>
                                      </p:tavLst>
                                    </p:anim>
                                    <p:anim calcmode="lin" valueType="num">
                                      <p:cBhvr>
                                        <p:cTn id="264" dur="500" fill="hold"/>
                                        <p:tgtEl>
                                          <p:spTgt spid="234533"/>
                                        </p:tgtEl>
                                        <p:attrNameLst>
                                          <p:attrName>ppt_y</p:attrName>
                                        </p:attrNameLst>
                                      </p:cBhvr>
                                      <p:tavLst>
                                        <p:tav tm="0">
                                          <p:val>
                                            <p:strVal val="#ppt_y-#ppt_h/2"/>
                                          </p:val>
                                        </p:tav>
                                        <p:tav tm="100000">
                                          <p:val>
                                            <p:strVal val="#ppt_y"/>
                                          </p:val>
                                        </p:tav>
                                      </p:tavLst>
                                    </p:anim>
                                    <p:anim calcmode="lin" valueType="num">
                                      <p:cBhvr>
                                        <p:cTn id="265" dur="500" fill="hold"/>
                                        <p:tgtEl>
                                          <p:spTgt spid="234533"/>
                                        </p:tgtEl>
                                        <p:attrNameLst>
                                          <p:attrName>ppt_w</p:attrName>
                                        </p:attrNameLst>
                                      </p:cBhvr>
                                      <p:tavLst>
                                        <p:tav tm="0">
                                          <p:val>
                                            <p:strVal val="#ppt_w"/>
                                          </p:val>
                                        </p:tav>
                                        <p:tav tm="100000">
                                          <p:val>
                                            <p:strVal val="#ppt_w"/>
                                          </p:val>
                                        </p:tav>
                                      </p:tavLst>
                                    </p:anim>
                                    <p:anim calcmode="lin" valueType="num">
                                      <p:cBhvr>
                                        <p:cTn id="266" dur="500" fill="hold"/>
                                        <p:tgtEl>
                                          <p:spTgt spid="234533"/>
                                        </p:tgtEl>
                                        <p:attrNameLst>
                                          <p:attrName>ppt_h</p:attrName>
                                        </p:attrNameLst>
                                      </p:cBhvr>
                                      <p:tavLst>
                                        <p:tav tm="0">
                                          <p:val>
                                            <p:fltVal val="0"/>
                                          </p:val>
                                        </p:tav>
                                        <p:tav tm="100000">
                                          <p:val>
                                            <p:strVal val="#ppt_h"/>
                                          </p:val>
                                        </p:tav>
                                      </p:tavLst>
                                    </p:anim>
                                  </p:childTnLst>
                                </p:cTn>
                              </p:par>
                            </p:childTnLst>
                          </p:cTn>
                        </p:par>
                      </p:childTnLst>
                    </p:cTn>
                  </p:par>
                  <p:par>
                    <p:cTn id="267" fill="hold" nodeType="clickPar">
                      <p:stCondLst>
                        <p:cond delay="indefinite"/>
                      </p:stCondLst>
                      <p:childTnLst>
                        <p:par>
                          <p:cTn id="268" fill="hold" nodeType="withGroup">
                            <p:stCondLst>
                              <p:cond delay="0"/>
                            </p:stCondLst>
                            <p:childTnLst>
                              <p:par>
                                <p:cTn id="269" presetID="17" presetClass="entr" presetSubtype="1" fill="hold" grpId="0" nodeType="clickEffect">
                                  <p:stCondLst>
                                    <p:cond delay="0"/>
                                  </p:stCondLst>
                                  <p:childTnLst>
                                    <p:set>
                                      <p:cBhvr>
                                        <p:cTn id="270" dur="1" fill="hold">
                                          <p:stCondLst>
                                            <p:cond delay="0"/>
                                          </p:stCondLst>
                                        </p:cTn>
                                        <p:tgtEl>
                                          <p:spTgt spid="234538"/>
                                        </p:tgtEl>
                                        <p:attrNameLst>
                                          <p:attrName>style.visibility</p:attrName>
                                        </p:attrNameLst>
                                      </p:cBhvr>
                                      <p:to>
                                        <p:strVal val="visible"/>
                                      </p:to>
                                    </p:set>
                                    <p:anim calcmode="lin" valueType="num">
                                      <p:cBhvr>
                                        <p:cTn id="271" dur="500" fill="hold"/>
                                        <p:tgtEl>
                                          <p:spTgt spid="234538"/>
                                        </p:tgtEl>
                                        <p:attrNameLst>
                                          <p:attrName>ppt_x</p:attrName>
                                        </p:attrNameLst>
                                      </p:cBhvr>
                                      <p:tavLst>
                                        <p:tav tm="0">
                                          <p:val>
                                            <p:strVal val="#ppt_x"/>
                                          </p:val>
                                        </p:tav>
                                        <p:tav tm="100000">
                                          <p:val>
                                            <p:strVal val="#ppt_x"/>
                                          </p:val>
                                        </p:tav>
                                      </p:tavLst>
                                    </p:anim>
                                    <p:anim calcmode="lin" valueType="num">
                                      <p:cBhvr>
                                        <p:cTn id="272" dur="500" fill="hold"/>
                                        <p:tgtEl>
                                          <p:spTgt spid="234538"/>
                                        </p:tgtEl>
                                        <p:attrNameLst>
                                          <p:attrName>ppt_y</p:attrName>
                                        </p:attrNameLst>
                                      </p:cBhvr>
                                      <p:tavLst>
                                        <p:tav tm="0">
                                          <p:val>
                                            <p:strVal val="#ppt_y-#ppt_h/2"/>
                                          </p:val>
                                        </p:tav>
                                        <p:tav tm="100000">
                                          <p:val>
                                            <p:strVal val="#ppt_y"/>
                                          </p:val>
                                        </p:tav>
                                      </p:tavLst>
                                    </p:anim>
                                    <p:anim calcmode="lin" valueType="num">
                                      <p:cBhvr>
                                        <p:cTn id="273" dur="500" fill="hold"/>
                                        <p:tgtEl>
                                          <p:spTgt spid="234538"/>
                                        </p:tgtEl>
                                        <p:attrNameLst>
                                          <p:attrName>ppt_w</p:attrName>
                                        </p:attrNameLst>
                                      </p:cBhvr>
                                      <p:tavLst>
                                        <p:tav tm="0">
                                          <p:val>
                                            <p:strVal val="#ppt_w"/>
                                          </p:val>
                                        </p:tav>
                                        <p:tav tm="100000">
                                          <p:val>
                                            <p:strVal val="#ppt_w"/>
                                          </p:val>
                                        </p:tav>
                                      </p:tavLst>
                                    </p:anim>
                                    <p:anim calcmode="lin" valueType="num">
                                      <p:cBhvr>
                                        <p:cTn id="274" dur="500" fill="hold"/>
                                        <p:tgtEl>
                                          <p:spTgt spid="234538"/>
                                        </p:tgtEl>
                                        <p:attrNameLst>
                                          <p:attrName>ppt_h</p:attrName>
                                        </p:attrNameLst>
                                      </p:cBhvr>
                                      <p:tavLst>
                                        <p:tav tm="0">
                                          <p:val>
                                            <p:fltVal val="0"/>
                                          </p:val>
                                        </p:tav>
                                        <p:tav tm="100000">
                                          <p:val>
                                            <p:strVal val="#ppt_h"/>
                                          </p:val>
                                        </p:tav>
                                      </p:tavLst>
                                    </p:anim>
                                  </p:childTnLst>
                                </p:cTn>
                              </p:par>
                            </p:childTnLst>
                          </p:cTn>
                        </p:par>
                        <p:par>
                          <p:cTn id="275" fill="hold" nodeType="afterGroup">
                            <p:stCondLst>
                              <p:cond delay="500"/>
                            </p:stCondLst>
                            <p:childTnLst>
                              <p:par>
                                <p:cTn id="276" presetID="17" presetClass="entr" presetSubtype="1" fill="hold" grpId="0" nodeType="afterEffect">
                                  <p:stCondLst>
                                    <p:cond delay="0"/>
                                  </p:stCondLst>
                                  <p:childTnLst>
                                    <p:set>
                                      <p:cBhvr>
                                        <p:cTn id="277" dur="1" fill="hold">
                                          <p:stCondLst>
                                            <p:cond delay="0"/>
                                          </p:stCondLst>
                                        </p:cTn>
                                        <p:tgtEl>
                                          <p:spTgt spid="234528"/>
                                        </p:tgtEl>
                                        <p:attrNameLst>
                                          <p:attrName>style.visibility</p:attrName>
                                        </p:attrNameLst>
                                      </p:cBhvr>
                                      <p:to>
                                        <p:strVal val="visible"/>
                                      </p:to>
                                    </p:set>
                                    <p:anim calcmode="lin" valueType="num">
                                      <p:cBhvr>
                                        <p:cTn id="278" dur="500" fill="hold"/>
                                        <p:tgtEl>
                                          <p:spTgt spid="234528"/>
                                        </p:tgtEl>
                                        <p:attrNameLst>
                                          <p:attrName>ppt_x</p:attrName>
                                        </p:attrNameLst>
                                      </p:cBhvr>
                                      <p:tavLst>
                                        <p:tav tm="0">
                                          <p:val>
                                            <p:strVal val="#ppt_x"/>
                                          </p:val>
                                        </p:tav>
                                        <p:tav tm="100000">
                                          <p:val>
                                            <p:strVal val="#ppt_x"/>
                                          </p:val>
                                        </p:tav>
                                      </p:tavLst>
                                    </p:anim>
                                    <p:anim calcmode="lin" valueType="num">
                                      <p:cBhvr>
                                        <p:cTn id="279" dur="500" fill="hold"/>
                                        <p:tgtEl>
                                          <p:spTgt spid="234528"/>
                                        </p:tgtEl>
                                        <p:attrNameLst>
                                          <p:attrName>ppt_y</p:attrName>
                                        </p:attrNameLst>
                                      </p:cBhvr>
                                      <p:tavLst>
                                        <p:tav tm="0">
                                          <p:val>
                                            <p:strVal val="#ppt_y-#ppt_h/2"/>
                                          </p:val>
                                        </p:tav>
                                        <p:tav tm="100000">
                                          <p:val>
                                            <p:strVal val="#ppt_y"/>
                                          </p:val>
                                        </p:tav>
                                      </p:tavLst>
                                    </p:anim>
                                    <p:anim calcmode="lin" valueType="num">
                                      <p:cBhvr>
                                        <p:cTn id="280" dur="500" fill="hold"/>
                                        <p:tgtEl>
                                          <p:spTgt spid="234528"/>
                                        </p:tgtEl>
                                        <p:attrNameLst>
                                          <p:attrName>ppt_w</p:attrName>
                                        </p:attrNameLst>
                                      </p:cBhvr>
                                      <p:tavLst>
                                        <p:tav tm="0">
                                          <p:val>
                                            <p:strVal val="#ppt_w"/>
                                          </p:val>
                                        </p:tav>
                                        <p:tav tm="100000">
                                          <p:val>
                                            <p:strVal val="#ppt_w"/>
                                          </p:val>
                                        </p:tav>
                                      </p:tavLst>
                                    </p:anim>
                                    <p:anim calcmode="lin" valueType="num">
                                      <p:cBhvr>
                                        <p:cTn id="281" dur="500" fill="hold"/>
                                        <p:tgtEl>
                                          <p:spTgt spid="234528"/>
                                        </p:tgtEl>
                                        <p:attrNameLst>
                                          <p:attrName>ppt_h</p:attrName>
                                        </p:attrNameLst>
                                      </p:cBhvr>
                                      <p:tavLst>
                                        <p:tav tm="0">
                                          <p:val>
                                            <p:fltVal val="0"/>
                                          </p:val>
                                        </p:tav>
                                        <p:tav tm="100000">
                                          <p:val>
                                            <p:strVal val="#ppt_h"/>
                                          </p:val>
                                        </p:tav>
                                      </p:tavLst>
                                    </p:anim>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7" presetClass="entr" presetSubtype="1" fill="hold" grpId="0" nodeType="clickEffect">
                                  <p:stCondLst>
                                    <p:cond delay="0"/>
                                  </p:stCondLst>
                                  <p:childTnLst>
                                    <p:set>
                                      <p:cBhvr>
                                        <p:cTn id="285" dur="1" fill="hold">
                                          <p:stCondLst>
                                            <p:cond delay="0"/>
                                          </p:stCondLst>
                                        </p:cTn>
                                        <p:tgtEl>
                                          <p:spTgt spid="234535"/>
                                        </p:tgtEl>
                                        <p:attrNameLst>
                                          <p:attrName>style.visibility</p:attrName>
                                        </p:attrNameLst>
                                      </p:cBhvr>
                                      <p:to>
                                        <p:strVal val="visible"/>
                                      </p:to>
                                    </p:set>
                                    <p:anim calcmode="lin" valueType="num">
                                      <p:cBhvr>
                                        <p:cTn id="286" dur="500" fill="hold"/>
                                        <p:tgtEl>
                                          <p:spTgt spid="234535"/>
                                        </p:tgtEl>
                                        <p:attrNameLst>
                                          <p:attrName>ppt_x</p:attrName>
                                        </p:attrNameLst>
                                      </p:cBhvr>
                                      <p:tavLst>
                                        <p:tav tm="0">
                                          <p:val>
                                            <p:strVal val="#ppt_x"/>
                                          </p:val>
                                        </p:tav>
                                        <p:tav tm="100000">
                                          <p:val>
                                            <p:strVal val="#ppt_x"/>
                                          </p:val>
                                        </p:tav>
                                      </p:tavLst>
                                    </p:anim>
                                    <p:anim calcmode="lin" valueType="num">
                                      <p:cBhvr>
                                        <p:cTn id="287" dur="500" fill="hold"/>
                                        <p:tgtEl>
                                          <p:spTgt spid="234535"/>
                                        </p:tgtEl>
                                        <p:attrNameLst>
                                          <p:attrName>ppt_y</p:attrName>
                                        </p:attrNameLst>
                                      </p:cBhvr>
                                      <p:tavLst>
                                        <p:tav tm="0">
                                          <p:val>
                                            <p:strVal val="#ppt_y-#ppt_h/2"/>
                                          </p:val>
                                        </p:tav>
                                        <p:tav tm="100000">
                                          <p:val>
                                            <p:strVal val="#ppt_y"/>
                                          </p:val>
                                        </p:tav>
                                      </p:tavLst>
                                    </p:anim>
                                    <p:anim calcmode="lin" valueType="num">
                                      <p:cBhvr>
                                        <p:cTn id="288" dur="500" fill="hold"/>
                                        <p:tgtEl>
                                          <p:spTgt spid="234535"/>
                                        </p:tgtEl>
                                        <p:attrNameLst>
                                          <p:attrName>ppt_w</p:attrName>
                                        </p:attrNameLst>
                                      </p:cBhvr>
                                      <p:tavLst>
                                        <p:tav tm="0">
                                          <p:val>
                                            <p:strVal val="#ppt_w"/>
                                          </p:val>
                                        </p:tav>
                                        <p:tav tm="100000">
                                          <p:val>
                                            <p:strVal val="#ppt_w"/>
                                          </p:val>
                                        </p:tav>
                                      </p:tavLst>
                                    </p:anim>
                                    <p:anim calcmode="lin" valueType="num">
                                      <p:cBhvr>
                                        <p:cTn id="289" dur="500" fill="hold"/>
                                        <p:tgtEl>
                                          <p:spTgt spid="234535"/>
                                        </p:tgtEl>
                                        <p:attrNameLst>
                                          <p:attrName>ppt_h</p:attrName>
                                        </p:attrNameLst>
                                      </p:cBhvr>
                                      <p:tavLst>
                                        <p:tav tm="0">
                                          <p:val>
                                            <p:fltVal val="0"/>
                                          </p:val>
                                        </p:tav>
                                        <p:tav tm="100000">
                                          <p:val>
                                            <p:strVal val="#ppt_h"/>
                                          </p:val>
                                        </p:tav>
                                      </p:tavLst>
                                    </p:anim>
                                  </p:childTnLst>
                                </p:cTn>
                              </p:par>
                            </p:childTnLst>
                          </p:cTn>
                        </p:par>
                        <p:par>
                          <p:cTn id="290" fill="hold" nodeType="afterGroup">
                            <p:stCondLst>
                              <p:cond delay="500"/>
                            </p:stCondLst>
                            <p:childTnLst>
                              <p:par>
                                <p:cTn id="291" presetID="17" presetClass="entr" presetSubtype="1" fill="hold" grpId="0" nodeType="afterEffect">
                                  <p:stCondLst>
                                    <p:cond delay="0"/>
                                  </p:stCondLst>
                                  <p:childTnLst>
                                    <p:set>
                                      <p:cBhvr>
                                        <p:cTn id="292" dur="1" fill="hold">
                                          <p:stCondLst>
                                            <p:cond delay="0"/>
                                          </p:stCondLst>
                                        </p:cTn>
                                        <p:tgtEl>
                                          <p:spTgt spid="234532"/>
                                        </p:tgtEl>
                                        <p:attrNameLst>
                                          <p:attrName>style.visibility</p:attrName>
                                        </p:attrNameLst>
                                      </p:cBhvr>
                                      <p:to>
                                        <p:strVal val="visible"/>
                                      </p:to>
                                    </p:set>
                                    <p:anim calcmode="lin" valueType="num">
                                      <p:cBhvr>
                                        <p:cTn id="293" dur="500" fill="hold"/>
                                        <p:tgtEl>
                                          <p:spTgt spid="234532"/>
                                        </p:tgtEl>
                                        <p:attrNameLst>
                                          <p:attrName>ppt_x</p:attrName>
                                        </p:attrNameLst>
                                      </p:cBhvr>
                                      <p:tavLst>
                                        <p:tav tm="0">
                                          <p:val>
                                            <p:strVal val="#ppt_x"/>
                                          </p:val>
                                        </p:tav>
                                        <p:tav tm="100000">
                                          <p:val>
                                            <p:strVal val="#ppt_x"/>
                                          </p:val>
                                        </p:tav>
                                      </p:tavLst>
                                    </p:anim>
                                    <p:anim calcmode="lin" valueType="num">
                                      <p:cBhvr>
                                        <p:cTn id="294" dur="500" fill="hold"/>
                                        <p:tgtEl>
                                          <p:spTgt spid="234532"/>
                                        </p:tgtEl>
                                        <p:attrNameLst>
                                          <p:attrName>ppt_y</p:attrName>
                                        </p:attrNameLst>
                                      </p:cBhvr>
                                      <p:tavLst>
                                        <p:tav tm="0">
                                          <p:val>
                                            <p:strVal val="#ppt_y-#ppt_h/2"/>
                                          </p:val>
                                        </p:tav>
                                        <p:tav tm="100000">
                                          <p:val>
                                            <p:strVal val="#ppt_y"/>
                                          </p:val>
                                        </p:tav>
                                      </p:tavLst>
                                    </p:anim>
                                    <p:anim calcmode="lin" valueType="num">
                                      <p:cBhvr>
                                        <p:cTn id="295" dur="500" fill="hold"/>
                                        <p:tgtEl>
                                          <p:spTgt spid="234532"/>
                                        </p:tgtEl>
                                        <p:attrNameLst>
                                          <p:attrName>ppt_w</p:attrName>
                                        </p:attrNameLst>
                                      </p:cBhvr>
                                      <p:tavLst>
                                        <p:tav tm="0">
                                          <p:val>
                                            <p:strVal val="#ppt_w"/>
                                          </p:val>
                                        </p:tav>
                                        <p:tav tm="100000">
                                          <p:val>
                                            <p:strVal val="#ppt_w"/>
                                          </p:val>
                                        </p:tav>
                                      </p:tavLst>
                                    </p:anim>
                                    <p:anim calcmode="lin" valueType="num">
                                      <p:cBhvr>
                                        <p:cTn id="296" dur="500" fill="hold"/>
                                        <p:tgtEl>
                                          <p:spTgt spid="234532"/>
                                        </p:tgtEl>
                                        <p:attrNameLst>
                                          <p:attrName>ppt_h</p:attrName>
                                        </p:attrNameLst>
                                      </p:cBhvr>
                                      <p:tavLst>
                                        <p:tav tm="0">
                                          <p:val>
                                            <p:fltVal val="0"/>
                                          </p:val>
                                        </p:tav>
                                        <p:tav tm="100000">
                                          <p:val>
                                            <p:strVal val="#ppt_h"/>
                                          </p:val>
                                        </p:tav>
                                      </p:tavLst>
                                    </p:anim>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7" presetClass="entr" presetSubtype="1" fill="hold" grpId="0" nodeType="clickEffect">
                                  <p:stCondLst>
                                    <p:cond delay="0"/>
                                  </p:stCondLst>
                                  <p:childTnLst>
                                    <p:set>
                                      <p:cBhvr>
                                        <p:cTn id="300" dur="1" fill="hold">
                                          <p:stCondLst>
                                            <p:cond delay="0"/>
                                          </p:stCondLst>
                                        </p:cTn>
                                        <p:tgtEl>
                                          <p:spTgt spid="234539"/>
                                        </p:tgtEl>
                                        <p:attrNameLst>
                                          <p:attrName>style.visibility</p:attrName>
                                        </p:attrNameLst>
                                      </p:cBhvr>
                                      <p:to>
                                        <p:strVal val="visible"/>
                                      </p:to>
                                    </p:set>
                                    <p:anim calcmode="lin" valueType="num">
                                      <p:cBhvr>
                                        <p:cTn id="301" dur="500" fill="hold"/>
                                        <p:tgtEl>
                                          <p:spTgt spid="234539"/>
                                        </p:tgtEl>
                                        <p:attrNameLst>
                                          <p:attrName>ppt_x</p:attrName>
                                        </p:attrNameLst>
                                      </p:cBhvr>
                                      <p:tavLst>
                                        <p:tav tm="0">
                                          <p:val>
                                            <p:strVal val="#ppt_x"/>
                                          </p:val>
                                        </p:tav>
                                        <p:tav tm="100000">
                                          <p:val>
                                            <p:strVal val="#ppt_x"/>
                                          </p:val>
                                        </p:tav>
                                      </p:tavLst>
                                    </p:anim>
                                    <p:anim calcmode="lin" valueType="num">
                                      <p:cBhvr>
                                        <p:cTn id="302" dur="500" fill="hold"/>
                                        <p:tgtEl>
                                          <p:spTgt spid="234539"/>
                                        </p:tgtEl>
                                        <p:attrNameLst>
                                          <p:attrName>ppt_y</p:attrName>
                                        </p:attrNameLst>
                                      </p:cBhvr>
                                      <p:tavLst>
                                        <p:tav tm="0">
                                          <p:val>
                                            <p:strVal val="#ppt_y-#ppt_h/2"/>
                                          </p:val>
                                        </p:tav>
                                        <p:tav tm="100000">
                                          <p:val>
                                            <p:strVal val="#ppt_y"/>
                                          </p:val>
                                        </p:tav>
                                      </p:tavLst>
                                    </p:anim>
                                    <p:anim calcmode="lin" valueType="num">
                                      <p:cBhvr>
                                        <p:cTn id="303" dur="500" fill="hold"/>
                                        <p:tgtEl>
                                          <p:spTgt spid="234539"/>
                                        </p:tgtEl>
                                        <p:attrNameLst>
                                          <p:attrName>ppt_w</p:attrName>
                                        </p:attrNameLst>
                                      </p:cBhvr>
                                      <p:tavLst>
                                        <p:tav tm="0">
                                          <p:val>
                                            <p:strVal val="#ppt_w"/>
                                          </p:val>
                                        </p:tav>
                                        <p:tav tm="100000">
                                          <p:val>
                                            <p:strVal val="#ppt_w"/>
                                          </p:val>
                                        </p:tav>
                                      </p:tavLst>
                                    </p:anim>
                                    <p:anim calcmode="lin" valueType="num">
                                      <p:cBhvr>
                                        <p:cTn id="304" dur="500" fill="hold"/>
                                        <p:tgtEl>
                                          <p:spTgt spid="234539"/>
                                        </p:tgtEl>
                                        <p:attrNameLst>
                                          <p:attrName>ppt_h</p:attrName>
                                        </p:attrNameLst>
                                      </p:cBhvr>
                                      <p:tavLst>
                                        <p:tav tm="0">
                                          <p:val>
                                            <p:fltVal val="0"/>
                                          </p:val>
                                        </p:tav>
                                        <p:tav tm="100000">
                                          <p:val>
                                            <p:strVal val="#ppt_h"/>
                                          </p:val>
                                        </p:tav>
                                      </p:tavLst>
                                    </p:anim>
                                  </p:childTnLst>
                                </p:cTn>
                              </p:par>
                            </p:childTnLst>
                          </p:cTn>
                        </p:par>
                        <p:par>
                          <p:cTn id="305" fill="hold" nodeType="afterGroup">
                            <p:stCondLst>
                              <p:cond delay="500"/>
                            </p:stCondLst>
                            <p:childTnLst>
                              <p:par>
                                <p:cTn id="306" presetID="17" presetClass="entr" presetSubtype="1" fill="hold" grpId="0" nodeType="afterEffect">
                                  <p:stCondLst>
                                    <p:cond delay="0"/>
                                  </p:stCondLst>
                                  <p:childTnLst>
                                    <p:set>
                                      <p:cBhvr>
                                        <p:cTn id="307" dur="1" fill="hold">
                                          <p:stCondLst>
                                            <p:cond delay="0"/>
                                          </p:stCondLst>
                                        </p:cTn>
                                        <p:tgtEl>
                                          <p:spTgt spid="234529"/>
                                        </p:tgtEl>
                                        <p:attrNameLst>
                                          <p:attrName>style.visibility</p:attrName>
                                        </p:attrNameLst>
                                      </p:cBhvr>
                                      <p:to>
                                        <p:strVal val="visible"/>
                                      </p:to>
                                    </p:set>
                                    <p:anim calcmode="lin" valueType="num">
                                      <p:cBhvr>
                                        <p:cTn id="308" dur="500" fill="hold"/>
                                        <p:tgtEl>
                                          <p:spTgt spid="234529"/>
                                        </p:tgtEl>
                                        <p:attrNameLst>
                                          <p:attrName>ppt_x</p:attrName>
                                        </p:attrNameLst>
                                      </p:cBhvr>
                                      <p:tavLst>
                                        <p:tav tm="0">
                                          <p:val>
                                            <p:strVal val="#ppt_x"/>
                                          </p:val>
                                        </p:tav>
                                        <p:tav tm="100000">
                                          <p:val>
                                            <p:strVal val="#ppt_x"/>
                                          </p:val>
                                        </p:tav>
                                      </p:tavLst>
                                    </p:anim>
                                    <p:anim calcmode="lin" valueType="num">
                                      <p:cBhvr>
                                        <p:cTn id="309" dur="500" fill="hold"/>
                                        <p:tgtEl>
                                          <p:spTgt spid="234529"/>
                                        </p:tgtEl>
                                        <p:attrNameLst>
                                          <p:attrName>ppt_y</p:attrName>
                                        </p:attrNameLst>
                                      </p:cBhvr>
                                      <p:tavLst>
                                        <p:tav tm="0">
                                          <p:val>
                                            <p:strVal val="#ppt_y-#ppt_h/2"/>
                                          </p:val>
                                        </p:tav>
                                        <p:tav tm="100000">
                                          <p:val>
                                            <p:strVal val="#ppt_y"/>
                                          </p:val>
                                        </p:tav>
                                      </p:tavLst>
                                    </p:anim>
                                    <p:anim calcmode="lin" valueType="num">
                                      <p:cBhvr>
                                        <p:cTn id="310" dur="500" fill="hold"/>
                                        <p:tgtEl>
                                          <p:spTgt spid="234529"/>
                                        </p:tgtEl>
                                        <p:attrNameLst>
                                          <p:attrName>ppt_w</p:attrName>
                                        </p:attrNameLst>
                                      </p:cBhvr>
                                      <p:tavLst>
                                        <p:tav tm="0">
                                          <p:val>
                                            <p:strVal val="#ppt_w"/>
                                          </p:val>
                                        </p:tav>
                                        <p:tav tm="100000">
                                          <p:val>
                                            <p:strVal val="#ppt_w"/>
                                          </p:val>
                                        </p:tav>
                                      </p:tavLst>
                                    </p:anim>
                                    <p:anim calcmode="lin" valueType="num">
                                      <p:cBhvr>
                                        <p:cTn id="311" dur="500" fill="hold"/>
                                        <p:tgtEl>
                                          <p:spTgt spid="234529"/>
                                        </p:tgtEl>
                                        <p:attrNameLst>
                                          <p:attrName>ppt_h</p:attrName>
                                        </p:attrNameLst>
                                      </p:cBhvr>
                                      <p:tavLst>
                                        <p:tav tm="0">
                                          <p:val>
                                            <p:fltVal val="0"/>
                                          </p:val>
                                        </p:tav>
                                        <p:tav tm="100000">
                                          <p:val>
                                            <p:strVal val="#ppt_h"/>
                                          </p:val>
                                        </p:tav>
                                      </p:tavLst>
                                    </p:anim>
                                  </p:childTnLst>
                                </p:cTn>
                              </p:par>
                            </p:childTnLst>
                          </p:cTn>
                        </p:par>
                      </p:childTnLst>
                    </p:cTn>
                  </p:par>
                  <p:par>
                    <p:cTn id="312" fill="hold" nodeType="clickPar">
                      <p:stCondLst>
                        <p:cond delay="indefinite"/>
                      </p:stCondLst>
                      <p:childTnLst>
                        <p:par>
                          <p:cTn id="313" fill="hold" nodeType="withGroup">
                            <p:stCondLst>
                              <p:cond delay="0"/>
                            </p:stCondLst>
                            <p:childTnLst>
                              <p:par>
                                <p:cTn id="314" presetID="17" presetClass="entr" presetSubtype="1" fill="hold" grpId="0" nodeType="clickEffect">
                                  <p:stCondLst>
                                    <p:cond delay="0"/>
                                  </p:stCondLst>
                                  <p:childTnLst>
                                    <p:set>
                                      <p:cBhvr>
                                        <p:cTn id="315" dur="1" fill="hold">
                                          <p:stCondLst>
                                            <p:cond delay="0"/>
                                          </p:stCondLst>
                                        </p:cTn>
                                        <p:tgtEl>
                                          <p:spTgt spid="234540"/>
                                        </p:tgtEl>
                                        <p:attrNameLst>
                                          <p:attrName>style.visibility</p:attrName>
                                        </p:attrNameLst>
                                      </p:cBhvr>
                                      <p:to>
                                        <p:strVal val="visible"/>
                                      </p:to>
                                    </p:set>
                                    <p:anim calcmode="lin" valueType="num">
                                      <p:cBhvr>
                                        <p:cTn id="316" dur="500" fill="hold"/>
                                        <p:tgtEl>
                                          <p:spTgt spid="234540"/>
                                        </p:tgtEl>
                                        <p:attrNameLst>
                                          <p:attrName>ppt_x</p:attrName>
                                        </p:attrNameLst>
                                      </p:cBhvr>
                                      <p:tavLst>
                                        <p:tav tm="0">
                                          <p:val>
                                            <p:strVal val="#ppt_x"/>
                                          </p:val>
                                        </p:tav>
                                        <p:tav tm="100000">
                                          <p:val>
                                            <p:strVal val="#ppt_x"/>
                                          </p:val>
                                        </p:tav>
                                      </p:tavLst>
                                    </p:anim>
                                    <p:anim calcmode="lin" valueType="num">
                                      <p:cBhvr>
                                        <p:cTn id="317" dur="500" fill="hold"/>
                                        <p:tgtEl>
                                          <p:spTgt spid="234540"/>
                                        </p:tgtEl>
                                        <p:attrNameLst>
                                          <p:attrName>ppt_y</p:attrName>
                                        </p:attrNameLst>
                                      </p:cBhvr>
                                      <p:tavLst>
                                        <p:tav tm="0">
                                          <p:val>
                                            <p:strVal val="#ppt_y-#ppt_h/2"/>
                                          </p:val>
                                        </p:tav>
                                        <p:tav tm="100000">
                                          <p:val>
                                            <p:strVal val="#ppt_y"/>
                                          </p:val>
                                        </p:tav>
                                      </p:tavLst>
                                    </p:anim>
                                    <p:anim calcmode="lin" valueType="num">
                                      <p:cBhvr>
                                        <p:cTn id="318" dur="500" fill="hold"/>
                                        <p:tgtEl>
                                          <p:spTgt spid="234540"/>
                                        </p:tgtEl>
                                        <p:attrNameLst>
                                          <p:attrName>ppt_w</p:attrName>
                                        </p:attrNameLst>
                                      </p:cBhvr>
                                      <p:tavLst>
                                        <p:tav tm="0">
                                          <p:val>
                                            <p:strVal val="#ppt_w"/>
                                          </p:val>
                                        </p:tav>
                                        <p:tav tm="100000">
                                          <p:val>
                                            <p:strVal val="#ppt_w"/>
                                          </p:val>
                                        </p:tav>
                                      </p:tavLst>
                                    </p:anim>
                                    <p:anim calcmode="lin" valueType="num">
                                      <p:cBhvr>
                                        <p:cTn id="319" dur="500" fill="hold"/>
                                        <p:tgtEl>
                                          <p:spTgt spid="234540"/>
                                        </p:tgtEl>
                                        <p:attrNameLst>
                                          <p:attrName>ppt_h</p:attrName>
                                        </p:attrNameLst>
                                      </p:cBhvr>
                                      <p:tavLst>
                                        <p:tav tm="0">
                                          <p:val>
                                            <p:fltVal val="0"/>
                                          </p:val>
                                        </p:tav>
                                        <p:tav tm="100000">
                                          <p:val>
                                            <p:strVal val="#ppt_h"/>
                                          </p:val>
                                        </p:tav>
                                      </p:tavLst>
                                    </p:anim>
                                  </p:childTnLst>
                                </p:cTn>
                              </p:par>
                            </p:childTnLst>
                          </p:cTn>
                        </p:par>
                        <p:par>
                          <p:cTn id="320" fill="hold" nodeType="afterGroup">
                            <p:stCondLst>
                              <p:cond delay="500"/>
                            </p:stCondLst>
                            <p:childTnLst>
                              <p:par>
                                <p:cTn id="321" presetID="17" presetClass="entr" presetSubtype="1" fill="hold" grpId="0" nodeType="afterEffect">
                                  <p:stCondLst>
                                    <p:cond delay="0"/>
                                  </p:stCondLst>
                                  <p:childTnLst>
                                    <p:set>
                                      <p:cBhvr>
                                        <p:cTn id="322" dur="1" fill="hold">
                                          <p:stCondLst>
                                            <p:cond delay="0"/>
                                          </p:stCondLst>
                                        </p:cTn>
                                        <p:tgtEl>
                                          <p:spTgt spid="234530"/>
                                        </p:tgtEl>
                                        <p:attrNameLst>
                                          <p:attrName>style.visibility</p:attrName>
                                        </p:attrNameLst>
                                      </p:cBhvr>
                                      <p:to>
                                        <p:strVal val="visible"/>
                                      </p:to>
                                    </p:set>
                                    <p:anim calcmode="lin" valueType="num">
                                      <p:cBhvr>
                                        <p:cTn id="323" dur="500" fill="hold"/>
                                        <p:tgtEl>
                                          <p:spTgt spid="234530"/>
                                        </p:tgtEl>
                                        <p:attrNameLst>
                                          <p:attrName>ppt_x</p:attrName>
                                        </p:attrNameLst>
                                      </p:cBhvr>
                                      <p:tavLst>
                                        <p:tav tm="0">
                                          <p:val>
                                            <p:strVal val="#ppt_x"/>
                                          </p:val>
                                        </p:tav>
                                        <p:tav tm="100000">
                                          <p:val>
                                            <p:strVal val="#ppt_x"/>
                                          </p:val>
                                        </p:tav>
                                      </p:tavLst>
                                    </p:anim>
                                    <p:anim calcmode="lin" valueType="num">
                                      <p:cBhvr>
                                        <p:cTn id="324" dur="500" fill="hold"/>
                                        <p:tgtEl>
                                          <p:spTgt spid="234530"/>
                                        </p:tgtEl>
                                        <p:attrNameLst>
                                          <p:attrName>ppt_y</p:attrName>
                                        </p:attrNameLst>
                                      </p:cBhvr>
                                      <p:tavLst>
                                        <p:tav tm="0">
                                          <p:val>
                                            <p:strVal val="#ppt_y-#ppt_h/2"/>
                                          </p:val>
                                        </p:tav>
                                        <p:tav tm="100000">
                                          <p:val>
                                            <p:strVal val="#ppt_y"/>
                                          </p:val>
                                        </p:tav>
                                      </p:tavLst>
                                    </p:anim>
                                    <p:anim calcmode="lin" valueType="num">
                                      <p:cBhvr>
                                        <p:cTn id="325" dur="500" fill="hold"/>
                                        <p:tgtEl>
                                          <p:spTgt spid="234530"/>
                                        </p:tgtEl>
                                        <p:attrNameLst>
                                          <p:attrName>ppt_w</p:attrName>
                                        </p:attrNameLst>
                                      </p:cBhvr>
                                      <p:tavLst>
                                        <p:tav tm="0">
                                          <p:val>
                                            <p:strVal val="#ppt_w"/>
                                          </p:val>
                                        </p:tav>
                                        <p:tav tm="100000">
                                          <p:val>
                                            <p:strVal val="#ppt_w"/>
                                          </p:val>
                                        </p:tav>
                                      </p:tavLst>
                                    </p:anim>
                                    <p:anim calcmode="lin" valueType="num">
                                      <p:cBhvr>
                                        <p:cTn id="326" dur="500" fill="hold"/>
                                        <p:tgtEl>
                                          <p:spTgt spid="234530"/>
                                        </p:tgtEl>
                                        <p:attrNameLst>
                                          <p:attrName>ppt_h</p:attrName>
                                        </p:attrNameLst>
                                      </p:cBhvr>
                                      <p:tavLst>
                                        <p:tav tm="0">
                                          <p:val>
                                            <p:fltVal val="0"/>
                                          </p:val>
                                        </p:tav>
                                        <p:tav tm="100000">
                                          <p:val>
                                            <p:strVal val="#ppt_h"/>
                                          </p:val>
                                        </p:tav>
                                      </p:tavLst>
                                    </p:anim>
                                  </p:childTnLst>
                                </p:cTn>
                              </p:par>
                            </p:childTnLst>
                          </p:cTn>
                        </p:par>
                      </p:childTnLst>
                    </p:cTn>
                  </p:par>
                  <p:par>
                    <p:cTn id="327" fill="hold" nodeType="clickPar">
                      <p:stCondLst>
                        <p:cond delay="indefinite"/>
                      </p:stCondLst>
                      <p:childTnLst>
                        <p:par>
                          <p:cTn id="328" fill="hold" nodeType="withGroup">
                            <p:stCondLst>
                              <p:cond delay="0"/>
                            </p:stCondLst>
                            <p:childTnLst>
                              <p:par>
                                <p:cTn id="329" presetID="17" presetClass="entr" presetSubtype="1" fill="hold" grpId="0" nodeType="clickEffect">
                                  <p:stCondLst>
                                    <p:cond delay="0"/>
                                  </p:stCondLst>
                                  <p:childTnLst>
                                    <p:set>
                                      <p:cBhvr>
                                        <p:cTn id="330" dur="1" fill="hold">
                                          <p:stCondLst>
                                            <p:cond delay="0"/>
                                          </p:stCondLst>
                                        </p:cTn>
                                        <p:tgtEl>
                                          <p:spTgt spid="234536"/>
                                        </p:tgtEl>
                                        <p:attrNameLst>
                                          <p:attrName>style.visibility</p:attrName>
                                        </p:attrNameLst>
                                      </p:cBhvr>
                                      <p:to>
                                        <p:strVal val="visible"/>
                                      </p:to>
                                    </p:set>
                                    <p:anim calcmode="lin" valueType="num">
                                      <p:cBhvr>
                                        <p:cTn id="331" dur="500" fill="hold"/>
                                        <p:tgtEl>
                                          <p:spTgt spid="234536"/>
                                        </p:tgtEl>
                                        <p:attrNameLst>
                                          <p:attrName>ppt_x</p:attrName>
                                        </p:attrNameLst>
                                      </p:cBhvr>
                                      <p:tavLst>
                                        <p:tav tm="0">
                                          <p:val>
                                            <p:strVal val="#ppt_x"/>
                                          </p:val>
                                        </p:tav>
                                        <p:tav tm="100000">
                                          <p:val>
                                            <p:strVal val="#ppt_x"/>
                                          </p:val>
                                        </p:tav>
                                      </p:tavLst>
                                    </p:anim>
                                    <p:anim calcmode="lin" valueType="num">
                                      <p:cBhvr>
                                        <p:cTn id="332" dur="500" fill="hold"/>
                                        <p:tgtEl>
                                          <p:spTgt spid="234536"/>
                                        </p:tgtEl>
                                        <p:attrNameLst>
                                          <p:attrName>ppt_y</p:attrName>
                                        </p:attrNameLst>
                                      </p:cBhvr>
                                      <p:tavLst>
                                        <p:tav tm="0">
                                          <p:val>
                                            <p:strVal val="#ppt_y-#ppt_h/2"/>
                                          </p:val>
                                        </p:tav>
                                        <p:tav tm="100000">
                                          <p:val>
                                            <p:strVal val="#ppt_y"/>
                                          </p:val>
                                        </p:tav>
                                      </p:tavLst>
                                    </p:anim>
                                    <p:anim calcmode="lin" valueType="num">
                                      <p:cBhvr>
                                        <p:cTn id="333" dur="500" fill="hold"/>
                                        <p:tgtEl>
                                          <p:spTgt spid="234536"/>
                                        </p:tgtEl>
                                        <p:attrNameLst>
                                          <p:attrName>ppt_w</p:attrName>
                                        </p:attrNameLst>
                                      </p:cBhvr>
                                      <p:tavLst>
                                        <p:tav tm="0">
                                          <p:val>
                                            <p:strVal val="#ppt_w"/>
                                          </p:val>
                                        </p:tav>
                                        <p:tav tm="100000">
                                          <p:val>
                                            <p:strVal val="#ppt_w"/>
                                          </p:val>
                                        </p:tav>
                                      </p:tavLst>
                                    </p:anim>
                                    <p:anim calcmode="lin" valueType="num">
                                      <p:cBhvr>
                                        <p:cTn id="334" dur="500" fill="hold"/>
                                        <p:tgtEl>
                                          <p:spTgt spid="234536"/>
                                        </p:tgtEl>
                                        <p:attrNameLst>
                                          <p:attrName>ppt_h</p:attrName>
                                        </p:attrNameLst>
                                      </p:cBhvr>
                                      <p:tavLst>
                                        <p:tav tm="0">
                                          <p:val>
                                            <p:fltVal val="0"/>
                                          </p:val>
                                        </p:tav>
                                        <p:tav tm="100000">
                                          <p:val>
                                            <p:strVal val="#ppt_h"/>
                                          </p:val>
                                        </p:tav>
                                      </p:tavLst>
                                    </p:anim>
                                  </p:childTnLst>
                                </p:cTn>
                              </p:par>
                            </p:childTnLst>
                          </p:cTn>
                        </p:par>
                        <p:par>
                          <p:cTn id="335" fill="hold" nodeType="afterGroup">
                            <p:stCondLst>
                              <p:cond delay="500"/>
                            </p:stCondLst>
                            <p:childTnLst>
                              <p:par>
                                <p:cTn id="336" presetID="17" presetClass="entr" presetSubtype="1" fill="hold" grpId="0" nodeType="afterEffect">
                                  <p:stCondLst>
                                    <p:cond delay="0"/>
                                  </p:stCondLst>
                                  <p:childTnLst>
                                    <p:set>
                                      <p:cBhvr>
                                        <p:cTn id="337" dur="1" fill="hold">
                                          <p:stCondLst>
                                            <p:cond delay="0"/>
                                          </p:stCondLst>
                                        </p:cTn>
                                        <p:tgtEl>
                                          <p:spTgt spid="234534"/>
                                        </p:tgtEl>
                                        <p:attrNameLst>
                                          <p:attrName>style.visibility</p:attrName>
                                        </p:attrNameLst>
                                      </p:cBhvr>
                                      <p:to>
                                        <p:strVal val="visible"/>
                                      </p:to>
                                    </p:set>
                                    <p:anim calcmode="lin" valueType="num">
                                      <p:cBhvr>
                                        <p:cTn id="338" dur="500" fill="hold"/>
                                        <p:tgtEl>
                                          <p:spTgt spid="234534"/>
                                        </p:tgtEl>
                                        <p:attrNameLst>
                                          <p:attrName>ppt_x</p:attrName>
                                        </p:attrNameLst>
                                      </p:cBhvr>
                                      <p:tavLst>
                                        <p:tav tm="0">
                                          <p:val>
                                            <p:strVal val="#ppt_x"/>
                                          </p:val>
                                        </p:tav>
                                        <p:tav tm="100000">
                                          <p:val>
                                            <p:strVal val="#ppt_x"/>
                                          </p:val>
                                        </p:tav>
                                      </p:tavLst>
                                    </p:anim>
                                    <p:anim calcmode="lin" valueType="num">
                                      <p:cBhvr>
                                        <p:cTn id="339" dur="500" fill="hold"/>
                                        <p:tgtEl>
                                          <p:spTgt spid="234534"/>
                                        </p:tgtEl>
                                        <p:attrNameLst>
                                          <p:attrName>ppt_y</p:attrName>
                                        </p:attrNameLst>
                                      </p:cBhvr>
                                      <p:tavLst>
                                        <p:tav tm="0">
                                          <p:val>
                                            <p:strVal val="#ppt_y-#ppt_h/2"/>
                                          </p:val>
                                        </p:tav>
                                        <p:tav tm="100000">
                                          <p:val>
                                            <p:strVal val="#ppt_y"/>
                                          </p:val>
                                        </p:tav>
                                      </p:tavLst>
                                    </p:anim>
                                    <p:anim calcmode="lin" valueType="num">
                                      <p:cBhvr>
                                        <p:cTn id="340" dur="500" fill="hold"/>
                                        <p:tgtEl>
                                          <p:spTgt spid="234534"/>
                                        </p:tgtEl>
                                        <p:attrNameLst>
                                          <p:attrName>ppt_w</p:attrName>
                                        </p:attrNameLst>
                                      </p:cBhvr>
                                      <p:tavLst>
                                        <p:tav tm="0">
                                          <p:val>
                                            <p:strVal val="#ppt_w"/>
                                          </p:val>
                                        </p:tav>
                                        <p:tav tm="100000">
                                          <p:val>
                                            <p:strVal val="#ppt_w"/>
                                          </p:val>
                                        </p:tav>
                                      </p:tavLst>
                                    </p:anim>
                                    <p:anim calcmode="lin" valueType="num">
                                      <p:cBhvr>
                                        <p:cTn id="341" dur="500" fill="hold"/>
                                        <p:tgtEl>
                                          <p:spTgt spid="234534"/>
                                        </p:tgtEl>
                                        <p:attrNameLst>
                                          <p:attrName>ppt_h</p:attrName>
                                        </p:attrNameLst>
                                      </p:cBhvr>
                                      <p:tavLst>
                                        <p:tav tm="0">
                                          <p:val>
                                            <p:fltVal val="0"/>
                                          </p:val>
                                        </p:tav>
                                        <p:tav tm="100000">
                                          <p:val>
                                            <p:strVal val="#ppt_h"/>
                                          </p:val>
                                        </p:tav>
                                      </p:tavLst>
                                    </p:anim>
                                  </p:childTnLst>
                                </p:cTn>
                              </p:par>
                            </p:childTnLst>
                          </p:cTn>
                        </p:par>
                      </p:childTnLst>
                    </p:cTn>
                  </p:par>
                  <p:par>
                    <p:cTn id="342" fill="hold" nodeType="clickPar">
                      <p:stCondLst>
                        <p:cond delay="indefinite"/>
                      </p:stCondLst>
                      <p:childTnLst>
                        <p:par>
                          <p:cTn id="343" fill="hold" nodeType="withGroup">
                            <p:stCondLst>
                              <p:cond delay="0"/>
                            </p:stCondLst>
                            <p:childTnLst>
                              <p:par>
                                <p:cTn id="344" presetID="17" presetClass="entr" presetSubtype="1" fill="hold" grpId="0" nodeType="clickEffect">
                                  <p:stCondLst>
                                    <p:cond delay="0"/>
                                  </p:stCondLst>
                                  <p:childTnLst>
                                    <p:set>
                                      <p:cBhvr>
                                        <p:cTn id="345" dur="1" fill="hold">
                                          <p:stCondLst>
                                            <p:cond delay="0"/>
                                          </p:stCondLst>
                                        </p:cTn>
                                        <p:tgtEl>
                                          <p:spTgt spid="234546"/>
                                        </p:tgtEl>
                                        <p:attrNameLst>
                                          <p:attrName>style.visibility</p:attrName>
                                        </p:attrNameLst>
                                      </p:cBhvr>
                                      <p:to>
                                        <p:strVal val="visible"/>
                                      </p:to>
                                    </p:set>
                                    <p:anim calcmode="lin" valueType="num">
                                      <p:cBhvr>
                                        <p:cTn id="346" dur="500" fill="hold"/>
                                        <p:tgtEl>
                                          <p:spTgt spid="234546"/>
                                        </p:tgtEl>
                                        <p:attrNameLst>
                                          <p:attrName>ppt_x</p:attrName>
                                        </p:attrNameLst>
                                      </p:cBhvr>
                                      <p:tavLst>
                                        <p:tav tm="0">
                                          <p:val>
                                            <p:strVal val="#ppt_x"/>
                                          </p:val>
                                        </p:tav>
                                        <p:tav tm="100000">
                                          <p:val>
                                            <p:strVal val="#ppt_x"/>
                                          </p:val>
                                        </p:tav>
                                      </p:tavLst>
                                    </p:anim>
                                    <p:anim calcmode="lin" valueType="num">
                                      <p:cBhvr>
                                        <p:cTn id="347" dur="500" fill="hold"/>
                                        <p:tgtEl>
                                          <p:spTgt spid="234546"/>
                                        </p:tgtEl>
                                        <p:attrNameLst>
                                          <p:attrName>ppt_y</p:attrName>
                                        </p:attrNameLst>
                                      </p:cBhvr>
                                      <p:tavLst>
                                        <p:tav tm="0">
                                          <p:val>
                                            <p:strVal val="#ppt_y-#ppt_h/2"/>
                                          </p:val>
                                        </p:tav>
                                        <p:tav tm="100000">
                                          <p:val>
                                            <p:strVal val="#ppt_y"/>
                                          </p:val>
                                        </p:tav>
                                      </p:tavLst>
                                    </p:anim>
                                    <p:anim calcmode="lin" valueType="num">
                                      <p:cBhvr>
                                        <p:cTn id="348" dur="500" fill="hold"/>
                                        <p:tgtEl>
                                          <p:spTgt spid="234546"/>
                                        </p:tgtEl>
                                        <p:attrNameLst>
                                          <p:attrName>ppt_w</p:attrName>
                                        </p:attrNameLst>
                                      </p:cBhvr>
                                      <p:tavLst>
                                        <p:tav tm="0">
                                          <p:val>
                                            <p:strVal val="#ppt_w"/>
                                          </p:val>
                                        </p:tav>
                                        <p:tav tm="100000">
                                          <p:val>
                                            <p:strVal val="#ppt_w"/>
                                          </p:val>
                                        </p:tav>
                                      </p:tavLst>
                                    </p:anim>
                                    <p:anim calcmode="lin" valueType="num">
                                      <p:cBhvr>
                                        <p:cTn id="349" dur="500" fill="hold"/>
                                        <p:tgtEl>
                                          <p:spTgt spid="234546"/>
                                        </p:tgtEl>
                                        <p:attrNameLst>
                                          <p:attrName>ppt_h</p:attrName>
                                        </p:attrNameLst>
                                      </p:cBhvr>
                                      <p:tavLst>
                                        <p:tav tm="0">
                                          <p:val>
                                            <p:fltVal val="0"/>
                                          </p:val>
                                        </p:tav>
                                        <p:tav tm="100000">
                                          <p:val>
                                            <p:strVal val="#ppt_h"/>
                                          </p:val>
                                        </p:tav>
                                      </p:tavLst>
                                    </p:anim>
                                  </p:childTnLst>
                                </p:cTn>
                              </p:par>
                            </p:childTnLst>
                          </p:cTn>
                        </p:par>
                        <p:par>
                          <p:cTn id="350" fill="hold" nodeType="afterGroup">
                            <p:stCondLst>
                              <p:cond delay="500"/>
                            </p:stCondLst>
                            <p:childTnLst>
                              <p:par>
                                <p:cTn id="351" presetID="17" presetClass="entr" presetSubtype="1" fill="hold" grpId="0" nodeType="afterEffect">
                                  <p:stCondLst>
                                    <p:cond delay="0"/>
                                  </p:stCondLst>
                                  <p:childTnLst>
                                    <p:set>
                                      <p:cBhvr>
                                        <p:cTn id="352" dur="1" fill="hold">
                                          <p:stCondLst>
                                            <p:cond delay="0"/>
                                          </p:stCondLst>
                                        </p:cTn>
                                        <p:tgtEl>
                                          <p:spTgt spid="234531"/>
                                        </p:tgtEl>
                                        <p:attrNameLst>
                                          <p:attrName>style.visibility</p:attrName>
                                        </p:attrNameLst>
                                      </p:cBhvr>
                                      <p:to>
                                        <p:strVal val="visible"/>
                                      </p:to>
                                    </p:set>
                                    <p:anim calcmode="lin" valueType="num">
                                      <p:cBhvr>
                                        <p:cTn id="353" dur="500" fill="hold"/>
                                        <p:tgtEl>
                                          <p:spTgt spid="234531"/>
                                        </p:tgtEl>
                                        <p:attrNameLst>
                                          <p:attrName>ppt_x</p:attrName>
                                        </p:attrNameLst>
                                      </p:cBhvr>
                                      <p:tavLst>
                                        <p:tav tm="0">
                                          <p:val>
                                            <p:strVal val="#ppt_x"/>
                                          </p:val>
                                        </p:tav>
                                        <p:tav tm="100000">
                                          <p:val>
                                            <p:strVal val="#ppt_x"/>
                                          </p:val>
                                        </p:tav>
                                      </p:tavLst>
                                    </p:anim>
                                    <p:anim calcmode="lin" valueType="num">
                                      <p:cBhvr>
                                        <p:cTn id="354" dur="500" fill="hold"/>
                                        <p:tgtEl>
                                          <p:spTgt spid="234531"/>
                                        </p:tgtEl>
                                        <p:attrNameLst>
                                          <p:attrName>ppt_y</p:attrName>
                                        </p:attrNameLst>
                                      </p:cBhvr>
                                      <p:tavLst>
                                        <p:tav tm="0">
                                          <p:val>
                                            <p:strVal val="#ppt_y-#ppt_h/2"/>
                                          </p:val>
                                        </p:tav>
                                        <p:tav tm="100000">
                                          <p:val>
                                            <p:strVal val="#ppt_y"/>
                                          </p:val>
                                        </p:tav>
                                      </p:tavLst>
                                    </p:anim>
                                    <p:anim calcmode="lin" valueType="num">
                                      <p:cBhvr>
                                        <p:cTn id="355" dur="500" fill="hold"/>
                                        <p:tgtEl>
                                          <p:spTgt spid="234531"/>
                                        </p:tgtEl>
                                        <p:attrNameLst>
                                          <p:attrName>ppt_w</p:attrName>
                                        </p:attrNameLst>
                                      </p:cBhvr>
                                      <p:tavLst>
                                        <p:tav tm="0">
                                          <p:val>
                                            <p:strVal val="#ppt_w"/>
                                          </p:val>
                                        </p:tav>
                                        <p:tav tm="100000">
                                          <p:val>
                                            <p:strVal val="#ppt_w"/>
                                          </p:val>
                                        </p:tav>
                                      </p:tavLst>
                                    </p:anim>
                                    <p:anim calcmode="lin" valueType="num">
                                      <p:cBhvr>
                                        <p:cTn id="356" dur="500" fill="hold"/>
                                        <p:tgtEl>
                                          <p:spTgt spid="23453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autoUpdateAnimBg="0"/>
      <p:bldP spid="234499" grpId="0" autoUpdateAnimBg="0"/>
      <p:bldP spid="234500" grpId="0" autoUpdateAnimBg="0"/>
      <p:bldP spid="234502" grpId="0" animBg="1" autoUpdateAnimBg="0"/>
      <p:bldP spid="234503" grpId="0" animBg="1" autoUpdateAnimBg="0"/>
      <p:bldP spid="234504" grpId="0" animBg="1" autoUpdateAnimBg="0"/>
      <p:bldP spid="234505" grpId="0" animBg="1"/>
      <p:bldP spid="234506" grpId="0" animBg="1"/>
      <p:bldP spid="234507" grpId="0" animBg="1" autoUpdateAnimBg="0"/>
      <p:bldP spid="234508" grpId="0" animBg="1" autoUpdateAnimBg="0"/>
      <p:bldP spid="234509" grpId="0" animBg="1" autoUpdateAnimBg="0"/>
      <p:bldP spid="234510" grpId="0" animBg="1" autoUpdateAnimBg="0"/>
      <p:bldP spid="234511" grpId="0" animBg="1" autoUpdateAnimBg="0"/>
      <p:bldP spid="234512" grpId="0" animBg="1"/>
      <p:bldP spid="234513" grpId="0" animBg="1"/>
      <p:bldP spid="234514" grpId="0" animBg="1"/>
      <p:bldP spid="234515" grpId="0" animBg="1"/>
      <p:bldP spid="234516" grpId="0" animBg="1" autoUpdateAnimBg="0"/>
      <p:bldP spid="234517" grpId="0" animBg="1" autoUpdateAnimBg="0"/>
      <p:bldP spid="234518" grpId="0" animBg="1" autoUpdateAnimBg="0"/>
      <p:bldP spid="234519" grpId="0" animBg="1" autoUpdateAnimBg="0"/>
      <p:bldP spid="234520" grpId="0" animBg="1" autoUpdateAnimBg="0"/>
      <p:bldP spid="234521" grpId="0" animBg="1"/>
      <p:bldP spid="234522" grpId="0" animBg="1"/>
      <p:bldP spid="234523" grpId="0" animBg="1"/>
      <p:bldP spid="234524" grpId="0" animBg="1"/>
      <p:bldP spid="234525" grpId="0" autoUpdateAnimBg="0"/>
      <p:bldP spid="234526" grpId="0" animBg="1" autoUpdateAnimBg="0"/>
      <p:bldP spid="234527" grpId="0" animBg="1" autoUpdateAnimBg="0"/>
      <p:bldP spid="234528" grpId="0" animBg="1" autoUpdateAnimBg="0"/>
      <p:bldP spid="234529" grpId="0" animBg="1" autoUpdateAnimBg="0"/>
      <p:bldP spid="234530" grpId="0" animBg="1" autoUpdateAnimBg="0"/>
      <p:bldP spid="234531" grpId="0" animBg="1" autoUpdateAnimBg="0"/>
      <p:bldP spid="234532" grpId="0" animBg="1" autoUpdateAnimBg="0"/>
      <p:bldP spid="234533" grpId="0" animBg="1" autoUpdateAnimBg="0"/>
      <p:bldP spid="234534" grpId="0" animBg="1" autoUpdateAnimBg="0"/>
      <p:bldP spid="234535" grpId="0" animBg="1"/>
      <p:bldP spid="234536" grpId="0" animBg="1"/>
      <p:bldP spid="234537" grpId="0" animBg="1"/>
      <p:bldP spid="234538" grpId="0" animBg="1"/>
      <p:bldP spid="234539" grpId="0" animBg="1"/>
      <p:bldP spid="234540" grpId="0" animBg="1"/>
      <p:bldP spid="234541" grpId="0" animBg="1"/>
      <p:bldP spid="234542" grpId="0" animBg="1"/>
      <p:bldP spid="234543" grpId="0" animBg="1"/>
      <p:bldP spid="234544" grpId="0" animBg="1"/>
      <p:bldP spid="234545" grpId="0" animBg="1"/>
      <p:bldP spid="23454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ChangeArrowheads="1"/>
          </p:cNvSpPr>
          <p:nvPr/>
        </p:nvSpPr>
        <p:spPr bwMode="auto">
          <a:xfrm>
            <a:off x="304800" y="1279525"/>
            <a:ext cx="23923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0066"/>
                </a:solidFill>
                <a:latin typeface="Times New Roman" charset="0"/>
                <a:ea typeface="楷体_GB2312" charset="0"/>
              </a:rPr>
              <a:t>基本操作</a:t>
            </a:r>
            <a:r>
              <a:rPr kumimoji="1" lang="en-US" altLang="zh-CN" sz="4000" b="1">
                <a:solidFill>
                  <a:srgbClr val="000066"/>
                </a:solidFill>
                <a:latin typeface="Times New Roman" charset="0"/>
                <a:ea typeface="楷体_GB2312" charset="0"/>
              </a:rPr>
              <a:t>:</a:t>
            </a:r>
            <a:endParaRPr kumimoji="1" lang="en-US" altLang="zh-CN" sz="4000" b="1">
              <a:solidFill>
                <a:srgbClr val="000066"/>
              </a:solidFill>
              <a:latin typeface="楷体_GB2312" charset="0"/>
              <a:ea typeface="楷体_GB2312" charset="0"/>
            </a:endParaRPr>
          </a:p>
        </p:txBody>
      </p:sp>
      <p:sp>
        <p:nvSpPr>
          <p:cNvPr id="235523" name="Text Box 3"/>
          <p:cNvSpPr txBox="1">
            <a:spLocks noChangeArrowheads="1"/>
          </p:cNvSpPr>
          <p:nvPr/>
        </p:nvSpPr>
        <p:spPr bwMode="auto">
          <a:xfrm>
            <a:off x="533400" y="2154238"/>
            <a:ext cx="8229600" cy="470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800000"/>
                </a:solidFill>
                <a:latin typeface="Times New Roman" charset="0"/>
                <a:ea typeface="楷体_GB2312" charset="0"/>
              </a:rPr>
              <a:t>scanf</a:t>
            </a:r>
            <a:r>
              <a:rPr kumimoji="1" lang="en-US" altLang="zh-CN" sz="3600">
                <a:solidFill>
                  <a:srgbClr val="800000"/>
                </a:solidFill>
                <a:latin typeface="Times New Roman" charset="0"/>
                <a:ea typeface="楷体_GB2312" charset="0"/>
              </a:rPr>
              <a:t>(</a:t>
            </a:r>
            <a:r>
              <a:rPr kumimoji="1" lang="en-US" altLang="zh-CN" sz="3600" b="1">
                <a:solidFill>
                  <a:srgbClr val="800000"/>
                </a:solidFill>
                <a:latin typeface="Times New Roman" charset="0"/>
                <a:ea typeface="楷体_GB2312" charset="0"/>
              </a:rPr>
              <a:t>&amp;</a:t>
            </a:r>
            <a:r>
              <a:rPr kumimoji="1" lang="en-US" altLang="zh-CN" sz="3600">
                <a:solidFill>
                  <a:srgbClr val="800000"/>
                </a:solidFill>
                <a:latin typeface="Times New Roman" charset="0"/>
                <a:ea typeface="楷体_GB2312" charset="0"/>
              </a:rPr>
              <a:t>ch);</a:t>
            </a:r>
          </a:p>
          <a:p>
            <a:pPr>
              <a:lnSpc>
                <a:spcPct val="120000"/>
              </a:lnSpc>
            </a:pPr>
            <a:r>
              <a:rPr kumimoji="1" lang="en-US" altLang="zh-CN" sz="3600" b="1">
                <a:solidFill>
                  <a:srgbClr val="800000"/>
                </a:solidFill>
                <a:latin typeface="Times New Roman" charset="0"/>
                <a:ea typeface="楷体_GB2312" charset="0"/>
              </a:rPr>
              <a:t>if</a:t>
            </a:r>
            <a:r>
              <a:rPr kumimoji="1" lang="en-US" altLang="zh-CN" sz="3600">
                <a:solidFill>
                  <a:srgbClr val="800000"/>
                </a:solidFill>
                <a:latin typeface="Times New Roman" charset="0"/>
                <a:ea typeface="楷体_GB2312" charset="0"/>
              </a:rPr>
              <a:t> (</a:t>
            </a:r>
            <a:r>
              <a:rPr kumimoji="1" lang="en-US" altLang="zh-CN" sz="3600" b="1">
                <a:solidFill>
                  <a:srgbClr val="800000"/>
                </a:solidFill>
                <a:latin typeface="Times New Roman" charset="0"/>
                <a:ea typeface="楷体_GB2312" charset="0"/>
              </a:rPr>
              <a:t>In</a:t>
            </a:r>
            <a:r>
              <a:rPr kumimoji="1" lang="en-US" altLang="zh-CN" sz="3600">
                <a:solidFill>
                  <a:srgbClr val="800000"/>
                </a:solidFill>
                <a:latin typeface="Times New Roman" charset="0"/>
                <a:ea typeface="楷体_GB2312" charset="0"/>
              </a:rPr>
              <a:t>(ch, </a:t>
            </a:r>
            <a:r>
              <a:rPr kumimoji="1" lang="zh-CN" altLang="en-US" sz="3600">
                <a:solidFill>
                  <a:srgbClr val="800000"/>
                </a:solidFill>
                <a:latin typeface="Times New Roman" charset="0"/>
                <a:ea typeface="楷体_GB2312" charset="0"/>
              </a:rPr>
              <a:t>字母集 </a:t>
            </a:r>
            <a:r>
              <a:rPr kumimoji="1" lang="en-US" altLang="zh-CN" sz="3600">
                <a:solidFill>
                  <a:srgbClr val="800000"/>
                </a:solidFill>
                <a:latin typeface="Times New Roman" charset="0"/>
                <a:ea typeface="楷体_GB2312" charset="0"/>
              </a:rPr>
              <a:t>))  { </a:t>
            </a:r>
            <a:r>
              <a:rPr kumimoji="1" lang="zh-CN" altLang="en-US" sz="3600">
                <a:solidFill>
                  <a:srgbClr val="800000"/>
                </a:solidFill>
                <a:latin typeface="Times New Roman" charset="0"/>
                <a:ea typeface="楷体_GB2312" charset="0"/>
              </a:rPr>
              <a:t>建叶子结点</a:t>
            </a:r>
            <a:r>
              <a:rPr kumimoji="1" lang="en-US" altLang="zh-CN" sz="3600">
                <a:solidFill>
                  <a:srgbClr val="800000"/>
                </a:solidFill>
                <a:latin typeface="Times New Roman" charset="0"/>
                <a:ea typeface="楷体_GB2312" charset="0"/>
              </a:rPr>
              <a:t>; </a:t>
            </a:r>
            <a:r>
              <a:rPr kumimoji="1" lang="zh-CN" altLang="en-US" sz="3600">
                <a:solidFill>
                  <a:srgbClr val="800000"/>
                </a:solidFill>
                <a:latin typeface="Times New Roman" charset="0"/>
                <a:ea typeface="楷体_GB2312" charset="0"/>
              </a:rPr>
              <a:t>暂存</a:t>
            </a:r>
            <a:r>
              <a:rPr kumimoji="1" lang="en-US" altLang="zh-CN" sz="3600">
                <a:solidFill>
                  <a:srgbClr val="800000"/>
                </a:solidFill>
                <a:latin typeface="Times New Roman" charset="0"/>
                <a:ea typeface="楷体_GB2312" charset="0"/>
              </a:rPr>
              <a:t>; }</a:t>
            </a:r>
          </a:p>
          <a:p>
            <a:pPr>
              <a:lnSpc>
                <a:spcPct val="120000"/>
              </a:lnSpc>
            </a:pPr>
            <a:r>
              <a:rPr kumimoji="1" lang="en-US" altLang="zh-CN" sz="3600" b="1">
                <a:solidFill>
                  <a:srgbClr val="800000"/>
                </a:solidFill>
                <a:latin typeface="Times New Roman" charset="0"/>
                <a:ea typeface="楷体_GB2312" charset="0"/>
              </a:rPr>
              <a:t>else  if  </a:t>
            </a:r>
            <a:r>
              <a:rPr kumimoji="1" lang="en-US" altLang="zh-CN" sz="3600">
                <a:solidFill>
                  <a:srgbClr val="800000"/>
                </a:solidFill>
                <a:latin typeface="Times New Roman" charset="0"/>
                <a:ea typeface="楷体_GB2312" charset="0"/>
              </a:rPr>
              <a:t>(</a:t>
            </a:r>
            <a:r>
              <a:rPr kumimoji="1" lang="en-US" altLang="zh-CN" sz="3600" b="1">
                <a:solidFill>
                  <a:srgbClr val="800000"/>
                </a:solidFill>
                <a:latin typeface="Times New Roman" charset="0"/>
                <a:ea typeface="楷体_GB2312" charset="0"/>
              </a:rPr>
              <a:t>In</a:t>
            </a:r>
            <a:r>
              <a:rPr kumimoji="1" lang="en-US" altLang="zh-CN" sz="3600">
                <a:solidFill>
                  <a:srgbClr val="800000"/>
                </a:solidFill>
                <a:latin typeface="Times New Roman" charset="0"/>
                <a:ea typeface="楷体_GB2312" charset="0"/>
              </a:rPr>
              <a:t>(ch, </a:t>
            </a:r>
            <a:r>
              <a:rPr kumimoji="1" lang="zh-CN" altLang="en-US" sz="3600">
                <a:solidFill>
                  <a:srgbClr val="800000"/>
                </a:solidFill>
                <a:latin typeface="Times New Roman" charset="0"/>
                <a:ea typeface="楷体_GB2312" charset="0"/>
              </a:rPr>
              <a:t>运算符集</a:t>
            </a:r>
            <a:r>
              <a:rPr kumimoji="1" lang="en-US" altLang="zh-CN" sz="3600">
                <a:solidFill>
                  <a:srgbClr val="800000"/>
                </a:solidFill>
                <a:latin typeface="Times New Roman" charset="0"/>
                <a:ea typeface="楷体_GB2312" charset="0"/>
              </a:rPr>
              <a:t>))</a:t>
            </a:r>
          </a:p>
          <a:p>
            <a:pPr>
              <a:lnSpc>
                <a:spcPct val="120000"/>
              </a:lnSpc>
            </a:pPr>
            <a:r>
              <a:rPr kumimoji="1" lang="en-US" altLang="zh-CN" sz="3600" b="1">
                <a:solidFill>
                  <a:srgbClr val="800000"/>
                </a:solidFill>
                <a:latin typeface="Times New Roman" charset="0"/>
                <a:ea typeface="楷体_GB2312" charset="0"/>
              </a:rPr>
              <a:t>   { </a:t>
            </a:r>
            <a:r>
              <a:rPr kumimoji="1" lang="zh-CN" altLang="en-US" sz="3600">
                <a:solidFill>
                  <a:srgbClr val="800000"/>
                </a:solidFill>
                <a:latin typeface="Times New Roman" charset="0"/>
                <a:ea typeface="楷体_GB2312" charset="0"/>
              </a:rPr>
              <a:t>和前一个运算符比较优先数</a:t>
            </a:r>
            <a:r>
              <a:rPr kumimoji="1" lang="en-US" altLang="zh-CN" sz="3600">
                <a:solidFill>
                  <a:srgbClr val="800000"/>
                </a:solidFill>
                <a:latin typeface="Times New Roman" charset="0"/>
                <a:ea typeface="楷体_GB2312" charset="0"/>
              </a:rPr>
              <a:t>;</a:t>
            </a:r>
          </a:p>
          <a:p>
            <a:pPr>
              <a:lnSpc>
                <a:spcPct val="120000"/>
              </a:lnSpc>
            </a:pPr>
            <a:r>
              <a:rPr kumimoji="1" lang="en-US" altLang="zh-CN" sz="3600">
                <a:solidFill>
                  <a:srgbClr val="800000"/>
                </a:solidFill>
                <a:latin typeface="Times New Roman" charset="0"/>
                <a:ea typeface="楷体_GB2312" charset="0"/>
              </a:rPr>
              <a:t>      </a:t>
            </a:r>
            <a:r>
              <a:rPr kumimoji="1" lang="zh-CN" altLang="en-US" sz="3600">
                <a:solidFill>
                  <a:srgbClr val="800000"/>
                </a:solidFill>
                <a:latin typeface="Times New Roman" charset="0"/>
                <a:ea typeface="楷体_GB2312" charset="0"/>
              </a:rPr>
              <a:t>若当前的优先数“高”，则暂存</a:t>
            </a:r>
            <a:r>
              <a:rPr kumimoji="1" lang="en-US" altLang="zh-CN" sz="3600">
                <a:solidFill>
                  <a:srgbClr val="800000"/>
                </a:solidFill>
                <a:latin typeface="Times New Roman" charset="0"/>
                <a:ea typeface="楷体_GB2312" charset="0"/>
              </a:rPr>
              <a:t>;</a:t>
            </a:r>
          </a:p>
          <a:p>
            <a:pPr>
              <a:lnSpc>
                <a:spcPct val="120000"/>
              </a:lnSpc>
            </a:pPr>
            <a:r>
              <a:rPr kumimoji="1" lang="en-US" altLang="zh-CN" sz="3600">
                <a:solidFill>
                  <a:srgbClr val="800000"/>
                </a:solidFill>
                <a:latin typeface="Times New Roman" charset="0"/>
                <a:ea typeface="楷体_GB2312" charset="0"/>
              </a:rPr>
              <a:t>      </a:t>
            </a:r>
            <a:r>
              <a:rPr kumimoji="1" lang="zh-CN" altLang="en-US" sz="3600">
                <a:solidFill>
                  <a:srgbClr val="800000"/>
                </a:solidFill>
                <a:latin typeface="Times New Roman" charset="0"/>
                <a:ea typeface="楷体_GB2312" charset="0"/>
              </a:rPr>
              <a:t>否则建子树</a:t>
            </a:r>
            <a:r>
              <a:rPr kumimoji="1" lang="en-US" altLang="zh-CN" sz="3600">
                <a:solidFill>
                  <a:srgbClr val="800000"/>
                </a:solidFill>
                <a:latin typeface="Times New Roman" charset="0"/>
                <a:ea typeface="楷体_GB2312" charset="0"/>
              </a:rPr>
              <a:t>;</a:t>
            </a:r>
          </a:p>
          <a:p>
            <a:pPr>
              <a:lnSpc>
                <a:spcPct val="120000"/>
              </a:lnSpc>
            </a:pPr>
            <a:r>
              <a:rPr kumimoji="1" lang="en-US" altLang="zh-CN" sz="3600" b="1">
                <a:solidFill>
                  <a:srgbClr val="800000"/>
                </a:solidFill>
                <a:latin typeface="Times New Roman" charset="0"/>
                <a:ea typeface="楷体_GB2312" charset="0"/>
              </a:rPr>
              <a:t>   }</a:t>
            </a:r>
          </a:p>
        </p:txBody>
      </p:sp>
    </p:spTree>
    <p:extLst>
      <p:ext uri="{BB962C8B-B14F-4D97-AF65-F5344CB8AC3E}">
        <p14:creationId xmlns:p14="http://schemas.microsoft.com/office/powerpoint/2010/main" val="8443813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35523"/>
                                        </p:tgtEl>
                                        <p:attrNameLst>
                                          <p:attrName>style.visibility</p:attrName>
                                        </p:attrNameLst>
                                      </p:cBhvr>
                                      <p:to>
                                        <p:strVal val="visible"/>
                                      </p:to>
                                    </p:set>
                                    <p:animEffect transition="in" filter="strips(downRight)">
                                      <p:cBhvr>
                                        <p:cTn id="7" dur="500"/>
                                        <p:tgtEl>
                                          <p:spTgt spid="235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ext Box 2"/>
          <p:cNvSpPr txBox="1">
            <a:spLocks noChangeArrowheads="1"/>
          </p:cNvSpPr>
          <p:nvPr/>
        </p:nvSpPr>
        <p:spPr bwMode="auto">
          <a:xfrm>
            <a:off x="381000" y="939800"/>
            <a:ext cx="8763000" cy="599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3200" b="1">
                <a:latin typeface="Times New Roman" charset="0"/>
                <a:ea typeface="楷体_GB2312" charset="0"/>
              </a:rPr>
              <a:t>void</a:t>
            </a:r>
            <a:r>
              <a:rPr kumimoji="1" lang="en-US" altLang="zh-CN" sz="3200">
                <a:latin typeface="Times New Roman" charset="0"/>
                <a:ea typeface="楷体_GB2312" charset="0"/>
              </a:rPr>
              <a:t> CrtExptree(BiTree </a:t>
            </a:r>
            <a:r>
              <a:rPr kumimoji="1" lang="en-US" altLang="zh-CN" sz="3200" b="1">
                <a:latin typeface="Times New Roman" charset="0"/>
                <a:ea typeface="楷体_GB2312" charset="0"/>
              </a:rPr>
              <a:t>&amp;</a:t>
            </a:r>
            <a:r>
              <a:rPr kumimoji="1" lang="en-US" altLang="zh-CN" sz="3200">
                <a:latin typeface="Times New Roman" charset="0"/>
                <a:ea typeface="楷体_GB2312" charset="0"/>
              </a:rPr>
              <a:t>T, </a:t>
            </a:r>
            <a:r>
              <a:rPr kumimoji="1" lang="en-US" altLang="zh-CN" sz="3200" b="1">
                <a:latin typeface="Times New Roman" charset="0"/>
                <a:ea typeface="楷体_GB2312" charset="0"/>
              </a:rPr>
              <a:t>char</a:t>
            </a:r>
            <a:r>
              <a:rPr kumimoji="1" lang="en-US" altLang="zh-CN" sz="3200">
                <a:latin typeface="Times New Roman" charset="0"/>
                <a:ea typeface="楷体_GB2312" charset="0"/>
              </a:rPr>
              <a:t> exp[] ) </a:t>
            </a:r>
            <a:r>
              <a:rPr kumimoji="1" lang="en-US" altLang="zh-CN" sz="3200" b="1">
                <a:latin typeface="Times New Roman" charset="0"/>
                <a:ea typeface="楷体_GB2312" charset="0"/>
              </a:rPr>
              <a:t>{</a:t>
            </a:r>
            <a:endParaRPr kumimoji="1" lang="en-US" altLang="zh-CN" sz="3200">
              <a:latin typeface="Times New Roman" charset="0"/>
              <a:ea typeface="楷体_GB2312" charset="0"/>
            </a:endParaRPr>
          </a:p>
          <a:p>
            <a:pPr>
              <a:lnSpc>
                <a:spcPct val="110000"/>
              </a:lnSpc>
            </a:pPr>
            <a:r>
              <a:rPr kumimoji="1" lang="en-US" altLang="zh-CN" sz="3200">
                <a:latin typeface="Times New Roman" charset="0"/>
                <a:ea typeface="楷体_GB2312" charset="0"/>
              </a:rPr>
              <a:t>  InitStack(S);  Push(S, </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  InitStack(PTR); </a:t>
            </a:r>
          </a:p>
          <a:p>
            <a:pPr>
              <a:lnSpc>
                <a:spcPct val="110000"/>
              </a:lnSpc>
            </a:pPr>
            <a:r>
              <a:rPr kumimoji="1" lang="en-US" altLang="zh-CN" sz="3200">
                <a:latin typeface="Times New Roman" charset="0"/>
                <a:ea typeface="楷体_GB2312" charset="0"/>
              </a:rPr>
              <a:t>  p = exp;  ch = *p;</a:t>
            </a:r>
          </a:p>
          <a:p>
            <a:pPr>
              <a:lnSpc>
                <a:spcPct val="110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while</a:t>
            </a:r>
            <a:r>
              <a:rPr kumimoji="1" lang="en-US" altLang="zh-CN" sz="3200">
                <a:latin typeface="Times New Roman" charset="0"/>
                <a:ea typeface="楷体_GB2312" charset="0"/>
              </a:rPr>
              <a:t> (</a:t>
            </a:r>
            <a:r>
              <a:rPr kumimoji="1" lang="en-US" altLang="zh-CN" sz="3200" b="1">
                <a:latin typeface="Times New Roman" charset="0"/>
                <a:ea typeface="楷体_GB2312" charset="0"/>
              </a:rPr>
              <a:t>!</a:t>
            </a:r>
            <a:r>
              <a:rPr kumimoji="1" lang="en-US" altLang="zh-CN" sz="3200">
                <a:latin typeface="Times New Roman" charset="0"/>
                <a:ea typeface="楷体_GB2312" charset="0"/>
              </a:rPr>
              <a:t>(GetTop(S)==</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 &amp;&amp; ch==</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 </a:t>
            </a:r>
            <a:r>
              <a:rPr kumimoji="1" lang="en-US" altLang="zh-CN" sz="3200" b="1">
                <a:latin typeface="Times New Roman" charset="0"/>
                <a:ea typeface="楷体_GB2312" charset="0"/>
              </a:rPr>
              <a:t>{</a:t>
            </a:r>
            <a:endParaRPr kumimoji="1" lang="en-US" altLang="zh-CN" sz="3200">
              <a:latin typeface="Times New Roman" charset="0"/>
              <a:ea typeface="楷体_GB2312" charset="0"/>
            </a:endParaRPr>
          </a:p>
          <a:p>
            <a:pPr>
              <a:lnSpc>
                <a:spcPct val="110000"/>
              </a:lnSpc>
            </a:pPr>
            <a:r>
              <a:rPr kumimoji="1" lang="en-US" altLang="zh-CN" sz="3200" b="1">
                <a:solidFill>
                  <a:srgbClr val="0000CC"/>
                </a:solidFill>
                <a:latin typeface="Times New Roman" charset="0"/>
                <a:ea typeface="楷体_GB2312" charset="0"/>
              </a:rPr>
              <a:t>     if</a:t>
            </a:r>
            <a:r>
              <a:rPr kumimoji="1" lang="en-US" altLang="zh-CN" sz="3200">
                <a:solidFill>
                  <a:srgbClr val="0000CC"/>
                </a:solidFill>
                <a:latin typeface="Times New Roman" charset="0"/>
                <a:ea typeface="楷体_GB2312" charset="0"/>
              </a:rPr>
              <a:t> (</a:t>
            </a:r>
            <a:r>
              <a:rPr kumimoji="1" lang="en-US" altLang="zh-CN" sz="3200" b="1">
                <a:solidFill>
                  <a:srgbClr val="0000CC"/>
                </a:solidFill>
                <a:latin typeface="Times New Roman" charset="0"/>
                <a:ea typeface="楷体_GB2312" charset="0"/>
              </a:rPr>
              <a:t>!IN</a:t>
            </a:r>
            <a:r>
              <a:rPr kumimoji="1" lang="en-US" altLang="zh-CN" sz="3200">
                <a:solidFill>
                  <a:srgbClr val="0000CC"/>
                </a:solidFill>
                <a:latin typeface="Times New Roman" charset="0"/>
                <a:ea typeface="楷体_GB2312" charset="0"/>
              </a:rPr>
              <a:t>(ch, OP))   CrtNode( t, ch );</a:t>
            </a:r>
          </a:p>
          <a:p>
            <a:pPr>
              <a:lnSpc>
                <a:spcPct val="110000"/>
              </a:lnSpc>
            </a:pPr>
            <a:r>
              <a:rPr kumimoji="1" lang="en-US" altLang="zh-CN" sz="3200">
                <a:solidFill>
                  <a:srgbClr val="0000CC"/>
                </a:solidFill>
                <a:latin typeface="Times New Roman" charset="0"/>
                <a:ea typeface="楷体_GB2312" charset="0"/>
              </a:rPr>
              <a:t>                                    // </a:t>
            </a:r>
            <a:r>
              <a:rPr kumimoji="1" lang="zh-CN" altLang="en-US" sz="3200">
                <a:solidFill>
                  <a:srgbClr val="0000CC"/>
                </a:solidFill>
                <a:latin typeface="Times New Roman" charset="0"/>
                <a:ea typeface="楷体_GB2312" charset="0"/>
              </a:rPr>
              <a:t>建叶子结点并入栈</a:t>
            </a:r>
          </a:p>
          <a:p>
            <a:pPr>
              <a:lnSpc>
                <a:spcPct val="110000"/>
              </a:lnSpc>
            </a:pPr>
            <a:r>
              <a:rPr kumimoji="1" lang="zh-CN" altLang="en-US" sz="3200" b="1">
                <a:solidFill>
                  <a:srgbClr val="0000CC"/>
                </a:solidFill>
                <a:latin typeface="Times New Roman" charset="0"/>
                <a:ea typeface="楷体_GB2312" charset="0"/>
              </a:rPr>
              <a:t>     </a:t>
            </a:r>
            <a:r>
              <a:rPr kumimoji="1" lang="en-US" altLang="zh-CN" sz="3200" b="1">
                <a:solidFill>
                  <a:srgbClr val="0000CC"/>
                </a:solidFill>
                <a:latin typeface="Times New Roman" charset="0"/>
                <a:ea typeface="楷体_GB2312" charset="0"/>
              </a:rPr>
              <a:t>else {             }</a:t>
            </a:r>
            <a:r>
              <a:rPr kumimoji="1" lang="en-US" altLang="zh-CN" sz="3200">
                <a:solidFill>
                  <a:srgbClr val="0000CC"/>
                </a:solidFill>
                <a:latin typeface="Times New Roman" charset="0"/>
                <a:ea typeface="楷体_GB2312" charset="0"/>
              </a:rPr>
              <a:t> </a:t>
            </a:r>
          </a:p>
          <a:p>
            <a:pPr>
              <a:lnSpc>
                <a:spcPct val="110000"/>
              </a:lnSpc>
            </a:pPr>
            <a:r>
              <a:rPr kumimoji="1" lang="en-US" altLang="zh-CN" sz="3200">
                <a:solidFill>
                  <a:srgbClr val="0000CC"/>
                </a:solidFill>
                <a:latin typeface="Times New Roman" charset="0"/>
                <a:ea typeface="楷体_GB2312" charset="0"/>
              </a:rPr>
              <a:t>     </a:t>
            </a:r>
            <a:r>
              <a:rPr kumimoji="1" lang="en-US" altLang="zh-CN" sz="3200" b="1">
                <a:latin typeface="Times New Roman" charset="0"/>
                <a:ea typeface="楷体_GB2312" charset="0"/>
              </a:rPr>
              <a:t>if</a:t>
            </a:r>
            <a:r>
              <a:rPr kumimoji="1" lang="en-US" altLang="zh-CN" sz="3200">
                <a:latin typeface="Times New Roman" charset="0"/>
                <a:ea typeface="楷体_GB2312" charset="0"/>
              </a:rPr>
              <a:t> ( ch</a:t>
            </a:r>
            <a:r>
              <a:rPr kumimoji="1" lang="en-US" altLang="zh-CN" sz="3200" b="1">
                <a:latin typeface="Times New Roman" charset="0"/>
                <a:ea typeface="楷体_GB2312" charset="0"/>
              </a:rPr>
              <a:t>!=</a:t>
            </a:r>
            <a:r>
              <a:rPr kumimoji="1" lang="en-US" altLang="zh-CN" sz="3200">
                <a:latin typeface="Times New Roman" charset="0"/>
                <a:ea typeface="楷体_GB2312" charset="0"/>
              </a:rPr>
              <a:t> </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a:t>
            </a:r>
            <a:r>
              <a:rPr kumimoji="1" lang="en-US" altLang="zh-CN" sz="3200">
                <a:latin typeface="Times New Roman" charset="0"/>
                <a:ea typeface="楷体_GB2312" charset="0"/>
                <a:sym typeface="Symbol" charset="2"/>
              </a:rPr>
              <a:t></a:t>
            </a:r>
            <a:r>
              <a:rPr kumimoji="1" lang="en-US" altLang="zh-CN" sz="3200">
                <a:latin typeface="Times New Roman" charset="0"/>
                <a:ea typeface="楷体_GB2312" charset="0"/>
              </a:rPr>
              <a:t> ) </a:t>
            </a:r>
            <a:r>
              <a:rPr kumimoji="1" lang="en-US" altLang="zh-CN" sz="3200" b="1">
                <a:latin typeface="Times New Roman" charset="0"/>
                <a:ea typeface="楷体_GB2312" charset="0"/>
              </a:rPr>
              <a:t>{</a:t>
            </a:r>
            <a:r>
              <a:rPr kumimoji="1" lang="en-US" altLang="zh-CN" sz="3200">
                <a:latin typeface="Times New Roman" charset="0"/>
                <a:ea typeface="楷体_GB2312" charset="0"/>
              </a:rPr>
              <a:t> p++;  ch = *p;</a:t>
            </a:r>
            <a:r>
              <a:rPr kumimoji="1" lang="en-US" altLang="zh-CN" sz="3200" b="1">
                <a:latin typeface="Times New Roman" charset="0"/>
                <a:ea typeface="楷体_GB2312" charset="0"/>
              </a:rPr>
              <a:t>}</a:t>
            </a:r>
            <a:endParaRPr kumimoji="1" lang="en-US" altLang="zh-CN" sz="3200">
              <a:latin typeface="Times New Roman" charset="0"/>
              <a:ea typeface="楷体_GB2312" charset="0"/>
            </a:endParaRPr>
          </a:p>
          <a:p>
            <a:pPr>
              <a:lnSpc>
                <a:spcPct val="110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a:t>
            </a:r>
            <a:r>
              <a:rPr kumimoji="1" lang="en-US" altLang="zh-CN" sz="3200">
                <a:latin typeface="Times New Roman" charset="0"/>
                <a:ea typeface="楷体_GB2312" charset="0"/>
              </a:rPr>
              <a:t> // while</a:t>
            </a:r>
          </a:p>
          <a:p>
            <a:pPr>
              <a:lnSpc>
                <a:spcPct val="110000"/>
              </a:lnSpc>
            </a:pPr>
            <a:r>
              <a:rPr kumimoji="1" lang="en-US" altLang="zh-CN" sz="3200">
                <a:latin typeface="Times New Roman" charset="0"/>
                <a:ea typeface="楷体_GB2312" charset="0"/>
              </a:rPr>
              <a:t>  Pop(PTR, T);</a:t>
            </a:r>
          </a:p>
          <a:p>
            <a:pPr>
              <a:lnSpc>
                <a:spcPct val="110000"/>
              </a:lnSpc>
            </a:pPr>
            <a:r>
              <a:rPr kumimoji="1" lang="en-US" altLang="zh-CN" sz="3200" b="1">
                <a:latin typeface="Times New Roman" charset="0"/>
                <a:ea typeface="楷体_GB2312" charset="0"/>
              </a:rPr>
              <a:t>}</a:t>
            </a:r>
            <a:r>
              <a:rPr kumimoji="1" lang="en-US" altLang="zh-CN" sz="3200">
                <a:latin typeface="Times New Roman" charset="0"/>
                <a:ea typeface="楷体_GB2312" charset="0"/>
              </a:rPr>
              <a:t> // CrtExptree</a:t>
            </a:r>
            <a:endParaRPr kumimoji="1" lang="en-US" altLang="zh-CN" sz="3200">
              <a:latin typeface="Times New Roman" charset="0"/>
            </a:endParaRPr>
          </a:p>
        </p:txBody>
      </p:sp>
      <p:sp>
        <p:nvSpPr>
          <p:cNvPr id="236547" name="Text Box 3">
            <a:hlinkClick r:id="" action="ppaction://hlinkshowjump?jump=nextslide" highlightClick="1"/>
          </p:cNvPr>
          <p:cNvSpPr txBox="1">
            <a:spLocks noChangeArrowheads="1"/>
          </p:cNvSpPr>
          <p:nvPr/>
        </p:nvSpPr>
        <p:spPr bwMode="auto">
          <a:xfrm>
            <a:off x="2152650" y="3810000"/>
            <a:ext cx="120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b="1">
                <a:solidFill>
                  <a:srgbClr val="003399"/>
                </a:solidFill>
                <a:latin typeface="Times New Roman" charset="0"/>
              </a:rPr>
              <a:t>… … </a:t>
            </a:r>
          </a:p>
        </p:txBody>
      </p:sp>
      <p:sp>
        <p:nvSpPr>
          <p:cNvPr id="236548" name="AutoShape 4">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911035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36547"/>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6" fill="hold" grpId="0" nodeType="afterEffect">
                                  <p:stCondLst>
                                    <p:cond delay="0"/>
                                  </p:stCondLst>
                                  <p:childTnLst>
                                    <p:set>
                                      <p:cBhvr>
                                        <p:cTn id="9" dur="1" fill="hold">
                                          <p:stCondLst>
                                            <p:cond delay="0"/>
                                          </p:stCondLst>
                                        </p:cTn>
                                        <p:tgtEl>
                                          <p:spTgt spid="236548"/>
                                        </p:tgtEl>
                                        <p:attrNameLst>
                                          <p:attrName>style.visibility</p:attrName>
                                        </p:attrNameLst>
                                      </p:cBhvr>
                                      <p:to>
                                        <p:strVal val="visible"/>
                                      </p:to>
                                    </p:set>
                                    <p:anim calcmode="lin" valueType="num">
                                      <p:cBhvr additive="base">
                                        <p:cTn id="10" dur="500" fill="hold"/>
                                        <p:tgtEl>
                                          <p:spTgt spid="236548"/>
                                        </p:tgtEl>
                                        <p:attrNameLst>
                                          <p:attrName>ppt_x</p:attrName>
                                        </p:attrNameLst>
                                      </p:cBhvr>
                                      <p:tavLst>
                                        <p:tav tm="0">
                                          <p:val>
                                            <p:strVal val="1+#ppt_w/2"/>
                                          </p:val>
                                        </p:tav>
                                        <p:tav tm="100000">
                                          <p:val>
                                            <p:strVal val="#ppt_x"/>
                                          </p:val>
                                        </p:tav>
                                      </p:tavLst>
                                    </p:anim>
                                    <p:anim calcmode="lin" valueType="num">
                                      <p:cBhvr additive="base">
                                        <p:cTn id="11" dur="500" fill="hold"/>
                                        <p:tgtEl>
                                          <p:spTgt spid="2365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autoUpdateAnimBg="0"/>
      <p:bldP spid="23654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ext Box 2"/>
          <p:cNvSpPr txBox="1">
            <a:spLocks noChangeArrowheads="1"/>
          </p:cNvSpPr>
          <p:nvPr/>
        </p:nvSpPr>
        <p:spPr bwMode="auto">
          <a:xfrm>
            <a:off x="381000" y="1371600"/>
            <a:ext cx="8763000" cy="521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200" b="1">
                <a:solidFill>
                  <a:srgbClr val="0000CC"/>
                </a:solidFill>
                <a:latin typeface="Times New Roman" charset="0"/>
                <a:ea typeface="楷体_GB2312" charset="0"/>
              </a:rPr>
              <a:t>switch</a:t>
            </a:r>
            <a:r>
              <a:rPr kumimoji="1" lang="en-US" altLang="zh-CN" sz="3200">
                <a:solidFill>
                  <a:srgbClr val="0000CC"/>
                </a:solidFill>
                <a:latin typeface="Times New Roman" charset="0"/>
                <a:ea typeface="楷体_GB2312" charset="0"/>
              </a:rPr>
              <a:t> (ch)</a:t>
            </a:r>
            <a:r>
              <a:rPr kumimoji="1" lang="en-US" altLang="zh-CN" sz="3200" b="1">
                <a:solidFill>
                  <a:srgbClr val="0000CC"/>
                </a:solidFill>
                <a:latin typeface="Times New Roman" charset="0"/>
                <a:ea typeface="楷体_GB2312" charset="0"/>
              </a:rPr>
              <a:t> {</a:t>
            </a:r>
          </a:p>
          <a:p>
            <a:r>
              <a:rPr kumimoji="1" lang="en-US" altLang="zh-CN" sz="3200" b="1">
                <a:solidFill>
                  <a:srgbClr val="0000CC"/>
                </a:solidFill>
                <a:latin typeface="Times New Roman" charset="0"/>
                <a:ea typeface="楷体_GB2312" charset="0"/>
              </a:rPr>
              <a:t>    case</a:t>
            </a:r>
            <a:r>
              <a:rPr kumimoji="1" lang="en-US" altLang="zh-CN" sz="3200">
                <a:solidFill>
                  <a:srgbClr val="0000CC"/>
                </a:solidFill>
                <a:latin typeface="Times New Roman" charset="0"/>
                <a:ea typeface="楷体_GB2312" charset="0"/>
              </a:rPr>
              <a:t> </a:t>
            </a:r>
            <a:r>
              <a:rPr kumimoji="1" lang="en-US" altLang="zh-CN" sz="3200">
                <a:solidFill>
                  <a:srgbClr val="0000CC"/>
                </a:solidFill>
                <a:latin typeface="Times New Roman" charset="0"/>
                <a:ea typeface="楷体_GB2312" charset="0"/>
                <a:sym typeface="Symbol" charset="2"/>
              </a:rPr>
              <a:t></a:t>
            </a:r>
            <a:r>
              <a:rPr kumimoji="1" lang="en-US" altLang="zh-CN" sz="3200">
                <a:solidFill>
                  <a:srgbClr val="0000CC"/>
                </a:solidFill>
                <a:latin typeface="Times New Roman" charset="0"/>
                <a:ea typeface="楷体_GB2312" charset="0"/>
              </a:rPr>
              <a:t>(</a:t>
            </a:r>
            <a:r>
              <a:rPr kumimoji="1" lang="en-US" altLang="zh-CN" sz="3200">
                <a:solidFill>
                  <a:srgbClr val="0000CC"/>
                </a:solidFill>
                <a:latin typeface="Times New Roman" charset="0"/>
                <a:ea typeface="楷体_GB2312" charset="0"/>
                <a:sym typeface="Symbol" charset="2"/>
              </a:rPr>
              <a:t></a:t>
            </a:r>
            <a:r>
              <a:rPr kumimoji="1" lang="en-US" altLang="zh-CN" sz="3200">
                <a:solidFill>
                  <a:srgbClr val="0000CC"/>
                </a:solidFill>
                <a:latin typeface="Times New Roman" charset="0"/>
                <a:ea typeface="楷体_GB2312" charset="0"/>
              </a:rPr>
              <a:t> </a:t>
            </a:r>
            <a:r>
              <a:rPr kumimoji="1" lang="en-US" altLang="zh-CN" sz="3200" b="1">
                <a:solidFill>
                  <a:srgbClr val="0000CC"/>
                </a:solidFill>
                <a:latin typeface="Times New Roman" charset="0"/>
                <a:ea typeface="楷体_GB2312" charset="0"/>
              </a:rPr>
              <a:t>:</a:t>
            </a:r>
            <a:r>
              <a:rPr kumimoji="1" lang="en-US" altLang="zh-CN" sz="3200">
                <a:solidFill>
                  <a:srgbClr val="0000CC"/>
                </a:solidFill>
                <a:latin typeface="Times New Roman" charset="0"/>
                <a:ea typeface="楷体_GB2312" charset="0"/>
              </a:rPr>
              <a:t> Push(S, ch); </a:t>
            </a:r>
            <a:r>
              <a:rPr kumimoji="1" lang="en-US" altLang="zh-CN" sz="3200" b="1">
                <a:solidFill>
                  <a:srgbClr val="0000CC"/>
                </a:solidFill>
                <a:latin typeface="Times New Roman" charset="0"/>
                <a:ea typeface="楷体_GB2312" charset="0"/>
              </a:rPr>
              <a:t>break</a:t>
            </a:r>
            <a:r>
              <a:rPr kumimoji="1" lang="en-US" altLang="zh-CN" sz="3200">
                <a:solidFill>
                  <a:srgbClr val="0000CC"/>
                </a:solidFill>
                <a:latin typeface="Times New Roman" charset="0"/>
                <a:ea typeface="楷体_GB2312" charset="0"/>
              </a:rPr>
              <a:t>;</a:t>
            </a:r>
          </a:p>
          <a:p>
            <a:r>
              <a:rPr kumimoji="1" lang="en-US" altLang="zh-CN" sz="3200">
                <a:solidFill>
                  <a:srgbClr val="0000CC"/>
                </a:solidFill>
                <a:latin typeface="Times New Roman" charset="0"/>
                <a:ea typeface="楷体_GB2312" charset="0"/>
              </a:rPr>
              <a:t>    </a:t>
            </a:r>
            <a:r>
              <a:rPr kumimoji="1" lang="en-US" altLang="zh-CN" sz="3200" b="1">
                <a:solidFill>
                  <a:srgbClr val="0000CC"/>
                </a:solidFill>
                <a:latin typeface="Times New Roman" charset="0"/>
                <a:ea typeface="楷体_GB2312" charset="0"/>
              </a:rPr>
              <a:t>case</a:t>
            </a:r>
            <a:r>
              <a:rPr kumimoji="1" lang="en-US" altLang="zh-CN" sz="3200">
                <a:solidFill>
                  <a:srgbClr val="0000CC"/>
                </a:solidFill>
                <a:latin typeface="Times New Roman" charset="0"/>
                <a:ea typeface="楷体_GB2312" charset="0"/>
              </a:rPr>
              <a:t> </a:t>
            </a:r>
            <a:r>
              <a:rPr kumimoji="1" lang="en-US" altLang="zh-CN" sz="3200">
                <a:solidFill>
                  <a:srgbClr val="0000CC"/>
                </a:solidFill>
                <a:latin typeface="Times New Roman" charset="0"/>
                <a:ea typeface="楷体_GB2312" charset="0"/>
                <a:sym typeface="Symbol" charset="2"/>
              </a:rPr>
              <a:t></a:t>
            </a:r>
            <a:r>
              <a:rPr kumimoji="1" lang="en-US" altLang="zh-CN" sz="3200">
                <a:solidFill>
                  <a:srgbClr val="0000CC"/>
                </a:solidFill>
                <a:latin typeface="Times New Roman" charset="0"/>
                <a:ea typeface="楷体_GB2312" charset="0"/>
              </a:rPr>
              <a:t>)</a:t>
            </a:r>
            <a:r>
              <a:rPr kumimoji="1" lang="en-US" altLang="zh-CN" sz="3200">
                <a:solidFill>
                  <a:srgbClr val="0000CC"/>
                </a:solidFill>
                <a:latin typeface="Times New Roman" charset="0"/>
                <a:ea typeface="楷体_GB2312" charset="0"/>
                <a:sym typeface="Symbol" charset="2"/>
              </a:rPr>
              <a:t></a:t>
            </a:r>
            <a:r>
              <a:rPr kumimoji="1" lang="en-US" altLang="zh-CN" sz="3200">
                <a:solidFill>
                  <a:srgbClr val="0000CC"/>
                </a:solidFill>
                <a:latin typeface="Times New Roman" charset="0"/>
                <a:ea typeface="楷体_GB2312" charset="0"/>
              </a:rPr>
              <a:t> </a:t>
            </a:r>
            <a:r>
              <a:rPr kumimoji="1" lang="en-US" altLang="zh-CN" sz="3200" b="1">
                <a:solidFill>
                  <a:srgbClr val="0000CC"/>
                </a:solidFill>
                <a:latin typeface="Times New Roman" charset="0"/>
                <a:ea typeface="楷体_GB2312" charset="0"/>
              </a:rPr>
              <a:t>: </a:t>
            </a:r>
            <a:r>
              <a:rPr kumimoji="1" lang="en-US" altLang="zh-CN" sz="3200" b="1">
                <a:solidFill>
                  <a:srgbClr val="003399"/>
                </a:solidFill>
                <a:latin typeface="Times New Roman" charset="0"/>
                <a:ea typeface="楷体_GB2312" charset="0"/>
              </a:rPr>
              <a:t>Pop(S, c);</a:t>
            </a:r>
          </a:p>
          <a:p>
            <a:pPr>
              <a:lnSpc>
                <a:spcPct val="110000"/>
              </a:lnSpc>
            </a:pPr>
            <a:r>
              <a:rPr kumimoji="1" lang="en-US" altLang="zh-CN" sz="3200" b="1">
                <a:solidFill>
                  <a:srgbClr val="003399"/>
                </a:solidFill>
                <a:latin typeface="Times New Roman" charset="0"/>
                <a:ea typeface="楷体_GB2312" charset="0"/>
              </a:rPr>
              <a:t>                   while (c!= </a:t>
            </a:r>
            <a:r>
              <a:rPr kumimoji="1" lang="en-US" altLang="zh-CN" sz="3200" b="1">
                <a:solidFill>
                  <a:srgbClr val="003399"/>
                </a:solidFill>
                <a:latin typeface="Times New Roman" charset="0"/>
                <a:ea typeface="楷体_GB2312" charset="0"/>
                <a:sym typeface="Symbol" charset="2"/>
              </a:rPr>
              <a:t></a:t>
            </a:r>
            <a:r>
              <a:rPr kumimoji="1" lang="en-US" altLang="zh-CN" sz="3200" b="1">
                <a:solidFill>
                  <a:srgbClr val="003399"/>
                </a:solidFill>
                <a:latin typeface="Times New Roman" charset="0"/>
                <a:ea typeface="楷体_GB2312" charset="0"/>
              </a:rPr>
              <a:t>(</a:t>
            </a:r>
            <a:r>
              <a:rPr kumimoji="1" lang="en-US" altLang="zh-CN" sz="3200" b="1">
                <a:solidFill>
                  <a:srgbClr val="003399"/>
                </a:solidFill>
                <a:latin typeface="Times New Roman" charset="0"/>
                <a:ea typeface="楷体_GB2312" charset="0"/>
                <a:sym typeface="Symbol" charset="2"/>
              </a:rPr>
              <a:t></a:t>
            </a:r>
            <a:r>
              <a:rPr kumimoji="1" lang="en-US" altLang="zh-CN" sz="3200" b="1">
                <a:solidFill>
                  <a:srgbClr val="003399"/>
                </a:solidFill>
                <a:latin typeface="Times New Roman" charset="0"/>
                <a:ea typeface="楷体_GB2312" charset="0"/>
              </a:rPr>
              <a:t> ) {</a:t>
            </a:r>
          </a:p>
          <a:p>
            <a:pPr>
              <a:lnSpc>
                <a:spcPct val="110000"/>
              </a:lnSpc>
            </a:pPr>
            <a:r>
              <a:rPr kumimoji="1" lang="en-US" altLang="zh-CN" sz="3200" b="1">
                <a:solidFill>
                  <a:srgbClr val="003399"/>
                </a:solidFill>
                <a:latin typeface="Times New Roman" charset="0"/>
                <a:ea typeface="楷体_GB2312" charset="0"/>
              </a:rPr>
              <a:t>                      CrtSubtree( t, c);  </a:t>
            </a:r>
            <a:r>
              <a:rPr kumimoji="1" lang="en-US" altLang="zh-CN" sz="2800" b="1">
                <a:solidFill>
                  <a:srgbClr val="003399"/>
                </a:solidFill>
                <a:latin typeface="Times New Roman" charset="0"/>
                <a:ea typeface="楷体_GB2312" charset="0"/>
              </a:rPr>
              <a:t>// </a:t>
            </a:r>
            <a:r>
              <a:rPr kumimoji="1" lang="zh-CN" altLang="en-US" sz="2800" b="1">
                <a:solidFill>
                  <a:srgbClr val="003399"/>
                </a:solidFill>
                <a:latin typeface="Times New Roman" charset="0"/>
                <a:ea typeface="楷体_GB2312" charset="0"/>
              </a:rPr>
              <a:t>建二叉树并入栈</a:t>
            </a:r>
            <a:endParaRPr kumimoji="1" lang="zh-CN" altLang="en-US" sz="3200" b="1">
              <a:solidFill>
                <a:srgbClr val="003399"/>
              </a:solidFill>
              <a:latin typeface="Times New Roman" charset="0"/>
              <a:ea typeface="楷体_GB2312" charset="0"/>
            </a:endParaRPr>
          </a:p>
          <a:p>
            <a:pPr>
              <a:lnSpc>
                <a:spcPct val="110000"/>
              </a:lnSpc>
            </a:pPr>
            <a:r>
              <a:rPr kumimoji="1" lang="zh-CN" altLang="en-US" sz="3200" b="1">
                <a:solidFill>
                  <a:srgbClr val="003399"/>
                </a:solidFill>
                <a:latin typeface="Times New Roman" charset="0"/>
                <a:ea typeface="楷体_GB2312" charset="0"/>
              </a:rPr>
              <a:t>                      </a:t>
            </a:r>
            <a:r>
              <a:rPr kumimoji="1" lang="en-US" altLang="zh-CN" sz="3200" b="1">
                <a:solidFill>
                  <a:srgbClr val="003399"/>
                </a:solidFill>
                <a:latin typeface="Times New Roman" charset="0"/>
                <a:ea typeface="楷体_GB2312" charset="0"/>
              </a:rPr>
              <a:t>Pop(S, c)      }</a:t>
            </a:r>
          </a:p>
          <a:p>
            <a:pPr>
              <a:lnSpc>
                <a:spcPct val="110000"/>
              </a:lnSpc>
            </a:pPr>
            <a:r>
              <a:rPr kumimoji="1" lang="en-US" altLang="zh-CN" sz="3200" b="1">
                <a:latin typeface="Times New Roman" charset="0"/>
                <a:ea typeface="楷体_GB2312" charset="0"/>
              </a:rPr>
              <a:t>                   </a:t>
            </a:r>
            <a:r>
              <a:rPr kumimoji="1" lang="en-US" altLang="zh-CN" sz="3200" b="1">
                <a:solidFill>
                  <a:srgbClr val="003399"/>
                </a:solidFill>
                <a:latin typeface="Times New Roman" charset="0"/>
                <a:ea typeface="楷体_GB2312" charset="0"/>
              </a:rPr>
              <a:t>break;</a:t>
            </a:r>
            <a:r>
              <a:rPr kumimoji="1" lang="en-US" altLang="zh-CN" sz="3200" b="1">
                <a:latin typeface="Times New Roman" charset="0"/>
                <a:ea typeface="楷体_GB2312" charset="0"/>
              </a:rPr>
              <a:t> </a:t>
            </a:r>
          </a:p>
          <a:p>
            <a:pPr>
              <a:lnSpc>
                <a:spcPct val="110000"/>
              </a:lnSpc>
            </a:pPr>
            <a:r>
              <a:rPr kumimoji="1" lang="en-US" altLang="zh-CN" sz="3200" b="1">
                <a:solidFill>
                  <a:srgbClr val="0000CC"/>
                </a:solidFill>
                <a:latin typeface="Times New Roman" charset="0"/>
                <a:ea typeface="楷体_GB2312" charset="0"/>
              </a:rPr>
              <a:t>    defult :                     </a:t>
            </a:r>
            <a:endParaRPr kumimoji="1" lang="en-US" altLang="zh-CN" sz="3200">
              <a:solidFill>
                <a:srgbClr val="0000CC"/>
              </a:solidFill>
              <a:latin typeface="Times New Roman" charset="0"/>
              <a:ea typeface="楷体_GB2312" charset="0"/>
            </a:endParaRPr>
          </a:p>
          <a:p>
            <a:endParaRPr kumimoji="1" lang="en-US" altLang="zh-CN" sz="3200">
              <a:solidFill>
                <a:srgbClr val="0000CC"/>
              </a:solidFill>
              <a:latin typeface="Times New Roman" charset="0"/>
              <a:ea typeface="楷体_GB2312" charset="0"/>
            </a:endParaRPr>
          </a:p>
          <a:p>
            <a:r>
              <a:rPr kumimoji="1" lang="en-US" altLang="zh-CN" sz="3200" b="1">
                <a:solidFill>
                  <a:srgbClr val="0000CC"/>
                </a:solidFill>
                <a:latin typeface="Times New Roman" charset="0"/>
                <a:ea typeface="楷体_GB2312" charset="0"/>
              </a:rPr>
              <a:t>}</a:t>
            </a:r>
            <a:r>
              <a:rPr kumimoji="1" lang="en-US" altLang="zh-CN" sz="3200">
                <a:solidFill>
                  <a:srgbClr val="0000CC"/>
                </a:solidFill>
                <a:latin typeface="Times New Roman" charset="0"/>
                <a:ea typeface="楷体_GB2312" charset="0"/>
              </a:rPr>
              <a:t> // switch</a:t>
            </a:r>
            <a:endParaRPr kumimoji="1" lang="en-US" altLang="zh-CN" sz="3200">
              <a:latin typeface="Times New Roman" charset="0"/>
            </a:endParaRPr>
          </a:p>
        </p:txBody>
      </p:sp>
      <p:sp>
        <p:nvSpPr>
          <p:cNvPr id="237571" name="Text Box 3">
            <a:hlinkClick r:id="" action="ppaction://hlinkshowjump?jump=nextslide" highlightClick="1"/>
          </p:cNvPr>
          <p:cNvSpPr txBox="1">
            <a:spLocks noChangeArrowheads="1"/>
          </p:cNvSpPr>
          <p:nvPr/>
        </p:nvSpPr>
        <p:spPr bwMode="auto">
          <a:xfrm>
            <a:off x="2457450" y="4572000"/>
            <a:ext cx="120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b="1">
                <a:solidFill>
                  <a:srgbClr val="003399"/>
                </a:solidFill>
                <a:latin typeface="Times New Roman" charset="0"/>
              </a:rPr>
              <a:t>… … </a:t>
            </a:r>
          </a:p>
        </p:txBody>
      </p:sp>
      <p:sp>
        <p:nvSpPr>
          <p:cNvPr id="237572" name="AutoShape 4">
            <a:hlinkClick r:id="" action="ppaction://hlinkshowjump?jump=previousslide" highlightClick="1"/>
          </p:cNvPr>
          <p:cNvSpPr>
            <a:spLocks noChangeArrowheads="1"/>
          </p:cNvSpPr>
          <p:nvPr/>
        </p:nvSpPr>
        <p:spPr bwMode="auto">
          <a:xfrm>
            <a:off x="8305800" y="6172200"/>
            <a:ext cx="381000" cy="381000"/>
          </a:xfrm>
          <a:prstGeom prst="actionButtonBackPrevious">
            <a:avLst/>
          </a:prstGeom>
          <a:solidFill>
            <a:srgbClr val="FFCC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298916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375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AutoShape 2">
            <a:hlinkClick r:id="" action="ppaction://hlinkshowjump?jump=lastslideviewed" highlightClick="1"/>
          </p:cNvPr>
          <p:cNvSpPr>
            <a:spLocks noChangeArrowheads="1"/>
          </p:cNvSpPr>
          <p:nvPr/>
        </p:nvSpPr>
        <p:spPr bwMode="auto">
          <a:xfrm>
            <a:off x="8229600" y="6019800"/>
            <a:ext cx="381000" cy="381000"/>
          </a:xfrm>
          <a:prstGeom prst="actionButtonReturn">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8595" name="Text Box 3">
            <a:hlinkClick r:id="rId2" action="ppaction://hlinksldjump"/>
          </p:cNvPr>
          <p:cNvSpPr txBox="1">
            <a:spLocks noChangeArrowheads="1"/>
          </p:cNvSpPr>
          <p:nvPr/>
        </p:nvSpPr>
        <p:spPr bwMode="auto">
          <a:xfrm>
            <a:off x="533400" y="1524000"/>
            <a:ext cx="8001000" cy="412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05000"/>
              </a:lnSpc>
            </a:pPr>
            <a:r>
              <a:rPr kumimoji="1" lang="en-US" altLang="zh-CN" sz="3600" b="1">
                <a:solidFill>
                  <a:srgbClr val="003399"/>
                </a:solidFill>
                <a:latin typeface="Times New Roman" charset="0"/>
                <a:ea typeface="楷体_GB2312" charset="0"/>
              </a:rPr>
              <a:t>while</a:t>
            </a:r>
            <a:r>
              <a:rPr kumimoji="1" lang="en-US" altLang="zh-CN" sz="3600">
                <a:solidFill>
                  <a:srgbClr val="003399"/>
                </a:solidFill>
                <a:latin typeface="Times New Roman" charset="0"/>
                <a:ea typeface="楷体_GB2312" charset="0"/>
              </a:rPr>
              <a:t>(</a:t>
            </a:r>
            <a:r>
              <a:rPr kumimoji="1" lang="en-US" altLang="zh-CN" sz="3600" b="1">
                <a:solidFill>
                  <a:srgbClr val="003399"/>
                </a:solidFill>
                <a:latin typeface="Times New Roman" charset="0"/>
                <a:ea typeface="楷体_GB2312" charset="0"/>
              </a:rPr>
              <a:t>!</a:t>
            </a:r>
            <a:r>
              <a:rPr kumimoji="1" lang="en-US" altLang="zh-CN" sz="3600">
                <a:solidFill>
                  <a:srgbClr val="003399"/>
                </a:solidFill>
                <a:latin typeface="Times New Roman" charset="0"/>
                <a:ea typeface="楷体_GB2312" charset="0"/>
              </a:rPr>
              <a:t>Gettop(S, c) </a:t>
            </a:r>
            <a:r>
              <a:rPr kumimoji="1" lang="en-US" altLang="zh-CN" sz="3600" b="1">
                <a:solidFill>
                  <a:srgbClr val="003399"/>
                </a:solidFill>
                <a:latin typeface="Times New Roman" charset="0"/>
                <a:ea typeface="楷体_GB2312" charset="0"/>
              </a:rPr>
              <a:t>&amp;&amp;</a:t>
            </a:r>
            <a:r>
              <a:rPr kumimoji="1" lang="en-US" altLang="zh-CN" sz="3600">
                <a:solidFill>
                  <a:srgbClr val="003399"/>
                </a:solidFill>
                <a:latin typeface="Times New Roman" charset="0"/>
                <a:ea typeface="楷体_GB2312" charset="0"/>
              </a:rPr>
              <a:t> ( precede(c,ch))) </a:t>
            </a:r>
            <a:r>
              <a:rPr kumimoji="1" lang="en-US" altLang="zh-CN" sz="3600" b="1">
                <a:solidFill>
                  <a:srgbClr val="003399"/>
                </a:solidFill>
                <a:latin typeface="Times New Roman" charset="0"/>
                <a:ea typeface="楷体_GB2312" charset="0"/>
              </a:rPr>
              <a:t>{</a:t>
            </a:r>
            <a:r>
              <a:rPr kumimoji="1" lang="en-US" altLang="zh-CN" sz="3600">
                <a:solidFill>
                  <a:srgbClr val="003399"/>
                </a:solidFill>
                <a:latin typeface="Times New Roman" charset="0"/>
                <a:ea typeface="楷体_GB2312" charset="0"/>
              </a:rPr>
              <a:t> </a:t>
            </a:r>
          </a:p>
          <a:p>
            <a:pPr>
              <a:lnSpc>
                <a:spcPct val="105000"/>
              </a:lnSpc>
            </a:pPr>
            <a:r>
              <a:rPr kumimoji="1" lang="en-US" altLang="zh-CN" sz="3600">
                <a:solidFill>
                  <a:srgbClr val="003399"/>
                </a:solidFill>
                <a:latin typeface="Times New Roman" charset="0"/>
                <a:ea typeface="楷体_GB2312" charset="0"/>
              </a:rPr>
              <a:t>    CrtSubtree( t, c);</a:t>
            </a:r>
          </a:p>
          <a:p>
            <a:pPr>
              <a:lnSpc>
                <a:spcPct val="105000"/>
              </a:lnSpc>
            </a:pPr>
            <a:r>
              <a:rPr kumimoji="1" lang="en-US" altLang="zh-CN" sz="3600">
                <a:solidFill>
                  <a:srgbClr val="003399"/>
                </a:solidFill>
                <a:latin typeface="Times New Roman" charset="0"/>
                <a:ea typeface="楷体_GB2312" charset="0"/>
              </a:rPr>
              <a:t>    Pop(S, c);</a:t>
            </a:r>
          </a:p>
          <a:p>
            <a:pPr>
              <a:lnSpc>
                <a:spcPct val="105000"/>
              </a:lnSpc>
            </a:pPr>
            <a:r>
              <a:rPr kumimoji="1" lang="en-US" altLang="zh-CN" sz="3600" b="1">
                <a:solidFill>
                  <a:srgbClr val="003399"/>
                </a:solidFill>
                <a:latin typeface="Times New Roman" charset="0"/>
                <a:ea typeface="楷体_GB2312" charset="0"/>
              </a:rPr>
              <a:t>}</a:t>
            </a:r>
            <a:endParaRPr kumimoji="1" lang="en-US" altLang="zh-CN" sz="3600">
              <a:solidFill>
                <a:srgbClr val="003399"/>
              </a:solidFill>
              <a:latin typeface="Times New Roman" charset="0"/>
              <a:ea typeface="楷体_GB2312" charset="0"/>
            </a:endParaRPr>
          </a:p>
          <a:p>
            <a:pPr>
              <a:lnSpc>
                <a:spcPct val="105000"/>
              </a:lnSpc>
            </a:pPr>
            <a:r>
              <a:rPr kumimoji="1" lang="en-US" altLang="zh-CN" sz="3600" b="1">
                <a:solidFill>
                  <a:srgbClr val="003399"/>
                </a:solidFill>
                <a:latin typeface="Times New Roman" charset="0"/>
                <a:ea typeface="楷体_GB2312" charset="0"/>
              </a:rPr>
              <a:t>if</a:t>
            </a:r>
            <a:r>
              <a:rPr kumimoji="1" lang="en-US" altLang="zh-CN" sz="3600">
                <a:solidFill>
                  <a:srgbClr val="003399"/>
                </a:solidFill>
                <a:latin typeface="Times New Roman" charset="0"/>
                <a:ea typeface="楷体_GB2312" charset="0"/>
              </a:rPr>
              <a:t> ( ch</a:t>
            </a:r>
            <a:r>
              <a:rPr kumimoji="1" lang="en-US" altLang="zh-CN" sz="3600" b="1">
                <a:solidFill>
                  <a:srgbClr val="003399"/>
                </a:solidFill>
                <a:latin typeface="Times New Roman" charset="0"/>
                <a:ea typeface="楷体_GB2312" charset="0"/>
              </a:rPr>
              <a:t>!=</a:t>
            </a:r>
            <a:r>
              <a:rPr kumimoji="1" lang="en-US" altLang="zh-CN" sz="3600">
                <a:solidFill>
                  <a:srgbClr val="003399"/>
                </a:solidFill>
                <a:latin typeface="Times New Roman" charset="0"/>
                <a:ea typeface="楷体_GB2312" charset="0"/>
              </a:rPr>
              <a:t> </a:t>
            </a:r>
            <a:r>
              <a:rPr kumimoji="1" lang="en-US" altLang="zh-CN" sz="3600">
                <a:solidFill>
                  <a:srgbClr val="003399"/>
                </a:solidFill>
                <a:latin typeface="Times New Roman" charset="0"/>
                <a:ea typeface="楷体_GB2312" charset="0"/>
                <a:sym typeface="Symbol" charset="2"/>
              </a:rPr>
              <a:t></a:t>
            </a:r>
            <a:r>
              <a:rPr kumimoji="1" lang="en-US" altLang="zh-CN" sz="3600">
                <a:solidFill>
                  <a:srgbClr val="003399"/>
                </a:solidFill>
                <a:latin typeface="Times New Roman" charset="0"/>
                <a:ea typeface="楷体_GB2312" charset="0"/>
              </a:rPr>
              <a:t>#</a:t>
            </a:r>
            <a:r>
              <a:rPr kumimoji="1" lang="en-US" altLang="zh-CN" sz="3600">
                <a:solidFill>
                  <a:srgbClr val="003399"/>
                </a:solidFill>
                <a:latin typeface="Times New Roman" charset="0"/>
                <a:ea typeface="楷体_GB2312" charset="0"/>
                <a:sym typeface="Symbol" charset="2"/>
              </a:rPr>
              <a:t></a:t>
            </a:r>
            <a:r>
              <a:rPr kumimoji="1" lang="en-US" altLang="zh-CN" sz="3600">
                <a:solidFill>
                  <a:srgbClr val="003399"/>
                </a:solidFill>
                <a:latin typeface="Times New Roman" charset="0"/>
                <a:ea typeface="楷体_GB2312" charset="0"/>
              </a:rPr>
              <a:t> ) Push( S, ch);</a:t>
            </a:r>
            <a:r>
              <a:rPr kumimoji="1" lang="en-US" altLang="zh-CN" sz="3600">
                <a:latin typeface="Times New Roman" charset="0"/>
                <a:ea typeface="楷体_GB2312" charset="0"/>
              </a:rPr>
              <a:t> </a:t>
            </a:r>
          </a:p>
          <a:p>
            <a:pPr>
              <a:lnSpc>
                <a:spcPct val="105000"/>
              </a:lnSpc>
            </a:pPr>
            <a:r>
              <a:rPr kumimoji="1" lang="en-US" altLang="zh-CN" sz="3600" b="1">
                <a:solidFill>
                  <a:srgbClr val="003399"/>
                </a:solidFill>
                <a:latin typeface="Times New Roman" charset="0"/>
                <a:ea typeface="楷体_GB2312" charset="0"/>
              </a:rPr>
              <a:t>break</a:t>
            </a:r>
            <a:r>
              <a:rPr kumimoji="1" lang="en-US" altLang="zh-CN" sz="3600">
                <a:solidFill>
                  <a:srgbClr val="003399"/>
                </a:solidFill>
                <a:latin typeface="Times New Roman" charset="0"/>
                <a:ea typeface="楷体_GB2312" charset="0"/>
              </a:rPr>
              <a:t>;</a:t>
            </a:r>
            <a:endParaRPr kumimoji="1" lang="en-US" altLang="zh-CN" sz="3600">
              <a:solidFill>
                <a:srgbClr val="003399"/>
              </a:solidFill>
              <a:latin typeface="Times New Roman" charset="0"/>
            </a:endParaRPr>
          </a:p>
        </p:txBody>
      </p:sp>
    </p:spTree>
    <p:extLst>
      <p:ext uri="{BB962C8B-B14F-4D97-AF65-F5344CB8AC3E}">
        <p14:creationId xmlns:p14="http://schemas.microsoft.com/office/powerpoint/2010/main" val="1183473843"/>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2"/>
          <p:cNvSpPr txBox="1">
            <a:spLocks noChangeArrowheads="1"/>
          </p:cNvSpPr>
          <p:nvPr/>
        </p:nvSpPr>
        <p:spPr bwMode="auto">
          <a:xfrm>
            <a:off x="1447800" y="152400"/>
            <a:ext cx="526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990033"/>
                </a:solidFill>
                <a:latin typeface="Times New Roman" charset="0"/>
                <a:ea typeface="楷体_GB2312" charset="0"/>
              </a:rPr>
              <a:t>建叶子结点的算法为：</a:t>
            </a:r>
            <a:endParaRPr kumimoji="1" lang="zh-CN" altLang="en-US" sz="2400">
              <a:latin typeface="Times New Roman" charset="0"/>
            </a:endParaRPr>
          </a:p>
        </p:txBody>
      </p:sp>
      <p:sp>
        <p:nvSpPr>
          <p:cNvPr id="239619" name="Text Box 3"/>
          <p:cNvSpPr txBox="1">
            <a:spLocks noChangeArrowheads="1"/>
          </p:cNvSpPr>
          <p:nvPr/>
        </p:nvSpPr>
        <p:spPr bwMode="auto">
          <a:xfrm>
            <a:off x="193675" y="1447800"/>
            <a:ext cx="9007475"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990033"/>
                </a:solidFill>
                <a:latin typeface="Times New Roman" charset="0"/>
              </a:rPr>
              <a:t>void</a:t>
            </a:r>
            <a:r>
              <a:rPr kumimoji="1" lang="en-US" altLang="zh-CN" sz="4000">
                <a:solidFill>
                  <a:srgbClr val="990033"/>
                </a:solidFill>
                <a:latin typeface="Times New Roman" charset="0"/>
              </a:rPr>
              <a:t> CrtNode(BiTree</a:t>
            </a:r>
            <a:r>
              <a:rPr kumimoji="1" lang="en-US" altLang="zh-CN" sz="4000" b="1">
                <a:solidFill>
                  <a:srgbClr val="990033"/>
                </a:solidFill>
                <a:latin typeface="Times New Roman" charset="0"/>
              </a:rPr>
              <a:t>&amp;</a:t>
            </a:r>
            <a:r>
              <a:rPr kumimoji="1" lang="en-US" altLang="zh-CN" sz="4000">
                <a:solidFill>
                  <a:srgbClr val="990033"/>
                </a:solidFill>
                <a:latin typeface="Times New Roman" charset="0"/>
              </a:rPr>
              <a:t> T,char ch)</a:t>
            </a:r>
          </a:p>
          <a:p>
            <a:r>
              <a:rPr kumimoji="1" lang="en-US" altLang="zh-CN" sz="4000">
                <a:solidFill>
                  <a:srgbClr val="990033"/>
                </a:solidFill>
                <a:latin typeface="Times New Roman" charset="0"/>
              </a:rPr>
              <a:t>{</a:t>
            </a:r>
          </a:p>
          <a:p>
            <a:r>
              <a:rPr kumimoji="1" lang="en-US" altLang="zh-CN" sz="4000">
                <a:solidFill>
                  <a:srgbClr val="990033"/>
                </a:solidFill>
                <a:latin typeface="Times New Roman" charset="0"/>
              </a:rPr>
              <a:t>   T=(BiTNode*)</a:t>
            </a:r>
            <a:r>
              <a:rPr kumimoji="1" lang="en-US" altLang="zh-CN" sz="4000" b="1">
                <a:solidFill>
                  <a:srgbClr val="990033"/>
                </a:solidFill>
                <a:latin typeface="Times New Roman" charset="0"/>
              </a:rPr>
              <a:t>malloc</a:t>
            </a:r>
            <a:r>
              <a:rPr kumimoji="1" lang="en-US" altLang="zh-CN" sz="4000">
                <a:solidFill>
                  <a:srgbClr val="990033"/>
                </a:solidFill>
                <a:latin typeface="Times New Roman" charset="0"/>
              </a:rPr>
              <a:t>(</a:t>
            </a:r>
            <a:r>
              <a:rPr kumimoji="1" lang="en-US" altLang="zh-CN" sz="4000" b="1">
                <a:solidFill>
                  <a:srgbClr val="990033"/>
                </a:solidFill>
                <a:latin typeface="Times New Roman" charset="0"/>
              </a:rPr>
              <a:t>sizeof</a:t>
            </a:r>
            <a:r>
              <a:rPr kumimoji="1" lang="en-US" altLang="zh-CN" sz="4000">
                <a:solidFill>
                  <a:srgbClr val="990033"/>
                </a:solidFill>
                <a:latin typeface="Times New Roman" charset="0"/>
              </a:rPr>
              <a:t>(BiTNode));</a:t>
            </a:r>
          </a:p>
          <a:p>
            <a:r>
              <a:rPr kumimoji="1" lang="en-US" altLang="zh-CN" sz="4000">
                <a:solidFill>
                  <a:srgbClr val="990033"/>
                </a:solidFill>
                <a:latin typeface="Times New Roman" charset="0"/>
              </a:rPr>
              <a:t>   T-&gt;data = char;</a:t>
            </a:r>
          </a:p>
          <a:p>
            <a:r>
              <a:rPr kumimoji="1" lang="en-US" altLang="zh-CN" sz="4000">
                <a:solidFill>
                  <a:srgbClr val="990033"/>
                </a:solidFill>
                <a:latin typeface="Times New Roman" charset="0"/>
              </a:rPr>
              <a:t>   T-&gt;lchild = T-&gt;rchild = NULL;</a:t>
            </a:r>
          </a:p>
          <a:p>
            <a:r>
              <a:rPr kumimoji="1" lang="en-US" altLang="zh-CN" sz="4000">
                <a:solidFill>
                  <a:srgbClr val="990033"/>
                </a:solidFill>
                <a:latin typeface="Times New Roman" charset="0"/>
              </a:rPr>
              <a:t>  </a:t>
            </a:r>
            <a:r>
              <a:rPr kumimoji="1" lang="en-US" altLang="zh-CN" sz="4000" b="1">
                <a:solidFill>
                  <a:srgbClr val="CC0000"/>
                </a:solidFill>
                <a:latin typeface="Times New Roman" charset="0"/>
              </a:rPr>
              <a:t> Push( PTR, T );</a:t>
            </a:r>
          </a:p>
          <a:p>
            <a:r>
              <a:rPr kumimoji="1" lang="en-US" altLang="zh-CN" sz="4000">
                <a:solidFill>
                  <a:srgbClr val="990033"/>
                </a:solidFill>
                <a:latin typeface="Times New Roman" charset="0"/>
              </a:rPr>
              <a:t>}</a:t>
            </a:r>
            <a:endParaRPr kumimoji="1" lang="en-US" altLang="zh-CN" sz="2400">
              <a:latin typeface="Times New Roman" charset="0"/>
            </a:endParaRPr>
          </a:p>
        </p:txBody>
      </p:sp>
    </p:spTree>
    <p:extLst>
      <p:ext uri="{BB962C8B-B14F-4D97-AF65-F5344CB8AC3E}">
        <p14:creationId xmlns:p14="http://schemas.microsoft.com/office/powerpoint/2010/main" val="965098841"/>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Text Box 2"/>
          <p:cNvSpPr txBox="1">
            <a:spLocks noChangeArrowheads="1"/>
          </p:cNvSpPr>
          <p:nvPr/>
        </p:nvSpPr>
        <p:spPr bwMode="auto">
          <a:xfrm>
            <a:off x="1371600" y="152400"/>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990033"/>
                </a:solidFill>
                <a:latin typeface="Times New Roman" charset="0"/>
                <a:ea typeface="楷体_GB2312" charset="0"/>
              </a:rPr>
              <a:t>建子树的算法为：</a:t>
            </a:r>
          </a:p>
        </p:txBody>
      </p:sp>
      <p:sp>
        <p:nvSpPr>
          <p:cNvPr id="240643" name="Text Box 3"/>
          <p:cNvSpPr txBox="1">
            <a:spLocks noChangeArrowheads="1"/>
          </p:cNvSpPr>
          <p:nvPr/>
        </p:nvSpPr>
        <p:spPr bwMode="auto">
          <a:xfrm>
            <a:off x="212725" y="1355725"/>
            <a:ext cx="9007475"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990033"/>
                </a:solidFill>
                <a:latin typeface="Times New Roman" charset="0"/>
              </a:rPr>
              <a:t>void</a:t>
            </a:r>
            <a:r>
              <a:rPr kumimoji="1" lang="en-US" altLang="zh-CN" sz="4000">
                <a:solidFill>
                  <a:srgbClr val="990033"/>
                </a:solidFill>
                <a:latin typeface="Times New Roman" charset="0"/>
              </a:rPr>
              <a:t> CrtSubtree</a:t>
            </a:r>
            <a:r>
              <a:rPr kumimoji="1" lang="en-US" altLang="zh-CN" sz="2400">
                <a:solidFill>
                  <a:srgbClr val="990033"/>
                </a:solidFill>
                <a:latin typeface="Times New Roman" charset="0"/>
              </a:rPr>
              <a:t> </a:t>
            </a:r>
            <a:r>
              <a:rPr kumimoji="1" lang="en-US" altLang="zh-CN" sz="4000">
                <a:solidFill>
                  <a:srgbClr val="990033"/>
                </a:solidFill>
                <a:latin typeface="Times New Roman" charset="0"/>
              </a:rPr>
              <a:t>(Bitree</a:t>
            </a:r>
            <a:r>
              <a:rPr kumimoji="1" lang="en-US" altLang="zh-CN" sz="4000" b="1">
                <a:solidFill>
                  <a:srgbClr val="990033"/>
                </a:solidFill>
                <a:latin typeface="Times New Roman" charset="0"/>
              </a:rPr>
              <a:t>&amp;</a:t>
            </a:r>
            <a:r>
              <a:rPr kumimoji="1" lang="en-US" altLang="zh-CN" sz="4000">
                <a:solidFill>
                  <a:srgbClr val="990033"/>
                </a:solidFill>
                <a:latin typeface="Times New Roman" charset="0"/>
              </a:rPr>
              <a:t> T, char c)</a:t>
            </a:r>
          </a:p>
          <a:p>
            <a:r>
              <a:rPr kumimoji="1" lang="en-US" altLang="zh-CN" sz="4000">
                <a:solidFill>
                  <a:srgbClr val="990033"/>
                </a:solidFill>
                <a:latin typeface="Times New Roman" charset="0"/>
              </a:rPr>
              <a:t>{</a:t>
            </a:r>
          </a:p>
          <a:p>
            <a:r>
              <a:rPr kumimoji="1" lang="en-US" altLang="zh-CN" sz="4000">
                <a:solidFill>
                  <a:srgbClr val="990033"/>
                </a:solidFill>
                <a:latin typeface="Times New Roman" charset="0"/>
              </a:rPr>
              <a:t>   T=(BiTNode*)</a:t>
            </a:r>
            <a:r>
              <a:rPr kumimoji="1" lang="en-US" altLang="zh-CN" sz="4000" b="1">
                <a:solidFill>
                  <a:srgbClr val="990033"/>
                </a:solidFill>
                <a:latin typeface="Times New Roman" charset="0"/>
              </a:rPr>
              <a:t>malloc</a:t>
            </a:r>
            <a:r>
              <a:rPr kumimoji="1" lang="en-US" altLang="zh-CN" sz="4000">
                <a:solidFill>
                  <a:srgbClr val="990033"/>
                </a:solidFill>
                <a:latin typeface="Times New Roman" charset="0"/>
              </a:rPr>
              <a:t>(</a:t>
            </a:r>
            <a:r>
              <a:rPr kumimoji="1" lang="en-US" altLang="zh-CN" sz="4000" b="1">
                <a:solidFill>
                  <a:srgbClr val="990033"/>
                </a:solidFill>
                <a:latin typeface="Times New Roman" charset="0"/>
              </a:rPr>
              <a:t>sizeof</a:t>
            </a:r>
            <a:r>
              <a:rPr kumimoji="1" lang="en-US" altLang="zh-CN" sz="4000">
                <a:solidFill>
                  <a:srgbClr val="990033"/>
                </a:solidFill>
                <a:latin typeface="Times New Roman" charset="0"/>
              </a:rPr>
              <a:t>(BiTNode));</a:t>
            </a:r>
          </a:p>
          <a:p>
            <a:r>
              <a:rPr kumimoji="1" lang="en-US" altLang="zh-CN" sz="4000">
                <a:solidFill>
                  <a:srgbClr val="990033"/>
                </a:solidFill>
                <a:latin typeface="Times New Roman" charset="0"/>
              </a:rPr>
              <a:t>   T-&gt;data = c;</a:t>
            </a:r>
          </a:p>
          <a:p>
            <a:r>
              <a:rPr kumimoji="1" lang="en-US" altLang="zh-CN" sz="4000">
                <a:solidFill>
                  <a:srgbClr val="990033"/>
                </a:solidFill>
                <a:latin typeface="Times New Roman" charset="0"/>
              </a:rPr>
              <a:t>   Pop(PTR, rc);  T-&gt;rchild = rc;</a:t>
            </a:r>
          </a:p>
          <a:p>
            <a:r>
              <a:rPr kumimoji="1" lang="en-US" altLang="zh-CN" sz="4000">
                <a:solidFill>
                  <a:srgbClr val="990033"/>
                </a:solidFill>
                <a:latin typeface="Times New Roman" charset="0"/>
              </a:rPr>
              <a:t>   Pop(PTR, lc);  T-&gt;lchild = lc;</a:t>
            </a:r>
          </a:p>
          <a:p>
            <a:r>
              <a:rPr kumimoji="1" lang="en-US" altLang="zh-CN" sz="4000">
                <a:latin typeface="Times New Roman" charset="0"/>
              </a:rPr>
              <a:t>   </a:t>
            </a:r>
            <a:r>
              <a:rPr kumimoji="1" lang="en-US" altLang="zh-CN" sz="4000" b="1">
                <a:solidFill>
                  <a:srgbClr val="CC0000"/>
                </a:solidFill>
                <a:latin typeface="Times New Roman" charset="0"/>
              </a:rPr>
              <a:t>Push(PTR, T);</a:t>
            </a:r>
            <a:endParaRPr kumimoji="1" lang="en-US" altLang="zh-CN" sz="4000">
              <a:solidFill>
                <a:srgbClr val="CC0000"/>
              </a:solidFill>
              <a:latin typeface="Times New Roman" charset="0"/>
            </a:endParaRPr>
          </a:p>
          <a:p>
            <a:r>
              <a:rPr kumimoji="1" lang="en-US" altLang="zh-CN" sz="4000">
                <a:solidFill>
                  <a:srgbClr val="990033"/>
                </a:solidFill>
                <a:latin typeface="Times New Roman" charset="0"/>
              </a:rPr>
              <a:t>}</a:t>
            </a:r>
            <a:endParaRPr kumimoji="1" lang="en-US" altLang="zh-CN" sz="2400">
              <a:solidFill>
                <a:srgbClr val="990033"/>
              </a:solidFill>
              <a:latin typeface="Times New Roman" charset="0"/>
            </a:endParaRPr>
          </a:p>
        </p:txBody>
      </p:sp>
      <p:sp>
        <p:nvSpPr>
          <p:cNvPr id="240644" name="AutoShape 4">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998214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40644"/>
                                        </p:tgtEl>
                                        <p:attrNameLst>
                                          <p:attrName>style.visibility</p:attrName>
                                        </p:attrNameLst>
                                      </p:cBhvr>
                                      <p:to>
                                        <p:strVal val="visible"/>
                                      </p:to>
                                    </p:set>
                                    <p:anim calcmode="lin" valueType="num">
                                      <p:cBhvr additive="base">
                                        <p:cTn id="7" dur="500" fill="hold"/>
                                        <p:tgtEl>
                                          <p:spTgt spid="240644"/>
                                        </p:tgtEl>
                                        <p:attrNameLst>
                                          <p:attrName>ppt_x</p:attrName>
                                        </p:attrNameLst>
                                      </p:cBhvr>
                                      <p:tavLst>
                                        <p:tav tm="0">
                                          <p:val>
                                            <p:strVal val="1+#ppt_w/2"/>
                                          </p:val>
                                        </p:tav>
                                        <p:tav tm="100000">
                                          <p:val>
                                            <p:strVal val="#ppt_x"/>
                                          </p:val>
                                        </p:tav>
                                      </p:tavLst>
                                    </p:anim>
                                    <p:anim calcmode="lin" valueType="num">
                                      <p:cBhvr additive="base">
                                        <p:cTn id="8" dur="500" fill="hold"/>
                                        <p:tgtEl>
                                          <p:spTgt spid="240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p:cNvSpPr txBox="1">
            <a:spLocks noChangeArrowheads="1"/>
          </p:cNvSpPr>
          <p:nvPr/>
        </p:nvSpPr>
        <p:spPr bwMode="auto">
          <a:xfrm>
            <a:off x="228600" y="914400"/>
            <a:ext cx="8610600"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4000">
                <a:latin typeface="Times New Roman" charset="0"/>
                <a:ea typeface="楷体_GB2312" charset="0"/>
              </a:rPr>
              <a:t>   </a:t>
            </a:r>
            <a:r>
              <a:rPr kumimoji="1" lang="en-US" altLang="zh-CN" sz="4000">
                <a:solidFill>
                  <a:srgbClr val="800000"/>
                </a:solidFill>
                <a:latin typeface="Times New Roman" charset="0"/>
                <a:ea typeface="楷体_GB2312" charset="0"/>
              </a:rPr>
              <a:t> </a:t>
            </a:r>
            <a:r>
              <a:rPr kumimoji="1" lang="zh-CN" altLang="en-US" sz="4000">
                <a:solidFill>
                  <a:srgbClr val="800000"/>
                </a:solidFill>
                <a:latin typeface="Times New Roman" charset="0"/>
                <a:ea typeface="楷体_GB2312" charset="0"/>
              </a:rPr>
              <a:t>仅知二叉树的先序序列“</a:t>
            </a:r>
            <a:r>
              <a:rPr kumimoji="1" lang="en-US" altLang="zh-CN" sz="4400" b="1">
                <a:solidFill>
                  <a:srgbClr val="FF3300"/>
                </a:solidFill>
                <a:latin typeface="Times New Roman" charset="0"/>
                <a:ea typeface="楷体_GB2312" charset="0"/>
              </a:rPr>
              <a:t>abcdefg</a:t>
            </a:r>
            <a:r>
              <a:rPr kumimoji="1" lang="en-US" altLang="zh-CN" sz="4000">
                <a:solidFill>
                  <a:srgbClr val="800000"/>
                </a:solidFill>
                <a:latin typeface="Times New Roman" charset="0"/>
                <a:ea typeface="楷体_GB2312" charset="0"/>
              </a:rPr>
              <a:t>”</a:t>
            </a:r>
            <a:r>
              <a:rPr kumimoji="1" lang="en-US" altLang="zh-CN" sz="4000">
                <a:latin typeface="Times New Roman" charset="0"/>
                <a:ea typeface="楷体_GB2312" charset="0"/>
              </a:rPr>
              <a:t> </a:t>
            </a:r>
            <a:r>
              <a:rPr kumimoji="1" lang="zh-CN" altLang="en-US" sz="4000">
                <a:solidFill>
                  <a:srgbClr val="800000"/>
                </a:solidFill>
                <a:latin typeface="Times New Roman" charset="0"/>
                <a:ea typeface="楷体_GB2312" charset="0"/>
              </a:rPr>
              <a:t>不能唯一确定一棵二叉树，</a:t>
            </a:r>
            <a:endParaRPr kumimoji="1" lang="zh-CN" altLang="en-US" sz="4000">
              <a:latin typeface="Times New Roman" charset="0"/>
              <a:ea typeface="楷体_GB2312" charset="0"/>
            </a:endParaRPr>
          </a:p>
        </p:txBody>
      </p:sp>
      <p:sp>
        <p:nvSpPr>
          <p:cNvPr id="241667" name="Text Box 3"/>
          <p:cNvSpPr txBox="1">
            <a:spLocks noChangeArrowheads="1"/>
          </p:cNvSpPr>
          <p:nvPr/>
        </p:nvSpPr>
        <p:spPr bwMode="auto">
          <a:xfrm>
            <a:off x="1520825" y="152400"/>
            <a:ext cx="73183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9999"/>
                </a:solidFill>
                <a:latin typeface="Times New Roman" charset="0"/>
                <a:ea typeface="楷体_GB2312" charset="0"/>
              </a:rPr>
              <a:t>由二叉树的先序和中序序列建树</a:t>
            </a:r>
            <a:endParaRPr kumimoji="1" lang="zh-CN" altLang="en-US" sz="2400">
              <a:latin typeface="Times New Roman" charset="0"/>
            </a:endParaRPr>
          </a:p>
        </p:txBody>
      </p:sp>
      <p:sp>
        <p:nvSpPr>
          <p:cNvPr id="241668" name="Text Box 4"/>
          <p:cNvSpPr txBox="1">
            <a:spLocks noChangeArrowheads="1"/>
          </p:cNvSpPr>
          <p:nvPr/>
        </p:nvSpPr>
        <p:spPr bwMode="auto">
          <a:xfrm>
            <a:off x="228600" y="2438400"/>
            <a:ext cx="8686800"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4000">
                <a:solidFill>
                  <a:srgbClr val="CC0000"/>
                </a:solidFill>
                <a:latin typeface="Times New Roman" charset="0"/>
                <a:ea typeface="楷体_GB2312" charset="0"/>
              </a:rPr>
              <a:t>    </a:t>
            </a:r>
            <a:r>
              <a:rPr kumimoji="1" lang="zh-CN" altLang="en-US" sz="4000">
                <a:solidFill>
                  <a:srgbClr val="800000"/>
                </a:solidFill>
                <a:latin typeface="Times New Roman" charset="0"/>
                <a:ea typeface="楷体_GB2312" charset="0"/>
              </a:rPr>
              <a:t>如果同时已知二叉树的中序序列“</a:t>
            </a:r>
            <a:r>
              <a:rPr kumimoji="1" lang="en-US" altLang="zh-CN" sz="4400" b="1">
                <a:solidFill>
                  <a:srgbClr val="FF3300"/>
                </a:solidFill>
                <a:latin typeface="Times New Roman" charset="0"/>
                <a:ea typeface="楷体_GB2312" charset="0"/>
              </a:rPr>
              <a:t>cbdaegf</a:t>
            </a:r>
            <a:r>
              <a:rPr kumimoji="1" lang="en-US" altLang="zh-CN" sz="4000">
                <a:solidFill>
                  <a:srgbClr val="800000"/>
                </a:solidFill>
                <a:latin typeface="Times New Roman" charset="0"/>
                <a:ea typeface="楷体_GB2312" charset="0"/>
              </a:rPr>
              <a:t>”</a:t>
            </a:r>
            <a:r>
              <a:rPr kumimoji="1" lang="zh-CN" altLang="en-US" sz="4000">
                <a:solidFill>
                  <a:srgbClr val="800000"/>
                </a:solidFill>
                <a:latin typeface="Times New Roman" charset="0"/>
                <a:ea typeface="楷体_GB2312" charset="0"/>
              </a:rPr>
              <a:t>，则会如何？</a:t>
            </a:r>
            <a:r>
              <a:rPr kumimoji="1" lang="zh-CN" altLang="en-US" sz="4000">
                <a:solidFill>
                  <a:srgbClr val="FF9900"/>
                </a:solidFill>
                <a:latin typeface="Times New Roman" charset="0"/>
                <a:ea typeface="楷体_GB2312" charset="0"/>
              </a:rPr>
              <a:t> </a:t>
            </a:r>
            <a:r>
              <a:rPr kumimoji="1" lang="zh-CN" altLang="en-US" sz="4000">
                <a:latin typeface="Times New Roman" charset="0"/>
                <a:ea typeface="楷体_GB2312" charset="0"/>
              </a:rPr>
              <a:t> </a:t>
            </a:r>
          </a:p>
        </p:txBody>
      </p:sp>
      <p:pic>
        <p:nvPicPr>
          <p:cNvPr id="241669" name="Picture 5" descr="Green B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572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41670" name="Text Box 6"/>
          <p:cNvSpPr txBox="1">
            <a:spLocks noChangeArrowheads="1"/>
          </p:cNvSpPr>
          <p:nvPr/>
        </p:nvSpPr>
        <p:spPr bwMode="auto">
          <a:xfrm>
            <a:off x="76200" y="4343400"/>
            <a:ext cx="426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zh-CN" altLang="en-US" sz="4000">
                <a:solidFill>
                  <a:srgbClr val="800000"/>
                </a:solidFill>
                <a:latin typeface="Times New Roman" charset="0"/>
                <a:ea typeface="楷体_GB2312" charset="0"/>
              </a:rPr>
              <a:t>二叉树的先序序列</a:t>
            </a:r>
            <a:endParaRPr kumimoji="1" lang="zh-CN" altLang="en-US" sz="4000">
              <a:latin typeface="Times New Roman" charset="0"/>
              <a:ea typeface="楷体_GB2312" charset="0"/>
            </a:endParaRPr>
          </a:p>
        </p:txBody>
      </p:sp>
      <p:sp>
        <p:nvSpPr>
          <p:cNvPr id="241671" name="Text Box 7"/>
          <p:cNvSpPr txBox="1">
            <a:spLocks noChangeArrowheads="1"/>
          </p:cNvSpPr>
          <p:nvPr/>
        </p:nvSpPr>
        <p:spPr bwMode="auto">
          <a:xfrm>
            <a:off x="76200" y="5486400"/>
            <a:ext cx="426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zh-CN" altLang="en-US" sz="4000">
                <a:solidFill>
                  <a:srgbClr val="800000"/>
                </a:solidFill>
                <a:latin typeface="Times New Roman" charset="0"/>
                <a:ea typeface="楷体_GB2312" charset="0"/>
              </a:rPr>
              <a:t>二叉树的中序序列</a:t>
            </a:r>
            <a:endParaRPr kumimoji="1" lang="zh-CN" altLang="en-US" sz="4000">
              <a:latin typeface="Times New Roman" charset="0"/>
              <a:ea typeface="楷体_GB2312" charset="0"/>
            </a:endParaRPr>
          </a:p>
        </p:txBody>
      </p:sp>
      <p:sp>
        <p:nvSpPr>
          <p:cNvPr id="241672" name="Text Box 8"/>
          <p:cNvSpPr txBox="1">
            <a:spLocks noChangeArrowheads="1"/>
          </p:cNvSpPr>
          <p:nvPr/>
        </p:nvSpPr>
        <p:spPr bwMode="auto">
          <a:xfrm>
            <a:off x="4267200" y="5562600"/>
            <a:ext cx="1654175" cy="673100"/>
          </a:xfrm>
          <a:prstGeom prst="rect">
            <a:avLst/>
          </a:prstGeom>
          <a:solidFill>
            <a:srgbClr val="CCFFCC"/>
          </a:solidFill>
          <a:ln w="31750" cap="sq">
            <a:solidFill>
              <a:srgbClr val="008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3600" b="1">
                <a:solidFill>
                  <a:srgbClr val="009999"/>
                </a:solidFill>
                <a:latin typeface="Times New Roman" charset="0"/>
              </a:rPr>
              <a:t>左子树</a:t>
            </a:r>
            <a:endParaRPr kumimoji="1" lang="zh-CN" altLang="en-US" sz="2400">
              <a:latin typeface="Times New Roman" charset="0"/>
            </a:endParaRPr>
          </a:p>
        </p:txBody>
      </p:sp>
      <p:sp>
        <p:nvSpPr>
          <p:cNvPr id="241673" name="Text Box 9"/>
          <p:cNvSpPr txBox="1">
            <a:spLocks noChangeArrowheads="1"/>
          </p:cNvSpPr>
          <p:nvPr/>
        </p:nvSpPr>
        <p:spPr bwMode="auto">
          <a:xfrm>
            <a:off x="5051425" y="4419600"/>
            <a:ext cx="1654175" cy="673100"/>
          </a:xfrm>
          <a:prstGeom prst="rect">
            <a:avLst/>
          </a:prstGeom>
          <a:solidFill>
            <a:srgbClr val="CCFFCC"/>
          </a:solidFill>
          <a:ln w="31750" cap="sq">
            <a:solidFill>
              <a:srgbClr val="008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3600" b="1">
                <a:solidFill>
                  <a:srgbClr val="009999"/>
                </a:solidFill>
                <a:latin typeface="Times New Roman" charset="0"/>
              </a:rPr>
              <a:t>左子树</a:t>
            </a:r>
            <a:endParaRPr kumimoji="1" lang="zh-CN" altLang="en-US" sz="2400">
              <a:latin typeface="Times New Roman" charset="0"/>
            </a:endParaRPr>
          </a:p>
        </p:txBody>
      </p:sp>
      <p:sp>
        <p:nvSpPr>
          <p:cNvPr id="241674" name="Text Box 10"/>
          <p:cNvSpPr txBox="1">
            <a:spLocks noChangeArrowheads="1"/>
          </p:cNvSpPr>
          <p:nvPr/>
        </p:nvSpPr>
        <p:spPr bwMode="auto">
          <a:xfrm>
            <a:off x="6727825" y="4419600"/>
            <a:ext cx="1654175" cy="673100"/>
          </a:xfrm>
          <a:prstGeom prst="rect">
            <a:avLst/>
          </a:prstGeom>
          <a:solidFill>
            <a:srgbClr val="CCECFF"/>
          </a:solidFill>
          <a:ln w="31750" cap="sq">
            <a:solidFill>
              <a:srgbClr val="0000FF"/>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3600" b="1">
                <a:solidFill>
                  <a:srgbClr val="333399"/>
                </a:solidFill>
                <a:latin typeface="Times New Roman" charset="0"/>
              </a:rPr>
              <a:t>右子树</a:t>
            </a:r>
          </a:p>
        </p:txBody>
      </p:sp>
      <p:sp>
        <p:nvSpPr>
          <p:cNvPr id="241675" name="Text Box 11"/>
          <p:cNvSpPr txBox="1">
            <a:spLocks noChangeArrowheads="1"/>
          </p:cNvSpPr>
          <p:nvPr/>
        </p:nvSpPr>
        <p:spPr bwMode="auto">
          <a:xfrm>
            <a:off x="6727825" y="5575300"/>
            <a:ext cx="1654175" cy="673100"/>
          </a:xfrm>
          <a:prstGeom prst="rect">
            <a:avLst/>
          </a:prstGeom>
          <a:solidFill>
            <a:srgbClr val="CCECFF"/>
          </a:solidFill>
          <a:ln w="31750" cap="sq">
            <a:solidFill>
              <a:srgbClr val="0000FF"/>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zh-CN" altLang="en-US" sz="3600" b="1">
                <a:solidFill>
                  <a:srgbClr val="333399"/>
                </a:solidFill>
                <a:latin typeface="Times New Roman" charset="0"/>
              </a:rPr>
              <a:t>右子树</a:t>
            </a:r>
          </a:p>
        </p:txBody>
      </p:sp>
      <p:sp>
        <p:nvSpPr>
          <p:cNvPr id="241676" name="Oval 12"/>
          <p:cNvSpPr>
            <a:spLocks noChangeArrowheads="1"/>
          </p:cNvSpPr>
          <p:nvPr/>
        </p:nvSpPr>
        <p:spPr bwMode="auto">
          <a:xfrm>
            <a:off x="4343400" y="4419600"/>
            <a:ext cx="609600" cy="609600"/>
          </a:xfrm>
          <a:prstGeom prst="ellipse">
            <a:avLst/>
          </a:prstGeom>
          <a:solidFill>
            <a:srgbClr val="FFCC99"/>
          </a:solidFill>
          <a:ln w="31750" cap="sq">
            <a:solidFill>
              <a:srgbClr val="FF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zh-CN" altLang="en-US" sz="3600" b="1">
                <a:solidFill>
                  <a:srgbClr val="FF3300"/>
                </a:solidFill>
                <a:latin typeface="Times New Roman" charset="0"/>
              </a:rPr>
              <a:t>根</a:t>
            </a:r>
            <a:endParaRPr kumimoji="1" lang="zh-CN" altLang="en-US" sz="2400">
              <a:latin typeface="Times New Roman" charset="0"/>
            </a:endParaRPr>
          </a:p>
        </p:txBody>
      </p:sp>
      <p:sp>
        <p:nvSpPr>
          <p:cNvPr id="241677" name="Oval 13"/>
          <p:cNvSpPr>
            <a:spLocks noChangeArrowheads="1"/>
          </p:cNvSpPr>
          <p:nvPr/>
        </p:nvSpPr>
        <p:spPr bwMode="auto">
          <a:xfrm>
            <a:off x="6019800" y="5562600"/>
            <a:ext cx="609600" cy="609600"/>
          </a:xfrm>
          <a:prstGeom prst="ellipse">
            <a:avLst/>
          </a:prstGeom>
          <a:solidFill>
            <a:srgbClr val="FFCC99"/>
          </a:solidFill>
          <a:ln w="31750" cap="sq">
            <a:solidFill>
              <a:srgbClr val="FF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zh-CN" altLang="en-US" sz="3600" b="1">
                <a:solidFill>
                  <a:srgbClr val="FF3300"/>
                </a:solidFill>
                <a:latin typeface="Times New Roman" charset="0"/>
              </a:rPr>
              <a:t>根</a:t>
            </a:r>
            <a:endParaRPr kumimoji="1" lang="zh-CN" altLang="en-US" sz="2400">
              <a:latin typeface="Times New Roman" charset="0"/>
            </a:endParaRPr>
          </a:p>
        </p:txBody>
      </p:sp>
    </p:spTree>
    <p:extLst>
      <p:ext uri="{BB962C8B-B14F-4D97-AF65-F5344CB8AC3E}">
        <p14:creationId xmlns:p14="http://schemas.microsoft.com/office/powerpoint/2010/main" val="7500223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1666"/>
                                        </p:tgtEl>
                                        <p:attrNameLst>
                                          <p:attrName>style.visibility</p:attrName>
                                        </p:attrNameLst>
                                      </p:cBhvr>
                                      <p:to>
                                        <p:strVal val="visible"/>
                                      </p:to>
                                    </p:set>
                                    <p:animEffect transition="in" filter="wipe(left)">
                                      <p:cBhvr>
                                        <p:cTn id="7" dur="500"/>
                                        <p:tgtEl>
                                          <p:spTgt spid="2416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1668"/>
                                        </p:tgtEl>
                                        <p:attrNameLst>
                                          <p:attrName>style.visibility</p:attrName>
                                        </p:attrNameLst>
                                      </p:cBhvr>
                                      <p:to>
                                        <p:strVal val="visible"/>
                                      </p:to>
                                    </p:set>
                                    <p:animEffect transition="in" filter="wipe(left)">
                                      <p:cBhvr>
                                        <p:cTn id="12" dur="500"/>
                                        <p:tgtEl>
                                          <p:spTgt spid="2416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1670"/>
                                        </p:tgtEl>
                                        <p:attrNameLst>
                                          <p:attrName>style.visibility</p:attrName>
                                        </p:attrNameLst>
                                      </p:cBhvr>
                                      <p:to>
                                        <p:strVal val="visible"/>
                                      </p:to>
                                    </p:set>
                                    <p:animEffect transition="in" filter="wipe(left)">
                                      <p:cBhvr>
                                        <p:cTn id="17" dur="500"/>
                                        <p:tgtEl>
                                          <p:spTgt spid="2416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241676"/>
                                        </p:tgtEl>
                                        <p:attrNameLst>
                                          <p:attrName>style.visibility</p:attrName>
                                        </p:attrNameLst>
                                      </p:cBhvr>
                                      <p:to>
                                        <p:strVal val="visible"/>
                                      </p:to>
                                    </p:set>
                                    <p:anim calcmode="lin" valueType="num">
                                      <p:cBhvr>
                                        <p:cTn id="22" dur="500" fill="hold"/>
                                        <p:tgtEl>
                                          <p:spTgt spid="241676"/>
                                        </p:tgtEl>
                                        <p:attrNameLst>
                                          <p:attrName>ppt_x</p:attrName>
                                        </p:attrNameLst>
                                      </p:cBhvr>
                                      <p:tavLst>
                                        <p:tav tm="0">
                                          <p:val>
                                            <p:strVal val="#ppt_x-#ppt_w/2"/>
                                          </p:val>
                                        </p:tav>
                                        <p:tav tm="100000">
                                          <p:val>
                                            <p:strVal val="#ppt_x"/>
                                          </p:val>
                                        </p:tav>
                                      </p:tavLst>
                                    </p:anim>
                                    <p:anim calcmode="lin" valueType="num">
                                      <p:cBhvr>
                                        <p:cTn id="23" dur="500" fill="hold"/>
                                        <p:tgtEl>
                                          <p:spTgt spid="241676"/>
                                        </p:tgtEl>
                                        <p:attrNameLst>
                                          <p:attrName>ppt_y</p:attrName>
                                        </p:attrNameLst>
                                      </p:cBhvr>
                                      <p:tavLst>
                                        <p:tav tm="0">
                                          <p:val>
                                            <p:strVal val="#ppt_y"/>
                                          </p:val>
                                        </p:tav>
                                        <p:tav tm="100000">
                                          <p:val>
                                            <p:strVal val="#ppt_y"/>
                                          </p:val>
                                        </p:tav>
                                      </p:tavLst>
                                    </p:anim>
                                    <p:anim calcmode="lin" valueType="num">
                                      <p:cBhvr>
                                        <p:cTn id="24" dur="500" fill="hold"/>
                                        <p:tgtEl>
                                          <p:spTgt spid="241676"/>
                                        </p:tgtEl>
                                        <p:attrNameLst>
                                          <p:attrName>ppt_w</p:attrName>
                                        </p:attrNameLst>
                                      </p:cBhvr>
                                      <p:tavLst>
                                        <p:tav tm="0">
                                          <p:val>
                                            <p:fltVal val="0"/>
                                          </p:val>
                                        </p:tav>
                                        <p:tav tm="100000">
                                          <p:val>
                                            <p:strVal val="#ppt_w"/>
                                          </p:val>
                                        </p:tav>
                                      </p:tavLst>
                                    </p:anim>
                                    <p:anim calcmode="lin" valueType="num">
                                      <p:cBhvr>
                                        <p:cTn id="25" dur="500" fill="hold"/>
                                        <p:tgtEl>
                                          <p:spTgt spid="241676"/>
                                        </p:tgtEl>
                                        <p:attrNameLst>
                                          <p:attrName>ppt_h</p:attrName>
                                        </p:attrNameLst>
                                      </p:cBhvr>
                                      <p:tavLst>
                                        <p:tav tm="0">
                                          <p:val>
                                            <p:strVal val="#ppt_h"/>
                                          </p:val>
                                        </p:tav>
                                        <p:tav tm="100000">
                                          <p:val>
                                            <p:strVal val="#ppt_h"/>
                                          </p:val>
                                        </p:tav>
                                      </p:tavLst>
                                    </p:anim>
                                  </p:childTnLst>
                                </p:cTn>
                              </p:par>
                            </p:childTnLst>
                          </p:cTn>
                        </p:par>
                        <p:par>
                          <p:cTn id="26" fill="hold" nodeType="afterGroup">
                            <p:stCondLst>
                              <p:cond delay="500"/>
                            </p:stCondLst>
                            <p:childTnLst>
                              <p:par>
                                <p:cTn id="27" presetID="17" presetClass="entr" presetSubtype="8" fill="hold" grpId="0" nodeType="afterEffect">
                                  <p:stCondLst>
                                    <p:cond delay="0"/>
                                  </p:stCondLst>
                                  <p:childTnLst>
                                    <p:set>
                                      <p:cBhvr>
                                        <p:cTn id="28" dur="1" fill="hold">
                                          <p:stCondLst>
                                            <p:cond delay="0"/>
                                          </p:stCondLst>
                                        </p:cTn>
                                        <p:tgtEl>
                                          <p:spTgt spid="241673"/>
                                        </p:tgtEl>
                                        <p:attrNameLst>
                                          <p:attrName>style.visibility</p:attrName>
                                        </p:attrNameLst>
                                      </p:cBhvr>
                                      <p:to>
                                        <p:strVal val="visible"/>
                                      </p:to>
                                    </p:set>
                                    <p:anim calcmode="lin" valueType="num">
                                      <p:cBhvr>
                                        <p:cTn id="29" dur="500" fill="hold"/>
                                        <p:tgtEl>
                                          <p:spTgt spid="241673"/>
                                        </p:tgtEl>
                                        <p:attrNameLst>
                                          <p:attrName>ppt_x</p:attrName>
                                        </p:attrNameLst>
                                      </p:cBhvr>
                                      <p:tavLst>
                                        <p:tav tm="0">
                                          <p:val>
                                            <p:strVal val="#ppt_x-#ppt_w/2"/>
                                          </p:val>
                                        </p:tav>
                                        <p:tav tm="100000">
                                          <p:val>
                                            <p:strVal val="#ppt_x"/>
                                          </p:val>
                                        </p:tav>
                                      </p:tavLst>
                                    </p:anim>
                                    <p:anim calcmode="lin" valueType="num">
                                      <p:cBhvr>
                                        <p:cTn id="30" dur="500" fill="hold"/>
                                        <p:tgtEl>
                                          <p:spTgt spid="241673"/>
                                        </p:tgtEl>
                                        <p:attrNameLst>
                                          <p:attrName>ppt_y</p:attrName>
                                        </p:attrNameLst>
                                      </p:cBhvr>
                                      <p:tavLst>
                                        <p:tav tm="0">
                                          <p:val>
                                            <p:strVal val="#ppt_y"/>
                                          </p:val>
                                        </p:tav>
                                        <p:tav tm="100000">
                                          <p:val>
                                            <p:strVal val="#ppt_y"/>
                                          </p:val>
                                        </p:tav>
                                      </p:tavLst>
                                    </p:anim>
                                    <p:anim calcmode="lin" valueType="num">
                                      <p:cBhvr>
                                        <p:cTn id="31" dur="500" fill="hold"/>
                                        <p:tgtEl>
                                          <p:spTgt spid="241673"/>
                                        </p:tgtEl>
                                        <p:attrNameLst>
                                          <p:attrName>ppt_w</p:attrName>
                                        </p:attrNameLst>
                                      </p:cBhvr>
                                      <p:tavLst>
                                        <p:tav tm="0">
                                          <p:val>
                                            <p:fltVal val="0"/>
                                          </p:val>
                                        </p:tav>
                                        <p:tav tm="100000">
                                          <p:val>
                                            <p:strVal val="#ppt_w"/>
                                          </p:val>
                                        </p:tav>
                                      </p:tavLst>
                                    </p:anim>
                                    <p:anim calcmode="lin" valueType="num">
                                      <p:cBhvr>
                                        <p:cTn id="32" dur="500" fill="hold"/>
                                        <p:tgtEl>
                                          <p:spTgt spid="241673"/>
                                        </p:tgtEl>
                                        <p:attrNameLst>
                                          <p:attrName>ppt_h</p:attrName>
                                        </p:attrNameLst>
                                      </p:cBhvr>
                                      <p:tavLst>
                                        <p:tav tm="0">
                                          <p:val>
                                            <p:strVal val="#ppt_h"/>
                                          </p:val>
                                        </p:tav>
                                        <p:tav tm="100000">
                                          <p:val>
                                            <p:strVal val="#ppt_h"/>
                                          </p:val>
                                        </p:tav>
                                      </p:tavLst>
                                    </p:anim>
                                  </p:childTnLst>
                                </p:cTn>
                              </p:par>
                            </p:childTnLst>
                          </p:cTn>
                        </p:par>
                        <p:par>
                          <p:cTn id="33" fill="hold" nodeType="afterGroup">
                            <p:stCondLst>
                              <p:cond delay="1000"/>
                            </p:stCondLst>
                            <p:childTnLst>
                              <p:par>
                                <p:cTn id="34" presetID="17" presetClass="entr" presetSubtype="8" fill="hold" grpId="0" nodeType="afterEffect">
                                  <p:stCondLst>
                                    <p:cond delay="0"/>
                                  </p:stCondLst>
                                  <p:childTnLst>
                                    <p:set>
                                      <p:cBhvr>
                                        <p:cTn id="35" dur="1" fill="hold">
                                          <p:stCondLst>
                                            <p:cond delay="0"/>
                                          </p:stCondLst>
                                        </p:cTn>
                                        <p:tgtEl>
                                          <p:spTgt spid="241674"/>
                                        </p:tgtEl>
                                        <p:attrNameLst>
                                          <p:attrName>style.visibility</p:attrName>
                                        </p:attrNameLst>
                                      </p:cBhvr>
                                      <p:to>
                                        <p:strVal val="visible"/>
                                      </p:to>
                                    </p:set>
                                    <p:anim calcmode="lin" valueType="num">
                                      <p:cBhvr>
                                        <p:cTn id="36" dur="500" fill="hold"/>
                                        <p:tgtEl>
                                          <p:spTgt spid="241674"/>
                                        </p:tgtEl>
                                        <p:attrNameLst>
                                          <p:attrName>ppt_x</p:attrName>
                                        </p:attrNameLst>
                                      </p:cBhvr>
                                      <p:tavLst>
                                        <p:tav tm="0">
                                          <p:val>
                                            <p:strVal val="#ppt_x-#ppt_w/2"/>
                                          </p:val>
                                        </p:tav>
                                        <p:tav tm="100000">
                                          <p:val>
                                            <p:strVal val="#ppt_x"/>
                                          </p:val>
                                        </p:tav>
                                      </p:tavLst>
                                    </p:anim>
                                    <p:anim calcmode="lin" valueType="num">
                                      <p:cBhvr>
                                        <p:cTn id="37" dur="500" fill="hold"/>
                                        <p:tgtEl>
                                          <p:spTgt spid="241674"/>
                                        </p:tgtEl>
                                        <p:attrNameLst>
                                          <p:attrName>ppt_y</p:attrName>
                                        </p:attrNameLst>
                                      </p:cBhvr>
                                      <p:tavLst>
                                        <p:tav tm="0">
                                          <p:val>
                                            <p:strVal val="#ppt_y"/>
                                          </p:val>
                                        </p:tav>
                                        <p:tav tm="100000">
                                          <p:val>
                                            <p:strVal val="#ppt_y"/>
                                          </p:val>
                                        </p:tav>
                                      </p:tavLst>
                                    </p:anim>
                                    <p:anim calcmode="lin" valueType="num">
                                      <p:cBhvr>
                                        <p:cTn id="38" dur="500" fill="hold"/>
                                        <p:tgtEl>
                                          <p:spTgt spid="241674"/>
                                        </p:tgtEl>
                                        <p:attrNameLst>
                                          <p:attrName>ppt_w</p:attrName>
                                        </p:attrNameLst>
                                      </p:cBhvr>
                                      <p:tavLst>
                                        <p:tav tm="0">
                                          <p:val>
                                            <p:fltVal val="0"/>
                                          </p:val>
                                        </p:tav>
                                        <p:tav tm="100000">
                                          <p:val>
                                            <p:strVal val="#ppt_w"/>
                                          </p:val>
                                        </p:tav>
                                      </p:tavLst>
                                    </p:anim>
                                    <p:anim calcmode="lin" valueType="num">
                                      <p:cBhvr>
                                        <p:cTn id="39" dur="500" fill="hold"/>
                                        <p:tgtEl>
                                          <p:spTgt spid="241674"/>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1671"/>
                                        </p:tgtEl>
                                        <p:attrNameLst>
                                          <p:attrName>style.visibility</p:attrName>
                                        </p:attrNameLst>
                                      </p:cBhvr>
                                      <p:to>
                                        <p:strVal val="visible"/>
                                      </p:to>
                                    </p:set>
                                    <p:animEffect transition="in" filter="wipe(left)">
                                      <p:cBhvr>
                                        <p:cTn id="44" dur="500"/>
                                        <p:tgtEl>
                                          <p:spTgt spid="24167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241672"/>
                                        </p:tgtEl>
                                        <p:attrNameLst>
                                          <p:attrName>style.visibility</p:attrName>
                                        </p:attrNameLst>
                                      </p:cBhvr>
                                      <p:to>
                                        <p:strVal val="visible"/>
                                      </p:to>
                                    </p:set>
                                    <p:anim calcmode="lin" valueType="num">
                                      <p:cBhvr>
                                        <p:cTn id="49" dur="500" fill="hold"/>
                                        <p:tgtEl>
                                          <p:spTgt spid="241672"/>
                                        </p:tgtEl>
                                        <p:attrNameLst>
                                          <p:attrName>ppt_x</p:attrName>
                                        </p:attrNameLst>
                                      </p:cBhvr>
                                      <p:tavLst>
                                        <p:tav tm="0">
                                          <p:val>
                                            <p:strVal val="#ppt_x-#ppt_w/2"/>
                                          </p:val>
                                        </p:tav>
                                        <p:tav tm="100000">
                                          <p:val>
                                            <p:strVal val="#ppt_x"/>
                                          </p:val>
                                        </p:tav>
                                      </p:tavLst>
                                    </p:anim>
                                    <p:anim calcmode="lin" valueType="num">
                                      <p:cBhvr>
                                        <p:cTn id="50" dur="500" fill="hold"/>
                                        <p:tgtEl>
                                          <p:spTgt spid="241672"/>
                                        </p:tgtEl>
                                        <p:attrNameLst>
                                          <p:attrName>ppt_y</p:attrName>
                                        </p:attrNameLst>
                                      </p:cBhvr>
                                      <p:tavLst>
                                        <p:tav tm="0">
                                          <p:val>
                                            <p:strVal val="#ppt_y"/>
                                          </p:val>
                                        </p:tav>
                                        <p:tav tm="100000">
                                          <p:val>
                                            <p:strVal val="#ppt_y"/>
                                          </p:val>
                                        </p:tav>
                                      </p:tavLst>
                                    </p:anim>
                                    <p:anim calcmode="lin" valueType="num">
                                      <p:cBhvr>
                                        <p:cTn id="51" dur="500" fill="hold"/>
                                        <p:tgtEl>
                                          <p:spTgt spid="241672"/>
                                        </p:tgtEl>
                                        <p:attrNameLst>
                                          <p:attrName>ppt_w</p:attrName>
                                        </p:attrNameLst>
                                      </p:cBhvr>
                                      <p:tavLst>
                                        <p:tav tm="0">
                                          <p:val>
                                            <p:fltVal val="0"/>
                                          </p:val>
                                        </p:tav>
                                        <p:tav tm="100000">
                                          <p:val>
                                            <p:strVal val="#ppt_w"/>
                                          </p:val>
                                        </p:tav>
                                      </p:tavLst>
                                    </p:anim>
                                    <p:anim calcmode="lin" valueType="num">
                                      <p:cBhvr>
                                        <p:cTn id="52" dur="500" fill="hold"/>
                                        <p:tgtEl>
                                          <p:spTgt spid="241672"/>
                                        </p:tgtEl>
                                        <p:attrNameLst>
                                          <p:attrName>ppt_h</p:attrName>
                                        </p:attrNameLst>
                                      </p:cBhvr>
                                      <p:tavLst>
                                        <p:tav tm="0">
                                          <p:val>
                                            <p:strVal val="#ppt_h"/>
                                          </p:val>
                                        </p:tav>
                                        <p:tav tm="100000">
                                          <p:val>
                                            <p:strVal val="#ppt_h"/>
                                          </p:val>
                                        </p:tav>
                                      </p:tavLst>
                                    </p:anim>
                                  </p:childTnLst>
                                </p:cTn>
                              </p:par>
                            </p:childTnLst>
                          </p:cTn>
                        </p:par>
                        <p:par>
                          <p:cTn id="53" fill="hold" nodeType="afterGroup">
                            <p:stCondLst>
                              <p:cond delay="500"/>
                            </p:stCondLst>
                            <p:childTnLst>
                              <p:par>
                                <p:cTn id="54" presetID="17" presetClass="entr" presetSubtype="8" fill="hold" grpId="0" nodeType="afterEffect">
                                  <p:stCondLst>
                                    <p:cond delay="0"/>
                                  </p:stCondLst>
                                  <p:childTnLst>
                                    <p:set>
                                      <p:cBhvr>
                                        <p:cTn id="55" dur="1" fill="hold">
                                          <p:stCondLst>
                                            <p:cond delay="0"/>
                                          </p:stCondLst>
                                        </p:cTn>
                                        <p:tgtEl>
                                          <p:spTgt spid="241677"/>
                                        </p:tgtEl>
                                        <p:attrNameLst>
                                          <p:attrName>style.visibility</p:attrName>
                                        </p:attrNameLst>
                                      </p:cBhvr>
                                      <p:to>
                                        <p:strVal val="visible"/>
                                      </p:to>
                                    </p:set>
                                    <p:anim calcmode="lin" valueType="num">
                                      <p:cBhvr>
                                        <p:cTn id="56" dur="500" fill="hold"/>
                                        <p:tgtEl>
                                          <p:spTgt spid="241677"/>
                                        </p:tgtEl>
                                        <p:attrNameLst>
                                          <p:attrName>ppt_x</p:attrName>
                                        </p:attrNameLst>
                                      </p:cBhvr>
                                      <p:tavLst>
                                        <p:tav tm="0">
                                          <p:val>
                                            <p:strVal val="#ppt_x-#ppt_w/2"/>
                                          </p:val>
                                        </p:tav>
                                        <p:tav tm="100000">
                                          <p:val>
                                            <p:strVal val="#ppt_x"/>
                                          </p:val>
                                        </p:tav>
                                      </p:tavLst>
                                    </p:anim>
                                    <p:anim calcmode="lin" valueType="num">
                                      <p:cBhvr>
                                        <p:cTn id="57" dur="500" fill="hold"/>
                                        <p:tgtEl>
                                          <p:spTgt spid="241677"/>
                                        </p:tgtEl>
                                        <p:attrNameLst>
                                          <p:attrName>ppt_y</p:attrName>
                                        </p:attrNameLst>
                                      </p:cBhvr>
                                      <p:tavLst>
                                        <p:tav tm="0">
                                          <p:val>
                                            <p:strVal val="#ppt_y"/>
                                          </p:val>
                                        </p:tav>
                                        <p:tav tm="100000">
                                          <p:val>
                                            <p:strVal val="#ppt_y"/>
                                          </p:val>
                                        </p:tav>
                                      </p:tavLst>
                                    </p:anim>
                                    <p:anim calcmode="lin" valueType="num">
                                      <p:cBhvr>
                                        <p:cTn id="58" dur="500" fill="hold"/>
                                        <p:tgtEl>
                                          <p:spTgt spid="241677"/>
                                        </p:tgtEl>
                                        <p:attrNameLst>
                                          <p:attrName>ppt_w</p:attrName>
                                        </p:attrNameLst>
                                      </p:cBhvr>
                                      <p:tavLst>
                                        <p:tav tm="0">
                                          <p:val>
                                            <p:fltVal val="0"/>
                                          </p:val>
                                        </p:tav>
                                        <p:tav tm="100000">
                                          <p:val>
                                            <p:strVal val="#ppt_w"/>
                                          </p:val>
                                        </p:tav>
                                      </p:tavLst>
                                    </p:anim>
                                    <p:anim calcmode="lin" valueType="num">
                                      <p:cBhvr>
                                        <p:cTn id="59" dur="500" fill="hold"/>
                                        <p:tgtEl>
                                          <p:spTgt spid="241677"/>
                                        </p:tgtEl>
                                        <p:attrNameLst>
                                          <p:attrName>ppt_h</p:attrName>
                                        </p:attrNameLst>
                                      </p:cBhvr>
                                      <p:tavLst>
                                        <p:tav tm="0">
                                          <p:val>
                                            <p:strVal val="#ppt_h"/>
                                          </p:val>
                                        </p:tav>
                                        <p:tav tm="100000">
                                          <p:val>
                                            <p:strVal val="#ppt_h"/>
                                          </p:val>
                                        </p:tav>
                                      </p:tavLst>
                                    </p:anim>
                                  </p:childTnLst>
                                </p:cTn>
                              </p:par>
                            </p:childTnLst>
                          </p:cTn>
                        </p:par>
                        <p:par>
                          <p:cTn id="60" fill="hold" nodeType="afterGroup">
                            <p:stCondLst>
                              <p:cond delay="1000"/>
                            </p:stCondLst>
                            <p:childTnLst>
                              <p:par>
                                <p:cTn id="61" presetID="17" presetClass="entr" presetSubtype="8" fill="hold" grpId="0" nodeType="afterEffect">
                                  <p:stCondLst>
                                    <p:cond delay="0"/>
                                  </p:stCondLst>
                                  <p:childTnLst>
                                    <p:set>
                                      <p:cBhvr>
                                        <p:cTn id="62" dur="1" fill="hold">
                                          <p:stCondLst>
                                            <p:cond delay="0"/>
                                          </p:stCondLst>
                                        </p:cTn>
                                        <p:tgtEl>
                                          <p:spTgt spid="241675"/>
                                        </p:tgtEl>
                                        <p:attrNameLst>
                                          <p:attrName>style.visibility</p:attrName>
                                        </p:attrNameLst>
                                      </p:cBhvr>
                                      <p:to>
                                        <p:strVal val="visible"/>
                                      </p:to>
                                    </p:set>
                                    <p:anim calcmode="lin" valueType="num">
                                      <p:cBhvr>
                                        <p:cTn id="63" dur="500" fill="hold"/>
                                        <p:tgtEl>
                                          <p:spTgt spid="241675"/>
                                        </p:tgtEl>
                                        <p:attrNameLst>
                                          <p:attrName>ppt_x</p:attrName>
                                        </p:attrNameLst>
                                      </p:cBhvr>
                                      <p:tavLst>
                                        <p:tav tm="0">
                                          <p:val>
                                            <p:strVal val="#ppt_x-#ppt_w/2"/>
                                          </p:val>
                                        </p:tav>
                                        <p:tav tm="100000">
                                          <p:val>
                                            <p:strVal val="#ppt_x"/>
                                          </p:val>
                                        </p:tav>
                                      </p:tavLst>
                                    </p:anim>
                                    <p:anim calcmode="lin" valueType="num">
                                      <p:cBhvr>
                                        <p:cTn id="64" dur="500" fill="hold"/>
                                        <p:tgtEl>
                                          <p:spTgt spid="241675"/>
                                        </p:tgtEl>
                                        <p:attrNameLst>
                                          <p:attrName>ppt_y</p:attrName>
                                        </p:attrNameLst>
                                      </p:cBhvr>
                                      <p:tavLst>
                                        <p:tav tm="0">
                                          <p:val>
                                            <p:strVal val="#ppt_y"/>
                                          </p:val>
                                        </p:tav>
                                        <p:tav tm="100000">
                                          <p:val>
                                            <p:strVal val="#ppt_y"/>
                                          </p:val>
                                        </p:tav>
                                      </p:tavLst>
                                    </p:anim>
                                    <p:anim calcmode="lin" valueType="num">
                                      <p:cBhvr>
                                        <p:cTn id="65" dur="500" fill="hold"/>
                                        <p:tgtEl>
                                          <p:spTgt spid="241675"/>
                                        </p:tgtEl>
                                        <p:attrNameLst>
                                          <p:attrName>ppt_w</p:attrName>
                                        </p:attrNameLst>
                                      </p:cBhvr>
                                      <p:tavLst>
                                        <p:tav tm="0">
                                          <p:val>
                                            <p:fltVal val="0"/>
                                          </p:val>
                                        </p:tav>
                                        <p:tav tm="100000">
                                          <p:val>
                                            <p:strVal val="#ppt_w"/>
                                          </p:val>
                                        </p:tav>
                                      </p:tavLst>
                                    </p:anim>
                                    <p:anim calcmode="lin" valueType="num">
                                      <p:cBhvr>
                                        <p:cTn id="66" dur="500" fill="hold"/>
                                        <p:tgtEl>
                                          <p:spTgt spid="24167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6" grpId="0" autoUpdateAnimBg="0"/>
      <p:bldP spid="241668" grpId="0" autoUpdateAnimBg="0"/>
      <p:bldP spid="241670" grpId="0" autoUpdateAnimBg="0"/>
      <p:bldP spid="241671" grpId="0" autoUpdateAnimBg="0"/>
      <p:bldP spid="241672" grpId="0" animBg="1" autoUpdateAnimBg="0"/>
      <p:bldP spid="241673" grpId="0" animBg="1" autoUpdateAnimBg="0"/>
      <p:bldP spid="241674" grpId="0" animBg="1" autoUpdateAnimBg="0"/>
      <p:bldP spid="241675" grpId="0" animBg="1" autoUpdateAnimBg="0"/>
      <p:bldP spid="241676" grpId="0" animBg="1" autoUpdateAnimBg="0"/>
      <p:bldP spid="241677"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1965325" y="103188"/>
            <a:ext cx="37528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CC99"/>
                </a:solidFill>
                <a:latin typeface="Times New Roman" charset="0"/>
                <a:ea typeface="楷体_GB2312" charset="0"/>
              </a:rPr>
              <a:t>a  b  c  d  e  </a:t>
            </a:r>
            <a:r>
              <a:rPr kumimoji="1" lang="en-US" altLang="zh-CN" sz="4800" b="1">
                <a:solidFill>
                  <a:srgbClr val="FFCC99"/>
                </a:solidFill>
                <a:latin typeface="Times New Roman" charset="0"/>
                <a:ea typeface="楷体_GB2312" charset="0"/>
              </a:rPr>
              <a:t>f </a:t>
            </a:r>
            <a:r>
              <a:rPr kumimoji="1" lang="en-US" altLang="zh-CN" sz="4400" b="1">
                <a:solidFill>
                  <a:srgbClr val="FFCC99"/>
                </a:solidFill>
                <a:latin typeface="Times New Roman" charset="0"/>
                <a:ea typeface="楷体_GB2312" charset="0"/>
              </a:rPr>
              <a:t> g</a:t>
            </a:r>
            <a:endParaRPr kumimoji="1" lang="en-US" altLang="zh-CN" sz="4400" b="1">
              <a:solidFill>
                <a:srgbClr val="FF3300"/>
              </a:solidFill>
              <a:latin typeface="Times New Roman" charset="0"/>
              <a:ea typeface="楷体_GB2312" charset="0"/>
            </a:endParaRPr>
          </a:p>
        </p:txBody>
      </p:sp>
      <p:sp>
        <p:nvSpPr>
          <p:cNvPr id="242691" name="Text Box 3"/>
          <p:cNvSpPr txBox="1">
            <a:spLocks noChangeArrowheads="1"/>
          </p:cNvSpPr>
          <p:nvPr/>
        </p:nvSpPr>
        <p:spPr bwMode="auto">
          <a:xfrm>
            <a:off x="1992313" y="762000"/>
            <a:ext cx="37226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9999"/>
                </a:solidFill>
                <a:latin typeface="Times New Roman" charset="0"/>
                <a:ea typeface="楷体_GB2312" charset="0"/>
              </a:rPr>
              <a:t>c  b  d  a  e  g  f</a:t>
            </a:r>
            <a:endParaRPr kumimoji="1" lang="en-US" altLang="zh-CN" sz="4400" b="1">
              <a:solidFill>
                <a:srgbClr val="FF3300"/>
              </a:solidFill>
              <a:latin typeface="Times New Roman" charset="0"/>
              <a:ea typeface="楷体_GB2312" charset="0"/>
            </a:endParaRPr>
          </a:p>
        </p:txBody>
      </p:sp>
      <p:sp>
        <p:nvSpPr>
          <p:cNvPr id="242692" name="Text Box 4"/>
          <p:cNvSpPr txBox="1">
            <a:spLocks noChangeArrowheads="1"/>
          </p:cNvSpPr>
          <p:nvPr/>
        </p:nvSpPr>
        <p:spPr bwMode="auto">
          <a:xfrm>
            <a:off x="149225" y="212725"/>
            <a:ext cx="1463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800000"/>
                </a:solidFill>
                <a:latin typeface="楷体_GB2312" charset="0"/>
                <a:ea typeface="楷体_GB2312" charset="0"/>
              </a:rPr>
              <a:t>例如</a:t>
            </a:r>
            <a:r>
              <a:rPr kumimoji="1" lang="en-US" altLang="zh-CN" sz="4000" b="1">
                <a:solidFill>
                  <a:srgbClr val="800000"/>
                </a:solidFill>
                <a:latin typeface="楷体_GB2312" charset="0"/>
                <a:ea typeface="楷体_GB2312" charset="0"/>
              </a:rPr>
              <a:t>:</a:t>
            </a:r>
            <a:endParaRPr kumimoji="1" lang="en-US" altLang="zh-CN" sz="2400">
              <a:latin typeface="Times New Roman" charset="0"/>
            </a:endParaRPr>
          </a:p>
        </p:txBody>
      </p:sp>
      <p:sp>
        <p:nvSpPr>
          <p:cNvPr id="242693" name="Rectangle 5"/>
          <p:cNvSpPr>
            <a:spLocks noChangeArrowheads="1"/>
          </p:cNvSpPr>
          <p:nvPr/>
        </p:nvSpPr>
        <p:spPr bwMode="auto">
          <a:xfrm>
            <a:off x="1974850" y="152400"/>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3300"/>
                </a:solidFill>
                <a:latin typeface="Times New Roman" charset="0"/>
                <a:ea typeface="楷体_GB2312" charset="0"/>
              </a:rPr>
              <a:t>a</a:t>
            </a:r>
            <a:endParaRPr kumimoji="1" lang="en-US" altLang="zh-CN" sz="4400" b="1">
              <a:solidFill>
                <a:srgbClr val="FF9999"/>
              </a:solidFill>
              <a:latin typeface="Times New Roman" charset="0"/>
              <a:ea typeface="楷体_GB2312" charset="0"/>
            </a:endParaRPr>
          </a:p>
        </p:txBody>
      </p:sp>
      <p:sp>
        <p:nvSpPr>
          <p:cNvPr id="242694" name="Rectangle 6"/>
          <p:cNvSpPr>
            <a:spLocks noChangeArrowheads="1"/>
          </p:cNvSpPr>
          <p:nvPr/>
        </p:nvSpPr>
        <p:spPr bwMode="auto">
          <a:xfrm>
            <a:off x="3702050" y="762000"/>
            <a:ext cx="48895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800" b="1">
                <a:solidFill>
                  <a:srgbClr val="800000"/>
                </a:solidFill>
                <a:latin typeface="Times New Roman" charset="0"/>
                <a:ea typeface="楷体_GB2312" charset="0"/>
              </a:rPr>
              <a:t>a</a:t>
            </a:r>
            <a:endParaRPr kumimoji="1" lang="en-US" altLang="zh-CN" sz="4400" b="1">
              <a:solidFill>
                <a:srgbClr val="FF9999"/>
              </a:solidFill>
              <a:latin typeface="Times New Roman" charset="0"/>
              <a:ea typeface="楷体_GB2312" charset="0"/>
            </a:endParaRPr>
          </a:p>
        </p:txBody>
      </p:sp>
      <p:sp>
        <p:nvSpPr>
          <p:cNvPr id="242695" name="AutoShape 7"/>
          <p:cNvSpPr>
            <a:spLocks noChangeArrowheads="1"/>
          </p:cNvSpPr>
          <p:nvPr/>
        </p:nvSpPr>
        <p:spPr bwMode="auto">
          <a:xfrm>
            <a:off x="1905000" y="304800"/>
            <a:ext cx="2362200" cy="1219200"/>
          </a:xfrm>
          <a:prstGeom prst="parallelogram">
            <a:avLst>
              <a:gd name="adj" fmla="val 48438"/>
            </a:avLst>
          </a:prstGeom>
          <a:noFill/>
          <a:ln w="31750" cap="sq">
            <a:solidFill>
              <a:srgbClr val="008080"/>
            </a:solidFill>
            <a:miter lim="800000"/>
            <a:headEnd type="none" w="sm" len="sm"/>
            <a:tailEnd type="none" w="sm" len="sm"/>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696" name="Rectangle 8"/>
          <p:cNvSpPr>
            <a:spLocks noChangeArrowheads="1"/>
          </p:cNvSpPr>
          <p:nvPr/>
        </p:nvSpPr>
        <p:spPr bwMode="auto">
          <a:xfrm>
            <a:off x="4267200" y="304800"/>
            <a:ext cx="1524000" cy="1219200"/>
          </a:xfrm>
          <a:prstGeom prst="rect">
            <a:avLst/>
          </a:prstGeom>
          <a:noFill/>
          <a:ln w="31750" cap="sq">
            <a:solidFill>
              <a:srgbClr val="00008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697" name="Rectangle 9"/>
          <p:cNvSpPr>
            <a:spLocks noChangeArrowheads="1"/>
          </p:cNvSpPr>
          <p:nvPr/>
        </p:nvSpPr>
        <p:spPr bwMode="auto">
          <a:xfrm>
            <a:off x="2514600" y="152400"/>
            <a:ext cx="635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3300"/>
                </a:solidFill>
                <a:latin typeface="Times New Roman" charset="0"/>
                <a:ea typeface="楷体_GB2312" charset="0"/>
              </a:rPr>
              <a:t>b </a:t>
            </a:r>
            <a:endParaRPr kumimoji="1" lang="en-US" altLang="zh-CN" sz="4400" b="1">
              <a:solidFill>
                <a:srgbClr val="FFCC99"/>
              </a:solidFill>
              <a:latin typeface="Times New Roman" charset="0"/>
              <a:ea typeface="楷体_GB2312" charset="0"/>
            </a:endParaRPr>
          </a:p>
        </p:txBody>
      </p:sp>
      <p:sp>
        <p:nvSpPr>
          <p:cNvPr id="242698" name="Rectangle 10"/>
          <p:cNvSpPr>
            <a:spLocks noChangeArrowheads="1"/>
          </p:cNvSpPr>
          <p:nvPr/>
        </p:nvSpPr>
        <p:spPr bwMode="auto">
          <a:xfrm>
            <a:off x="2514600" y="7620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800000"/>
                </a:solidFill>
                <a:latin typeface="Times New Roman" charset="0"/>
                <a:ea typeface="楷体_GB2312" charset="0"/>
              </a:rPr>
              <a:t>b</a:t>
            </a:r>
            <a:endParaRPr kumimoji="1" lang="en-US" altLang="zh-CN" sz="4400" b="1">
              <a:solidFill>
                <a:srgbClr val="FFCC99"/>
              </a:solidFill>
              <a:latin typeface="Times New Roman" charset="0"/>
              <a:ea typeface="楷体_GB2312" charset="0"/>
            </a:endParaRPr>
          </a:p>
        </p:txBody>
      </p:sp>
      <p:sp>
        <p:nvSpPr>
          <p:cNvPr id="242699" name="Rectangle 11"/>
          <p:cNvSpPr>
            <a:spLocks noChangeArrowheads="1"/>
          </p:cNvSpPr>
          <p:nvPr/>
        </p:nvSpPr>
        <p:spPr bwMode="auto">
          <a:xfrm>
            <a:off x="3124200" y="152400"/>
            <a:ext cx="43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3300"/>
                </a:solidFill>
                <a:latin typeface="Times New Roman" charset="0"/>
                <a:ea typeface="楷体_GB2312" charset="0"/>
              </a:rPr>
              <a:t>c</a:t>
            </a:r>
            <a:endParaRPr kumimoji="1" lang="en-US" altLang="zh-CN" sz="4400" b="1">
              <a:solidFill>
                <a:srgbClr val="FFCC99"/>
              </a:solidFill>
              <a:latin typeface="Times New Roman" charset="0"/>
              <a:ea typeface="楷体_GB2312" charset="0"/>
            </a:endParaRPr>
          </a:p>
        </p:txBody>
      </p:sp>
      <p:sp>
        <p:nvSpPr>
          <p:cNvPr id="242700" name="Rectangle 12"/>
          <p:cNvSpPr>
            <a:spLocks noChangeArrowheads="1"/>
          </p:cNvSpPr>
          <p:nvPr/>
        </p:nvSpPr>
        <p:spPr bwMode="auto">
          <a:xfrm>
            <a:off x="1981200" y="762000"/>
            <a:ext cx="43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800000"/>
                </a:solidFill>
                <a:latin typeface="Times New Roman" charset="0"/>
                <a:ea typeface="楷体_GB2312" charset="0"/>
              </a:rPr>
              <a:t>c</a:t>
            </a:r>
            <a:endParaRPr kumimoji="1" lang="en-US" altLang="zh-CN" sz="4400" b="1">
              <a:solidFill>
                <a:srgbClr val="FFCC99"/>
              </a:solidFill>
              <a:latin typeface="Times New Roman" charset="0"/>
              <a:ea typeface="楷体_GB2312" charset="0"/>
            </a:endParaRPr>
          </a:p>
        </p:txBody>
      </p:sp>
      <p:sp>
        <p:nvSpPr>
          <p:cNvPr id="242701" name="Rectangle 13"/>
          <p:cNvSpPr>
            <a:spLocks noChangeArrowheads="1"/>
          </p:cNvSpPr>
          <p:nvPr/>
        </p:nvSpPr>
        <p:spPr bwMode="auto">
          <a:xfrm>
            <a:off x="3657600" y="1524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3300"/>
                </a:solidFill>
                <a:latin typeface="Times New Roman" charset="0"/>
                <a:ea typeface="楷体_GB2312" charset="0"/>
              </a:rPr>
              <a:t>d</a:t>
            </a:r>
            <a:endParaRPr kumimoji="1" lang="en-US" altLang="zh-CN" sz="4400" b="1">
              <a:solidFill>
                <a:srgbClr val="FFCC99"/>
              </a:solidFill>
              <a:latin typeface="Times New Roman" charset="0"/>
              <a:ea typeface="楷体_GB2312" charset="0"/>
            </a:endParaRPr>
          </a:p>
        </p:txBody>
      </p:sp>
      <p:sp>
        <p:nvSpPr>
          <p:cNvPr id="242702" name="Rectangle 14"/>
          <p:cNvSpPr>
            <a:spLocks noChangeArrowheads="1"/>
          </p:cNvSpPr>
          <p:nvPr/>
        </p:nvSpPr>
        <p:spPr bwMode="auto">
          <a:xfrm>
            <a:off x="3124200" y="7620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800000"/>
                </a:solidFill>
                <a:latin typeface="Times New Roman" charset="0"/>
                <a:ea typeface="楷体_GB2312" charset="0"/>
              </a:rPr>
              <a:t>d</a:t>
            </a:r>
            <a:endParaRPr kumimoji="1" lang="en-US" altLang="zh-CN" sz="4400" b="1">
              <a:solidFill>
                <a:srgbClr val="FFCC99"/>
              </a:solidFill>
              <a:latin typeface="Times New Roman" charset="0"/>
              <a:ea typeface="楷体_GB2312" charset="0"/>
            </a:endParaRPr>
          </a:p>
        </p:txBody>
      </p:sp>
      <p:sp>
        <p:nvSpPr>
          <p:cNvPr id="242703" name="Rectangle 15"/>
          <p:cNvSpPr>
            <a:spLocks noChangeArrowheads="1"/>
          </p:cNvSpPr>
          <p:nvPr/>
        </p:nvSpPr>
        <p:spPr bwMode="auto">
          <a:xfrm>
            <a:off x="4216400" y="152400"/>
            <a:ext cx="43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3300"/>
                </a:solidFill>
                <a:latin typeface="Times New Roman" charset="0"/>
                <a:ea typeface="楷体_GB2312" charset="0"/>
              </a:rPr>
              <a:t>e</a:t>
            </a:r>
            <a:endParaRPr kumimoji="1" lang="en-US" altLang="zh-CN" sz="4400" b="1">
              <a:solidFill>
                <a:srgbClr val="FFCC99"/>
              </a:solidFill>
              <a:latin typeface="Times New Roman" charset="0"/>
              <a:ea typeface="楷体_GB2312" charset="0"/>
            </a:endParaRPr>
          </a:p>
        </p:txBody>
      </p:sp>
      <p:sp>
        <p:nvSpPr>
          <p:cNvPr id="242704" name="Rectangle 16"/>
          <p:cNvSpPr>
            <a:spLocks noChangeArrowheads="1"/>
          </p:cNvSpPr>
          <p:nvPr/>
        </p:nvSpPr>
        <p:spPr bwMode="auto">
          <a:xfrm>
            <a:off x="4267200" y="762000"/>
            <a:ext cx="43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800000"/>
                </a:solidFill>
                <a:latin typeface="Times New Roman" charset="0"/>
                <a:ea typeface="楷体_GB2312" charset="0"/>
              </a:rPr>
              <a:t>e</a:t>
            </a:r>
            <a:endParaRPr kumimoji="1" lang="en-US" altLang="zh-CN" sz="4400" b="1">
              <a:solidFill>
                <a:srgbClr val="FFCC99"/>
              </a:solidFill>
              <a:latin typeface="Times New Roman" charset="0"/>
              <a:ea typeface="楷体_GB2312" charset="0"/>
            </a:endParaRPr>
          </a:p>
        </p:txBody>
      </p:sp>
      <p:sp>
        <p:nvSpPr>
          <p:cNvPr id="242705" name="Rectangle 17"/>
          <p:cNvSpPr>
            <a:spLocks noChangeArrowheads="1"/>
          </p:cNvSpPr>
          <p:nvPr/>
        </p:nvSpPr>
        <p:spPr bwMode="auto">
          <a:xfrm>
            <a:off x="4800600" y="152400"/>
            <a:ext cx="457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400" b="1">
                <a:solidFill>
                  <a:srgbClr val="FF3300"/>
                </a:solidFill>
                <a:latin typeface="Times New Roman" charset="0"/>
                <a:ea typeface="楷体_GB2312" charset="0"/>
              </a:rPr>
              <a:t>f</a:t>
            </a:r>
          </a:p>
        </p:txBody>
      </p:sp>
      <p:sp>
        <p:nvSpPr>
          <p:cNvPr id="242706" name="Rectangle 18"/>
          <p:cNvSpPr>
            <a:spLocks noChangeArrowheads="1"/>
          </p:cNvSpPr>
          <p:nvPr/>
        </p:nvSpPr>
        <p:spPr bwMode="auto">
          <a:xfrm>
            <a:off x="5334000" y="762000"/>
            <a:ext cx="533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400" b="1">
                <a:solidFill>
                  <a:srgbClr val="800000"/>
                </a:solidFill>
                <a:latin typeface="Times New Roman" charset="0"/>
                <a:ea typeface="楷体_GB2312" charset="0"/>
              </a:rPr>
              <a:t>f</a:t>
            </a:r>
          </a:p>
        </p:txBody>
      </p:sp>
      <p:sp>
        <p:nvSpPr>
          <p:cNvPr id="242707" name="Rectangle 19"/>
          <p:cNvSpPr>
            <a:spLocks noChangeArrowheads="1"/>
          </p:cNvSpPr>
          <p:nvPr/>
        </p:nvSpPr>
        <p:spPr bwMode="auto">
          <a:xfrm>
            <a:off x="5257800" y="152400"/>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FF3300"/>
                </a:solidFill>
                <a:latin typeface="Times New Roman" charset="0"/>
                <a:ea typeface="楷体_GB2312" charset="0"/>
              </a:rPr>
              <a:t>g</a:t>
            </a:r>
            <a:endParaRPr kumimoji="1" lang="en-US" altLang="zh-CN" sz="4400" b="1">
              <a:solidFill>
                <a:srgbClr val="FFCC99"/>
              </a:solidFill>
              <a:latin typeface="Times New Roman" charset="0"/>
              <a:ea typeface="楷体_GB2312" charset="0"/>
            </a:endParaRPr>
          </a:p>
        </p:txBody>
      </p:sp>
      <p:sp>
        <p:nvSpPr>
          <p:cNvPr id="242708" name="Rectangle 20"/>
          <p:cNvSpPr>
            <a:spLocks noChangeArrowheads="1"/>
          </p:cNvSpPr>
          <p:nvPr/>
        </p:nvSpPr>
        <p:spPr bwMode="auto">
          <a:xfrm>
            <a:off x="4794250" y="762000"/>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800000"/>
                </a:solidFill>
                <a:latin typeface="Times New Roman" charset="0"/>
                <a:ea typeface="楷体_GB2312" charset="0"/>
              </a:rPr>
              <a:t>g</a:t>
            </a:r>
            <a:endParaRPr kumimoji="1" lang="en-US" altLang="zh-CN" sz="4400" b="1">
              <a:solidFill>
                <a:srgbClr val="FFCC99"/>
              </a:solidFill>
              <a:latin typeface="Times New Roman" charset="0"/>
              <a:ea typeface="楷体_GB2312" charset="0"/>
            </a:endParaRPr>
          </a:p>
        </p:txBody>
      </p:sp>
      <p:sp>
        <p:nvSpPr>
          <p:cNvPr id="242709" name="Text Box 21"/>
          <p:cNvSpPr txBox="1">
            <a:spLocks noChangeArrowheads="1"/>
          </p:cNvSpPr>
          <p:nvPr/>
        </p:nvSpPr>
        <p:spPr bwMode="auto">
          <a:xfrm>
            <a:off x="3962400" y="23622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a</a:t>
            </a:r>
            <a:endParaRPr kumimoji="1" lang="en-US" altLang="zh-CN" sz="2400">
              <a:latin typeface="Times New Roman" charset="0"/>
            </a:endParaRPr>
          </a:p>
        </p:txBody>
      </p:sp>
      <p:sp>
        <p:nvSpPr>
          <p:cNvPr id="242710" name="Line 22"/>
          <p:cNvSpPr>
            <a:spLocks noChangeShapeType="1"/>
          </p:cNvSpPr>
          <p:nvPr/>
        </p:nvSpPr>
        <p:spPr bwMode="auto">
          <a:xfrm>
            <a:off x="4343400" y="23622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1" name="Line 23"/>
          <p:cNvSpPr>
            <a:spLocks noChangeShapeType="1"/>
          </p:cNvSpPr>
          <p:nvPr/>
        </p:nvSpPr>
        <p:spPr bwMode="auto">
          <a:xfrm>
            <a:off x="4953000" y="23622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2" name="Line 24"/>
          <p:cNvSpPr>
            <a:spLocks noChangeShapeType="1"/>
          </p:cNvSpPr>
          <p:nvPr/>
        </p:nvSpPr>
        <p:spPr bwMode="auto">
          <a:xfrm>
            <a:off x="3886200" y="1676400"/>
            <a:ext cx="762000" cy="685800"/>
          </a:xfrm>
          <a:prstGeom prst="line">
            <a:avLst/>
          </a:prstGeom>
          <a:noFill/>
          <a:ln w="31750" cap="sq">
            <a:solidFill>
              <a:srgbClr val="0033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3" name="Text Box 25"/>
          <p:cNvSpPr txBox="1">
            <a:spLocks noChangeArrowheads="1"/>
          </p:cNvSpPr>
          <p:nvPr/>
        </p:nvSpPr>
        <p:spPr bwMode="auto">
          <a:xfrm>
            <a:off x="2209800" y="33528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b</a:t>
            </a:r>
            <a:endParaRPr kumimoji="1" lang="en-US" altLang="zh-CN" sz="2400">
              <a:latin typeface="Times New Roman" charset="0"/>
            </a:endParaRPr>
          </a:p>
        </p:txBody>
      </p:sp>
      <p:sp>
        <p:nvSpPr>
          <p:cNvPr id="242714" name="Line 26"/>
          <p:cNvSpPr>
            <a:spLocks noChangeShapeType="1"/>
          </p:cNvSpPr>
          <p:nvPr/>
        </p:nvSpPr>
        <p:spPr bwMode="auto">
          <a:xfrm>
            <a:off x="2590800" y="3352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5" name="Line 27"/>
          <p:cNvSpPr>
            <a:spLocks noChangeShapeType="1"/>
          </p:cNvSpPr>
          <p:nvPr/>
        </p:nvSpPr>
        <p:spPr bwMode="auto">
          <a:xfrm>
            <a:off x="3200400" y="3352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6" name="Line 28"/>
          <p:cNvSpPr>
            <a:spLocks noChangeShapeType="1"/>
          </p:cNvSpPr>
          <p:nvPr/>
        </p:nvSpPr>
        <p:spPr bwMode="auto">
          <a:xfrm flipH="1">
            <a:off x="2895600" y="2743200"/>
            <a:ext cx="1295400" cy="609600"/>
          </a:xfrm>
          <a:prstGeom prst="line">
            <a:avLst/>
          </a:prstGeom>
          <a:noFill/>
          <a:ln w="31750" cap="sq">
            <a:solidFill>
              <a:srgbClr val="00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7" name="Text Box 29"/>
          <p:cNvSpPr txBox="1">
            <a:spLocks noChangeArrowheads="1"/>
          </p:cNvSpPr>
          <p:nvPr/>
        </p:nvSpPr>
        <p:spPr bwMode="auto">
          <a:xfrm>
            <a:off x="1219200" y="44958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c</a:t>
            </a:r>
            <a:endParaRPr kumimoji="1" lang="en-US" altLang="zh-CN" sz="2400">
              <a:latin typeface="Times New Roman" charset="0"/>
            </a:endParaRPr>
          </a:p>
        </p:txBody>
      </p:sp>
      <p:sp>
        <p:nvSpPr>
          <p:cNvPr id="242718" name="Line 30"/>
          <p:cNvSpPr>
            <a:spLocks noChangeShapeType="1"/>
          </p:cNvSpPr>
          <p:nvPr/>
        </p:nvSpPr>
        <p:spPr bwMode="auto">
          <a:xfrm>
            <a:off x="1600200" y="4495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19" name="Line 31"/>
          <p:cNvSpPr>
            <a:spLocks noChangeShapeType="1"/>
          </p:cNvSpPr>
          <p:nvPr/>
        </p:nvSpPr>
        <p:spPr bwMode="auto">
          <a:xfrm>
            <a:off x="2209800" y="4495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0" name="Line 32"/>
          <p:cNvSpPr>
            <a:spLocks noChangeShapeType="1"/>
          </p:cNvSpPr>
          <p:nvPr/>
        </p:nvSpPr>
        <p:spPr bwMode="auto">
          <a:xfrm flipH="1">
            <a:off x="1905000" y="3733800"/>
            <a:ext cx="533400" cy="762000"/>
          </a:xfrm>
          <a:prstGeom prst="line">
            <a:avLst/>
          </a:prstGeom>
          <a:noFill/>
          <a:ln w="31750" cap="sq">
            <a:solidFill>
              <a:srgbClr val="00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1" name="Text Box 33"/>
          <p:cNvSpPr txBox="1">
            <a:spLocks noChangeArrowheads="1"/>
          </p:cNvSpPr>
          <p:nvPr/>
        </p:nvSpPr>
        <p:spPr bwMode="auto">
          <a:xfrm>
            <a:off x="3200400" y="44958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d</a:t>
            </a:r>
            <a:endParaRPr kumimoji="1" lang="en-US" altLang="zh-CN" sz="2400">
              <a:latin typeface="Times New Roman" charset="0"/>
            </a:endParaRPr>
          </a:p>
        </p:txBody>
      </p:sp>
      <p:sp>
        <p:nvSpPr>
          <p:cNvPr id="242722" name="Line 34"/>
          <p:cNvSpPr>
            <a:spLocks noChangeShapeType="1"/>
          </p:cNvSpPr>
          <p:nvPr/>
        </p:nvSpPr>
        <p:spPr bwMode="auto">
          <a:xfrm>
            <a:off x="3581400" y="4495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3" name="Line 35"/>
          <p:cNvSpPr>
            <a:spLocks noChangeShapeType="1"/>
          </p:cNvSpPr>
          <p:nvPr/>
        </p:nvSpPr>
        <p:spPr bwMode="auto">
          <a:xfrm>
            <a:off x="4191000" y="4495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4" name="Line 36"/>
          <p:cNvSpPr>
            <a:spLocks noChangeShapeType="1"/>
          </p:cNvSpPr>
          <p:nvPr/>
        </p:nvSpPr>
        <p:spPr bwMode="auto">
          <a:xfrm>
            <a:off x="3352800" y="3657600"/>
            <a:ext cx="533400" cy="838200"/>
          </a:xfrm>
          <a:prstGeom prst="line">
            <a:avLst/>
          </a:prstGeom>
          <a:noFill/>
          <a:ln w="31750" cap="sq">
            <a:solidFill>
              <a:srgbClr val="00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5" name="Text Box 37"/>
          <p:cNvSpPr txBox="1">
            <a:spLocks noChangeArrowheads="1"/>
          </p:cNvSpPr>
          <p:nvPr/>
        </p:nvSpPr>
        <p:spPr bwMode="auto">
          <a:xfrm>
            <a:off x="5867400" y="33528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e</a:t>
            </a:r>
            <a:endParaRPr kumimoji="1" lang="en-US" altLang="zh-CN" sz="2400">
              <a:latin typeface="Times New Roman" charset="0"/>
            </a:endParaRPr>
          </a:p>
        </p:txBody>
      </p:sp>
      <p:sp>
        <p:nvSpPr>
          <p:cNvPr id="242726" name="Line 38"/>
          <p:cNvSpPr>
            <a:spLocks noChangeShapeType="1"/>
          </p:cNvSpPr>
          <p:nvPr/>
        </p:nvSpPr>
        <p:spPr bwMode="auto">
          <a:xfrm>
            <a:off x="6248400" y="3352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7" name="Line 39"/>
          <p:cNvSpPr>
            <a:spLocks noChangeShapeType="1"/>
          </p:cNvSpPr>
          <p:nvPr/>
        </p:nvSpPr>
        <p:spPr bwMode="auto">
          <a:xfrm>
            <a:off x="6858000" y="3352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8" name="Line 40"/>
          <p:cNvSpPr>
            <a:spLocks noChangeShapeType="1"/>
          </p:cNvSpPr>
          <p:nvPr/>
        </p:nvSpPr>
        <p:spPr bwMode="auto">
          <a:xfrm>
            <a:off x="5181600" y="2667000"/>
            <a:ext cx="1371600" cy="685800"/>
          </a:xfrm>
          <a:prstGeom prst="line">
            <a:avLst/>
          </a:prstGeom>
          <a:noFill/>
          <a:ln w="31750" cap="sq">
            <a:solidFill>
              <a:srgbClr val="00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29" name="Text Box 41"/>
          <p:cNvSpPr txBox="1">
            <a:spLocks noChangeArrowheads="1"/>
          </p:cNvSpPr>
          <p:nvPr/>
        </p:nvSpPr>
        <p:spPr bwMode="auto">
          <a:xfrm>
            <a:off x="6858000" y="44958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f</a:t>
            </a:r>
            <a:endParaRPr kumimoji="1" lang="en-US" altLang="zh-CN" sz="2400">
              <a:latin typeface="Times New Roman" charset="0"/>
            </a:endParaRPr>
          </a:p>
        </p:txBody>
      </p:sp>
      <p:sp>
        <p:nvSpPr>
          <p:cNvPr id="242730" name="Line 42"/>
          <p:cNvSpPr>
            <a:spLocks noChangeShapeType="1"/>
          </p:cNvSpPr>
          <p:nvPr/>
        </p:nvSpPr>
        <p:spPr bwMode="auto">
          <a:xfrm>
            <a:off x="7239000" y="4495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31" name="Line 43"/>
          <p:cNvSpPr>
            <a:spLocks noChangeShapeType="1"/>
          </p:cNvSpPr>
          <p:nvPr/>
        </p:nvSpPr>
        <p:spPr bwMode="auto">
          <a:xfrm>
            <a:off x="7848600" y="4495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32" name="Line 44"/>
          <p:cNvSpPr>
            <a:spLocks noChangeShapeType="1"/>
          </p:cNvSpPr>
          <p:nvPr/>
        </p:nvSpPr>
        <p:spPr bwMode="auto">
          <a:xfrm>
            <a:off x="7010400" y="3657600"/>
            <a:ext cx="533400" cy="838200"/>
          </a:xfrm>
          <a:prstGeom prst="line">
            <a:avLst/>
          </a:prstGeom>
          <a:noFill/>
          <a:ln w="31750" cap="sq">
            <a:solidFill>
              <a:srgbClr val="00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33" name="Text Box 45"/>
          <p:cNvSpPr txBox="1">
            <a:spLocks noChangeArrowheads="1"/>
          </p:cNvSpPr>
          <p:nvPr/>
        </p:nvSpPr>
        <p:spPr bwMode="auto">
          <a:xfrm>
            <a:off x="5867400" y="5638800"/>
            <a:ext cx="1371600" cy="666750"/>
          </a:xfrm>
          <a:prstGeom prst="rect">
            <a:avLst/>
          </a:prstGeom>
          <a:solidFill>
            <a:srgbClr val="CCFFFF">
              <a:alpha val="50000"/>
            </a:srgbClr>
          </a:solidFill>
          <a:ln w="25400" cap="sq">
            <a:solidFill>
              <a:srgbClr val="008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3600" b="1">
                <a:solidFill>
                  <a:srgbClr val="006666"/>
                </a:solidFill>
                <a:latin typeface="Times New Roman" charset="0"/>
              </a:rPr>
              <a:t>g</a:t>
            </a:r>
            <a:endParaRPr kumimoji="1" lang="en-US" altLang="zh-CN" sz="2400">
              <a:latin typeface="Times New Roman" charset="0"/>
            </a:endParaRPr>
          </a:p>
        </p:txBody>
      </p:sp>
      <p:sp>
        <p:nvSpPr>
          <p:cNvPr id="242734" name="Line 46"/>
          <p:cNvSpPr>
            <a:spLocks noChangeShapeType="1"/>
          </p:cNvSpPr>
          <p:nvPr/>
        </p:nvSpPr>
        <p:spPr bwMode="auto">
          <a:xfrm>
            <a:off x="6248400" y="5638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35" name="Line 47"/>
          <p:cNvSpPr>
            <a:spLocks noChangeShapeType="1"/>
          </p:cNvSpPr>
          <p:nvPr/>
        </p:nvSpPr>
        <p:spPr bwMode="auto">
          <a:xfrm>
            <a:off x="6858000" y="5638800"/>
            <a:ext cx="0" cy="685800"/>
          </a:xfrm>
          <a:prstGeom prst="line">
            <a:avLst/>
          </a:prstGeom>
          <a:noFill/>
          <a:ln w="127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36" name="Line 48"/>
          <p:cNvSpPr>
            <a:spLocks noChangeShapeType="1"/>
          </p:cNvSpPr>
          <p:nvPr/>
        </p:nvSpPr>
        <p:spPr bwMode="auto">
          <a:xfrm flipH="1">
            <a:off x="6553200" y="4800600"/>
            <a:ext cx="533400" cy="838200"/>
          </a:xfrm>
          <a:prstGeom prst="line">
            <a:avLst/>
          </a:prstGeom>
          <a:noFill/>
          <a:ln w="31750" cap="sq">
            <a:solidFill>
              <a:srgbClr val="0033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37" name="Text Box 49"/>
          <p:cNvSpPr txBox="1">
            <a:spLocks noChangeArrowheads="1"/>
          </p:cNvSpPr>
          <p:nvPr/>
        </p:nvSpPr>
        <p:spPr bwMode="auto">
          <a:xfrm>
            <a:off x="1196975" y="4572000"/>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38" name="Text Box 50"/>
          <p:cNvSpPr txBox="1">
            <a:spLocks noChangeArrowheads="1"/>
          </p:cNvSpPr>
          <p:nvPr/>
        </p:nvSpPr>
        <p:spPr bwMode="auto">
          <a:xfrm>
            <a:off x="2187575" y="4572000"/>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39" name="Text Box 51"/>
          <p:cNvSpPr txBox="1">
            <a:spLocks noChangeArrowheads="1"/>
          </p:cNvSpPr>
          <p:nvPr/>
        </p:nvSpPr>
        <p:spPr bwMode="auto">
          <a:xfrm>
            <a:off x="3178175" y="4572000"/>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40" name="Text Box 52"/>
          <p:cNvSpPr txBox="1">
            <a:spLocks noChangeArrowheads="1"/>
          </p:cNvSpPr>
          <p:nvPr/>
        </p:nvSpPr>
        <p:spPr bwMode="auto">
          <a:xfrm>
            <a:off x="4168775" y="4572000"/>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41" name="Text Box 53"/>
          <p:cNvSpPr txBox="1">
            <a:spLocks noChangeArrowheads="1"/>
          </p:cNvSpPr>
          <p:nvPr/>
        </p:nvSpPr>
        <p:spPr bwMode="auto">
          <a:xfrm>
            <a:off x="5845175" y="34131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42" name="Text Box 54"/>
          <p:cNvSpPr txBox="1">
            <a:spLocks noChangeArrowheads="1"/>
          </p:cNvSpPr>
          <p:nvPr/>
        </p:nvSpPr>
        <p:spPr bwMode="auto">
          <a:xfrm>
            <a:off x="5845175" y="56991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43" name="Text Box 55"/>
          <p:cNvSpPr txBox="1">
            <a:spLocks noChangeArrowheads="1"/>
          </p:cNvSpPr>
          <p:nvPr/>
        </p:nvSpPr>
        <p:spPr bwMode="auto">
          <a:xfrm>
            <a:off x="6835775" y="5699125"/>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44" name="Text Box 56"/>
          <p:cNvSpPr txBox="1">
            <a:spLocks noChangeArrowheads="1"/>
          </p:cNvSpPr>
          <p:nvPr/>
        </p:nvSpPr>
        <p:spPr bwMode="auto">
          <a:xfrm>
            <a:off x="7826375" y="4572000"/>
            <a:ext cx="479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6666"/>
                </a:solidFill>
                <a:latin typeface="Times New Roman" charset="0"/>
              </a:rPr>
              <a:t>^</a:t>
            </a:r>
            <a:endParaRPr kumimoji="1" lang="en-US" altLang="zh-CN" sz="2400">
              <a:latin typeface="Times New Roman" charset="0"/>
            </a:endParaRPr>
          </a:p>
        </p:txBody>
      </p:sp>
      <p:sp>
        <p:nvSpPr>
          <p:cNvPr id="242745" name="Line 57"/>
          <p:cNvSpPr>
            <a:spLocks noChangeShapeType="1"/>
          </p:cNvSpPr>
          <p:nvPr/>
        </p:nvSpPr>
        <p:spPr bwMode="auto">
          <a:xfrm>
            <a:off x="3124200" y="762000"/>
            <a:ext cx="381000" cy="0"/>
          </a:xfrm>
          <a:prstGeom prst="line">
            <a:avLst/>
          </a:prstGeom>
          <a:noFill/>
          <a:ln w="381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46" name="Line 58"/>
          <p:cNvSpPr>
            <a:spLocks noChangeShapeType="1"/>
          </p:cNvSpPr>
          <p:nvPr/>
        </p:nvSpPr>
        <p:spPr bwMode="auto">
          <a:xfrm>
            <a:off x="3657600" y="762000"/>
            <a:ext cx="381000" cy="0"/>
          </a:xfrm>
          <a:prstGeom prst="line">
            <a:avLst/>
          </a:prstGeom>
          <a:noFill/>
          <a:ln w="38100" cap="sq">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47" name="Line 59"/>
          <p:cNvSpPr>
            <a:spLocks noChangeShapeType="1"/>
          </p:cNvSpPr>
          <p:nvPr/>
        </p:nvSpPr>
        <p:spPr bwMode="auto">
          <a:xfrm>
            <a:off x="4648200" y="762000"/>
            <a:ext cx="990600" cy="0"/>
          </a:xfrm>
          <a:prstGeom prst="line">
            <a:avLst/>
          </a:prstGeom>
          <a:noFill/>
          <a:ln w="38100" cap="sq">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48" name="Line 60"/>
          <p:cNvSpPr>
            <a:spLocks noChangeShapeType="1"/>
          </p:cNvSpPr>
          <p:nvPr/>
        </p:nvSpPr>
        <p:spPr bwMode="auto">
          <a:xfrm>
            <a:off x="3200400" y="1676400"/>
            <a:ext cx="685800" cy="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49" name="Text Box 61"/>
          <p:cNvSpPr txBox="1">
            <a:spLocks noChangeArrowheads="1"/>
          </p:cNvSpPr>
          <p:nvPr/>
        </p:nvSpPr>
        <p:spPr bwMode="auto">
          <a:xfrm>
            <a:off x="6194425" y="228600"/>
            <a:ext cx="2035175"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spcBef>
                <a:spcPct val="50000"/>
              </a:spcBef>
            </a:pPr>
            <a:r>
              <a:rPr kumimoji="1" lang="zh-CN" altLang="en-US" sz="3600">
                <a:solidFill>
                  <a:srgbClr val="FF3300"/>
                </a:solidFill>
                <a:latin typeface="Times New Roman" charset="0"/>
                <a:ea typeface="楷体_GB2312" charset="0"/>
              </a:rPr>
              <a:t>先序序列</a:t>
            </a:r>
            <a:r>
              <a:rPr kumimoji="1" lang="zh-CN" altLang="en-US" sz="3600">
                <a:solidFill>
                  <a:srgbClr val="800000"/>
                </a:solidFill>
                <a:latin typeface="Times New Roman" charset="0"/>
                <a:ea typeface="楷体_GB2312" charset="0"/>
              </a:rPr>
              <a:t>中序序列</a:t>
            </a:r>
            <a:endParaRPr kumimoji="1" lang="zh-CN" altLang="en-US" sz="2400">
              <a:latin typeface="Times New Roman" charset="0"/>
            </a:endParaRPr>
          </a:p>
        </p:txBody>
      </p:sp>
      <p:sp>
        <p:nvSpPr>
          <p:cNvPr id="242750" name="Line 62"/>
          <p:cNvSpPr>
            <a:spLocks noChangeShapeType="1"/>
          </p:cNvSpPr>
          <p:nvPr/>
        </p:nvSpPr>
        <p:spPr bwMode="auto">
          <a:xfrm>
            <a:off x="1981200" y="1371600"/>
            <a:ext cx="381000" cy="0"/>
          </a:xfrm>
          <a:prstGeom prst="line">
            <a:avLst/>
          </a:prstGeom>
          <a:noFill/>
          <a:ln w="38100" cap="sq">
            <a:solidFill>
              <a:srgbClr val="0066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51" name="Line 63"/>
          <p:cNvSpPr>
            <a:spLocks noChangeShapeType="1"/>
          </p:cNvSpPr>
          <p:nvPr/>
        </p:nvSpPr>
        <p:spPr bwMode="auto">
          <a:xfrm>
            <a:off x="3200400" y="1371600"/>
            <a:ext cx="381000" cy="0"/>
          </a:xfrm>
          <a:prstGeom prst="line">
            <a:avLst/>
          </a:prstGeom>
          <a:noFill/>
          <a:ln w="38100" cap="sq">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52" name="Line 64"/>
          <p:cNvSpPr>
            <a:spLocks noChangeShapeType="1"/>
          </p:cNvSpPr>
          <p:nvPr/>
        </p:nvSpPr>
        <p:spPr bwMode="auto">
          <a:xfrm>
            <a:off x="4648200" y="1447800"/>
            <a:ext cx="990600" cy="0"/>
          </a:xfrm>
          <a:prstGeom prst="line">
            <a:avLst/>
          </a:prstGeom>
          <a:noFill/>
          <a:ln w="38100" cap="sq">
            <a:solidFill>
              <a:srgbClr val="00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53" name="Line 65"/>
          <p:cNvSpPr>
            <a:spLocks noChangeShapeType="1"/>
          </p:cNvSpPr>
          <p:nvPr/>
        </p:nvSpPr>
        <p:spPr bwMode="auto">
          <a:xfrm>
            <a:off x="5334000" y="457200"/>
            <a:ext cx="304800" cy="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2754" name="Line 66"/>
          <p:cNvSpPr>
            <a:spLocks noChangeShapeType="1"/>
          </p:cNvSpPr>
          <p:nvPr/>
        </p:nvSpPr>
        <p:spPr bwMode="auto">
          <a:xfrm>
            <a:off x="4876800" y="990600"/>
            <a:ext cx="304800" cy="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099488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childTnLst>
                                    <p:set>
                                      <p:cBhvr>
                                        <p:cTn id="6" dur="1" fill="hold">
                                          <p:stCondLst>
                                            <p:cond delay="0"/>
                                          </p:stCondLst>
                                        </p:cTn>
                                        <p:tgtEl>
                                          <p:spTgt spid="242693"/>
                                        </p:tgtEl>
                                        <p:attrNameLst>
                                          <p:attrName>style.visibility</p:attrName>
                                        </p:attrNameLst>
                                      </p:cBhvr>
                                      <p:to>
                                        <p:strVal val="visible"/>
                                      </p:to>
                                    </p:set>
                                    <p:animEffect transition="in" filter="checkerboard(down)">
                                      <p:cBhvr>
                                        <p:cTn id="7" dur="500"/>
                                        <p:tgtEl>
                                          <p:spTgt spid="2426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42694"/>
                                        </p:tgtEl>
                                        <p:attrNameLst>
                                          <p:attrName>style.visibility</p:attrName>
                                        </p:attrNameLst>
                                      </p:cBhvr>
                                      <p:to>
                                        <p:strVal val="visible"/>
                                      </p:to>
                                    </p:set>
                                    <p:animEffect transition="in" filter="slide(fromLeft)">
                                      <p:cBhvr>
                                        <p:cTn id="12" dur="500"/>
                                        <p:tgtEl>
                                          <p:spTgt spid="242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242748"/>
                                        </p:tgtEl>
                                        <p:attrNameLst>
                                          <p:attrName>style.visibility</p:attrName>
                                        </p:attrNameLst>
                                      </p:cBhvr>
                                      <p:to>
                                        <p:strVal val="visible"/>
                                      </p:to>
                                    </p:set>
                                    <p:anim calcmode="lin" valueType="num">
                                      <p:cBhvr>
                                        <p:cTn id="17" dur="500" fill="hold"/>
                                        <p:tgtEl>
                                          <p:spTgt spid="242748"/>
                                        </p:tgtEl>
                                        <p:attrNameLst>
                                          <p:attrName>ppt_x</p:attrName>
                                        </p:attrNameLst>
                                      </p:cBhvr>
                                      <p:tavLst>
                                        <p:tav tm="0">
                                          <p:val>
                                            <p:strVal val="#ppt_x-#ppt_w/2"/>
                                          </p:val>
                                        </p:tav>
                                        <p:tav tm="100000">
                                          <p:val>
                                            <p:strVal val="#ppt_x"/>
                                          </p:val>
                                        </p:tav>
                                      </p:tavLst>
                                    </p:anim>
                                    <p:anim calcmode="lin" valueType="num">
                                      <p:cBhvr>
                                        <p:cTn id="18" dur="500" fill="hold"/>
                                        <p:tgtEl>
                                          <p:spTgt spid="242748"/>
                                        </p:tgtEl>
                                        <p:attrNameLst>
                                          <p:attrName>ppt_y</p:attrName>
                                        </p:attrNameLst>
                                      </p:cBhvr>
                                      <p:tavLst>
                                        <p:tav tm="0">
                                          <p:val>
                                            <p:strVal val="#ppt_y"/>
                                          </p:val>
                                        </p:tav>
                                        <p:tav tm="100000">
                                          <p:val>
                                            <p:strVal val="#ppt_y"/>
                                          </p:val>
                                        </p:tav>
                                      </p:tavLst>
                                    </p:anim>
                                    <p:anim calcmode="lin" valueType="num">
                                      <p:cBhvr>
                                        <p:cTn id="19" dur="500" fill="hold"/>
                                        <p:tgtEl>
                                          <p:spTgt spid="242748"/>
                                        </p:tgtEl>
                                        <p:attrNameLst>
                                          <p:attrName>ppt_w</p:attrName>
                                        </p:attrNameLst>
                                      </p:cBhvr>
                                      <p:tavLst>
                                        <p:tav tm="0">
                                          <p:val>
                                            <p:fltVal val="0"/>
                                          </p:val>
                                        </p:tav>
                                        <p:tav tm="100000">
                                          <p:val>
                                            <p:strVal val="#ppt_w"/>
                                          </p:val>
                                        </p:tav>
                                      </p:tavLst>
                                    </p:anim>
                                    <p:anim calcmode="lin" valueType="num">
                                      <p:cBhvr>
                                        <p:cTn id="20" dur="500" fill="hold"/>
                                        <p:tgtEl>
                                          <p:spTgt spid="242748"/>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500"/>
                            </p:stCondLst>
                            <p:childTnLst>
                              <p:par>
                                <p:cTn id="22" presetID="17" presetClass="entr" presetSubtype="8" fill="hold" grpId="0" nodeType="afterEffect">
                                  <p:stCondLst>
                                    <p:cond delay="0"/>
                                  </p:stCondLst>
                                  <p:childTnLst>
                                    <p:set>
                                      <p:cBhvr>
                                        <p:cTn id="23" dur="1" fill="hold">
                                          <p:stCondLst>
                                            <p:cond delay="0"/>
                                          </p:stCondLst>
                                        </p:cTn>
                                        <p:tgtEl>
                                          <p:spTgt spid="242712"/>
                                        </p:tgtEl>
                                        <p:attrNameLst>
                                          <p:attrName>style.visibility</p:attrName>
                                        </p:attrNameLst>
                                      </p:cBhvr>
                                      <p:to>
                                        <p:strVal val="visible"/>
                                      </p:to>
                                    </p:set>
                                    <p:anim calcmode="lin" valueType="num">
                                      <p:cBhvr>
                                        <p:cTn id="24" dur="500" fill="hold"/>
                                        <p:tgtEl>
                                          <p:spTgt spid="242712"/>
                                        </p:tgtEl>
                                        <p:attrNameLst>
                                          <p:attrName>ppt_x</p:attrName>
                                        </p:attrNameLst>
                                      </p:cBhvr>
                                      <p:tavLst>
                                        <p:tav tm="0">
                                          <p:val>
                                            <p:strVal val="#ppt_x-#ppt_w/2"/>
                                          </p:val>
                                        </p:tav>
                                        <p:tav tm="100000">
                                          <p:val>
                                            <p:strVal val="#ppt_x"/>
                                          </p:val>
                                        </p:tav>
                                      </p:tavLst>
                                    </p:anim>
                                    <p:anim calcmode="lin" valueType="num">
                                      <p:cBhvr>
                                        <p:cTn id="25" dur="500" fill="hold"/>
                                        <p:tgtEl>
                                          <p:spTgt spid="242712"/>
                                        </p:tgtEl>
                                        <p:attrNameLst>
                                          <p:attrName>ppt_y</p:attrName>
                                        </p:attrNameLst>
                                      </p:cBhvr>
                                      <p:tavLst>
                                        <p:tav tm="0">
                                          <p:val>
                                            <p:strVal val="#ppt_y"/>
                                          </p:val>
                                        </p:tav>
                                        <p:tav tm="100000">
                                          <p:val>
                                            <p:strVal val="#ppt_y"/>
                                          </p:val>
                                        </p:tav>
                                      </p:tavLst>
                                    </p:anim>
                                    <p:anim calcmode="lin" valueType="num">
                                      <p:cBhvr>
                                        <p:cTn id="26" dur="500" fill="hold"/>
                                        <p:tgtEl>
                                          <p:spTgt spid="242712"/>
                                        </p:tgtEl>
                                        <p:attrNameLst>
                                          <p:attrName>ppt_w</p:attrName>
                                        </p:attrNameLst>
                                      </p:cBhvr>
                                      <p:tavLst>
                                        <p:tav tm="0">
                                          <p:val>
                                            <p:fltVal val="0"/>
                                          </p:val>
                                        </p:tav>
                                        <p:tav tm="100000">
                                          <p:val>
                                            <p:strVal val="#ppt_w"/>
                                          </p:val>
                                        </p:tav>
                                      </p:tavLst>
                                    </p:anim>
                                    <p:anim calcmode="lin" valueType="num">
                                      <p:cBhvr>
                                        <p:cTn id="27" dur="500" fill="hold"/>
                                        <p:tgtEl>
                                          <p:spTgt spid="242712"/>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1000"/>
                            </p:stCondLst>
                            <p:childTnLst>
                              <p:par>
                                <p:cTn id="29" presetID="17" presetClass="entr" presetSubtype="1" fill="hold" grpId="0" nodeType="afterEffect">
                                  <p:stCondLst>
                                    <p:cond delay="0"/>
                                  </p:stCondLst>
                                  <p:childTnLst>
                                    <p:set>
                                      <p:cBhvr>
                                        <p:cTn id="30" dur="1" fill="hold">
                                          <p:stCondLst>
                                            <p:cond delay="0"/>
                                          </p:stCondLst>
                                        </p:cTn>
                                        <p:tgtEl>
                                          <p:spTgt spid="242709"/>
                                        </p:tgtEl>
                                        <p:attrNameLst>
                                          <p:attrName>style.visibility</p:attrName>
                                        </p:attrNameLst>
                                      </p:cBhvr>
                                      <p:to>
                                        <p:strVal val="visible"/>
                                      </p:to>
                                    </p:set>
                                    <p:anim calcmode="lin" valueType="num">
                                      <p:cBhvr>
                                        <p:cTn id="31" dur="500" fill="hold"/>
                                        <p:tgtEl>
                                          <p:spTgt spid="242709"/>
                                        </p:tgtEl>
                                        <p:attrNameLst>
                                          <p:attrName>ppt_x</p:attrName>
                                        </p:attrNameLst>
                                      </p:cBhvr>
                                      <p:tavLst>
                                        <p:tav tm="0">
                                          <p:val>
                                            <p:strVal val="#ppt_x"/>
                                          </p:val>
                                        </p:tav>
                                        <p:tav tm="100000">
                                          <p:val>
                                            <p:strVal val="#ppt_x"/>
                                          </p:val>
                                        </p:tav>
                                      </p:tavLst>
                                    </p:anim>
                                    <p:anim calcmode="lin" valueType="num">
                                      <p:cBhvr>
                                        <p:cTn id="32" dur="500" fill="hold"/>
                                        <p:tgtEl>
                                          <p:spTgt spid="242709"/>
                                        </p:tgtEl>
                                        <p:attrNameLst>
                                          <p:attrName>ppt_y</p:attrName>
                                        </p:attrNameLst>
                                      </p:cBhvr>
                                      <p:tavLst>
                                        <p:tav tm="0">
                                          <p:val>
                                            <p:strVal val="#ppt_y-#ppt_h/2"/>
                                          </p:val>
                                        </p:tav>
                                        <p:tav tm="100000">
                                          <p:val>
                                            <p:strVal val="#ppt_y"/>
                                          </p:val>
                                        </p:tav>
                                      </p:tavLst>
                                    </p:anim>
                                    <p:anim calcmode="lin" valueType="num">
                                      <p:cBhvr>
                                        <p:cTn id="33" dur="500" fill="hold"/>
                                        <p:tgtEl>
                                          <p:spTgt spid="242709"/>
                                        </p:tgtEl>
                                        <p:attrNameLst>
                                          <p:attrName>ppt_w</p:attrName>
                                        </p:attrNameLst>
                                      </p:cBhvr>
                                      <p:tavLst>
                                        <p:tav tm="0">
                                          <p:val>
                                            <p:strVal val="#ppt_w"/>
                                          </p:val>
                                        </p:tav>
                                        <p:tav tm="100000">
                                          <p:val>
                                            <p:strVal val="#ppt_w"/>
                                          </p:val>
                                        </p:tav>
                                      </p:tavLst>
                                    </p:anim>
                                    <p:anim calcmode="lin" valueType="num">
                                      <p:cBhvr>
                                        <p:cTn id="34" dur="500" fill="hold"/>
                                        <p:tgtEl>
                                          <p:spTgt spid="242709"/>
                                        </p:tgtEl>
                                        <p:attrNameLst>
                                          <p:attrName>ppt_h</p:attrName>
                                        </p:attrNameLst>
                                      </p:cBhvr>
                                      <p:tavLst>
                                        <p:tav tm="0">
                                          <p:val>
                                            <p:fltVal val="0"/>
                                          </p:val>
                                        </p:tav>
                                        <p:tav tm="100000">
                                          <p:val>
                                            <p:strVal val="#ppt_h"/>
                                          </p:val>
                                        </p:tav>
                                      </p:tavLst>
                                    </p:anim>
                                  </p:childTnLst>
                                </p:cTn>
                              </p:par>
                            </p:childTnLst>
                          </p:cTn>
                        </p:par>
                        <p:par>
                          <p:cTn id="35" fill="hold" nodeType="afterGroup">
                            <p:stCondLst>
                              <p:cond delay="1500"/>
                            </p:stCondLst>
                            <p:childTnLst>
                              <p:par>
                                <p:cTn id="36" presetID="17" presetClass="entr" presetSubtype="1" fill="hold" grpId="0" nodeType="afterEffect">
                                  <p:stCondLst>
                                    <p:cond delay="0"/>
                                  </p:stCondLst>
                                  <p:childTnLst>
                                    <p:set>
                                      <p:cBhvr>
                                        <p:cTn id="37" dur="1" fill="hold">
                                          <p:stCondLst>
                                            <p:cond delay="0"/>
                                          </p:stCondLst>
                                        </p:cTn>
                                        <p:tgtEl>
                                          <p:spTgt spid="242710"/>
                                        </p:tgtEl>
                                        <p:attrNameLst>
                                          <p:attrName>style.visibility</p:attrName>
                                        </p:attrNameLst>
                                      </p:cBhvr>
                                      <p:to>
                                        <p:strVal val="visible"/>
                                      </p:to>
                                    </p:set>
                                    <p:anim calcmode="lin" valueType="num">
                                      <p:cBhvr>
                                        <p:cTn id="38" dur="500" fill="hold"/>
                                        <p:tgtEl>
                                          <p:spTgt spid="242710"/>
                                        </p:tgtEl>
                                        <p:attrNameLst>
                                          <p:attrName>ppt_x</p:attrName>
                                        </p:attrNameLst>
                                      </p:cBhvr>
                                      <p:tavLst>
                                        <p:tav tm="0">
                                          <p:val>
                                            <p:strVal val="#ppt_x"/>
                                          </p:val>
                                        </p:tav>
                                        <p:tav tm="100000">
                                          <p:val>
                                            <p:strVal val="#ppt_x"/>
                                          </p:val>
                                        </p:tav>
                                      </p:tavLst>
                                    </p:anim>
                                    <p:anim calcmode="lin" valueType="num">
                                      <p:cBhvr>
                                        <p:cTn id="39" dur="500" fill="hold"/>
                                        <p:tgtEl>
                                          <p:spTgt spid="242710"/>
                                        </p:tgtEl>
                                        <p:attrNameLst>
                                          <p:attrName>ppt_y</p:attrName>
                                        </p:attrNameLst>
                                      </p:cBhvr>
                                      <p:tavLst>
                                        <p:tav tm="0">
                                          <p:val>
                                            <p:strVal val="#ppt_y-#ppt_h/2"/>
                                          </p:val>
                                        </p:tav>
                                        <p:tav tm="100000">
                                          <p:val>
                                            <p:strVal val="#ppt_y"/>
                                          </p:val>
                                        </p:tav>
                                      </p:tavLst>
                                    </p:anim>
                                    <p:anim calcmode="lin" valueType="num">
                                      <p:cBhvr>
                                        <p:cTn id="40" dur="500" fill="hold"/>
                                        <p:tgtEl>
                                          <p:spTgt spid="242710"/>
                                        </p:tgtEl>
                                        <p:attrNameLst>
                                          <p:attrName>ppt_w</p:attrName>
                                        </p:attrNameLst>
                                      </p:cBhvr>
                                      <p:tavLst>
                                        <p:tav tm="0">
                                          <p:val>
                                            <p:strVal val="#ppt_w"/>
                                          </p:val>
                                        </p:tav>
                                        <p:tav tm="100000">
                                          <p:val>
                                            <p:strVal val="#ppt_w"/>
                                          </p:val>
                                        </p:tav>
                                      </p:tavLst>
                                    </p:anim>
                                    <p:anim calcmode="lin" valueType="num">
                                      <p:cBhvr>
                                        <p:cTn id="41" dur="500" fill="hold"/>
                                        <p:tgtEl>
                                          <p:spTgt spid="242710"/>
                                        </p:tgtEl>
                                        <p:attrNameLst>
                                          <p:attrName>ppt_h</p:attrName>
                                        </p:attrNameLst>
                                      </p:cBhvr>
                                      <p:tavLst>
                                        <p:tav tm="0">
                                          <p:val>
                                            <p:fltVal val="0"/>
                                          </p:val>
                                        </p:tav>
                                        <p:tav tm="100000">
                                          <p:val>
                                            <p:strVal val="#ppt_h"/>
                                          </p:val>
                                        </p:tav>
                                      </p:tavLst>
                                    </p:anim>
                                  </p:childTnLst>
                                </p:cTn>
                              </p:par>
                            </p:childTnLst>
                          </p:cTn>
                        </p:par>
                        <p:par>
                          <p:cTn id="42" fill="hold" nodeType="afterGroup">
                            <p:stCondLst>
                              <p:cond delay="2000"/>
                            </p:stCondLst>
                            <p:childTnLst>
                              <p:par>
                                <p:cTn id="43" presetID="17" presetClass="entr" presetSubtype="1" fill="hold" grpId="0" nodeType="afterEffect">
                                  <p:stCondLst>
                                    <p:cond delay="0"/>
                                  </p:stCondLst>
                                  <p:childTnLst>
                                    <p:set>
                                      <p:cBhvr>
                                        <p:cTn id="44" dur="1" fill="hold">
                                          <p:stCondLst>
                                            <p:cond delay="0"/>
                                          </p:stCondLst>
                                        </p:cTn>
                                        <p:tgtEl>
                                          <p:spTgt spid="242711"/>
                                        </p:tgtEl>
                                        <p:attrNameLst>
                                          <p:attrName>style.visibility</p:attrName>
                                        </p:attrNameLst>
                                      </p:cBhvr>
                                      <p:to>
                                        <p:strVal val="visible"/>
                                      </p:to>
                                    </p:set>
                                    <p:anim calcmode="lin" valueType="num">
                                      <p:cBhvr>
                                        <p:cTn id="45" dur="500" fill="hold"/>
                                        <p:tgtEl>
                                          <p:spTgt spid="242711"/>
                                        </p:tgtEl>
                                        <p:attrNameLst>
                                          <p:attrName>ppt_x</p:attrName>
                                        </p:attrNameLst>
                                      </p:cBhvr>
                                      <p:tavLst>
                                        <p:tav tm="0">
                                          <p:val>
                                            <p:strVal val="#ppt_x"/>
                                          </p:val>
                                        </p:tav>
                                        <p:tav tm="100000">
                                          <p:val>
                                            <p:strVal val="#ppt_x"/>
                                          </p:val>
                                        </p:tav>
                                      </p:tavLst>
                                    </p:anim>
                                    <p:anim calcmode="lin" valueType="num">
                                      <p:cBhvr>
                                        <p:cTn id="46" dur="500" fill="hold"/>
                                        <p:tgtEl>
                                          <p:spTgt spid="242711"/>
                                        </p:tgtEl>
                                        <p:attrNameLst>
                                          <p:attrName>ppt_y</p:attrName>
                                        </p:attrNameLst>
                                      </p:cBhvr>
                                      <p:tavLst>
                                        <p:tav tm="0">
                                          <p:val>
                                            <p:strVal val="#ppt_y-#ppt_h/2"/>
                                          </p:val>
                                        </p:tav>
                                        <p:tav tm="100000">
                                          <p:val>
                                            <p:strVal val="#ppt_y"/>
                                          </p:val>
                                        </p:tav>
                                      </p:tavLst>
                                    </p:anim>
                                    <p:anim calcmode="lin" valueType="num">
                                      <p:cBhvr>
                                        <p:cTn id="47" dur="500" fill="hold"/>
                                        <p:tgtEl>
                                          <p:spTgt spid="242711"/>
                                        </p:tgtEl>
                                        <p:attrNameLst>
                                          <p:attrName>ppt_w</p:attrName>
                                        </p:attrNameLst>
                                      </p:cBhvr>
                                      <p:tavLst>
                                        <p:tav tm="0">
                                          <p:val>
                                            <p:strVal val="#ppt_w"/>
                                          </p:val>
                                        </p:tav>
                                        <p:tav tm="100000">
                                          <p:val>
                                            <p:strVal val="#ppt_w"/>
                                          </p:val>
                                        </p:tav>
                                      </p:tavLst>
                                    </p:anim>
                                    <p:anim calcmode="lin" valueType="num">
                                      <p:cBhvr>
                                        <p:cTn id="48" dur="500" fill="hold"/>
                                        <p:tgtEl>
                                          <p:spTgt spid="242711"/>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8" fill="hold" grpId="0" nodeType="clickEffect">
                                  <p:stCondLst>
                                    <p:cond delay="0"/>
                                  </p:stCondLst>
                                  <p:childTnLst>
                                    <p:set>
                                      <p:cBhvr>
                                        <p:cTn id="52" dur="1" fill="hold">
                                          <p:stCondLst>
                                            <p:cond delay="0"/>
                                          </p:stCondLst>
                                        </p:cTn>
                                        <p:tgtEl>
                                          <p:spTgt spid="242695"/>
                                        </p:tgtEl>
                                        <p:attrNameLst>
                                          <p:attrName>style.visibility</p:attrName>
                                        </p:attrNameLst>
                                      </p:cBhvr>
                                      <p:to>
                                        <p:strVal val="visible"/>
                                      </p:to>
                                    </p:set>
                                    <p:anim calcmode="lin" valueType="num">
                                      <p:cBhvr>
                                        <p:cTn id="53" dur="500" fill="hold"/>
                                        <p:tgtEl>
                                          <p:spTgt spid="242695"/>
                                        </p:tgtEl>
                                        <p:attrNameLst>
                                          <p:attrName>ppt_x</p:attrName>
                                        </p:attrNameLst>
                                      </p:cBhvr>
                                      <p:tavLst>
                                        <p:tav tm="0">
                                          <p:val>
                                            <p:strVal val="#ppt_x-#ppt_w/2"/>
                                          </p:val>
                                        </p:tav>
                                        <p:tav tm="100000">
                                          <p:val>
                                            <p:strVal val="#ppt_x"/>
                                          </p:val>
                                        </p:tav>
                                      </p:tavLst>
                                    </p:anim>
                                    <p:anim calcmode="lin" valueType="num">
                                      <p:cBhvr>
                                        <p:cTn id="54" dur="500" fill="hold"/>
                                        <p:tgtEl>
                                          <p:spTgt spid="242695"/>
                                        </p:tgtEl>
                                        <p:attrNameLst>
                                          <p:attrName>ppt_y</p:attrName>
                                        </p:attrNameLst>
                                      </p:cBhvr>
                                      <p:tavLst>
                                        <p:tav tm="0">
                                          <p:val>
                                            <p:strVal val="#ppt_y"/>
                                          </p:val>
                                        </p:tav>
                                        <p:tav tm="100000">
                                          <p:val>
                                            <p:strVal val="#ppt_y"/>
                                          </p:val>
                                        </p:tav>
                                      </p:tavLst>
                                    </p:anim>
                                    <p:anim calcmode="lin" valueType="num">
                                      <p:cBhvr>
                                        <p:cTn id="55" dur="500" fill="hold"/>
                                        <p:tgtEl>
                                          <p:spTgt spid="242695"/>
                                        </p:tgtEl>
                                        <p:attrNameLst>
                                          <p:attrName>ppt_w</p:attrName>
                                        </p:attrNameLst>
                                      </p:cBhvr>
                                      <p:tavLst>
                                        <p:tav tm="0">
                                          <p:val>
                                            <p:fltVal val="0"/>
                                          </p:val>
                                        </p:tav>
                                        <p:tav tm="100000">
                                          <p:val>
                                            <p:strVal val="#ppt_w"/>
                                          </p:val>
                                        </p:tav>
                                      </p:tavLst>
                                    </p:anim>
                                    <p:anim calcmode="lin" valueType="num">
                                      <p:cBhvr>
                                        <p:cTn id="56" dur="500" fill="hold"/>
                                        <p:tgtEl>
                                          <p:spTgt spid="242695"/>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242696"/>
                                        </p:tgtEl>
                                        <p:attrNameLst>
                                          <p:attrName>style.visibility</p:attrName>
                                        </p:attrNameLst>
                                      </p:cBhvr>
                                      <p:to>
                                        <p:strVal val="visible"/>
                                      </p:to>
                                    </p:set>
                                    <p:anim calcmode="lin" valueType="num">
                                      <p:cBhvr>
                                        <p:cTn id="61" dur="500" fill="hold"/>
                                        <p:tgtEl>
                                          <p:spTgt spid="242696"/>
                                        </p:tgtEl>
                                        <p:attrNameLst>
                                          <p:attrName>ppt_x</p:attrName>
                                        </p:attrNameLst>
                                      </p:cBhvr>
                                      <p:tavLst>
                                        <p:tav tm="0">
                                          <p:val>
                                            <p:strVal val="#ppt_x-#ppt_w/2"/>
                                          </p:val>
                                        </p:tav>
                                        <p:tav tm="100000">
                                          <p:val>
                                            <p:strVal val="#ppt_x"/>
                                          </p:val>
                                        </p:tav>
                                      </p:tavLst>
                                    </p:anim>
                                    <p:anim calcmode="lin" valueType="num">
                                      <p:cBhvr>
                                        <p:cTn id="62" dur="500" fill="hold"/>
                                        <p:tgtEl>
                                          <p:spTgt spid="242696"/>
                                        </p:tgtEl>
                                        <p:attrNameLst>
                                          <p:attrName>ppt_y</p:attrName>
                                        </p:attrNameLst>
                                      </p:cBhvr>
                                      <p:tavLst>
                                        <p:tav tm="0">
                                          <p:val>
                                            <p:strVal val="#ppt_y"/>
                                          </p:val>
                                        </p:tav>
                                        <p:tav tm="100000">
                                          <p:val>
                                            <p:strVal val="#ppt_y"/>
                                          </p:val>
                                        </p:tav>
                                      </p:tavLst>
                                    </p:anim>
                                    <p:anim calcmode="lin" valueType="num">
                                      <p:cBhvr>
                                        <p:cTn id="63" dur="500" fill="hold"/>
                                        <p:tgtEl>
                                          <p:spTgt spid="242696"/>
                                        </p:tgtEl>
                                        <p:attrNameLst>
                                          <p:attrName>ppt_w</p:attrName>
                                        </p:attrNameLst>
                                      </p:cBhvr>
                                      <p:tavLst>
                                        <p:tav tm="0">
                                          <p:val>
                                            <p:fltVal val="0"/>
                                          </p:val>
                                        </p:tav>
                                        <p:tav tm="100000">
                                          <p:val>
                                            <p:strVal val="#ppt_w"/>
                                          </p:val>
                                        </p:tav>
                                      </p:tavLst>
                                    </p:anim>
                                    <p:anim calcmode="lin" valueType="num">
                                      <p:cBhvr>
                                        <p:cTn id="64" dur="500" fill="hold"/>
                                        <p:tgtEl>
                                          <p:spTgt spid="242696"/>
                                        </p:tgtEl>
                                        <p:attrNameLst>
                                          <p:attrName>ppt_h</p:attrName>
                                        </p:attrNameLst>
                                      </p:cBhvr>
                                      <p:tavLst>
                                        <p:tav tm="0">
                                          <p:val>
                                            <p:strVal val="#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5" presetClass="entr" presetSubtype="5" fill="hold" grpId="0" nodeType="clickEffect">
                                  <p:stCondLst>
                                    <p:cond delay="0"/>
                                  </p:stCondLst>
                                  <p:childTnLst>
                                    <p:set>
                                      <p:cBhvr>
                                        <p:cTn id="68" dur="1" fill="hold">
                                          <p:stCondLst>
                                            <p:cond delay="0"/>
                                          </p:stCondLst>
                                        </p:cTn>
                                        <p:tgtEl>
                                          <p:spTgt spid="242697"/>
                                        </p:tgtEl>
                                        <p:attrNameLst>
                                          <p:attrName>style.visibility</p:attrName>
                                        </p:attrNameLst>
                                      </p:cBhvr>
                                      <p:to>
                                        <p:strVal val="visible"/>
                                      </p:to>
                                    </p:set>
                                    <p:animEffect transition="in" filter="checkerboard(down)">
                                      <p:cBhvr>
                                        <p:cTn id="69" dur="500"/>
                                        <p:tgtEl>
                                          <p:spTgt spid="24269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8" fill="hold" grpId="0" nodeType="clickEffect">
                                  <p:stCondLst>
                                    <p:cond delay="0"/>
                                  </p:stCondLst>
                                  <p:childTnLst>
                                    <p:set>
                                      <p:cBhvr>
                                        <p:cTn id="73" dur="1" fill="hold">
                                          <p:stCondLst>
                                            <p:cond delay="0"/>
                                          </p:stCondLst>
                                        </p:cTn>
                                        <p:tgtEl>
                                          <p:spTgt spid="242698"/>
                                        </p:tgtEl>
                                        <p:attrNameLst>
                                          <p:attrName>style.visibility</p:attrName>
                                        </p:attrNameLst>
                                      </p:cBhvr>
                                      <p:to>
                                        <p:strVal val="visible"/>
                                      </p:to>
                                    </p:set>
                                    <p:animEffect transition="in" filter="slide(fromLeft)">
                                      <p:cBhvr>
                                        <p:cTn id="74" dur="500"/>
                                        <p:tgtEl>
                                          <p:spTgt spid="24269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 fill="hold" grpId="0" nodeType="clickEffect">
                                  <p:stCondLst>
                                    <p:cond delay="0"/>
                                  </p:stCondLst>
                                  <p:childTnLst>
                                    <p:set>
                                      <p:cBhvr>
                                        <p:cTn id="78" dur="1" fill="hold">
                                          <p:stCondLst>
                                            <p:cond delay="0"/>
                                          </p:stCondLst>
                                        </p:cTn>
                                        <p:tgtEl>
                                          <p:spTgt spid="242716"/>
                                        </p:tgtEl>
                                        <p:attrNameLst>
                                          <p:attrName>style.visibility</p:attrName>
                                        </p:attrNameLst>
                                      </p:cBhvr>
                                      <p:to>
                                        <p:strVal val="visible"/>
                                      </p:to>
                                    </p:set>
                                    <p:anim calcmode="lin" valueType="num">
                                      <p:cBhvr>
                                        <p:cTn id="79" dur="500" fill="hold"/>
                                        <p:tgtEl>
                                          <p:spTgt spid="242716"/>
                                        </p:tgtEl>
                                        <p:attrNameLst>
                                          <p:attrName>ppt_x</p:attrName>
                                        </p:attrNameLst>
                                      </p:cBhvr>
                                      <p:tavLst>
                                        <p:tav tm="0">
                                          <p:val>
                                            <p:strVal val="#ppt_x"/>
                                          </p:val>
                                        </p:tav>
                                        <p:tav tm="100000">
                                          <p:val>
                                            <p:strVal val="#ppt_x"/>
                                          </p:val>
                                        </p:tav>
                                      </p:tavLst>
                                    </p:anim>
                                    <p:anim calcmode="lin" valueType="num">
                                      <p:cBhvr>
                                        <p:cTn id="80" dur="500" fill="hold"/>
                                        <p:tgtEl>
                                          <p:spTgt spid="242716"/>
                                        </p:tgtEl>
                                        <p:attrNameLst>
                                          <p:attrName>ppt_y</p:attrName>
                                        </p:attrNameLst>
                                      </p:cBhvr>
                                      <p:tavLst>
                                        <p:tav tm="0">
                                          <p:val>
                                            <p:strVal val="#ppt_y-#ppt_h/2"/>
                                          </p:val>
                                        </p:tav>
                                        <p:tav tm="100000">
                                          <p:val>
                                            <p:strVal val="#ppt_y"/>
                                          </p:val>
                                        </p:tav>
                                      </p:tavLst>
                                    </p:anim>
                                    <p:anim calcmode="lin" valueType="num">
                                      <p:cBhvr>
                                        <p:cTn id="81" dur="500" fill="hold"/>
                                        <p:tgtEl>
                                          <p:spTgt spid="242716"/>
                                        </p:tgtEl>
                                        <p:attrNameLst>
                                          <p:attrName>ppt_w</p:attrName>
                                        </p:attrNameLst>
                                      </p:cBhvr>
                                      <p:tavLst>
                                        <p:tav tm="0">
                                          <p:val>
                                            <p:strVal val="#ppt_w"/>
                                          </p:val>
                                        </p:tav>
                                        <p:tav tm="100000">
                                          <p:val>
                                            <p:strVal val="#ppt_w"/>
                                          </p:val>
                                        </p:tav>
                                      </p:tavLst>
                                    </p:anim>
                                    <p:anim calcmode="lin" valueType="num">
                                      <p:cBhvr>
                                        <p:cTn id="82" dur="500" fill="hold"/>
                                        <p:tgtEl>
                                          <p:spTgt spid="242716"/>
                                        </p:tgtEl>
                                        <p:attrNameLst>
                                          <p:attrName>ppt_h</p:attrName>
                                        </p:attrNameLst>
                                      </p:cBhvr>
                                      <p:tavLst>
                                        <p:tav tm="0">
                                          <p:val>
                                            <p:fltVal val="0"/>
                                          </p:val>
                                        </p:tav>
                                        <p:tav tm="100000">
                                          <p:val>
                                            <p:strVal val="#ppt_h"/>
                                          </p:val>
                                        </p:tav>
                                      </p:tavLst>
                                    </p:anim>
                                  </p:childTnLst>
                                </p:cTn>
                              </p:par>
                            </p:childTnLst>
                          </p:cTn>
                        </p:par>
                        <p:par>
                          <p:cTn id="83" fill="hold" nodeType="afterGroup">
                            <p:stCondLst>
                              <p:cond delay="500"/>
                            </p:stCondLst>
                            <p:childTnLst>
                              <p:par>
                                <p:cTn id="84" presetID="17" presetClass="entr" presetSubtype="1" fill="hold" grpId="0" nodeType="afterEffect">
                                  <p:stCondLst>
                                    <p:cond delay="0"/>
                                  </p:stCondLst>
                                  <p:childTnLst>
                                    <p:set>
                                      <p:cBhvr>
                                        <p:cTn id="85" dur="1" fill="hold">
                                          <p:stCondLst>
                                            <p:cond delay="0"/>
                                          </p:stCondLst>
                                        </p:cTn>
                                        <p:tgtEl>
                                          <p:spTgt spid="242713"/>
                                        </p:tgtEl>
                                        <p:attrNameLst>
                                          <p:attrName>style.visibility</p:attrName>
                                        </p:attrNameLst>
                                      </p:cBhvr>
                                      <p:to>
                                        <p:strVal val="visible"/>
                                      </p:to>
                                    </p:set>
                                    <p:anim calcmode="lin" valueType="num">
                                      <p:cBhvr>
                                        <p:cTn id="86" dur="500" fill="hold"/>
                                        <p:tgtEl>
                                          <p:spTgt spid="242713"/>
                                        </p:tgtEl>
                                        <p:attrNameLst>
                                          <p:attrName>ppt_x</p:attrName>
                                        </p:attrNameLst>
                                      </p:cBhvr>
                                      <p:tavLst>
                                        <p:tav tm="0">
                                          <p:val>
                                            <p:strVal val="#ppt_x"/>
                                          </p:val>
                                        </p:tav>
                                        <p:tav tm="100000">
                                          <p:val>
                                            <p:strVal val="#ppt_x"/>
                                          </p:val>
                                        </p:tav>
                                      </p:tavLst>
                                    </p:anim>
                                    <p:anim calcmode="lin" valueType="num">
                                      <p:cBhvr>
                                        <p:cTn id="87" dur="500" fill="hold"/>
                                        <p:tgtEl>
                                          <p:spTgt spid="242713"/>
                                        </p:tgtEl>
                                        <p:attrNameLst>
                                          <p:attrName>ppt_y</p:attrName>
                                        </p:attrNameLst>
                                      </p:cBhvr>
                                      <p:tavLst>
                                        <p:tav tm="0">
                                          <p:val>
                                            <p:strVal val="#ppt_y-#ppt_h/2"/>
                                          </p:val>
                                        </p:tav>
                                        <p:tav tm="100000">
                                          <p:val>
                                            <p:strVal val="#ppt_y"/>
                                          </p:val>
                                        </p:tav>
                                      </p:tavLst>
                                    </p:anim>
                                    <p:anim calcmode="lin" valueType="num">
                                      <p:cBhvr>
                                        <p:cTn id="88" dur="500" fill="hold"/>
                                        <p:tgtEl>
                                          <p:spTgt spid="242713"/>
                                        </p:tgtEl>
                                        <p:attrNameLst>
                                          <p:attrName>ppt_w</p:attrName>
                                        </p:attrNameLst>
                                      </p:cBhvr>
                                      <p:tavLst>
                                        <p:tav tm="0">
                                          <p:val>
                                            <p:strVal val="#ppt_w"/>
                                          </p:val>
                                        </p:tav>
                                        <p:tav tm="100000">
                                          <p:val>
                                            <p:strVal val="#ppt_w"/>
                                          </p:val>
                                        </p:tav>
                                      </p:tavLst>
                                    </p:anim>
                                    <p:anim calcmode="lin" valueType="num">
                                      <p:cBhvr>
                                        <p:cTn id="89" dur="500" fill="hold"/>
                                        <p:tgtEl>
                                          <p:spTgt spid="242713"/>
                                        </p:tgtEl>
                                        <p:attrNameLst>
                                          <p:attrName>ppt_h</p:attrName>
                                        </p:attrNameLst>
                                      </p:cBhvr>
                                      <p:tavLst>
                                        <p:tav tm="0">
                                          <p:val>
                                            <p:fltVal val="0"/>
                                          </p:val>
                                        </p:tav>
                                        <p:tav tm="100000">
                                          <p:val>
                                            <p:strVal val="#ppt_h"/>
                                          </p:val>
                                        </p:tav>
                                      </p:tavLst>
                                    </p:anim>
                                  </p:childTnLst>
                                </p:cTn>
                              </p:par>
                            </p:childTnLst>
                          </p:cTn>
                        </p:par>
                        <p:par>
                          <p:cTn id="90" fill="hold" nodeType="afterGroup">
                            <p:stCondLst>
                              <p:cond delay="1000"/>
                            </p:stCondLst>
                            <p:childTnLst>
                              <p:par>
                                <p:cTn id="91" presetID="17" presetClass="entr" presetSubtype="1" fill="hold" grpId="0" nodeType="afterEffect">
                                  <p:stCondLst>
                                    <p:cond delay="0"/>
                                  </p:stCondLst>
                                  <p:childTnLst>
                                    <p:set>
                                      <p:cBhvr>
                                        <p:cTn id="92" dur="1" fill="hold">
                                          <p:stCondLst>
                                            <p:cond delay="0"/>
                                          </p:stCondLst>
                                        </p:cTn>
                                        <p:tgtEl>
                                          <p:spTgt spid="242714"/>
                                        </p:tgtEl>
                                        <p:attrNameLst>
                                          <p:attrName>style.visibility</p:attrName>
                                        </p:attrNameLst>
                                      </p:cBhvr>
                                      <p:to>
                                        <p:strVal val="visible"/>
                                      </p:to>
                                    </p:set>
                                    <p:anim calcmode="lin" valueType="num">
                                      <p:cBhvr>
                                        <p:cTn id="93" dur="500" fill="hold"/>
                                        <p:tgtEl>
                                          <p:spTgt spid="242714"/>
                                        </p:tgtEl>
                                        <p:attrNameLst>
                                          <p:attrName>ppt_x</p:attrName>
                                        </p:attrNameLst>
                                      </p:cBhvr>
                                      <p:tavLst>
                                        <p:tav tm="0">
                                          <p:val>
                                            <p:strVal val="#ppt_x"/>
                                          </p:val>
                                        </p:tav>
                                        <p:tav tm="100000">
                                          <p:val>
                                            <p:strVal val="#ppt_x"/>
                                          </p:val>
                                        </p:tav>
                                      </p:tavLst>
                                    </p:anim>
                                    <p:anim calcmode="lin" valueType="num">
                                      <p:cBhvr>
                                        <p:cTn id="94" dur="500" fill="hold"/>
                                        <p:tgtEl>
                                          <p:spTgt spid="242714"/>
                                        </p:tgtEl>
                                        <p:attrNameLst>
                                          <p:attrName>ppt_y</p:attrName>
                                        </p:attrNameLst>
                                      </p:cBhvr>
                                      <p:tavLst>
                                        <p:tav tm="0">
                                          <p:val>
                                            <p:strVal val="#ppt_y-#ppt_h/2"/>
                                          </p:val>
                                        </p:tav>
                                        <p:tav tm="100000">
                                          <p:val>
                                            <p:strVal val="#ppt_y"/>
                                          </p:val>
                                        </p:tav>
                                      </p:tavLst>
                                    </p:anim>
                                    <p:anim calcmode="lin" valueType="num">
                                      <p:cBhvr>
                                        <p:cTn id="95" dur="500" fill="hold"/>
                                        <p:tgtEl>
                                          <p:spTgt spid="242714"/>
                                        </p:tgtEl>
                                        <p:attrNameLst>
                                          <p:attrName>ppt_w</p:attrName>
                                        </p:attrNameLst>
                                      </p:cBhvr>
                                      <p:tavLst>
                                        <p:tav tm="0">
                                          <p:val>
                                            <p:strVal val="#ppt_w"/>
                                          </p:val>
                                        </p:tav>
                                        <p:tav tm="100000">
                                          <p:val>
                                            <p:strVal val="#ppt_w"/>
                                          </p:val>
                                        </p:tav>
                                      </p:tavLst>
                                    </p:anim>
                                    <p:anim calcmode="lin" valueType="num">
                                      <p:cBhvr>
                                        <p:cTn id="96" dur="500" fill="hold"/>
                                        <p:tgtEl>
                                          <p:spTgt spid="242714"/>
                                        </p:tgtEl>
                                        <p:attrNameLst>
                                          <p:attrName>ppt_h</p:attrName>
                                        </p:attrNameLst>
                                      </p:cBhvr>
                                      <p:tavLst>
                                        <p:tav tm="0">
                                          <p:val>
                                            <p:fltVal val="0"/>
                                          </p:val>
                                        </p:tav>
                                        <p:tav tm="100000">
                                          <p:val>
                                            <p:strVal val="#ppt_h"/>
                                          </p:val>
                                        </p:tav>
                                      </p:tavLst>
                                    </p:anim>
                                  </p:childTnLst>
                                </p:cTn>
                              </p:par>
                            </p:childTnLst>
                          </p:cTn>
                        </p:par>
                        <p:par>
                          <p:cTn id="97" fill="hold" nodeType="afterGroup">
                            <p:stCondLst>
                              <p:cond delay="1500"/>
                            </p:stCondLst>
                            <p:childTnLst>
                              <p:par>
                                <p:cTn id="98" presetID="17" presetClass="entr" presetSubtype="1" fill="hold" grpId="0" nodeType="afterEffect">
                                  <p:stCondLst>
                                    <p:cond delay="0"/>
                                  </p:stCondLst>
                                  <p:childTnLst>
                                    <p:set>
                                      <p:cBhvr>
                                        <p:cTn id="99" dur="1" fill="hold">
                                          <p:stCondLst>
                                            <p:cond delay="0"/>
                                          </p:stCondLst>
                                        </p:cTn>
                                        <p:tgtEl>
                                          <p:spTgt spid="242715"/>
                                        </p:tgtEl>
                                        <p:attrNameLst>
                                          <p:attrName>style.visibility</p:attrName>
                                        </p:attrNameLst>
                                      </p:cBhvr>
                                      <p:to>
                                        <p:strVal val="visible"/>
                                      </p:to>
                                    </p:set>
                                    <p:anim calcmode="lin" valueType="num">
                                      <p:cBhvr>
                                        <p:cTn id="100" dur="500" fill="hold"/>
                                        <p:tgtEl>
                                          <p:spTgt spid="242715"/>
                                        </p:tgtEl>
                                        <p:attrNameLst>
                                          <p:attrName>ppt_x</p:attrName>
                                        </p:attrNameLst>
                                      </p:cBhvr>
                                      <p:tavLst>
                                        <p:tav tm="0">
                                          <p:val>
                                            <p:strVal val="#ppt_x"/>
                                          </p:val>
                                        </p:tav>
                                        <p:tav tm="100000">
                                          <p:val>
                                            <p:strVal val="#ppt_x"/>
                                          </p:val>
                                        </p:tav>
                                      </p:tavLst>
                                    </p:anim>
                                    <p:anim calcmode="lin" valueType="num">
                                      <p:cBhvr>
                                        <p:cTn id="101" dur="500" fill="hold"/>
                                        <p:tgtEl>
                                          <p:spTgt spid="242715"/>
                                        </p:tgtEl>
                                        <p:attrNameLst>
                                          <p:attrName>ppt_y</p:attrName>
                                        </p:attrNameLst>
                                      </p:cBhvr>
                                      <p:tavLst>
                                        <p:tav tm="0">
                                          <p:val>
                                            <p:strVal val="#ppt_y-#ppt_h/2"/>
                                          </p:val>
                                        </p:tav>
                                        <p:tav tm="100000">
                                          <p:val>
                                            <p:strVal val="#ppt_y"/>
                                          </p:val>
                                        </p:tav>
                                      </p:tavLst>
                                    </p:anim>
                                    <p:anim calcmode="lin" valueType="num">
                                      <p:cBhvr>
                                        <p:cTn id="102" dur="500" fill="hold"/>
                                        <p:tgtEl>
                                          <p:spTgt spid="242715"/>
                                        </p:tgtEl>
                                        <p:attrNameLst>
                                          <p:attrName>ppt_w</p:attrName>
                                        </p:attrNameLst>
                                      </p:cBhvr>
                                      <p:tavLst>
                                        <p:tav tm="0">
                                          <p:val>
                                            <p:strVal val="#ppt_w"/>
                                          </p:val>
                                        </p:tav>
                                        <p:tav tm="100000">
                                          <p:val>
                                            <p:strVal val="#ppt_w"/>
                                          </p:val>
                                        </p:tav>
                                      </p:tavLst>
                                    </p:anim>
                                    <p:anim calcmode="lin" valueType="num">
                                      <p:cBhvr>
                                        <p:cTn id="103" dur="500" fill="hold"/>
                                        <p:tgtEl>
                                          <p:spTgt spid="242715"/>
                                        </p:tgtEl>
                                        <p:attrNameLst>
                                          <p:attrName>ppt_h</p:attrName>
                                        </p:attrNameLst>
                                      </p:cBhvr>
                                      <p:tavLst>
                                        <p:tav tm="0">
                                          <p:val>
                                            <p:fltVal val="0"/>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7" presetClass="entr" presetSubtype="8" fill="hold" grpId="0" nodeType="clickEffect">
                                  <p:stCondLst>
                                    <p:cond delay="0"/>
                                  </p:stCondLst>
                                  <p:childTnLst>
                                    <p:set>
                                      <p:cBhvr>
                                        <p:cTn id="107" dur="1" fill="hold">
                                          <p:stCondLst>
                                            <p:cond delay="0"/>
                                          </p:stCondLst>
                                        </p:cTn>
                                        <p:tgtEl>
                                          <p:spTgt spid="242745"/>
                                        </p:tgtEl>
                                        <p:attrNameLst>
                                          <p:attrName>style.visibility</p:attrName>
                                        </p:attrNameLst>
                                      </p:cBhvr>
                                      <p:to>
                                        <p:strVal val="visible"/>
                                      </p:to>
                                    </p:set>
                                    <p:anim calcmode="lin" valueType="num">
                                      <p:cBhvr>
                                        <p:cTn id="108" dur="500" fill="hold"/>
                                        <p:tgtEl>
                                          <p:spTgt spid="242745"/>
                                        </p:tgtEl>
                                        <p:attrNameLst>
                                          <p:attrName>ppt_x</p:attrName>
                                        </p:attrNameLst>
                                      </p:cBhvr>
                                      <p:tavLst>
                                        <p:tav tm="0">
                                          <p:val>
                                            <p:strVal val="#ppt_x-#ppt_w/2"/>
                                          </p:val>
                                        </p:tav>
                                        <p:tav tm="100000">
                                          <p:val>
                                            <p:strVal val="#ppt_x"/>
                                          </p:val>
                                        </p:tav>
                                      </p:tavLst>
                                    </p:anim>
                                    <p:anim calcmode="lin" valueType="num">
                                      <p:cBhvr>
                                        <p:cTn id="109" dur="500" fill="hold"/>
                                        <p:tgtEl>
                                          <p:spTgt spid="242745"/>
                                        </p:tgtEl>
                                        <p:attrNameLst>
                                          <p:attrName>ppt_y</p:attrName>
                                        </p:attrNameLst>
                                      </p:cBhvr>
                                      <p:tavLst>
                                        <p:tav tm="0">
                                          <p:val>
                                            <p:strVal val="#ppt_y"/>
                                          </p:val>
                                        </p:tav>
                                        <p:tav tm="100000">
                                          <p:val>
                                            <p:strVal val="#ppt_y"/>
                                          </p:val>
                                        </p:tav>
                                      </p:tavLst>
                                    </p:anim>
                                    <p:anim calcmode="lin" valueType="num">
                                      <p:cBhvr>
                                        <p:cTn id="110" dur="500" fill="hold"/>
                                        <p:tgtEl>
                                          <p:spTgt spid="242745"/>
                                        </p:tgtEl>
                                        <p:attrNameLst>
                                          <p:attrName>ppt_w</p:attrName>
                                        </p:attrNameLst>
                                      </p:cBhvr>
                                      <p:tavLst>
                                        <p:tav tm="0">
                                          <p:val>
                                            <p:fltVal val="0"/>
                                          </p:val>
                                        </p:tav>
                                        <p:tav tm="100000">
                                          <p:val>
                                            <p:strVal val="#ppt_w"/>
                                          </p:val>
                                        </p:tav>
                                      </p:tavLst>
                                    </p:anim>
                                    <p:anim calcmode="lin" valueType="num">
                                      <p:cBhvr>
                                        <p:cTn id="111" dur="500" fill="hold"/>
                                        <p:tgtEl>
                                          <p:spTgt spid="242745"/>
                                        </p:tgtEl>
                                        <p:attrNameLst>
                                          <p:attrName>ppt_h</p:attrName>
                                        </p:attrNameLst>
                                      </p:cBhvr>
                                      <p:tavLst>
                                        <p:tav tm="0">
                                          <p:val>
                                            <p:strVal val="#ppt_h"/>
                                          </p:val>
                                        </p:tav>
                                        <p:tav tm="100000">
                                          <p:val>
                                            <p:strVal val="#ppt_h"/>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7" presetClass="entr" presetSubtype="8" fill="hold" grpId="0" nodeType="clickEffect">
                                  <p:stCondLst>
                                    <p:cond delay="0"/>
                                  </p:stCondLst>
                                  <p:childTnLst>
                                    <p:set>
                                      <p:cBhvr>
                                        <p:cTn id="115" dur="1" fill="hold">
                                          <p:stCondLst>
                                            <p:cond delay="0"/>
                                          </p:stCondLst>
                                        </p:cTn>
                                        <p:tgtEl>
                                          <p:spTgt spid="242750"/>
                                        </p:tgtEl>
                                        <p:attrNameLst>
                                          <p:attrName>style.visibility</p:attrName>
                                        </p:attrNameLst>
                                      </p:cBhvr>
                                      <p:to>
                                        <p:strVal val="visible"/>
                                      </p:to>
                                    </p:set>
                                    <p:anim calcmode="lin" valueType="num">
                                      <p:cBhvr>
                                        <p:cTn id="116" dur="500" fill="hold"/>
                                        <p:tgtEl>
                                          <p:spTgt spid="242750"/>
                                        </p:tgtEl>
                                        <p:attrNameLst>
                                          <p:attrName>ppt_x</p:attrName>
                                        </p:attrNameLst>
                                      </p:cBhvr>
                                      <p:tavLst>
                                        <p:tav tm="0">
                                          <p:val>
                                            <p:strVal val="#ppt_x-#ppt_w/2"/>
                                          </p:val>
                                        </p:tav>
                                        <p:tav tm="100000">
                                          <p:val>
                                            <p:strVal val="#ppt_x"/>
                                          </p:val>
                                        </p:tav>
                                      </p:tavLst>
                                    </p:anim>
                                    <p:anim calcmode="lin" valueType="num">
                                      <p:cBhvr>
                                        <p:cTn id="117" dur="500" fill="hold"/>
                                        <p:tgtEl>
                                          <p:spTgt spid="242750"/>
                                        </p:tgtEl>
                                        <p:attrNameLst>
                                          <p:attrName>ppt_y</p:attrName>
                                        </p:attrNameLst>
                                      </p:cBhvr>
                                      <p:tavLst>
                                        <p:tav tm="0">
                                          <p:val>
                                            <p:strVal val="#ppt_y"/>
                                          </p:val>
                                        </p:tav>
                                        <p:tav tm="100000">
                                          <p:val>
                                            <p:strVal val="#ppt_y"/>
                                          </p:val>
                                        </p:tav>
                                      </p:tavLst>
                                    </p:anim>
                                    <p:anim calcmode="lin" valueType="num">
                                      <p:cBhvr>
                                        <p:cTn id="118" dur="500" fill="hold"/>
                                        <p:tgtEl>
                                          <p:spTgt spid="242750"/>
                                        </p:tgtEl>
                                        <p:attrNameLst>
                                          <p:attrName>ppt_w</p:attrName>
                                        </p:attrNameLst>
                                      </p:cBhvr>
                                      <p:tavLst>
                                        <p:tav tm="0">
                                          <p:val>
                                            <p:fltVal val="0"/>
                                          </p:val>
                                        </p:tav>
                                        <p:tav tm="100000">
                                          <p:val>
                                            <p:strVal val="#ppt_w"/>
                                          </p:val>
                                        </p:tav>
                                      </p:tavLst>
                                    </p:anim>
                                    <p:anim calcmode="lin" valueType="num">
                                      <p:cBhvr>
                                        <p:cTn id="119" dur="500" fill="hold"/>
                                        <p:tgtEl>
                                          <p:spTgt spid="242750"/>
                                        </p:tgtEl>
                                        <p:attrNameLst>
                                          <p:attrName>ppt_h</p:attrName>
                                        </p:attrNameLst>
                                      </p:cBhvr>
                                      <p:tavLst>
                                        <p:tav tm="0">
                                          <p:val>
                                            <p:strVal val="#ppt_h"/>
                                          </p:val>
                                        </p:tav>
                                        <p:tav tm="100000">
                                          <p:val>
                                            <p:strVal val="#ppt_h"/>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7" presetClass="entr" presetSubtype="8" fill="hold" grpId="0" nodeType="clickEffect">
                                  <p:stCondLst>
                                    <p:cond delay="0"/>
                                  </p:stCondLst>
                                  <p:childTnLst>
                                    <p:set>
                                      <p:cBhvr>
                                        <p:cTn id="123" dur="1" fill="hold">
                                          <p:stCondLst>
                                            <p:cond delay="0"/>
                                          </p:stCondLst>
                                        </p:cTn>
                                        <p:tgtEl>
                                          <p:spTgt spid="242746"/>
                                        </p:tgtEl>
                                        <p:attrNameLst>
                                          <p:attrName>style.visibility</p:attrName>
                                        </p:attrNameLst>
                                      </p:cBhvr>
                                      <p:to>
                                        <p:strVal val="visible"/>
                                      </p:to>
                                    </p:set>
                                    <p:anim calcmode="lin" valueType="num">
                                      <p:cBhvr>
                                        <p:cTn id="124" dur="500" fill="hold"/>
                                        <p:tgtEl>
                                          <p:spTgt spid="242746"/>
                                        </p:tgtEl>
                                        <p:attrNameLst>
                                          <p:attrName>ppt_x</p:attrName>
                                        </p:attrNameLst>
                                      </p:cBhvr>
                                      <p:tavLst>
                                        <p:tav tm="0">
                                          <p:val>
                                            <p:strVal val="#ppt_x-#ppt_w/2"/>
                                          </p:val>
                                        </p:tav>
                                        <p:tav tm="100000">
                                          <p:val>
                                            <p:strVal val="#ppt_x"/>
                                          </p:val>
                                        </p:tav>
                                      </p:tavLst>
                                    </p:anim>
                                    <p:anim calcmode="lin" valueType="num">
                                      <p:cBhvr>
                                        <p:cTn id="125" dur="500" fill="hold"/>
                                        <p:tgtEl>
                                          <p:spTgt spid="242746"/>
                                        </p:tgtEl>
                                        <p:attrNameLst>
                                          <p:attrName>ppt_y</p:attrName>
                                        </p:attrNameLst>
                                      </p:cBhvr>
                                      <p:tavLst>
                                        <p:tav tm="0">
                                          <p:val>
                                            <p:strVal val="#ppt_y"/>
                                          </p:val>
                                        </p:tav>
                                        <p:tav tm="100000">
                                          <p:val>
                                            <p:strVal val="#ppt_y"/>
                                          </p:val>
                                        </p:tav>
                                      </p:tavLst>
                                    </p:anim>
                                    <p:anim calcmode="lin" valueType="num">
                                      <p:cBhvr>
                                        <p:cTn id="126" dur="500" fill="hold"/>
                                        <p:tgtEl>
                                          <p:spTgt spid="242746"/>
                                        </p:tgtEl>
                                        <p:attrNameLst>
                                          <p:attrName>ppt_w</p:attrName>
                                        </p:attrNameLst>
                                      </p:cBhvr>
                                      <p:tavLst>
                                        <p:tav tm="0">
                                          <p:val>
                                            <p:fltVal val="0"/>
                                          </p:val>
                                        </p:tav>
                                        <p:tav tm="100000">
                                          <p:val>
                                            <p:strVal val="#ppt_w"/>
                                          </p:val>
                                        </p:tav>
                                      </p:tavLst>
                                    </p:anim>
                                    <p:anim calcmode="lin" valueType="num">
                                      <p:cBhvr>
                                        <p:cTn id="127" dur="500" fill="hold"/>
                                        <p:tgtEl>
                                          <p:spTgt spid="242746"/>
                                        </p:tgtEl>
                                        <p:attrNameLst>
                                          <p:attrName>ppt_h</p:attrName>
                                        </p:attrNameLst>
                                      </p:cBhvr>
                                      <p:tavLst>
                                        <p:tav tm="0">
                                          <p:val>
                                            <p:strVal val="#ppt_h"/>
                                          </p:val>
                                        </p:tav>
                                        <p:tav tm="100000">
                                          <p:val>
                                            <p:strVal val="#ppt_h"/>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7" presetClass="entr" presetSubtype="8" fill="hold" grpId="0" nodeType="clickEffect">
                                  <p:stCondLst>
                                    <p:cond delay="0"/>
                                  </p:stCondLst>
                                  <p:childTnLst>
                                    <p:set>
                                      <p:cBhvr>
                                        <p:cTn id="131" dur="1" fill="hold">
                                          <p:stCondLst>
                                            <p:cond delay="0"/>
                                          </p:stCondLst>
                                        </p:cTn>
                                        <p:tgtEl>
                                          <p:spTgt spid="242751"/>
                                        </p:tgtEl>
                                        <p:attrNameLst>
                                          <p:attrName>style.visibility</p:attrName>
                                        </p:attrNameLst>
                                      </p:cBhvr>
                                      <p:to>
                                        <p:strVal val="visible"/>
                                      </p:to>
                                    </p:set>
                                    <p:anim calcmode="lin" valueType="num">
                                      <p:cBhvr>
                                        <p:cTn id="132" dur="500" fill="hold"/>
                                        <p:tgtEl>
                                          <p:spTgt spid="242751"/>
                                        </p:tgtEl>
                                        <p:attrNameLst>
                                          <p:attrName>ppt_x</p:attrName>
                                        </p:attrNameLst>
                                      </p:cBhvr>
                                      <p:tavLst>
                                        <p:tav tm="0">
                                          <p:val>
                                            <p:strVal val="#ppt_x-#ppt_w/2"/>
                                          </p:val>
                                        </p:tav>
                                        <p:tav tm="100000">
                                          <p:val>
                                            <p:strVal val="#ppt_x"/>
                                          </p:val>
                                        </p:tav>
                                      </p:tavLst>
                                    </p:anim>
                                    <p:anim calcmode="lin" valueType="num">
                                      <p:cBhvr>
                                        <p:cTn id="133" dur="500" fill="hold"/>
                                        <p:tgtEl>
                                          <p:spTgt spid="242751"/>
                                        </p:tgtEl>
                                        <p:attrNameLst>
                                          <p:attrName>ppt_y</p:attrName>
                                        </p:attrNameLst>
                                      </p:cBhvr>
                                      <p:tavLst>
                                        <p:tav tm="0">
                                          <p:val>
                                            <p:strVal val="#ppt_y"/>
                                          </p:val>
                                        </p:tav>
                                        <p:tav tm="100000">
                                          <p:val>
                                            <p:strVal val="#ppt_y"/>
                                          </p:val>
                                        </p:tav>
                                      </p:tavLst>
                                    </p:anim>
                                    <p:anim calcmode="lin" valueType="num">
                                      <p:cBhvr>
                                        <p:cTn id="134" dur="500" fill="hold"/>
                                        <p:tgtEl>
                                          <p:spTgt spid="242751"/>
                                        </p:tgtEl>
                                        <p:attrNameLst>
                                          <p:attrName>ppt_w</p:attrName>
                                        </p:attrNameLst>
                                      </p:cBhvr>
                                      <p:tavLst>
                                        <p:tav tm="0">
                                          <p:val>
                                            <p:fltVal val="0"/>
                                          </p:val>
                                        </p:tav>
                                        <p:tav tm="100000">
                                          <p:val>
                                            <p:strVal val="#ppt_w"/>
                                          </p:val>
                                        </p:tav>
                                      </p:tavLst>
                                    </p:anim>
                                    <p:anim calcmode="lin" valueType="num">
                                      <p:cBhvr>
                                        <p:cTn id="135" dur="500" fill="hold"/>
                                        <p:tgtEl>
                                          <p:spTgt spid="242751"/>
                                        </p:tgtEl>
                                        <p:attrNameLst>
                                          <p:attrName>ppt_h</p:attrName>
                                        </p:attrNameLst>
                                      </p:cBhvr>
                                      <p:tavLst>
                                        <p:tav tm="0">
                                          <p:val>
                                            <p:strVal val="#ppt_h"/>
                                          </p:val>
                                        </p:tav>
                                        <p:tav tm="100000">
                                          <p:val>
                                            <p:strVal val="#ppt_h"/>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5" presetClass="entr" presetSubtype="5" fill="hold" grpId="0" nodeType="clickEffect">
                                  <p:stCondLst>
                                    <p:cond delay="0"/>
                                  </p:stCondLst>
                                  <p:childTnLst>
                                    <p:set>
                                      <p:cBhvr>
                                        <p:cTn id="139" dur="1" fill="hold">
                                          <p:stCondLst>
                                            <p:cond delay="0"/>
                                          </p:stCondLst>
                                        </p:cTn>
                                        <p:tgtEl>
                                          <p:spTgt spid="242699"/>
                                        </p:tgtEl>
                                        <p:attrNameLst>
                                          <p:attrName>style.visibility</p:attrName>
                                        </p:attrNameLst>
                                      </p:cBhvr>
                                      <p:to>
                                        <p:strVal val="visible"/>
                                      </p:to>
                                    </p:set>
                                    <p:animEffect transition="in" filter="checkerboard(down)">
                                      <p:cBhvr>
                                        <p:cTn id="140" dur="500"/>
                                        <p:tgtEl>
                                          <p:spTgt spid="242699"/>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2" presetClass="entr" presetSubtype="8" fill="hold" grpId="0" nodeType="clickEffect">
                                  <p:stCondLst>
                                    <p:cond delay="0"/>
                                  </p:stCondLst>
                                  <p:childTnLst>
                                    <p:set>
                                      <p:cBhvr>
                                        <p:cTn id="144" dur="1" fill="hold">
                                          <p:stCondLst>
                                            <p:cond delay="0"/>
                                          </p:stCondLst>
                                        </p:cTn>
                                        <p:tgtEl>
                                          <p:spTgt spid="242700"/>
                                        </p:tgtEl>
                                        <p:attrNameLst>
                                          <p:attrName>style.visibility</p:attrName>
                                        </p:attrNameLst>
                                      </p:cBhvr>
                                      <p:to>
                                        <p:strVal val="visible"/>
                                      </p:to>
                                    </p:set>
                                    <p:animEffect transition="in" filter="slide(fromLeft)">
                                      <p:cBhvr>
                                        <p:cTn id="145" dur="500"/>
                                        <p:tgtEl>
                                          <p:spTgt spid="242700"/>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7" presetClass="entr" presetSubtype="1" fill="hold" grpId="0" nodeType="clickEffect">
                                  <p:stCondLst>
                                    <p:cond delay="0"/>
                                  </p:stCondLst>
                                  <p:childTnLst>
                                    <p:set>
                                      <p:cBhvr>
                                        <p:cTn id="149" dur="1" fill="hold">
                                          <p:stCondLst>
                                            <p:cond delay="0"/>
                                          </p:stCondLst>
                                        </p:cTn>
                                        <p:tgtEl>
                                          <p:spTgt spid="242720"/>
                                        </p:tgtEl>
                                        <p:attrNameLst>
                                          <p:attrName>style.visibility</p:attrName>
                                        </p:attrNameLst>
                                      </p:cBhvr>
                                      <p:to>
                                        <p:strVal val="visible"/>
                                      </p:to>
                                    </p:set>
                                    <p:anim calcmode="lin" valueType="num">
                                      <p:cBhvr>
                                        <p:cTn id="150" dur="500" fill="hold"/>
                                        <p:tgtEl>
                                          <p:spTgt spid="242720"/>
                                        </p:tgtEl>
                                        <p:attrNameLst>
                                          <p:attrName>ppt_x</p:attrName>
                                        </p:attrNameLst>
                                      </p:cBhvr>
                                      <p:tavLst>
                                        <p:tav tm="0">
                                          <p:val>
                                            <p:strVal val="#ppt_x"/>
                                          </p:val>
                                        </p:tav>
                                        <p:tav tm="100000">
                                          <p:val>
                                            <p:strVal val="#ppt_x"/>
                                          </p:val>
                                        </p:tav>
                                      </p:tavLst>
                                    </p:anim>
                                    <p:anim calcmode="lin" valueType="num">
                                      <p:cBhvr>
                                        <p:cTn id="151" dur="500" fill="hold"/>
                                        <p:tgtEl>
                                          <p:spTgt spid="242720"/>
                                        </p:tgtEl>
                                        <p:attrNameLst>
                                          <p:attrName>ppt_y</p:attrName>
                                        </p:attrNameLst>
                                      </p:cBhvr>
                                      <p:tavLst>
                                        <p:tav tm="0">
                                          <p:val>
                                            <p:strVal val="#ppt_y-#ppt_h/2"/>
                                          </p:val>
                                        </p:tav>
                                        <p:tav tm="100000">
                                          <p:val>
                                            <p:strVal val="#ppt_y"/>
                                          </p:val>
                                        </p:tav>
                                      </p:tavLst>
                                    </p:anim>
                                    <p:anim calcmode="lin" valueType="num">
                                      <p:cBhvr>
                                        <p:cTn id="152" dur="500" fill="hold"/>
                                        <p:tgtEl>
                                          <p:spTgt spid="242720"/>
                                        </p:tgtEl>
                                        <p:attrNameLst>
                                          <p:attrName>ppt_w</p:attrName>
                                        </p:attrNameLst>
                                      </p:cBhvr>
                                      <p:tavLst>
                                        <p:tav tm="0">
                                          <p:val>
                                            <p:strVal val="#ppt_w"/>
                                          </p:val>
                                        </p:tav>
                                        <p:tav tm="100000">
                                          <p:val>
                                            <p:strVal val="#ppt_w"/>
                                          </p:val>
                                        </p:tav>
                                      </p:tavLst>
                                    </p:anim>
                                    <p:anim calcmode="lin" valueType="num">
                                      <p:cBhvr>
                                        <p:cTn id="153" dur="500" fill="hold"/>
                                        <p:tgtEl>
                                          <p:spTgt spid="242720"/>
                                        </p:tgtEl>
                                        <p:attrNameLst>
                                          <p:attrName>ppt_h</p:attrName>
                                        </p:attrNameLst>
                                      </p:cBhvr>
                                      <p:tavLst>
                                        <p:tav tm="0">
                                          <p:val>
                                            <p:fltVal val="0"/>
                                          </p:val>
                                        </p:tav>
                                        <p:tav tm="100000">
                                          <p:val>
                                            <p:strVal val="#ppt_h"/>
                                          </p:val>
                                        </p:tav>
                                      </p:tavLst>
                                    </p:anim>
                                  </p:childTnLst>
                                </p:cTn>
                              </p:par>
                            </p:childTnLst>
                          </p:cTn>
                        </p:par>
                        <p:par>
                          <p:cTn id="154" fill="hold" nodeType="afterGroup">
                            <p:stCondLst>
                              <p:cond delay="500"/>
                            </p:stCondLst>
                            <p:childTnLst>
                              <p:par>
                                <p:cTn id="155" presetID="17" presetClass="entr" presetSubtype="1" fill="hold" grpId="0" nodeType="afterEffect">
                                  <p:stCondLst>
                                    <p:cond delay="0"/>
                                  </p:stCondLst>
                                  <p:childTnLst>
                                    <p:set>
                                      <p:cBhvr>
                                        <p:cTn id="156" dur="1" fill="hold">
                                          <p:stCondLst>
                                            <p:cond delay="0"/>
                                          </p:stCondLst>
                                        </p:cTn>
                                        <p:tgtEl>
                                          <p:spTgt spid="242717"/>
                                        </p:tgtEl>
                                        <p:attrNameLst>
                                          <p:attrName>style.visibility</p:attrName>
                                        </p:attrNameLst>
                                      </p:cBhvr>
                                      <p:to>
                                        <p:strVal val="visible"/>
                                      </p:to>
                                    </p:set>
                                    <p:anim calcmode="lin" valueType="num">
                                      <p:cBhvr>
                                        <p:cTn id="157" dur="500" fill="hold"/>
                                        <p:tgtEl>
                                          <p:spTgt spid="242717"/>
                                        </p:tgtEl>
                                        <p:attrNameLst>
                                          <p:attrName>ppt_x</p:attrName>
                                        </p:attrNameLst>
                                      </p:cBhvr>
                                      <p:tavLst>
                                        <p:tav tm="0">
                                          <p:val>
                                            <p:strVal val="#ppt_x"/>
                                          </p:val>
                                        </p:tav>
                                        <p:tav tm="100000">
                                          <p:val>
                                            <p:strVal val="#ppt_x"/>
                                          </p:val>
                                        </p:tav>
                                      </p:tavLst>
                                    </p:anim>
                                    <p:anim calcmode="lin" valueType="num">
                                      <p:cBhvr>
                                        <p:cTn id="158" dur="500" fill="hold"/>
                                        <p:tgtEl>
                                          <p:spTgt spid="242717"/>
                                        </p:tgtEl>
                                        <p:attrNameLst>
                                          <p:attrName>ppt_y</p:attrName>
                                        </p:attrNameLst>
                                      </p:cBhvr>
                                      <p:tavLst>
                                        <p:tav tm="0">
                                          <p:val>
                                            <p:strVal val="#ppt_y-#ppt_h/2"/>
                                          </p:val>
                                        </p:tav>
                                        <p:tav tm="100000">
                                          <p:val>
                                            <p:strVal val="#ppt_y"/>
                                          </p:val>
                                        </p:tav>
                                      </p:tavLst>
                                    </p:anim>
                                    <p:anim calcmode="lin" valueType="num">
                                      <p:cBhvr>
                                        <p:cTn id="159" dur="500" fill="hold"/>
                                        <p:tgtEl>
                                          <p:spTgt spid="242717"/>
                                        </p:tgtEl>
                                        <p:attrNameLst>
                                          <p:attrName>ppt_w</p:attrName>
                                        </p:attrNameLst>
                                      </p:cBhvr>
                                      <p:tavLst>
                                        <p:tav tm="0">
                                          <p:val>
                                            <p:strVal val="#ppt_w"/>
                                          </p:val>
                                        </p:tav>
                                        <p:tav tm="100000">
                                          <p:val>
                                            <p:strVal val="#ppt_w"/>
                                          </p:val>
                                        </p:tav>
                                      </p:tavLst>
                                    </p:anim>
                                    <p:anim calcmode="lin" valueType="num">
                                      <p:cBhvr>
                                        <p:cTn id="160" dur="500" fill="hold"/>
                                        <p:tgtEl>
                                          <p:spTgt spid="242717"/>
                                        </p:tgtEl>
                                        <p:attrNameLst>
                                          <p:attrName>ppt_h</p:attrName>
                                        </p:attrNameLst>
                                      </p:cBhvr>
                                      <p:tavLst>
                                        <p:tav tm="0">
                                          <p:val>
                                            <p:fltVal val="0"/>
                                          </p:val>
                                        </p:tav>
                                        <p:tav tm="100000">
                                          <p:val>
                                            <p:strVal val="#ppt_h"/>
                                          </p:val>
                                        </p:tav>
                                      </p:tavLst>
                                    </p:anim>
                                  </p:childTnLst>
                                </p:cTn>
                              </p:par>
                            </p:childTnLst>
                          </p:cTn>
                        </p:par>
                        <p:par>
                          <p:cTn id="161" fill="hold" nodeType="afterGroup">
                            <p:stCondLst>
                              <p:cond delay="1000"/>
                            </p:stCondLst>
                            <p:childTnLst>
                              <p:par>
                                <p:cTn id="162" presetID="17" presetClass="entr" presetSubtype="1" fill="hold" grpId="0" nodeType="afterEffect">
                                  <p:stCondLst>
                                    <p:cond delay="0"/>
                                  </p:stCondLst>
                                  <p:childTnLst>
                                    <p:set>
                                      <p:cBhvr>
                                        <p:cTn id="163" dur="1" fill="hold">
                                          <p:stCondLst>
                                            <p:cond delay="0"/>
                                          </p:stCondLst>
                                        </p:cTn>
                                        <p:tgtEl>
                                          <p:spTgt spid="242718"/>
                                        </p:tgtEl>
                                        <p:attrNameLst>
                                          <p:attrName>style.visibility</p:attrName>
                                        </p:attrNameLst>
                                      </p:cBhvr>
                                      <p:to>
                                        <p:strVal val="visible"/>
                                      </p:to>
                                    </p:set>
                                    <p:anim calcmode="lin" valueType="num">
                                      <p:cBhvr>
                                        <p:cTn id="164" dur="500" fill="hold"/>
                                        <p:tgtEl>
                                          <p:spTgt spid="242718"/>
                                        </p:tgtEl>
                                        <p:attrNameLst>
                                          <p:attrName>ppt_x</p:attrName>
                                        </p:attrNameLst>
                                      </p:cBhvr>
                                      <p:tavLst>
                                        <p:tav tm="0">
                                          <p:val>
                                            <p:strVal val="#ppt_x"/>
                                          </p:val>
                                        </p:tav>
                                        <p:tav tm="100000">
                                          <p:val>
                                            <p:strVal val="#ppt_x"/>
                                          </p:val>
                                        </p:tav>
                                      </p:tavLst>
                                    </p:anim>
                                    <p:anim calcmode="lin" valueType="num">
                                      <p:cBhvr>
                                        <p:cTn id="165" dur="500" fill="hold"/>
                                        <p:tgtEl>
                                          <p:spTgt spid="242718"/>
                                        </p:tgtEl>
                                        <p:attrNameLst>
                                          <p:attrName>ppt_y</p:attrName>
                                        </p:attrNameLst>
                                      </p:cBhvr>
                                      <p:tavLst>
                                        <p:tav tm="0">
                                          <p:val>
                                            <p:strVal val="#ppt_y-#ppt_h/2"/>
                                          </p:val>
                                        </p:tav>
                                        <p:tav tm="100000">
                                          <p:val>
                                            <p:strVal val="#ppt_y"/>
                                          </p:val>
                                        </p:tav>
                                      </p:tavLst>
                                    </p:anim>
                                    <p:anim calcmode="lin" valueType="num">
                                      <p:cBhvr>
                                        <p:cTn id="166" dur="500" fill="hold"/>
                                        <p:tgtEl>
                                          <p:spTgt spid="242718"/>
                                        </p:tgtEl>
                                        <p:attrNameLst>
                                          <p:attrName>ppt_w</p:attrName>
                                        </p:attrNameLst>
                                      </p:cBhvr>
                                      <p:tavLst>
                                        <p:tav tm="0">
                                          <p:val>
                                            <p:strVal val="#ppt_w"/>
                                          </p:val>
                                        </p:tav>
                                        <p:tav tm="100000">
                                          <p:val>
                                            <p:strVal val="#ppt_w"/>
                                          </p:val>
                                        </p:tav>
                                      </p:tavLst>
                                    </p:anim>
                                    <p:anim calcmode="lin" valueType="num">
                                      <p:cBhvr>
                                        <p:cTn id="167" dur="500" fill="hold"/>
                                        <p:tgtEl>
                                          <p:spTgt spid="242718"/>
                                        </p:tgtEl>
                                        <p:attrNameLst>
                                          <p:attrName>ppt_h</p:attrName>
                                        </p:attrNameLst>
                                      </p:cBhvr>
                                      <p:tavLst>
                                        <p:tav tm="0">
                                          <p:val>
                                            <p:fltVal val="0"/>
                                          </p:val>
                                        </p:tav>
                                        <p:tav tm="100000">
                                          <p:val>
                                            <p:strVal val="#ppt_h"/>
                                          </p:val>
                                        </p:tav>
                                      </p:tavLst>
                                    </p:anim>
                                  </p:childTnLst>
                                </p:cTn>
                              </p:par>
                            </p:childTnLst>
                          </p:cTn>
                        </p:par>
                        <p:par>
                          <p:cTn id="168" fill="hold" nodeType="afterGroup">
                            <p:stCondLst>
                              <p:cond delay="1500"/>
                            </p:stCondLst>
                            <p:childTnLst>
                              <p:par>
                                <p:cTn id="169" presetID="17" presetClass="entr" presetSubtype="1" fill="hold" grpId="0" nodeType="afterEffect">
                                  <p:stCondLst>
                                    <p:cond delay="0"/>
                                  </p:stCondLst>
                                  <p:childTnLst>
                                    <p:set>
                                      <p:cBhvr>
                                        <p:cTn id="170" dur="1" fill="hold">
                                          <p:stCondLst>
                                            <p:cond delay="0"/>
                                          </p:stCondLst>
                                        </p:cTn>
                                        <p:tgtEl>
                                          <p:spTgt spid="242719"/>
                                        </p:tgtEl>
                                        <p:attrNameLst>
                                          <p:attrName>style.visibility</p:attrName>
                                        </p:attrNameLst>
                                      </p:cBhvr>
                                      <p:to>
                                        <p:strVal val="visible"/>
                                      </p:to>
                                    </p:set>
                                    <p:anim calcmode="lin" valueType="num">
                                      <p:cBhvr>
                                        <p:cTn id="171" dur="500" fill="hold"/>
                                        <p:tgtEl>
                                          <p:spTgt spid="242719"/>
                                        </p:tgtEl>
                                        <p:attrNameLst>
                                          <p:attrName>ppt_x</p:attrName>
                                        </p:attrNameLst>
                                      </p:cBhvr>
                                      <p:tavLst>
                                        <p:tav tm="0">
                                          <p:val>
                                            <p:strVal val="#ppt_x"/>
                                          </p:val>
                                        </p:tav>
                                        <p:tav tm="100000">
                                          <p:val>
                                            <p:strVal val="#ppt_x"/>
                                          </p:val>
                                        </p:tav>
                                      </p:tavLst>
                                    </p:anim>
                                    <p:anim calcmode="lin" valueType="num">
                                      <p:cBhvr>
                                        <p:cTn id="172" dur="500" fill="hold"/>
                                        <p:tgtEl>
                                          <p:spTgt spid="242719"/>
                                        </p:tgtEl>
                                        <p:attrNameLst>
                                          <p:attrName>ppt_y</p:attrName>
                                        </p:attrNameLst>
                                      </p:cBhvr>
                                      <p:tavLst>
                                        <p:tav tm="0">
                                          <p:val>
                                            <p:strVal val="#ppt_y-#ppt_h/2"/>
                                          </p:val>
                                        </p:tav>
                                        <p:tav tm="100000">
                                          <p:val>
                                            <p:strVal val="#ppt_y"/>
                                          </p:val>
                                        </p:tav>
                                      </p:tavLst>
                                    </p:anim>
                                    <p:anim calcmode="lin" valueType="num">
                                      <p:cBhvr>
                                        <p:cTn id="173" dur="500" fill="hold"/>
                                        <p:tgtEl>
                                          <p:spTgt spid="242719"/>
                                        </p:tgtEl>
                                        <p:attrNameLst>
                                          <p:attrName>ppt_w</p:attrName>
                                        </p:attrNameLst>
                                      </p:cBhvr>
                                      <p:tavLst>
                                        <p:tav tm="0">
                                          <p:val>
                                            <p:strVal val="#ppt_w"/>
                                          </p:val>
                                        </p:tav>
                                        <p:tav tm="100000">
                                          <p:val>
                                            <p:strVal val="#ppt_w"/>
                                          </p:val>
                                        </p:tav>
                                      </p:tavLst>
                                    </p:anim>
                                    <p:anim calcmode="lin" valueType="num">
                                      <p:cBhvr>
                                        <p:cTn id="174" dur="500" fill="hold"/>
                                        <p:tgtEl>
                                          <p:spTgt spid="242719"/>
                                        </p:tgtEl>
                                        <p:attrNameLst>
                                          <p:attrName>ppt_h</p:attrName>
                                        </p:attrNameLst>
                                      </p:cBhvr>
                                      <p:tavLst>
                                        <p:tav tm="0">
                                          <p:val>
                                            <p:fltVal val="0"/>
                                          </p:val>
                                        </p:tav>
                                        <p:tav tm="100000">
                                          <p:val>
                                            <p:strVal val="#ppt_h"/>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7" presetClass="entr" presetSubtype="1" fill="hold" grpId="0" nodeType="clickEffect">
                                  <p:stCondLst>
                                    <p:cond delay="0"/>
                                  </p:stCondLst>
                                  <p:childTnLst>
                                    <p:set>
                                      <p:cBhvr>
                                        <p:cTn id="178" dur="1" fill="hold">
                                          <p:stCondLst>
                                            <p:cond delay="0"/>
                                          </p:stCondLst>
                                        </p:cTn>
                                        <p:tgtEl>
                                          <p:spTgt spid="242737"/>
                                        </p:tgtEl>
                                        <p:attrNameLst>
                                          <p:attrName>style.visibility</p:attrName>
                                        </p:attrNameLst>
                                      </p:cBhvr>
                                      <p:to>
                                        <p:strVal val="visible"/>
                                      </p:to>
                                    </p:set>
                                    <p:anim calcmode="lin" valueType="num">
                                      <p:cBhvr>
                                        <p:cTn id="179" dur="500" fill="hold"/>
                                        <p:tgtEl>
                                          <p:spTgt spid="242737"/>
                                        </p:tgtEl>
                                        <p:attrNameLst>
                                          <p:attrName>ppt_x</p:attrName>
                                        </p:attrNameLst>
                                      </p:cBhvr>
                                      <p:tavLst>
                                        <p:tav tm="0">
                                          <p:val>
                                            <p:strVal val="#ppt_x"/>
                                          </p:val>
                                        </p:tav>
                                        <p:tav tm="100000">
                                          <p:val>
                                            <p:strVal val="#ppt_x"/>
                                          </p:val>
                                        </p:tav>
                                      </p:tavLst>
                                    </p:anim>
                                    <p:anim calcmode="lin" valueType="num">
                                      <p:cBhvr>
                                        <p:cTn id="180" dur="500" fill="hold"/>
                                        <p:tgtEl>
                                          <p:spTgt spid="242737"/>
                                        </p:tgtEl>
                                        <p:attrNameLst>
                                          <p:attrName>ppt_y</p:attrName>
                                        </p:attrNameLst>
                                      </p:cBhvr>
                                      <p:tavLst>
                                        <p:tav tm="0">
                                          <p:val>
                                            <p:strVal val="#ppt_y-#ppt_h/2"/>
                                          </p:val>
                                        </p:tav>
                                        <p:tav tm="100000">
                                          <p:val>
                                            <p:strVal val="#ppt_y"/>
                                          </p:val>
                                        </p:tav>
                                      </p:tavLst>
                                    </p:anim>
                                    <p:anim calcmode="lin" valueType="num">
                                      <p:cBhvr>
                                        <p:cTn id="181" dur="500" fill="hold"/>
                                        <p:tgtEl>
                                          <p:spTgt spid="242737"/>
                                        </p:tgtEl>
                                        <p:attrNameLst>
                                          <p:attrName>ppt_w</p:attrName>
                                        </p:attrNameLst>
                                      </p:cBhvr>
                                      <p:tavLst>
                                        <p:tav tm="0">
                                          <p:val>
                                            <p:strVal val="#ppt_w"/>
                                          </p:val>
                                        </p:tav>
                                        <p:tav tm="100000">
                                          <p:val>
                                            <p:strVal val="#ppt_w"/>
                                          </p:val>
                                        </p:tav>
                                      </p:tavLst>
                                    </p:anim>
                                    <p:anim calcmode="lin" valueType="num">
                                      <p:cBhvr>
                                        <p:cTn id="182" dur="500" fill="hold"/>
                                        <p:tgtEl>
                                          <p:spTgt spid="242737"/>
                                        </p:tgtEl>
                                        <p:attrNameLst>
                                          <p:attrName>ppt_h</p:attrName>
                                        </p:attrNameLst>
                                      </p:cBhvr>
                                      <p:tavLst>
                                        <p:tav tm="0">
                                          <p:val>
                                            <p:fltVal val="0"/>
                                          </p:val>
                                        </p:tav>
                                        <p:tav tm="100000">
                                          <p:val>
                                            <p:strVal val="#ppt_h"/>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1" fill="hold" grpId="0" nodeType="clickEffect">
                                  <p:stCondLst>
                                    <p:cond delay="0"/>
                                  </p:stCondLst>
                                  <p:childTnLst>
                                    <p:set>
                                      <p:cBhvr>
                                        <p:cTn id="186" dur="1" fill="hold">
                                          <p:stCondLst>
                                            <p:cond delay="0"/>
                                          </p:stCondLst>
                                        </p:cTn>
                                        <p:tgtEl>
                                          <p:spTgt spid="242738"/>
                                        </p:tgtEl>
                                        <p:attrNameLst>
                                          <p:attrName>style.visibility</p:attrName>
                                        </p:attrNameLst>
                                      </p:cBhvr>
                                      <p:to>
                                        <p:strVal val="visible"/>
                                      </p:to>
                                    </p:set>
                                    <p:anim calcmode="lin" valueType="num">
                                      <p:cBhvr>
                                        <p:cTn id="187" dur="500" fill="hold"/>
                                        <p:tgtEl>
                                          <p:spTgt spid="242738"/>
                                        </p:tgtEl>
                                        <p:attrNameLst>
                                          <p:attrName>ppt_x</p:attrName>
                                        </p:attrNameLst>
                                      </p:cBhvr>
                                      <p:tavLst>
                                        <p:tav tm="0">
                                          <p:val>
                                            <p:strVal val="#ppt_x"/>
                                          </p:val>
                                        </p:tav>
                                        <p:tav tm="100000">
                                          <p:val>
                                            <p:strVal val="#ppt_x"/>
                                          </p:val>
                                        </p:tav>
                                      </p:tavLst>
                                    </p:anim>
                                    <p:anim calcmode="lin" valueType="num">
                                      <p:cBhvr>
                                        <p:cTn id="188" dur="500" fill="hold"/>
                                        <p:tgtEl>
                                          <p:spTgt spid="242738"/>
                                        </p:tgtEl>
                                        <p:attrNameLst>
                                          <p:attrName>ppt_y</p:attrName>
                                        </p:attrNameLst>
                                      </p:cBhvr>
                                      <p:tavLst>
                                        <p:tav tm="0">
                                          <p:val>
                                            <p:strVal val="#ppt_y-#ppt_h/2"/>
                                          </p:val>
                                        </p:tav>
                                        <p:tav tm="100000">
                                          <p:val>
                                            <p:strVal val="#ppt_y"/>
                                          </p:val>
                                        </p:tav>
                                      </p:tavLst>
                                    </p:anim>
                                    <p:anim calcmode="lin" valueType="num">
                                      <p:cBhvr>
                                        <p:cTn id="189" dur="500" fill="hold"/>
                                        <p:tgtEl>
                                          <p:spTgt spid="242738"/>
                                        </p:tgtEl>
                                        <p:attrNameLst>
                                          <p:attrName>ppt_w</p:attrName>
                                        </p:attrNameLst>
                                      </p:cBhvr>
                                      <p:tavLst>
                                        <p:tav tm="0">
                                          <p:val>
                                            <p:strVal val="#ppt_w"/>
                                          </p:val>
                                        </p:tav>
                                        <p:tav tm="100000">
                                          <p:val>
                                            <p:strVal val="#ppt_w"/>
                                          </p:val>
                                        </p:tav>
                                      </p:tavLst>
                                    </p:anim>
                                    <p:anim calcmode="lin" valueType="num">
                                      <p:cBhvr>
                                        <p:cTn id="190" dur="500" fill="hold"/>
                                        <p:tgtEl>
                                          <p:spTgt spid="242738"/>
                                        </p:tgtEl>
                                        <p:attrNameLst>
                                          <p:attrName>ppt_h</p:attrName>
                                        </p:attrNameLst>
                                      </p:cBhvr>
                                      <p:tavLst>
                                        <p:tav tm="0">
                                          <p:val>
                                            <p:fltVal val="0"/>
                                          </p:val>
                                        </p:tav>
                                        <p:tav tm="100000">
                                          <p:val>
                                            <p:strVal val="#ppt_h"/>
                                          </p:val>
                                        </p:tav>
                                      </p:tavLst>
                                    </p:anim>
                                  </p:childTnLst>
                                </p:cTn>
                              </p:par>
                            </p:childTnLst>
                          </p:cTn>
                        </p:par>
                      </p:childTnLst>
                    </p:cTn>
                  </p:par>
                  <p:par>
                    <p:cTn id="191" fill="hold" nodeType="clickPar">
                      <p:stCondLst>
                        <p:cond delay="indefinite"/>
                      </p:stCondLst>
                      <p:childTnLst>
                        <p:par>
                          <p:cTn id="192" fill="hold" nodeType="withGroup">
                            <p:stCondLst>
                              <p:cond delay="0"/>
                            </p:stCondLst>
                            <p:childTnLst>
                              <p:par>
                                <p:cTn id="193" presetID="5" presetClass="entr" presetSubtype="5" fill="hold" grpId="0" nodeType="clickEffect">
                                  <p:stCondLst>
                                    <p:cond delay="0"/>
                                  </p:stCondLst>
                                  <p:childTnLst>
                                    <p:set>
                                      <p:cBhvr>
                                        <p:cTn id="194" dur="1" fill="hold">
                                          <p:stCondLst>
                                            <p:cond delay="0"/>
                                          </p:stCondLst>
                                        </p:cTn>
                                        <p:tgtEl>
                                          <p:spTgt spid="242701"/>
                                        </p:tgtEl>
                                        <p:attrNameLst>
                                          <p:attrName>style.visibility</p:attrName>
                                        </p:attrNameLst>
                                      </p:cBhvr>
                                      <p:to>
                                        <p:strVal val="visible"/>
                                      </p:to>
                                    </p:set>
                                    <p:animEffect transition="in" filter="checkerboard(down)">
                                      <p:cBhvr>
                                        <p:cTn id="195" dur="500"/>
                                        <p:tgtEl>
                                          <p:spTgt spid="242701"/>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2" presetClass="entr" presetSubtype="8" fill="hold" grpId="0" nodeType="clickEffect">
                                  <p:stCondLst>
                                    <p:cond delay="0"/>
                                  </p:stCondLst>
                                  <p:childTnLst>
                                    <p:set>
                                      <p:cBhvr>
                                        <p:cTn id="199" dur="1" fill="hold">
                                          <p:stCondLst>
                                            <p:cond delay="0"/>
                                          </p:stCondLst>
                                        </p:cTn>
                                        <p:tgtEl>
                                          <p:spTgt spid="242702"/>
                                        </p:tgtEl>
                                        <p:attrNameLst>
                                          <p:attrName>style.visibility</p:attrName>
                                        </p:attrNameLst>
                                      </p:cBhvr>
                                      <p:to>
                                        <p:strVal val="visible"/>
                                      </p:to>
                                    </p:set>
                                    <p:animEffect transition="in" filter="slide(fromLeft)">
                                      <p:cBhvr>
                                        <p:cTn id="200" dur="500"/>
                                        <p:tgtEl>
                                          <p:spTgt spid="242702"/>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7" presetClass="entr" presetSubtype="1" fill="hold" grpId="0" nodeType="clickEffect">
                                  <p:stCondLst>
                                    <p:cond delay="0"/>
                                  </p:stCondLst>
                                  <p:childTnLst>
                                    <p:set>
                                      <p:cBhvr>
                                        <p:cTn id="204" dur="1" fill="hold">
                                          <p:stCondLst>
                                            <p:cond delay="0"/>
                                          </p:stCondLst>
                                        </p:cTn>
                                        <p:tgtEl>
                                          <p:spTgt spid="242724"/>
                                        </p:tgtEl>
                                        <p:attrNameLst>
                                          <p:attrName>style.visibility</p:attrName>
                                        </p:attrNameLst>
                                      </p:cBhvr>
                                      <p:to>
                                        <p:strVal val="visible"/>
                                      </p:to>
                                    </p:set>
                                    <p:anim calcmode="lin" valueType="num">
                                      <p:cBhvr>
                                        <p:cTn id="205" dur="500" fill="hold"/>
                                        <p:tgtEl>
                                          <p:spTgt spid="242724"/>
                                        </p:tgtEl>
                                        <p:attrNameLst>
                                          <p:attrName>ppt_x</p:attrName>
                                        </p:attrNameLst>
                                      </p:cBhvr>
                                      <p:tavLst>
                                        <p:tav tm="0">
                                          <p:val>
                                            <p:strVal val="#ppt_x"/>
                                          </p:val>
                                        </p:tav>
                                        <p:tav tm="100000">
                                          <p:val>
                                            <p:strVal val="#ppt_x"/>
                                          </p:val>
                                        </p:tav>
                                      </p:tavLst>
                                    </p:anim>
                                    <p:anim calcmode="lin" valueType="num">
                                      <p:cBhvr>
                                        <p:cTn id="206" dur="500" fill="hold"/>
                                        <p:tgtEl>
                                          <p:spTgt spid="242724"/>
                                        </p:tgtEl>
                                        <p:attrNameLst>
                                          <p:attrName>ppt_y</p:attrName>
                                        </p:attrNameLst>
                                      </p:cBhvr>
                                      <p:tavLst>
                                        <p:tav tm="0">
                                          <p:val>
                                            <p:strVal val="#ppt_y-#ppt_h/2"/>
                                          </p:val>
                                        </p:tav>
                                        <p:tav tm="100000">
                                          <p:val>
                                            <p:strVal val="#ppt_y"/>
                                          </p:val>
                                        </p:tav>
                                      </p:tavLst>
                                    </p:anim>
                                    <p:anim calcmode="lin" valueType="num">
                                      <p:cBhvr>
                                        <p:cTn id="207" dur="500" fill="hold"/>
                                        <p:tgtEl>
                                          <p:spTgt spid="242724"/>
                                        </p:tgtEl>
                                        <p:attrNameLst>
                                          <p:attrName>ppt_w</p:attrName>
                                        </p:attrNameLst>
                                      </p:cBhvr>
                                      <p:tavLst>
                                        <p:tav tm="0">
                                          <p:val>
                                            <p:strVal val="#ppt_w"/>
                                          </p:val>
                                        </p:tav>
                                        <p:tav tm="100000">
                                          <p:val>
                                            <p:strVal val="#ppt_w"/>
                                          </p:val>
                                        </p:tav>
                                      </p:tavLst>
                                    </p:anim>
                                    <p:anim calcmode="lin" valueType="num">
                                      <p:cBhvr>
                                        <p:cTn id="208" dur="500" fill="hold"/>
                                        <p:tgtEl>
                                          <p:spTgt spid="242724"/>
                                        </p:tgtEl>
                                        <p:attrNameLst>
                                          <p:attrName>ppt_h</p:attrName>
                                        </p:attrNameLst>
                                      </p:cBhvr>
                                      <p:tavLst>
                                        <p:tav tm="0">
                                          <p:val>
                                            <p:fltVal val="0"/>
                                          </p:val>
                                        </p:tav>
                                        <p:tav tm="100000">
                                          <p:val>
                                            <p:strVal val="#ppt_h"/>
                                          </p:val>
                                        </p:tav>
                                      </p:tavLst>
                                    </p:anim>
                                  </p:childTnLst>
                                </p:cTn>
                              </p:par>
                            </p:childTnLst>
                          </p:cTn>
                        </p:par>
                        <p:par>
                          <p:cTn id="209" fill="hold" nodeType="afterGroup">
                            <p:stCondLst>
                              <p:cond delay="500"/>
                            </p:stCondLst>
                            <p:childTnLst>
                              <p:par>
                                <p:cTn id="210" presetID="17" presetClass="entr" presetSubtype="1" fill="hold" grpId="0" nodeType="afterEffect">
                                  <p:stCondLst>
                                    <p:cond delay="0"/>
                                  </p:stCondLst>
                                  <p:childTnLst>
                                    <p:set>
                                      <p:cBhvr>
                                        <p:cTn id="211" dur="1" fill="hold">
                                          <p:stCondLst>
                                            <p:cond delay="0"/>
                                          </p:stCondLst>
                                        </p:cTn>
                                        <p:tgtEl>
                                          <p:spTgt spid="242721"/>
                                        </p:tgtEl>
                                        <p:attrNameLst>
                                          <p:attrName>style.visibility</p:attrName>
                                        </p:attrNameLst>
                                      </p:cBhvr>
                                      <p:to>
                                        <p:strVal val="visible"/>
                                      </p:to>
                                    </p:set>
                                    <p:anim calcmode="lin" valueType="num">
                                      <p:cBhvr>
                                        <p:cTn id="212" dur="500" fill="hold"/>
                                        <p:tgtEl>
                                          <p:spTgt spid="242721"/>
                                        </p:tgtEl>
                                        <p:attrNameLst>
                                          <p:attrName>ppt_x</p:attrName>
                                        </p:attrNameLst>
                                      </p:cBhvr>
                                      <p:tavLst>
                                        <p:tav tm="0">
                                          <p:val>
                                            <p:strVal val="#ppt_x"/>
                                          </p:val>
                                        </p:tav>
                                        <p:tav tm="100000">
                                          <p:val>
                                            <p:strVal val="#ppt_x"/>
                                          </p:val>
                                        </p:tav>
                                      </p:tavLst>
                                    </p:anim>
                                    <p:anim calcmode="lin" valueType="num">
                                      <p:cBhvr>
                                        <p:cTn id="213" dur="500" fill="hold"/>
                                        <p:tgtEl>
                                          <p:spTgt spid="242721"/>
                                        </p:tgtEl>
                                        <p:attrNameLst>
                                          <p:attrName>ppt_y</p:attrName>
                                        </p:attrNameLst>
                                      </p:cBhvr>
                                      <p:tavLst>
                                        <p:tav tm="0">
                                          <p:val>
                                            <p:strVal val="#ppt_y-#ppt_h/2"/>
                                          </p:val>
                                        </p:tav>
                                        <p:tav tm="100000">
                                          <p:val>
                                            <p:strVal val="#ppt_y"/>
                                          </p:val>
                                        </p:tav>
                                      </p:tavLst>
                                    </p:anim>
                                    <p:anim calcmode="lin" valueType="num">
                                      <p:cBhvr>
                                        <p:cTn id="214" dur="500" fill="hold"/>
                                        <p:tgtEl>
                                          <p:spTgt spid="242721"/>
                                        </p:tgtEl>
                                        <p:attrNameLst>
                                          <p:attrName>ppt_w</p:attrName>
                                        </p:attrNameLst>
                                      </p:cBhvr>
                                      <p:tavLst>
                                        <p:tav tm="0">
                                          <p:val>
                                            <p:strVal val="#ppt_w"/>
                                          </p:val>
                                        </p:tav>
                                        <p:tav tm="100000">
                                          <p:val>
                                            <p:strVal val="#ppt_w"/>
                                          </p:val>
                                        </p:tav>
                                      </p:tavLst>
                                    </p:anim>
                                    <p:anim calcmode="lin" valueType="num">
                                      <p:cBhvr>
                                        <p:cTn id="215" dur="500" fill="hold"/>
                                        <p:tgtEl>
                                          <p:spTgt spid="242721"/>
                                        </p:tgtEl>
                                        <p:attrNameLst>
                                          <p:attrName>ppt_h</p:attrName>
                                        </p:attrNameLst>
                                      </p:cBhvr>
                                      <p:tavLst>
                                        <p:tav tm="0">
                                          <p:val>
                                            <p:fltVal val="0"/>
                                          </p:val>
                                        </p:tav>
                                        <p:tav tm="100000">
                                          <p:val>
                                            <p:strVal val="#ppt_h"/>
                                          </p:val>
                                        </p:tav>
                                      </p:tavLst>
                                    </p:anim>
                                  </p:childTnLst>
                                </p:cTn>
                              </p:par>
                            </p:childTnLst>
                          </p:cTn>
                        </p:par>
                        <p:par>
                          <p:cTn id="216" fill="hold" nodeType="afterGroup">
                            <p:stCondLst>
                              <p:cond delay="1000"/>
                            </p:stCondLst>
                            <p:childTnLst>
                              <p:par>
                                <p:cTn id="217" presetID="17" presetClass="entr" presetSubtype="1" fill="hold" grpId="0" nodeType="afterEffect">
                                  <p:stCondLst>
                                    <p:cond delay="0"/>
                                  </p:stCondLst>
                                  <p:childTnLst>
                                    <p:set>
                                      <p:cBhvr>
                                        <p:cTn id="218" dur="1" fill="hold">
                                          <p:stCondLst>
                                            <p:cond delay="0"/>
                                          </p:stCondLst>
                                        </p:cTn>
                                        <p:tgtEl>
                                          <p:spTgt spid="242722"/>
                                        </p:tgtEl>
                                        <p:attrNameLst>
                                          <p:attrName>style.visibility</p:attrName>
                                        </p:attrNameLst>
                                      </p:cBhvr>
                                      <p:to>
                                        <p:strVal val="visible"/>
                                      </p:to>
                                    </p:set>
                                    <p:anim calcmode="lin" valueType="num">
                                      <p:cBhvr>
                                        <p:cTn id="219" dur="500" fill="hold"/>
                                        <p:tgtEl>
                                          <p:spTgt spid="242722"/>
                                        </p:tgtEl>
                                        <p:attrNameLst>
                                          <p:attrName>ppt_x</p:attrName>
                                        </p:attrNameLst>
                                      </p:cBhvr>
                                      <p:tavLst>
                                        <p:tav tm="0">
                                          <p:val>
                                            <p:strVal val="#ppt_x"/>
                                          </p:val>
                                        </p:tav>
                                        <p:tav tm="100000">
                                          <p:val>
                                            <p:strVal val="#ppt_x"/>
                                          </p:val>
                                        </p:tav>
                                      </p:tavLst>
                                    </p:anim>
                                    <p:anim calcmode="lin" valueType="num">
                                      <p:cBhvr>
                                        <p:cTn id="220" dur="500" fill="hold"/>
                                        <p:tgtEl>
                                          <p:spTgt spid="242722"/>
                                        </p:tgtEl>
                                        <p:attrNameLst>
                                          <p:attrName>ppt_y</p:attrName>
                                        </p:attrNameLst>
                                      </p:cBhvr>
                                      <p:tavLst>
                                        <p:tav tm="0">
                                          <p:val>
                                            <p:strVal val="#ppt_y-#ppt_h/2"/>
                                          </p:val>
                                        </p:tav>
                                        <p:tav tm="100000">
                                          <p:val>
                                            <p:strVal val="#ppt_y"/>
                                          </p:val>
                                        </p:tav>
                                      </p:tavLst>
                                    </p:anim>
                                    <p:anim calcmode="lin" valueType="num">
                                      <p:cBhvr>
                                        <p:cTn id="221" dur="500" fill="hold"/>
                                        <p:tgtEl>
                                          <p:spTgt spid="242722"/>
                                        </p:tgtEl>
                                        <p:attrNameLst>
                                          <p:attrName>ppt_w</p:attrName>
                                        </p:attrNameLst>
                                      </p:cBhvr>
                                      <p:tavLst>
                                        <p:tav tm="0">
                                          <p:val>
                                            <p:strVal val="#ppt_w"/>
                                          </p:val>
                                        </p:tav>
                                        <p:tav tm="100000">
                                          <p:val>
                                            <p:strVal val="#ppt_w"/>
                                          </p:val>
                                        </p:tav>
                                      </p:tavLst>
                                    </p:anim>
                                    <p:anim calcmode="lin" valueType="num">
                                      <p:cBhvr>
                                        <p:cTn id="222" dur="500" fill="hold"/>
                                        <p:tgtEl>
                                          <p:spTgt spid="242722"/>
                                        </p:tgtEl>
                                        <p:attrNameLst>
                                          <p:attrName>ppt_h</p:attrName>
                                        </p:attrNameLst>
                                      </p:cBhvr>
                                      <p:tavLst>
                                        <p:tav tm="0">
                                          <p:val>
                                            <p:fltVal val="0"/>
                                          </p:val>
                                        </p:tav>
                                        <p:tav tm="100000">
                                          <p:val>
                                            <p:strVal val="#ppt_h"/>
                                          </p:val>
                                        </p:tav>
                                      </p:tavLst>
                                    </p:anim>
                                  </p:childTnLst>
                                </p:cTn>
                              </p:par>
                            </p:childTnLst>
                          </p:cTn>
                        </p:par>
                        <p:par>
                          <p:cTn id="223" fill="hold" nodeType="afterGroup">
                            <p:stCondLst>
                              <p:cond delay="1500"/>
                            </p:stCondLst>
                            <p:childTnLst>
                              <p:par>
                                <p:cTn id="224" presetID="17" presetClass="entr" presetSubtype="1" fill="hold" grpId="0" nodeType="afterEffect">
                                  <p:stCondLst>
                                    <p:cond delay="0"/>
                                  </p:stCondLst>
                                  <p:childTnLst>
                                    <p:set>
                                      <p:cBhvr>
                                        <p:cTn id="225" dur="1" fill="hold">
                                          <p:stCondLst>
                                            <p:cond delay="0"/>
                                          </p:stCondLst>
                                        </p:cTn>
                                        <p:tgtEl>
                                          <p:spTgt spid="242723"/>
                                        </p:tgtEl>
                                        <p:attrNameLst>
                                          <p:attrName>style.visibility</p:attrName>
                                        </p:attrNameLst>
                                      </p:cBhvr>
                                      <p:to>
                                        <p:strVal val="visible"/>
                                      </p:to>
                                    </p:set>
                                    <p:anim calcmode="lin" valueType="num">
                                      <p:cBhvr>
                                        <p:cTn id="226" dur="500" fill="hold"/>
                                        <p:tgtEl>
                                          <p:spTgt spid="242723"/>
                                        </p:tgtEl>
                                        <p:attrNameLst>
                                          <p:attrName>ppt_x</p:attrName>
                                        </p:attrNameLst>
                                      </p:cBhvr>
                                      <p:tavLst>
                                        <p:tav tm="0">
                                          <p:val>
                                            <p:strVal val="#ppt_x"/>
                                          </p:val>
                                        </p:tav>
                                        <p:tav tm="100000">
                                          <p:val>
                                            <p:strVal val="#ppt_x"/>
                                          </p:val>
                                        </p:tav>
                                      </p:tavLst>
                                    </p:anim>
                                    <p:anim calcmode="lin" valueType="num">
                                      <p:cBhvr>
                                        <p:cTn id="227" dur="500" fill="hold"/>
                                        <p:tgtEl>
                                          <p:spTgt spid="242723"/>
                                        </p:tgtEl>
                                        <p:attrNameLst>
                                          <p:attrName>ppt_y</p:attrName>
                                        </p:attrNameLst>
                                      </p:cBhvr>
                                      <p:tavLst>
                                        <p:tav tm="0">
                                          <p:val>
                                            <p:strVal val="#ppt_y-#ppt_h/2"/>
                                          </p:val>
                                        </p:tav>
                                        <p:tav tm="100000">
                                          <p:val>
                                            <p:strVal val="#ppt_y"/>
                                          </p:val>
                                        </p:tav>
                                      </p:tavLst>
                                    </p:anim>
                                    <p:anim calcmode="lin" valueType="num">
                                      <p:cBhvr>
                                        <p:cTn id="228" dur="500" fill="hold"/>
                                        <p:tgtEl>
                                          <p:spTgt spid="242723"/>
                                        </p:tgtEl>
                                        <p:attrNameLst>
                                          <p:attrName>ppt_w</p:attrName>
                                        </p:attrNameLst>
                                      </p:cBhvr>
                                      <p:tavLst>
                                        <p:tav tm="0">
                                          <p:val>
                                            <p:strVal val="#ppt_w"/>
                                          </p:val>
                                        </p:tav>
                                        <p:tav tm="100000">
                                          <p:val>
                                            <p:strVal val="#ppt_w"/>
                                          </p:val>
                                        </p:tav>
                                      </p:tavLst>
                                    </p:anim>
                                    <p:anim calcmode="lin" valueType="num">
                                      <p:cBhvr>
                                        <p:cTn id="229" dur="500" fill="hold"/>
                                        <p:tgtEl>
                                          <p:spTgt spid="242723"/>
                                        </p:tgtEl>
                                        <p:attrNameLst>
                                          <p:attrName>ppt_h</p:attrName>
                                        </p:attrNameLst>
                                      </p:cBhvr>
                                      <p:tavLst>
                                        <p:tav tm="0">
                                          <p:val>
                                            <p:fltVal val="0"/>
                                          </p:val>
                                        </p:tav>
                                        <p:tav tm="100000">
                                          <p:val>
                                            <p:strVal val="#ppt_h"/>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7" presetClass="entr" presetSubtype="1" fill="hold" grpId="0" nodeType="clickEffect">
                                  <p:stCondLst>
                                    <p:cond delay="0"/>
                                  </p:stCondLst>
                                  <p:childTnLst>
                                    <p:set>
                                      <p:cBhvr>
                                        <p:cTn id="233" dur="1" fill="hold">
                                          <p:stCondLst>
                                            <p:cond delay="0"/>
                                          </p:stCondLst>
                                        </p:cTn>
                                        <p:tgtEl>
                                          <p:spTgt spid="242739"/>
                                        </p:tgtEl>
                                        <p:attrNameLst>
                                          <p:attrName>style.visibility</p:attrName>
                                        </p:attrNameLst>
                                      </p:cBhvr>
                                      <p:to>
                                        <p:strVal val="visible"/>
                                      </p:to>
                                    </p:set>
                                    <p:anim calcmode="lin" valueType="num">
                                      <p:cBhvr>
                                        <p:cTn id="234" dur="500" fill="hold"/>
                                        <p:tgtEl>
                                          <p:spTgt spid="242739"/>
                                        </p:tgtEl>
                                        <p:attrNameLst>
                                          <p:attrName>ppt_x</p:attrName>
                                        </p:attrNameLst>
                                      </p:cBhvr>
                                      <p:tavLst>
                                        <p:tav tm="0">
                                          <p:val>
                                            <p:strVal val="#ppt_x"/>
                                          </p:val>
                                        </p:tav>
                                        <p:tav tm="100000">
                                          <p:val>
                                            <p:strVal val="#ppt_x"/>
                                          </p:val>
                                        </p:tav>
                                      </p:tavLst>
                                    </p:anim>
                                    <p:anim calcmode="lin" valueType="num">
                                      <p:cBhvr>
                                        <p:cTn id="235" dur="500" fill="hold"/>
                                        <p:tgtEl>
                                          <p:spTgt spid="242739"/>
                                        </p:tgtEl>
                                        <p:attrNameLst>
                                          <p:attrName>ppt_y</p:attrName>
                                        </p:attrNameLst>
                                      </p:cBhvr>
                                      <p:tavLst>
                                        <p:tav tm="0">
                                          <p:val>
                                            <p:strVal val="#ppt_y-#ppt_h/2"/>
                                          </p:val>
                                        </p:tav>
                                        <p:tav tm="100000">
                                          <p:val>
                                            <p:strVal val="#ppt_y"/>
                                          </p:val>
                                        </p:tav>
                                      </p:tavLst>
                                    </p:anim>
                                    <p:anim calcmode="lin" valueType="num">
                                      <p:cBhvr>
                                        <p:cTn id="236" dur="500" fill="hold"/>
                                        <p:tgtEl>
                                          <p:spTgt spid="242739"/>
                                        </p:tgtEl>
                                        <p:attrNameLst>
                                          <p:attrName>ppt_w</p:attrName>
                                        </p:attrNameLst>
                                      </p:cBhvr>
                                      <p:tavLst>
                                        <p:tav tm="0">
                                          <p:val>
                                            <p:strVal val="#ppt_w"/>
                                          </p:val>
                                        </p:tav>
                                        <p:tav tm="100000">
                                          <p:val>
                                            <p:strVal val="#ppt_w"/>
                                          </p:val>
                                        </p:tav>
                                      </p:tavLst>
                                    </p:anim>
                                    <p:anim calcmode="lin" valueType="num">
                                      <p:cBhvr>
                                        <p:cTn id="237" dur="500" fill="hold"/>
                                        <p:tgtEl>
                                          <p:spTgt spid="242739"/>
                                        </p:tgtEl>
                                        <p:attrNameLst>
                                          <p:attrName>ppt_h</p:attrName>
                                        </p:attrNameLst>
                                      </p:cBhvr>
                                      <p:tavLst>
                                        <p:tav tm="0">
                                          <p:val>
                                            <p:fltVal val="0"/>
                                          </p:val>
                                        </p:tav>
                                        <p:tav tm="100000">
                                          <p:val>
                                            <p:strVal val="#ppt_h"/>
                                          </p:val>
                                        </p:tav>
                                      </p:tavLst>
                                    </p:anim>
                                  </p:childTnLst>
                                </p:cTn>
                              </p:par>
                            </p:childTnLst>
                          </p:cTn>
                        </p:par>
                      </p:childTnLst>
                    </p:cTn>
                  </p:par>
                  <p:par>
                    <p:cTn id="238" fill="hold" nodeType="clickPar">
                      <p:stCondLst>
                        <p:cond delay="indefinite"/>
                      </p:stCondLst>
                      <p:childTnLst>
                        <p:par>
                          <p:cTn id="239" fill="hold" nodeType="withGroup">
                            <p:stCondLst>
                              <p:cond delay="0"/>
                            </p:stCondLst>
                            <p:childTnLst>
                              <p:par>
                                <p:cTn id="240" presetID="17" presetClass="entr" presetSubtype="1" fill="hold" grpId="0" nodeType="clickEffect">
                                  <p:stCondLst>
                                    <p:cond delay="0"/>
                                  </p:stCondLst>
                                  <p:childTnLst>
                                    <p:set>
                                      <p:cBhvr>
                                        <p:cTn id="241" dur="1" fill="hold">
                                          <p:stCondLst>
                                            <p:cond delay="0"/>
                                          </p:stCondLst>
                                        </p:cTn>
                                        <p:tgtEl>
                                          <p:spTgt spid="242740"/>
                                        </p:tgtEl>
                                        <p:attrNameLst>
                                          <p:attrName>style.visibility</p:attrName>
                                        </p:attrNameLst>
                                      </p:cBhvr>
                                      <p:to>
                                        <p:strVal val="visible"/>
                                      </p:to>
                                    </p:set>
                                    <p:anim calcmode="lin" valueType="num">
                                      <p:cBhvr>
                                        <p:cTn id="242" dur="500" fill="hold"/>
                                        <p:tgtEl>
                                          <p:spTgt spid="242740"/>
                                        </p:tgtEl>
                                        <p:attrNameLst>
                                          <p:attrName>ppt_x</p:attrName>
                                        </p:attrNameLst>
                                      </p:cBhvr>
                                      <p:tavLst>
                                        <p:tav tm="0">
                                          <p:val>
                                            <p:strVal val="#ppt_x"/>
                                          </p:val>
                                        </p:tav>
                                        <p:tav tm="100000">
                                          <p:val>
                                            <p:strVal val="#ppt_x"/>
                                          </p:val>
                                        </p:tav>
                                      </p:tavLst>
                                    </p:anim>
                                    <p:anim calcmode="lin" valueType="num">
                                      <p:cBhvr>
                                        <p:cTn id="243" dur="500" fill="hold"/>
                                        <p:tgtEl>
                                          <p:spTgt spid="242740"/>
                                        </p:tgtEl>
                                        <p:attrNameLst>
                                          <p:attrName>ppt_y</p:attrName>
                                        </p:attrNameLst>
                                      </p:cBhvr>
                                      <p:tavLst>
                                        <p:tav tm="0">
                                          <p:val>
                                            <p:strVal val="#ppt_y-#ppt_h/2"/>
                                          </p:val>
                                        </p:tav>
                                        <p:tav tm="100000">
                                          <p:val>
                                            <p:strVal val="#ppt_y"/>
                                          </p:val>
                                        </p:tav>
                                      </p:tavLst>
                                    </p:anim>
                                    <p:anim calcmode="lin" valueType="num">
                                      <p:cBhvr>
                                        <p:cTn id="244" dur="500" fill="hold"/>
                                        <p:tgtEl>
                                          <p:spTgt spid="242740"/>
                                        </p:tgtEl>
                                        <p:attrNameLst>
                                          <p:attrName>ppt_w</p:attrName>
                                        </p:attrNameLst>
                                      </p:cBhvr>
                                      <p:tavLst>
                                        <p:tav tm="0">
                                          <p:val>
                                            <p:strVal val="#ppt_w"/>
                                          </p:val>
                                        </p:tav>
                                        <p:tav tm="100000">
                                          <p:val>
                                            <p:strVal val="#ppt_w"/>
                                          </p:val>
                                        </p:tav>
                                      </p:tavLst>
                                    </p:anim>
                                    <p:anim calcmode="lin" valueType="num">
                                      <p:cBhvr>
                                        <p:cTn id="245" dur="500" fill="hold"/>
                                        <p:tgtEl>
                                          <p:spTgt spid="242740"/>
                                        </p:tgtEl>
                                        <p:attrNameLst>
                                          <p:attrName>ppt_h</p:attrName>
                                        </p:attrNameLst>
                                      </p:cBhvr>
                                      <p:tavLst>
                                        <p:tav tm="0">
                                          <p:val>
                                            <p:fltVal val="0"/>
                                          </p:val>
                                        </p:tav>
                                        <p:tav tm="100000">
                                          <p:val>
                                            <p:strVal val="#ppt_h"/>
                                          </p:val>
                                        </p:tav>
                                      </p:tavLst>
                                    </p:anim>
                                  </p:childTnLst>
                                </p:cTn>
                              </p:par>
                            </p:childTnLst>
                          </p:cTn>
                        </p:par>
                      </p:childTnLst>
                    </p:cTn>
                  </p:par>
                  <p:par>
                    <p:cTn id="246" fill="hold" nodeType="clickPar">
                      <p:stCondLst>
                        <p:cond delay="indefinite"/>
                      </p:stCondLst>
                      <p:childTnLst>
                        <p:par>
                          <p:cTn id="247" fill="hold" nodeType="withGroup">
                            <p:stCondLst>
                              <p:cond delay="0"/>
                            </p:stCondLst>
                            <p:childTnLst>
                              <p:par>
                                <p:cTn id="248" presetID="5" presetClass="entr" presetSubtype="5" fill="hold" grpId="0" nodeType="clickEffect">
                                  <p:stCondLst>
                                    <p:cond delay="0"/>
                                  </p:stCondLst>
                                  <p:childTnLst>
                                    <p:set>
                                      <p:cBhvr>
                                        <p:cTn id="249" dur="1" fill="hold">
                                          <p:stCondLst>
                                            <p:cond delay="0"/>
                                          </p:stCondLst>
                                        </p:cTn>
                                        <p:tgtEl>
                                          <p:spTgt spid="242703"/>
                                        </p:tgtEl>
                                        <p:attrNameLst>
                                          <p:attrName>style.visibility</p:attrName>
                                        </p:attrNameLst>
                                      </p:cBhvr>
                                      <p:to>
                                        <p:strVal val="visible"/>
                                      </p:to>
                                    </p:set>
                                    <p:animEffect transition="in" filter="checkerboard(down)">
                                      <p:cBhvr>
                                        <p:cTn id="250" dur="500"/>
                                        <p:tgtEl>
                                          <p:spTgt spid="242703"/>
                                        </p:tgtEl>
                                      </p:cBhvr>
                                    </p:animEffec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12" presetClass="entr" presetSubtype="8" fill="hold" grpId="0" nodeType="clickEffect">
                                  <p:stCondLst>
                                    <p:cond delay="0"/>
                                  </p:stCondLst>
                                  <p:childTnLst>
                                    <p:set>
                                      <p:cBhvr>
                                        <p:cTn id="254" dur="1" fill="hold">
                                          <p:stCondLst>
                                            <p:cond delay="0"/>
                                          </p:stCondLst>
                                        </p:cTn>
                                        <p:tgtEl>
                                          <p:spTgt spid="242704"/>
                                        </p:tgtEl>
                                        <p:attrNameLst>
                                          <p:attrName>style.visibility</p:attrName>
                                        </p:attrNameLst>
                                      </p:cBhvr>
                                      <p:to>
                                        <p:strVal val="visible"/>
                                      </p:to>
                                    </p:set>
                                    <p:animEffect transition="in" filter="slide(fromLeft)">
                                      <p:cBhvr>
                                        <p:cTn id="255" dur="500"/>
                                        <p:tgtEl>
                                          <p:spTgt spid="242704"/>
                                        </p:tgtEl>
                                      </p:cBhvr>
                                    </p:animEffect>
                                  </p:childTnLst>
                                </p:cTn>
                              </p:par>
                            </p:childTnLst>
                          </p:cTn>
                        </p:par>
                      </p:childTnLst>
                    </p:cTn>
                  </p:par>
                  <p:par>
                    <p:cTn id="256" fill="hold" nodeType="clickPar">
                      <p:stCondLst>
                        <p:cond delay="indefinite"/>
                      </p:stCondLst>
                      <p:childTnLst>
                        <p:par>
                          <p:cTn id="257" fill="hold" nodeType="withGroup">
                            <p:stCondLst>
                              <p:cond delay="0"/>
                            </p:stCondLst>
                            <p:childTnLst>
                              <p:par>
                                <p:cTn id="258" presetID="17" presetClass="entr" presetSubtype="1" fill="hold" grpId="0" nodeType="clickEffect">
                                  <p:stCondLst>
                                    <p:cond delay="0"/>
                                  </p:stCondLst>
                                  <p:childTnLst>
                                    <p:set>
                                      <p:cBhvr>
                                        <p:cTn id="259" dur="1" fill="hold">
                                          <p:stCondLst>
                                            <p:cond delay="0"/>
                                          </p:stCondLst>
                                        </p:cTn>
                                        <p:tgtEl>
                                          <p:spTgt spid="242728"/>
                                        </p:tgtEl>
                                        <p:attrNameLst>
                                          <p:attrName>style.visibility</p:attrName>
                                        </p:attrNameLst>
                                      </p:cBhvr>
                                      <p:to>
                                        <p:strVal val="visible"/>
                                      </p:to>
                                    </p:set>
                                    <p:anim calcmode="lin" valueType="num">
                                      <p:cBhvr>
                                        <p:cTn id="260" dur="500" fill="hold"/>
                                        <p:tgtEl>
                                          <p:spTgt spid="242728"/>
                                        </p:tgtEl>
                                        <p:attrNameLst>
                                          <p:attrName>ppt_x</p:attrName>
                                        </p:attrNameLst>
                                      </p:cBhvr>
                                      <p:tavLst>
                                        <p:tav tm="0">
                                          <p:val>
                                            <p:strVal val="#ppt_x"/>
                                          </p:val>
                                        </p:tav>
                                        <p:tav tm="100000">
                                          <p:val>
                                            <p:strVal val="#ppt_x"/>
                                          </p:val>
                                        </p:tav>
                                      </p:tavLst>
                                    </p:anim>
                                    <p:anim calcmode="lin" valueType="num">
                                      <p:cBhvr>
                                        <p:cTn id="261" dur="500" fill="hold"/>
                                        <p:tgtEl>
                                          <p:spTgt spid="242728"/>
                                        </p:tgtEl>
                                        <p:attrNameLst>
                                          <p:attrName>ppt_y</p:attrName>
                                        </p:attrNameLst>
                                      </p:cBhvr>
                                      <p:tavLst>
                                        <p:tav tm="0">
                                          <p:val>
                                            <p:strVal val="#ppt_y-#ppt_h/2"/>
                                          </p:val>
                                        </p:tav>
                                        <p:tav tm="100000">
                                          <p:val>
                                            <p:strVal val="#ppt_y"/>
                                          </p:val>
                                        </p:tav>
                                      </p:tavLst>
                                    </p:anim>
                                    <p:anim calcmode="lin" valueType="num">
                                      <p:cBhvr>
                                        <p:cTn id="262" dur="500" fill="hold"/>
                                        <p:tgtEl>
                                          <p:spTgt spid="242728"/>
                                        </p:tgtEl>
                                        <p:attrNameLst>
                                          <p:attrName>ppt_w</p:attrName>
                                        </p:attrNameLst>
                                      </p:cBhvr>
                                      <p:tavLst>
                                        <p:tav tm="0">
                                          <p:val>
                                            <p:strVal val="#ppt_w"/>
                                          </p:val>
                                        </p:tav>
                                        <p:tav tm="100000">
                                          <p:val>
                                            <p:strVal val="#ppt_w"/>
                                          </p:val>
                                        </p:tav>
                                      </p:tavLst>
                                    </p:anim>
                                    <p:anim calcmode="lin" valueType="num">
                                      <p:cBhvr>
                                        <p:cTn id="263" dur="500" fill="hold"/>
                                        <p:tgtEl>
                                          <p:spTgt spid="242728"/>
                                        </p:tgtEl>
                                        <p:attrNameLst>
                                          <p:attrName>ppt_h</p:attrName>
                                        </p:attrNameLst>
                                      </p:cBhvr>
                                      <p:tavLst>
                                        <p:tav tm="0">
                                          <p:val>
                                            <p:fltVal val="0"/>
                                          </p:val>
                                        </p:tav>
                                        <p:tav tm="100000">
                                          <p:val>
                                            <p:strVal val="#ppt_h"/>
                                          </p:val>
                                        </p:tav>
                                      </p:tavLst>
                                    </p:anim>
                                  </p:childTnLst>
                                </p:cTn>
                              </p:par>
                            </p:childTnLst>
                          </p:cTn>
                        </p:par>
                        <p:par>
                          <p:cTn id="264" fill="hold" nodeType="afterGroup">
                            <p:stCondLst>
                              <p:cond delay="500"/>
                            </p:stCondLst>
                            <p:childTnLst>
                              <p:par>
                                <p:cTn id="265" presetID="17" presetClass="entr" presetSubtype="1" fill="hold" grpId="0" nodeType="afterEffect">
                                  <p:stCondLst>
                                    <p:cond delay="0"/>
                                  </p:stCondLst>
                                  <p:childTnLst>
                                    <p:set>
                                      <p:cBhvr>
                                        <p:cTn id="266" dur="1" fill="hold">
                                          <p:stCondLst>
                                            <p:cond delay="0"/>
                                          </p:stCondLst>
                                        </p:cTn>
                                        <p:tgtEl>
                                          <p:spTgt spid="242725"/>
                                        </p:tgtEl>
                                        <p:attrNameLst>
                                          <p:attrName>style.visibility</p:attrName>
                                        </p:attrNameLst>
                                      </p:cBhvr>
                                      <p:to>
                                        <p:strVal val="visible"/>
                                      </p:to>
                                    </p:set>
                                    <p:anim calcmode="lin" valueType="num">
                                      <p:cBhvr>
                                        <p:cTn id="267" dur="500" fill="hold"/>
                                        <p:tgtEl>
                                          <p:spTgt spid="242725"/>
                                        </p:tgtEl>
                                        <p:attrNameLst>
                                          <p:attrName>ppt_x</p:attrName>
                                        </p:attrNameLst>
                                      </p:cBhvr>
                                      <p:tavLst>
                                        <p:tav tm="0">
                                          <p:val>
                                            <p:strVal val="#ppt_x"/>
                                          </p:val>
                                        </p:tav>
                                        <p:tav tm="100000">
                                          <p:val>
                                            <p:strVal val="#ppt_x"/>
                                          </p:val>
                                        </p:tav>
                                      </p:tavLst>
                                    </p:anim>
                                    <p:anim calcmode="lin" valueType="num">
                                      <p:cBhvr>
                                        <p:cTn id="268" dur="500" fill="hold"/>
                                        <p:tgtEl>
                                          <p:spTgt spid="242725"/>
                                        </p:tgtEl>
                                        <p:attrNameLst>
                                          <p:attrName>ppt_y</p:attrName>
                                        </p:attrNameLst>
                                      </p:cBhvr>
                                      <p:tavLst>
                                        <p:tav tm="0">
                                          <p:val>
                                            <p:strVal val="#ppt_y-#ppt_h/2"/>
                                          </p:val>
                                        </p:tav>
                                        <p:tav tm="100000">
                                          <p:val>
                                            <p:strVal val="#ppt_y"/>
                                          </p:val>
                                        </p:tav>
                                      </p:tavLst>
                                    </p:anim>
                                    <p:anim calcmode="lin" valueType="num">
                                      <p:cBhvr>
                                        <p:cTn id="269" dur="500" fill="hold"/>
                                        <p:tgtEl>
                                          <p:spTgt spid="242725"/>
                                        </p:tgtEl>
                                        <p:attrNameLst>
                                          <p:attrName>ppt_w</p:attrName>
                                        </p:attrNameLst>
                                      </p:cBhvr>
                                      <p:tavLst>
                                        <p:tav tm="0">
                                          <p:val>
                                            <p:strVal val="#ppt_w"/>
                                          </p:val>
                                        </p:tav>
                                        <p:tav tm="100000">
                                          <p:val>
                                            <p:strVal val="#ppt_w"/>
                                          </p:val>
                                        </p:tav>
                                      </p:tavLst>
                                    </p:anim>
                                    <p:anim calcmode="lin" valueType="num">
                                      <p:cBhvr>
                                        <p:cTn id="270" dur="500" fill="hold"/>
                                        <p:tgtEl>
                                          <p:spTgt spid="242725"/>
                                        </p:tgtEl>
                                        <p:attrNameLst>
                                          <p:attrName>ppt_h</p:attrName>
                                        </p:attrNameLst>
                                      </p:cBhvr>
                                      <p:tavLst>
                                        <p:tav tm="0">
                                          <p:val>
                                            <p:fltVal val="0"/>
                                          </p:val>
                                        </p:tav>
                                        <p:tav tm="100000">
                                          <p:val>
                                            <p:strVal val="#ppt_h"/>
                                          </p:val>
                                        </p:tav>
                                      </p:tavLst>
                                    </p:anim>
                                  </p:childTnLst>
                                </p:cTn>
                              </p:par>
                            </p:childTnLst>
                          </p:cTn>
                        </p:par>
                        <p:par>
                          <p:cTn id="271" fill="hold" nodeType="afterGroup">
                            <p:stCondLst>
                              <p:cond delay="1000"/>
                            </p:stCondLst>
                            <p:childTnLst>
                              <p:par>
                                <p:cTn id="272" presetID="17" presetClass="entr" presetSubtype="1" fill="hold" grpId="0" nodeType="afterEffect">
                                  <p:stCondLst>
                                    <p:cond delay="0"/>
                                  </p:stCondLst>
                                  <p:childTnLst>
                                    <p:set>
                                      <p:cBhvr>
                                        <p:cTn id="273" dur="1" fill="hold">
                                          <p:stCondLst>
                                            <p:cond delay="0"/>
                                          </p:stCondLst>
                                        </p:cTn>
                                        <p:tgtEl>
                                          <p:spTgt spid="242726"/>
                                        </p:tgtEl>
                                        <p:attrNameLst>
                                          <p:attrName>style.visibility</p:attrName>
                                        </p:attrNameLst>
                                      </p:cBhvr>
                                      <p:to>
                                        <p:strVal val="visible"/>
                                      </p:to>
                                    </p:set>
                                    <p:anim calcmode="lin" valueType="num">
                                      <p:cBhvr>
                                        <p:cTn id="274" dur="500" fill="hold"/>
                                        <p:tgtEl>
                                          <p:spTgt spid="242726"/>
                                        </p:tgtEl>
                                        <p:attrNameLst>
                                          <p:attrName>ppt_x</p:attrName>
                                        </p:attrNameLst>
                                      </p:cBhvr>
                                      <p:tavLst>
                                        <p:tav tm="0">
                                          <p:val>
                                            <p:strVal val="#ppt_x"/>
                                          </p:val>
                                        </p:tav>
                                        <p:tav tm="100000">
                                          <p:val>
                                            <p:strVal val="#ppt_x"/>
                                          </p:val>
                                        </p:tav>
                                      </p:tavLst>
                                    </p:anim>
                                    <p:anim calcmode="lin" valueType="num">
                                      <p:cBhvr>
                                        <p:cTn id="275" dur="500" fill="hold"/>
                                        <p:tgtEl>
                                          <p:spTgt spid="242726"/>
                                        </p:tgtEl>
                                        <p:attrNameLst>
                                          <p:attrName>ppt_y</p:attrName>
                                        </p:attrNameLst>
                                      </p:cBhvr>
                                      <p:tavLst>
                                        <p:tav tm="0">
                                          <p:val>
                                            <p:strVal val="#ppt_y-#ppt_h/2"/>
                                          </p:val>
                                        </p:tav>
                                        <p:tav tm="100000">
                                          <p:val>
                                            <p:strVal val="#ppt_y"/>
                                          </p:val>
                                        </p:tav>
                                      </p:tavLst>
                                    </p:anim>
                                    <p:anim calcmode="lin" valueType="num">
                                      <p:cBhvr>
                                        <p:cTn id="276" dur="500" fill="hold"/>
                                        <p:tgtEl>
                                          <p:spTgt spid="242726"/>
                                        </p:tgtEl>
                                        <p:attrNameLst>
                                          <p:attrName>ppt_w</p:attrName>
                                        </p:attrNameLst>
                                      </p:cBhvr>
                                      <p:tavLst>
                                        <p:tav tm="0">
                                          <p:val>
                                            <p:strVal val="#ppt_w"/>
                                          </p:val>
                                        </p:tav>
                                        <p:tav tm="100000">
                                          <p:val>
                                            <p:strVal val="#ppt_w"/>
                                          </p:val>
                                        </p:tav>
                                      </p:tavLst>
                                    </p:anim>
                                    <p:anim calcmode="lin" valueType="num">
                                      <p:cBhvr>
                                        <p:cTn id="277" dur="500" fill="hold"/>
                                        <p:tgtEl>
                                          <p:spTgt spid="242726"/>
                                        </p:tgtEl>
                                        <p:attrNameLst>
                                          <p:attrName>ppt_h</p:attrName>
                                        </p:attrNameLst>
                                      </p:cBhvr>
                                      <p:tavLst>
                                        <p:tav tm="0">
                                          <p:val>
                                            <p:fltVal val="0"/>
                                          </p:val>
                                        </p:tav>
                                        <p:tav tm="100000">
                                          <p:val>
                                            <p:strVal val="#ppt_h"/>
                                          </p:val>
                                        </p:tav>
                                      </p:tavLst>
                                    </p:anim>
                                  </p:childTnLst>
                                </p:cTn>
                              </p:par>
                            </p:childTnLst>
                          </p:cTn>
                        </p:par>
                        <p:par>
                          <p:cTn id="278" fill="hold" nodeType="afterGroup">
                            <p:stCondLst>
                              <p:cond delay="1500"/>
                            </p:stCondLst>
                            <p:childTnLst>
                              <p:par>
                                <p:cTn id="279" presetID="17" presetClass="entr" presetSubtype="1" fill="hold" grpId="0" nodeType="afterEffect">
                                  <p:stCondLst>
                                    <p:cond delay="0"/>
                                  </p:stCondLst>
                                  <p:childTnLst>
                                    <p:set>
                                      <p:cBhvr>
                                        <p:cTn id="280" dur="1" fill="hold">
                                          <p:stCondLst>
                                            <p:cond delay="0"/>
                                          </p:stCondLst>
                                        </p:cTn>
                                        <p:tgtEl>
                                          <p:spTgt spid="242727"/>
                                        </p:tgtEl>
                                        <p:attrNameLst>
                                          <p:attrName>style.visibility</p:attrName>
                                        </p:attrNameLst>
                                      </p:cBhvr>
                                      <p:to>
                                        <p:strVal val="visible"/>
                                      </p:to>
                                    </p:set>
                                    <p:anim calcmode="lin" valueType="num">
                                      <p:cBhvr>
                                        <p:cTn id="281" dur="500" fill="hold"/>
                                        <p:tgtEl>
                                          <p:spTgt spid="242727"/>
                                        </p:tgtEl>
                                        <p:attrNameLst>
                                          <p:attrName>ppt_x</p:attrName>
                                        </p:attrNameLst>
                                      </p:cBhvr>
                                      <p:tavLst>
                                        <p:tav tm="0">
                                          <p:val>
                                            <p:strVal val="#ppt_x"/>
                                          </p:val>
                                        </p:tav>
                                        <p:tav tm="100000">
                                          <p:val>
                                            <p:strVal val="#ppt_x"/>
                                          </p:val>
                                        </p:tav>
                                      </p:tavLst>
                                    </p:anim>
                                    <p:anim calcmode="lin" valueType="num">
                                      <p:cBhvr>
                                        <p:cTn id="282" dur="500" fill="hold"/>
                                        <p:tgtEl>
                                          <p:spTgt spid="242727"/>
                                        </p:tgtEl>
                                        <p:attrNameLst>
                                          <p:attrName>ppt_y</p:attrName>
                                        </p:attrNameLst>
                                      </p:cBhvr>
                                      <p:tavLst>
                                        <p:tav tm="0">
                                          <p:val>
                                            <p:strVal val="#ppt_y-#ppt_h/2"/>
                                          </p:val>
                                        </p:tav>
                                        <p:tav tm="100000">
                                          <p:val>
                                            <p:strVal val="#ppt_y"/>
                                          </p:val>
                                        </p:tav>
                                      </p:tavLst>
                                    </p:anim>
                                    <p:anim calcmode="lin" valueType="num">
                                      <p:cBhvr>
                                        <p:cTn id="283" dur="500" fill="hold"/>
                                        <p:tgtEl>
                                          <p:spTgt spid="242727"/>
                                        </p:tgtEl>
                                        <p:attrNameLst>
                                          <p:attrName>ppt_w</p:attrName>
                                        </p:attrNameLst>
                                      </p:cBhvr>
                                      <p:tavLst>
                                        <p:tav tm="0">
                                          <p:val>
                                            <p:strVal val="#ppt_w"/>
                                          </p:val>
                                        </p:tav>
                                        <p:tav tm="100000">
                                          <p:val>
                                            <p:strVal val="#ppt_w"/>
                                          </p:val>
                                        </p:tav>
                                      </p:tavLst>
                                    </p:anim>
                                    <p:anim calcmode="lin" valueType="num">
                                      <p:cBhvr>
                                        <p:cTn id="284" dur="500" fill="hold"/>
                                        <p:tgtEl>
                                          <p:spTgt spid="242727"/>
                                        </p:tgtEl>
                                        <p:attrNameLst>
                                          <p:attrName>ppt_h</p:attrName>
                                        </p:attrNameLst>
                                      </p:cBhvr>
                                      <p:tavLst>
                                        <p:tav tm="0">
                                          <p:val>
                                            <p:fltVal val="0"/>
                                          </p:val>
                                        </p:tav>
                                        <p:tav tm="100000">
                                          <p:val>
                                            <p:strVal val="#ppt_h"/>
                                          </p:val>
                                        </p:tav>
                                      </p:tavLst>
                                    </p:anim>
                                  </p:childTnLst>
                                </p:cTn>
                              </p:par>
                            </p:childTnLst>
                          </p:cTn>
                        </p:par>
                      </p:childTnLst>
                    </p:cTn>
                  </p:par>
                  <p:par>
                    <p:cTn id="285" fill="hold" nodeType="clickPar">
                      <p:stCondLst>
                        <p:cond delay="indefinite"/>
                      </p:stCondLst>
                      <p:childTnLst>
                        <p:par>
                          <p:cTn id="286" fill="hold" nodeType="withGroup">
                            <p:stCondLst>
                              <p:cond delay="0"/>
                            </p:stCondLst>
                            <p:childTnLst>
                              <p:par>
                                <p:cTn id="287" presetID="17" presetClass="entr" presetSubtype="8" fill="hold" grpId="0" nodeType="clickEffect">
                                  <p:stCondLst>
                                    <p:cond delay="0"/>
                                  </p:stCondLst>
                                  <p:childTnLst>
                                    <p:set>
                                      <p:cBhvr>
                                        <p:cTn id="288" dur="1" fill="hold">
                                          <p:stCondLst>
                                            <p:cond delay="0"/>
                                          </p:stCondLst>
                                        </p:cTn>
                                        <p:tgtEl>
                                          <p:spTgt spid="242747"/>
                                        </p:tgtEl>
                                        <p:attrNameLst>
                                          <p:attrName>style.visibility</p:attrName>
                                        </p:attrNameLst>
                                      </p:cBhvr>
                                      <p:to>
                                        <p:strVal val="visible"/>
                                      </p:to>
                                    </p:set>
                                    <p:anim calcmode="lin" valueType="num">
                                      <p:cBhvr>
                                        <p:cTn id="289" dur="500" fill="hold"/>
                                        <p:tgtEl>
                                          <p:spTgt spid="242747"/>
                                        </p:tgtEl>
                                        <p:attrNameLst>
                                          <p:attrName>ppt_x</p:attrName>
                                        </p:attrNameLst>
                                      </p:cBhvr>
                                      <p:tavLst>
                                        <p:tav tm="0">
                                          <p:val>
                                            <p:strVal val="#ppt_x-#ppt_w/2"/>
                                          </p:val>
                                        </p:tav>
                                        <p:tav tm="100000">
                                          <p:val>
                                            <p:strVal val="#ppt_x"/>
                                          </p:val>
                                        </p:tav>
                                      </p:tavLst>
                                    </p:anim>
                                    <p:anim calcmode="lin" valueType="num">
                                      <p:cBhvr>
                                        <p:cTn id="290" dur="500" fill="hold"/>
                                        <p:tgtEl>
                                          <p:spTgt spid="242747"/>
                                        </p:tgtEl>
                                        <p:attrNameLst>
                                          <p:attrName>ppt_y</p:attrName>
                                        </p:attrNameLst>
                                      </p:cBhvr>
                                      <p:tavLst>
                                        <p:tav tm="0">
                                          <p:val>
                                            <p:strVal val="#ppt_y"/>
                                          </p:val>
                                        </p:tav>
                                        <p:tav tm="100000">
                                          <p:val>
                                            <p:strVal val="#ppt_y"/>
                                          </p:val>
                                        </p:tav>
                                      </p:tavLst>
                                    </p:anim>
                                    <p:anim calcmode="lin" valueType="num">
                                      <p:cBhvr>
                                        <p:cTn id="291" dur="500" fill="hold"/>
                                        <p:tgtEl>
                                          <p:spTgt spid="242747"/>
                                        </p:tgtEl>
                                        <p:attrNameLst>
                                          <p:attrName>ppt_w</p:attrName>
                                        </p:attrNameLst>
                                      </p:cBhvr>
                                      <p:tavLst>
                                        <p:tav tm="0">
                                          <p:val>
                                            <p:fltVal val="0"/>
                                          </p:val>
                                        </p:tav>
                                        <p:tav tm="100000">
                                          <p:val>
                                            <p:strVal val="#ppt_w"/>
                                          </p:val>
                                        </p:tav>
                                      </p:tavLst>
                                    </p:anim>
                                    <p:anim calcmode="lin" valueType="num">
                                      <p:cBhvr>
                                        <p:cTn id="292" dur="500" fill="hold"/>
                                        <p:tgtEl>
                                          <p:spTgt spid="242747"/>
                                        </p:tgtEl>
                                        <p:attrNameLst>
                                          <p:attrName>ppt_h</p:attrName>
                                        </p:attrNameLst>
                                      </p:cBhvr>
                                      <p:tavLst>
                                        <p:tav tm="0">
                                          <p:val>
                                            <p:strVal val="#ppt_h"/>
                                          </p:val>
                                        </p:tav>
                                        <p:tav tm="100000">
                                          <p:val>
                                            <p:strVal val="#ppt_h"/>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17" presetClass="entr" presetSubtype="8" fill="hold" grpId="0" nodeType="clickEffect">
                                  <p:stCondLst>
                                    <p:cond delay="0"/>
                                  </p:stCondLst>
                                  <p:childTnLst>
                                    <p:set>
                                      <p:cBhvr>
                                        <p:cTn id="296" dur="1" fill="hold">
                                          <p:stCondLst>
                                            <p:cond delay="0"/>
                                          </p:stCondLst>
                                        </p:cTn>
                                        <p:tgtEl>
                                          <p:spTgt spid="242752"/>
                                        </p:tgtEl>
                                        <p:attrNameLst>
                                          <p:attrName>style.visibility</p:attrName>
                                        </p:attrNameLst>
                                      </p:cBhvr>
                                      <p:to>
                                        <p:strVal val="visible"/>
                                      </p:to>
                                    </p:set>
                                    <p:anim calcmode="lin" valueType="num">
                                      <p:cBhvr>
                                        <p:cTn id="297" dur="500" fill="hold"/>
                                        <p:tgtEl>
                                          <p:spTgt spid="242752"/>
                                        </p:tgtEl>
                                        <p:attrNameLst>
                                          <p:attrName>ppt_x</p:attrName>
                                        </p:attrNameLst>
                                      </p:cBhvr>
                                      <p:tavLst>
                                        <p:tav tm="0">
                                          <p:val>
                                            <p:strVal val="#ppt_x-#ppt_w/2"/>
                                          </p:val>
                                        </p:tav>
                                        <p:tav tm="100000">
                                          <p:val>
                                            <p:strVal val="#ppt_x"/>
                                          </p:val>
                                        </p:tav>
                                      </p:tavLst>
                                    </p:anim>
                                    <p:anim calcmode="lin" valueType="num">
                                      <p:cBhvr>
                                        <p:cTn id="298" dur="500" fill="hold"/>
                                        <p:tgtEl>
                                          <p:spTgt spid="242752"/>
                                        </p:tgtEl>
                                        <p:attrNameLst>
                                          <p:attrName>ppt_y</p:attrName>
                                        </p:attrNameLst>
                                      </p:cBhvr>
                                      <p:tavLst>
                                        <p:tav tm="0">
                                          <p:val>
                                            <p:strVal val="#ppt_y"/>
                                          </p:val>
                                        </p:tav>
                                        <p:tav tm="100000">
                                          <p:val>
                                            <p:strVal val="#ppt_y"/>
                                          </p:val>
                                        </p:tav>
                                      </p:tavLst>
                                    </p:anim>
                                    <p:anim calcmode="lin" valueType="num">
                                      <p:cBhvr>
                                        <p:cTn id="299" dur="500" fill="hold"/>
                                        <p:tgtEl>
                                          <p:spTgt spid="242752"/>
                                        </p:tgtEl>
                                        <p:attrNameLst>
                                          <p:attrName>ppt_w</p:attrName>
                                        </p:attrNameLst>
                                      </p:cBhvr>
                                      <p:tavLst>
                                        <p:tav tm="0">
                                          <p:val>
                                            <p:fltVal val="0"/>
                                          </p:val>
                                        </p:tav>
                                        <p:tav tm="100000">
                                          <p:val>
                                            <p:strVal val="#ppt_w"/>
                                          </p:val>
                                        </p:tav>
                                      </p:tavLst>
                                    </p:anim>
                                    <p:anim calcmode="lin" valueType="num">
                                      <p:cBhvr>
                                        <p:cTn id="300" dur="500" fill="hold"/>
                                        <p:tgtEl>
                                          <p:spTgt spid="242752"/>
                                        </p:tgtEl>
                                        <p:attrNameLst>
                                          <p:attrName>ppt_h</p:attrName>
                                        </p:attrNameLst>
                                      </p:cBhvr>
                                      <p:tavLst>
                                        <p:tav tm="0">
                                          <p:val>
                                            <p:strVal val="#ppt_h"/>
                                          </p:val>
                                        </p:tav>
                                        <p:tav tm="100000">
                                          <p:val>
                                            <p:strVal val="#ppt_h"/>
                                          </p:val>
                                        </p:tav>
                                      </p:tavLst>
                                    </p:anim>
                                  </p:childTnLst>
                                </p:cTn>
                              </p:par>
                            </p:childTnLst>
                          </p:cTn>
                        </p:par>
                      </p:childTnLst>
                    </p:cTn>
                  </p:par>
                  <p:par>
                    <p:cTn id="301" fill="hold" nodeType="clickPar">
                      <p:stCondLst>
                        <p:cond delay="indefinite"/>
                      </p:stCondLst>
                      <p:childTnLst>
                        <p:par>
                          <p:cTn id="302" fill="hold" nodeType="withGroup">
                            <p:stCondLst>
                              <p:cond delay="0"/>
                            </p:stCondLst>
                            <p:childTnLst>
                              <p:par>
                                <p:cTn id="303" presetID="17" presetClass="entr" presetSubtype="1" fill="hold" grpId="0" nodeType="clickEffect">
                                  <p:stCondLst>
                                    <p:cond delay="0"/>
                                  </p:stCondLst>
                                  <p:childTnLst>
                                    <p:set>
                                      <p:cBhvr>
                                        <p:cTn id="304" dur="1" fill="hold">
                                          <p:stCondLst>
                                            <p:cond delay="0"/>
                                          </p:stCondLst>
                                        </p:cTn>
                                        <p:tgtEl>
                                          <p:spTgt spid="242741"/>
                                        </p:tgtEl>
                                        <p:attrNameLst>
                                          <p:attrName>style.visibility</p:attrName>
                                        </p:attrNameLst>
                                      </p:cBhvr>
                                      <p:to>
                                        <p:strVal val="visible"/>
                                      </p:to>
                                    </p:set>
                                    <p:anim calcmode="lin" valueType="num">
                                      <p:cBhvr>
                                        <p:cTn id="305" dur="500" fill="hold"/>
                                        <p:tgtEl>
                                          <p:spTgt spid="242741"/>
                                        </p:tgtEl>
                                        <p:attrNameLst>
                                          <p:attrName>ppt_x</p:attrName>
                                        </p:attrNameLst>
                                      </p:cBhvr>
                                      <p:tavLst>
                                        <p:tav tm="0">
                                          <p:val>
                                            <p:strVal val="#ppt_x"/>
                                          </p:val>
                                        </p:tav>
                                        <p:tav tm="100000">
                                          <p:val>
                                            <p:strVal val="#ppt_x"/>
                                          </p:val>
                                        </p:tav>
                                      </p:tavLst>
                                    </p:anim>
                                    <p:anim calcmode="lin" valueType="num">
                                      <p:cBhvr>
                                        <p:cTn id="306" dur="500" fill="hold"/>
                                        <p:tgtEl>
                                          <p:spTgt spid="242741"/>
                                        </p:tgtEl>
                                        <p:attrNameLst>
                                          <p:attrName>ppt_y</p:attrName>
                                        </p:attrNameLst>
                                      </p:cBhvr>
                                      <p:tavLst>
                                        <p:tav tm="0">
                                          <p:val>
                                            <p:strVal val="#ppt_y-#ppt_h/2"/>
                                          </p:val>
                                        </p:tav>
                                        <p:tav tm="100000">
                                          <p:val>
                                            <p:strVal val="#ppt_y"/>
                                          </p:val>
                                        </p:tav>
                                      </p:tavLst>
                                    </p:anim>
                                    <p:anim calcmode="lin" valueType="num">
                                      <p:cBhvr>
                                        <p:cTn id="307" dur="500" fill="hold"/>
                                        <p:tgtEl>
                                          <p:spTgt spid="242741"/>
                                        </p:tgtEl>
                                        <p:attrNameLst>
                                          <p:attrName>ppt_w</p:attrName>
                                        </p:attrNameLst>
                                      </p:cBhvr>
                                      <p:tavLst>
                                        <p:tav tm="0">
                                          <p:val>
                                            <p:strVal val="#ppt_w"/>
                                          </p:val>
                                        </p:tav>
                                        <p:tav tm="100000">
                                          <p:val>
                                            <p:strVal val="#ppt_w"/>
                                          </p:val>
                                        </p:tav>
                                      </p:tavLst>
                                    </p:anim>
                                    <p:anim calcmode="lin" valueType="num">
                                      <p:cBhvr>
                                        <p:cTn id="308" dur="500" fill="hold"/>
                                        <p:tgtEl>
                                          <p:spTgt spid="242741"/>
                                        </p:tgtEl>
                                        <p:attrNameLst>
                                          <p:attrName>ppt_h</p:attrName>
                                        </p:attrNameLst>
                                      </p:cBhvr>
                                      <p:tavLst>
                                        <p:tav tm="0">
                                          <p:val>
                                            <p:fltVal val="0"/>
                                          </p:val>
                                        </p:tav>
                                        <p:tav tm="100000">
                                          <p:val>
                                            <p:strVal val="#ppt_h"/>
                                          </p:val>
                                        </p:tav>
                                      </p:tavLst>
                                    </p:anim>
                                  </p:childTnLst>
                                </p:cTn>
                              </p:par>
                            </p:childTnLst>
                          </p:cTn>
                        </p:par>
                      </p:childTnLst>
                    </p:cTn>
                  </p:par>
                  <p:par>
                    <p:cTn id="309" fill="hold" nodeType="clickPar">
                      <p:stCondLst>
                        <p:cond delay="indefinite"/>
                      </p:stCondLst>
                      <p:childTnLst>
                        <p:par>
                          <p:cTn id="310" fill="hold" nodeType="withGroup">
                            <p:stCondLst>
                              <p:cond delay="0"/>
                            </p:stCondLst>
                            <p:childTnLst>
                              <p:par>
                                <p:cTn id="311" presetID="5" presetClass="entr" presetSubtype="5" fill="hold" grpId="0" nodeType="clickEffect">
                                  <p:stCondLst>
                                    <p:cond delay="0"/>
                                  </p:stCondLst>
                                  <p:childTnLst>
                                    <p:set>
                                      <p:cBhvr>
                                        <p:cTn id="312" dur="1" fill="hold">
                                          <p:stCondLst>
                                            <p:cond delay="0"/>
                                          </p:stCondLst>
                                        </p:cTn>
                                        <p:tgtEl>
                                          <p:spTgt spid="242705"/>
                                        </p:tgtEl>
                                        <p:attrNameLst>
                                          <p:attrName>style.visibility</p:attrName>
                                        </p:attrNameLst>
                                      </p:cBhvr>
                                      <p:to>
                                        <p:strVal val="visible"/>
                                      </p:to>
                                    </p:set>
                                    <p:animEffect transition="in" filter="checkerboard(down)">
                                      <p:cBhvr>
                                        <p:cTn id="313" dur="500"/>
                                        <p:tgtEl>
                                          <p:spTgt spid="242705"/>
                                        </p:tgtEl>
                                      </p:cBhvr>
                                    </p:animEffect>
                                  </p:childTnLst>
                                </p:cTn>
                              </p:par>
                            </p:childTnLst>
                          </p:cTn>
                        </p:par>
                      </p:childTnLst>
                    </p:cTn>
                  </p:par>
                  <p:par>
                    <p:cTn id="314" fill="hold" nodeType="clickPar">
                      <p:stCondLst>
                        <p:cond delay="indefinite"/>
                      </p:stCondLst>
                      <p:childTnLst>
                        <p:par>
                          <p:cTn id="315" fill="hold" nodeType="withGroup">
                            <p:stCondLst>
                              <p:cond delay="0"/>
                            </p:stCondLst>
                            <p:childTnLst>
                              <p:par>
                                <p:cTn id="316" presetID="12" presetClass="entr" presetSubtype="8" fill="hold" grpId="0" nodeType="clickEffect">
                                  <p:stCondLst>
                                    <p:cond delay="0"/>
                                  </p:stCondLst>
                                  <p:childTnLst>
                                    <p:set>
                                      <p:cBhvr>
                                        <p:cTn id="317" dur="1" fill="hold">
                                          <p:stCondLst>
                                            <p:cond delay="0"/>
                                          </p:stCondLst>
                                        </p:cTn>
                                        <p:tgtEl>
                                          <p:spTgt spid="242706"/>
                                        </p:tgtEl>
                                        <p:attrNameLst>
                                          <p:attrName>style.visibility</p:attrName>
                                        </p:attrNameLst>
                                      </p:cBhvr>
                                      <p:to>
                                        <p:strVal val="visible"/>
                                      </p:to>
                                    </p:set>
                                    <p:animEffect transition="in" filter="slide(fromLeft)">
                                      <p:cBhvr>
                                        <p:cTn id="318" dur="500"/>
                                        <p:tgtEl>
                                          <p:spTgt spid="242706"/>
                                        </p:tgtEl>
                                      </p:cBhvr>
                                    </p:animEffect>
                                  </p:childTnLst>
                                </p:cTn>
                              </p:par>
                            </p:childTnLst>
                          </p:cTn>
                        </p:par>
                      </p:childTnLst>
                    </p:cTn>
                  </p:par>
                  <p:par>
                    <p:cTn id="319" fill="hold" nodeType="clickPar">
                      <p:stCondLst>
                        <p:cond delay="indefinite"/>
                      </p:stCondLst>
                      <p:childTnLst>
                        <p:par>
                          <p:cTn id="320" fill="hold" nodeType="withGroup">
                            <p:stCondLst>
                              <p:cond delay="0"/>
                            </p:stCondLst>
                            <p:childTnLst>
                              <p:par>
                                <p:cTn id="321" presetID="17" presetClass="entr" presetSubtype="1" fill="hold" grpId="0" nodeType="clickEffect">
                                  <p:stCondLst>
                                    <p:cond delay="0"/>
                                  </p:stCondLst>
                                  <p:childTnLst>
                                    <p:set>
                                      <p:cBhvr>
                                        <p:cTn id="322" dur="1" fill="hold">
                                          <p:stCondLst>
                                            <p:cond delay="0"/>
                                          </p:stCondLst>
                                        </p:cTn>
                                        <p:tgtEl>
                                          <p:spTgt spid="242732"/>
                                        </p:tgtEl>
                                        <p:attrNameLst>
                                          <p:attrName>style.visibility</p:attrName>
                                        </p:attrNameLst>
                                      </p:cBhvr>
                                      <p:to>
                                        <p:strVal val="visible"/>
                                      </p:to>
                                    </p:set>
                                    <p:anim calcmode="lin" valueType="num">
                                      <p:cBhvr>
                                        <p:cTn id="323" dur="500" fill="hold"/>
                                        <p:tgtEl>
                                          <p:spTgt spid="242732"/>
                                        </p:tgtEl>
                                        <p:attrNameLst>
                                          <p:attrName>ppt_x</p:attrName>
                                        </p:attrNameLst>
                                      </p:cBhvr>
                                      <p:tavLst>
                                        <p:tav tm="0">
                                          <p:val>
                                            <p:strVal val="#ppt_x"/>
                                          </p:val>
                                        </p:tav>
                                        <p:tav tm="100000">
                                          <p:val>
                                            <p:strVal val="#ppt_x"/>
                                          </p:val>
                                        </p:tav>
                                      </p:tavLst>
                                    </p:anim>
                                    <p:anim calcmode="lin" valueType="num">
                                      <p:cBhvr>
                                        <p:cTn id="324" dur="500" fill="hold"/>
                                        <p:tgtEl>
                                          <p:spTgt spid="242732"/>
                                        </p:tgtEl>
                                        <p:attrNameLst>
                                          <p:attrName>ppt_y</p:attrName>
                                        </p:attrNameLst>
                                      </p:cBhvr>
                                      <p:tavLst>
                                        <p:tav tm="0">
                                          <p:val>
                                            <p:strVal val="#ppt_y-#ppt_h/2"/>
                                          </p:val>
                                        </p:tav>
                                        <p:tav tm="100000">
                                          <p:val>
                                            <p:strVal val="#ppt_y"/>
                                          </p:val>
                                        </p:tav>
                                      </p:tavLst>
                                    </p:anim>
                                    <p:anim calcmode="lin" valueType="num">
                                      <p:cBhvr>
                                        <p:cTn id="325" dur="500" fill="hold"/>
                                        <p:tgtEl>
                                          <p:spTgt spid="242732"/>
                                        </p:tgtEl>
                                        <p:attrNameLst>
                                          <p:attrName>ppt_w</p:attrName>
                                        </p:attrNameLst>
                                      </p:cBhvr>
                                      <p:tavLst>
                                        <p:tav tm="0">
                                          <p:val>
                                            <p:strVal val="#ppt_w"/>
                                          </p:val>
                                        </p:tav>
                                        <p:tav tm="100000">
                                          <p:val>
                                            <p:strVal val="#ppt_w"/>
                                          </p:val>
                                        </p:tav>
                                      </p:tavLst>
                                    </p:anim>
                                    <p:anim calcmode="lin" valueType="num">
                                      <p:cBhvr>
                                        <p:cTn id="326" dur="500" fill="hold"/>
                                        <p:tgtEl>
                                          <p:spTgt spid="242732"/>
                                        </p:tgtEl>
                                        <p:attrNameLst>
                                          <p:attrName>ppt_h</p:attrName>
                                        </p:attrNameLst>
                                      </p:cBhvr>
                                      <p:tavLst>
                                        <p:tav tm="0">
                                          <p:val>
                                            <p:fltVal val="0"/>
                                          </p:val>
                                        </p:tav>
                                        <p:tav tm="100000">
                                          <p:val>
                                            <p:strVal val="#ppt_h"/>
                                          </p:val>
                                        </p:tav>
                                      </p:tavLst>
                                    </p:anim>
                                  </p:childTnLst>
                                </p:cTn>
                              </p:par>
                            </p:childTnLst>
                          </p:cTn>
                        </p:par>
                        <p:par>
                          <p:cTn id="327" fill="hold" nodeType="afterGroup">
                            <p:stCondLst>
                              <p:cond delay="500"/>
                            </p:stCondLst>
                            <p:childTnLst>
                              <p:par>
                                <p:cTn id="328" presetID="17" presetClass="entr" presetSubtype="1" fill="hold" grpId="0" nodeType="afterEffect">
                                  <p:stCondLst>
                                    <p:cond delay="0"/>
                                  </p:stCondLst>
                                  <p:childTnLst>
                                    <p:set>
                                      <p:cBhvr>
                                        <p:cTn id="329" dur="1" fill="hold">
                                          <p:stCondLst>
                                            <p:cond delay="0"/>
                                          </p:stCondLst>
                                        </p:cTn>
                                        <p:tgtEl>
                                          <p:spTgt spid="242729"/>
                                        </p:tgtEl>
                                        <p:attrNameLst>
                                          <p:attrName>style.visibility</p:attrName>
                                        </p:attrNameLst>
                                      </p:cBhvr>
                                      <p:to>
                                        <p:strVal val="visible"/>
                                      </p:to>
                                    </p:set>
                                    <p:anim calcmode="lin" valueType="num">
                                      <p:cBhvr>
                                        <p:cTn id="330" dur="500" fill="hold"/>
                                        <p:tgtEl>
                                          <p:spTgt spid="242729"/>
                                        </p:tgtEl>
                                        <p:attrNameLst>
                                          <p:attrName>ppt_x</p:attrName>
                                        </p:attrNameLst>
                                      </p:cBhvr>
                                      <p:tavLst>
                                        <p:tav tm="0">
                                          <p:val>
                                            <p:strVal val="#ppt_x"/>
                                          </p:val>
                                        </p:tav>
                                        <p:tav tm="100000">
                                          <p:val>
                                            <p:strVal val="#ppt_x"/>
                                          </p:val>
                                        </p:tav>
                                      </p:tavLst>
                                    </p:anim>
                                    <p:anim calcmode="lin" valueType="num">
                                      <p:cBhvr>
                                        <p:cTn id="331" dur="500" fill="hold"/>
                                        <p:tgtEl>
                                          <p:spTgt spid="242729"/>
                                        </p:tgtEl>
                                        <p:attrNameLst>
                                          <p:attrName>ppt_y</p:attrName>
                                        </p:attrNameLst>
                                      </p:cBhvr>
                                      <p:tavLst>
                                        <p:tav tm="0">
                                          <p:val>
                                            <p:strVal val="#ppt_y-#ppt_h/2"/>
                                          </p:val>
                                        </p:tav>
                                        <p:tav tm="100000">
                                          <p:val>
                                            <p:strVal val="#ppt_y"/>
                                          </p:val>
                                        </p:tav>
                                      </p:tavLst>
                                    </p:anim>
                                    <p:anim calcmode="lin" valueType="num">
                                      <p:cBhvr>
                                        <p:cTn id="332" dur="500" fill="hold"/>
                                        <p:tgtEl>
                                          <p:spTgt spid="242729"/>
                                        </p:tgtEl>
                                        <p:attrNameLst>
                                          <p:attrName>ppt_w</p:attrName>
                                        </p:attrNameLst>
                                      </p:cBhvr>
                                      <p:tavLst>
                                        <p:tav tm="0">
                                          <p:val>
                                            <p:strVal val="#ppt_w"/>
                                          </p:val>
                                        </p:tav>
                                        <p:tav tm="100000">
                                          <p:val>
                                            <p:strVal val="#ppt_w"/>
                                          </p:val>
                                        </p:tav>
                                      </p:tavLst>
                                    </p:anim>
                                    <p:anim calcmode="lin" valueType="num">
                                      <p:cBhvr>
                                        <p:cTn id="333" dur="500" fill="hold"/>
                                        <p:tgtEl>
                                          <p:spTgt spid="242729"/>
                                        </p:tgtEl>
                                        <p:attrNameLst>
                                          <p:attrName>ppt_h</p:attrName>
                                        </p:attrNameLst>
                                      </p:cBhvr>
                                      <p:tavLst>
                                        <p:tav tm="0">
                                          <p:val>
                                            <p:fltVal val="0"/>
                                          </p:val>
                                        </p:tav>
                                        <p:tav tm="100000">
                                          <p:val>
                                            <p:strVal val="#ppt_h"/>
                                          </p:val>
                                        </p:tav>
                                      </p:tavLst>
                                    </p:anim>
                                  </p:childTnLst>
                                </p:cTn>
                              </p:par>
                            </p:childTnLst>
                          </p:cTn>
                        </p:par>
                        <p:par>
                          <p:cTn id="334" fill="hold" nodeType="afterGroup">
                            <p:stCondLst>
                              <p:cond delay="1000"/>
                            </p:stCondLst>
                            <p:childTnLst>
                              <p:par>
                                <p:cTn id="335" presetID="17" presetClass="entr" presetSubtype="1" fill="hold" grpId="0" nodeType="afterEffect">
                                  <p:stCondLst>
                                    <p:cond delay="0"/>
                                  </p:stCondLst>
                                  <p:childTnLst>
                                    <p:set>
                                      <p:cBhvr>
                                        <p:cTn id="336" dur="1" fill="hold">
                                          <p:stCondLst>
                                            <p:cond delay="0"/>
                                          </p:stCondLst>
                                        </p:cTn>
                                        <p:tgtEl>
                                          <p:spTgt spid="242730"/>
                                        </p:tgtEl>
                                        <p:attrNameLst>
                                          <p:attrName>style.visibility</p:attrName>
                                        </p:attrNameLst>
                                      </p:cBhvr>
                                      <p:to>
                                        <p:strVal val="visible"/>
                                      </p:to>
                                    </p:set>
                                    <p:anim calcmode="lin" valueType="num">
                                      <p:cBhvr>
                                        <p:cTn id="337" dur="500" fill="hold"/>
                                        <p:tgtEl>
                                          <p:spTgt spid="242730"/>
                                        </p:tgtEl>
                                        <p:attrNameLst>
                                          <p:attrName>ppt_x</p:attrName>
                                        </p:attrNameLst>
                                      </p:cBhvr>
                                      <p:tavLst>
                                        <p:tav tm="0">
                                          <p:val>
                                            <p:strVal val="#ppt_x"/>
                                          </p:val>
                                        </p:tav>
                                        <p:tav tm="100000">
                                          <p:val>
                                            <p:strVal val="#ppt_x"/>
                                          </p:val>
                                        </p:tav>
                                      </p:tavLst>
                                    </p:anim>
                                    <p:anim calcmode="lin" valueType="num">
                                      <p:cBhvr>
                                        <p:cTn id="338" dur="500" fill="hold"/>
                                        <p:tgtEl>
                                          <p:spTgt spid="242730"/>
                                        </p:tgtEl>
                                        <p:attrNameLst>
                                          <p:attrName>ppt_y</p:attrName>
                                        </p:attrNameLst>
                                      </p:cBhvr>
                                      <p:tavLst>
                                        <p:tav tm="0">
                                          <p:val>
                                            <p:strVal val="#ppt_y-#ppt_h/2"/>
                                          </p:val>
                                        </p:tav>
                                        <p:tav tm="100000">
                                          <p:val>
                                            <p:strVal val="#ppt_y"/>
                                          </p:val>
                                        </p:tav>
                                      </p:tavLst>
                                    </p:anim>
                                    <p:anim calcmode="lin" valueType="num">
                                      <p:cBhvr>
                                        <p:cTn id="339" dur="500" fill="hold"/>
                                        <p:tgtEl>
                                          <p:spTgt spid="242730"/>
                                        </p:tgtEl>
                                        <p:attrNameLst>
                                          <p:attrName>ppt_w</p:attrName>
                                        </p:attrNameLst>
                                      </p:cBhvr>
                                      <p:tavLst>
                                        <p:tav tm="0">
                                          <p:val>
                                            <p:strVal val="#ppt_w"/>
                                          </p:val>
                                        </p:tav>
                                        <p:tav tm="100000">
                                          <p:val>
                                            <p:strVal val="#ppt_w"/>
                                          </p:val>
                                        </p:tav>
                                      </p:tavLst>
                                    </p:anim>
                                    <p:anim calcmode="lin" valueType="num">
                                      <p:cBhvr>
                                        <p:cTn id="340" dur="500" fill="hold"/>
                                        <p:tgtEl>
                                          <p:spTgt spid="242730"/>
                                        </p:tgtEl>
                                        <p:attrNameLst>
                                          <p:attrName>ppt_h</p:attrName>
                                        </p:attrNameLst>
                                      </p:cBhvr>
                                      <p:tavLst>
                                        <p:tav tm="0">
                                          <p:val>
                                            <p:fltVal val="0"/>
                                          </p:val>
                                        </p:tav>
                                        <p:tav tm="100000">
                                          <p:val>
                                            <p:strVal val="#ppt_h"/>
                                          </p:val>
                                        </p:tav>
                                      </p:tavLst>
                                    </p:anim>
                                  </p:childTnLst>
                                </p:cTn>
                              </p:par>
                            </p:childTnLst>
                          </p:cTn>
                        </p:par>
                        <p:par>
                          <p:cTn id="341" fill="hold" nodeType="afterGroup">
                            <p:stCondLst>
                              <p:cond delay="1500"/>
                            </p:stCondLst>
                            <p:childTnLst>
                              <p:par>
                                <p:cTn id="342" presetID="17" presetClass="entr" presetSubtype="1" fill="hold" grpId="0" nodeType="afterEffect">
                                  <p:stCondLst>
                                    <p:cond delay="0"/>
                                  </p:stCondLst>
                                  <p:childTnLst>
                                    <p:set>
                                      <p:cBhvr>
                                        <p:cTn id="343" dur="1" fill="hold">
                                          <p:stCondLst>
                                            <p:cond delay="0"/>
                                          </p:stCondLst>
                                        </p:cTn>
                                        <p:tgtEl>
                                          <p:spTgt spid="242731"/>
                                        </p:tgtEl>
                                        <p:attrNameLst>
                                          <p:attrName>style.visibility</p:attrName>
                                        </p:attrNameLst>
                                      </p:cBhvr>
                                      <p:to>
                                        <p:strVal val="visible"/>
                                      </p:to>
                                    </p:set>
                                    <p:anim calcmode="lin" valueType="num">
                                      <p:cBhvr>
                                        <p:cTn id="344" dur="500" fill="hold"/>
                                        <p:tgtEl>
                                          <p:spTgt spid="242731"/>
                                        </p:tgtEl>
                                        <p:attrNameLst>
                                          <p:attrName>ppt_x</p:attrName>
                                        </p:attrNameLst>
                                      </p:cBhvr>
                                      <p:tavLst>
                                        <p:tav tm="0">
                                          <p:val>
                                            <p:strVal val="#ppt_x"/>
                                          </p:val>
                                        </p:tav>
                                        <p:tav tm="100000">
                                          <p:val>
                                            <p:strVal val="#ppt_x"/>
                                          </p:val>
                                        </p:tav>
                                      </p:tavLst>
                                    </p:anim>
                                    <p:anim calcmode="lin" valueType="num">
                                      <p:cBhvr>
                                        <p:cTn id="345" dur="500" fill="hold"/>
                                        <p:tgtEl>
                                          <p:spTgt spid="242731"/>
                                        </p:tgtEl>
                                        <p:attrNameLst>
                                          <p:attrName>ppt_y</p:attrName>
                                        </p:attrNameLst>
                                      </p:cBhvr>
                                      <p:tavLst>
                                        <p:tav tm="0">
                                          <p:val>
                                            <p:strVal val="#ppt_y-#ppt_h/2"/>
                                          </p:val>
                                        </p:tav>
                                        <p:tav tm="100000">
                                          <p:val>
                                            <p:strVal val="#ppt_y"/>
                                          </p:val>
                                        </p:tav>
                                      </p:tavLst>
                                    </p:anim>
                                    <p:anim calcmode="lin" valueType="num">
                                      <p:cBhvr>
                                        <p:cTn id="346" dur="500" fill="hold"/>
                                        <p:tgtEl>
                                          <p:spTgt spid="242731"/>
                                        </p:tgtEl>
                                        <p:attrNameLst>
                                          <p:attrName>ppt_w</p:attrName>
                                        </p:attrNameLst>
                                      </p:cBhvr>
                                      <p:tavLst>
                                        <p:tav tm="0">
                                          <p:val>
                                            <p:strVal val="#ppt_w"/>
                                          </p:val>
                                        </p:tav>
                                        <p:tav tm="100000">
                                          <p:val>
                                            <p:strVal val="#ppt_w"/>
                                          </p:val>
                                        </p:tav>
                                      </p:tavLst>
                                    </p:anim>
                                    <p:anim calcmode="lin" valueType="num">
                                      <p:cBhvr>
                                        <p:cTn id="347" dur="500" fill="hold"/>
                                        <p:tgtEl>
                                          <p:spTgt spid="242731"/>
                                        </p:tgtEl>
                                        <p:attrNameLst>
                                          <p:attrName>ppt_h</p:attrName>
                                        </p:attrNameLst>
                                      </p:cBhvr>
                                      <p:tavLst>
                                        <p:tav tm="0">
                                          <p:val>
                                            <p:fltVal val="0"/>
                                          </p:val>
                                        </p:tav>
                                        <p:tav tm="100000">
                                          <p:val>
                                            <p:strVal val="#ppt_h"/>
                                          </p:val>
                                        </p:tav>
                                      </p:tavLst>
                                    </p:anim>
                                  </p:childTnLst>
                                </p:cTn>
                              </p:par>
                            </p:childTnLst>
                          </p:cTn>
                        </p:par>
                      </p:childTnLst>
                    </p:cTn>
                  </p:par>
                  <p:par>
                    <p:cTn id="348" fill="hold" nodeType="clickPar">
                      <p:stCondLst>
                        <p:cond delay="indefinite"/>
                      </p:stCondLst>
                      <p:childTnLst>
                        <p:par>
                          <p:cTn id="349" fill="hold" nodeType="withGroup">
                            <p:stCondLst>
                              <p:cond delay="0"/>
                            </p:stCondLst>
                            <p:childTnLst>
                              <p:par>
                                <p:cTn id="350" presetID="17" presetClass="entr" presetSubtype="8" fill="hold" grpId="0" nodeType="clickEffect">
                                  <p:stCondLst>
                                    <p:cond delay="0"/>
                                  </p:stCondLst>
                                  <p:childTnLst>
                                    <p:set>
                                      <p:cBhvr>
                                        <p:cTn id="351" dur="1" fill="hold">
                                          <p:stCondLst>
                                            <p:cond delay="0"/>
                                          </p:stCondLst>
                                        </p:cTn>
                                        <p:tgtEl>
                                          <p:spTgt spid="242753"/>
                                        </p:tgtEl>
                                        <p:attrNameLst>
                                          <p:attrName>style.visibility</p:attrName>
                                        </p:attrNameLst>
                                      </p:cBhvr>
                                      <p:to>
                                        <p:strVal val="visible"/>
                                      </p:to>
                                    </p:set>
                                    <p:anim calcmode="lin" valueType="num">
                                      <p:cBhvr>
                                        <p:cTn id="352" dur="500" fill="hold"/>
                                        <p:tgtEl>
                                          <p:spTgt spid="242753"/>
                                        </p:tgtEl>
                                        <p:attrNameLst>
                                          <p:attrName>ppt_x</p:attrName>
                                        </p:attrNameLst>
                                      </p:cBhvr>
                                      <p:tavLst>
                                        <p:tav tm="0">
                                          <p:val>
                                            <p:strVal val="#ppt_x-#ppt_w/2"/>
                                          </p:val>
                                        </p:tav>
                                        <p:tav tm="100000">
                                          <p:val>
                                            <p:strVal val="#ppt_x"/>
                                          </p:val>
                                        </p:tav>
                                      </p:tavLst>
                                    </p:anim>
                                    <p:anim calcmode="lin" valueType="num">
                                      <p:cBhvr>
                                        <p:cTn id="353" dur="500" fill="hold"/>
                                        <p:tgtEl>
                                          <p:spTgt spid="242753"/>
                                        </p:tgtEl>
                                        <p:attrNameLst>
                                          <p:attrName>ppt_y</p:attrName>
                                        </p:attrNameLst>
                                      </p:cBhvr>
                                      <p:tavLst>
                                        <p:tav tm="0">
                                          <p:val>
                                            <p:strVal val="#ppt_y"/>
                                          </p:val>
                                        </p:tav>
                                        <p:tav tm="100000">
                                          <p:val>
                                            <p:strVal val="#ppt_y"/>
                                          </p:val>
                                        </p:tav>
                                      </p:tavLst>
                                    </p:anim>
                                    <p:anim calcmode="lin" valueType="num">
                                      <p:cBhvr>
                                        <p:cTn id="354" dur="500" fill="hold"/>
                                        <p:tgtEl>
                                          <p:spTgt spid="242753"/>
                                        </p:tgtEl>
                                        <p:attrNameLst>
                                          <p:attrName>ppt_w</p:attrName>
                                        </p:attrNameLst>
                                      </p:cBhvr>
                                      <p:tavLst>
                                        <p:tav tm="0">
                                          <p:val>
                                            <p:fltVal val="0"/>
                                          </p:val>
                                        </p:tav>
                                        <p:tav tm="100000">
                                          <p:val>
                                            <p:strVal val="#ppt_w"/>
                                          </p:val>
                                        </p:tav>
                                      </p:tavLst>
                                    </p:anim>
                                    <p:anim calcmode="lin" valueType="num">
                                      <p:cBhvr>
                                        <p:cTn id="355" dur="500" fill="hold"/>
                                        <p:tgtEl>
                                          <p:spTgt spid="242753"/>
                                        </p:tgtEl>
                                        <p:attrNameLst>
                                          <p:attrName>ppt_h</p:attrName>
                                        </p:attrNameLst>
                                      </p:cBhvr>
                                      <p:tavLst>
                                        <p:tav tm="0">
                                          <p:val>
                                            <p:strVal val="#ppt_h"/>
                                          </p:val>
                                        </p:tav>
                                        <p:tav tm="100000">
                                          <p:val>
                                            <p:strVal val="#ppt_h"/>
                                          </p:val>
                                        </p:tav>
                                      </p:tavLst>
                                    </p:anim>
                                  </p:childTnLst>
                                </p:cTn>
                              </p:par>
                            </p:childTnLst>
                          </p:cTn>
                        </p:par>
                      </p:childTnLst>
                    </p:cTn>
                  </p:par>
                  <p:par>
                    <p:cTn id="356" fill="hold" nodeType="clickPar">
                      <p:stCondLst>
                        <p:cond delay="indefinite"/>
                      </p:stCondLst>
                      <p:childTnLst>
                        <p:par>
                          <p:cTn id="357" fill="hold" nodeType="withGroup">
                            <p:stCondLst>
                              <p:cond delay="0"/>
                            </p:stCondLst>
                            <p:childTnLst>
                              <p:par>
                                <p:cTn id="358" presetID="17" presetClass="entr" presetSubtype="8" fill="hold" grpId="0" nodeType="clickEffect">
                                  <p:stCondLst>
                                    <p:cond delay="0"/>
                                  </p:stCondLst>
                                  <p:childTnLst>
                                    <p:set>
                                      <p:cBhvr>
                                        <p:cTn id="359" dur="1" fill="hold">
                                          <p:stCondLst>
                                            <p:cond delay="0"/>
                                          </p:stCondLst>
                                        </p:cTn>
                                        <p:tgtEl>
                                          <p:spTgt spid="242754"/>
                                        </p:tgtEl>
                                        <p:attrNameLst>
                                          <p:attrName>style.visibility</p:attrName>
                                        </p:attrNameLst>
                                      </p:cBhvr>
                                      <p:to>
                                        <p:strVal val="visible"/>
                                      </p:to>
                                    </p:set>
                                    <p:anim calcmode="lin" valueType="num">
                                      <p:cBhvr>
                                        <p:cTn id="360" dur="500" fill="hold"/>
                                        <p:tgtEl>
                                          <p:spTgt spid="242754"/>
                                        </p:tgtEl>
                                        <p:attrNameLst>
                                          <p:attrName>ppt_x</p:attrName>
                                        </p:attrNameLst>
                                      </p:cBhvr>
                                      <p:tavLst>
                                        <p:tav tm="0">
                                          <p:val>
                                            <p:strVal val="#ppt_x-#ppt_w/2"/>
                                          </p:val>
                                        </p:tav>
                                        <p:tav tm="100000">
                                          <p:val>
                                            <p:strVal val="#ppt_x"/>
                                          </p:val>
                                        </p:tav>
                                      </p:tavLst>
                                    </p:anim>
                                    <p:anim calcmode="lin" valueType="num">
                                      <p:cBhvr>
                                        <p:cTn id="361" dur="500" fill="hold"/>
                                        <p:tgtEl>
                                          <p:spTgt spid="242754"/>
                                        </p:tgtEl>
                                        <p:attrNameLst>
                                          <p:attrName>ppt_y</p:attrName>
                                        </p:attrNameLst>
                                      </p:cBhvr>
                                      <p:tavLst>
                                        <p:tav tm="0">
                                          <p:val>
                                            <p:strVal val="#ppt_y"/>
                                          </p:val>
                                        </p:tav>
                                        <p:tav tm="100000">
                                          <p:val>
                                            <p:strVal val="#ppt_y"/>
                                          </p:val>
                                        </p:tav>
                                      </p:tavLst>
                                    </p:anim>
                                    <p:anim calcmode="lin" valueType="num">
                                      <p:cBhvr>
                                        <p:cTn id="362" dur="500" fill="hold"/>
                                        <p:tgtEl>
                                          <p:spTgt spid="242754"/>
                                        </p:tgtEl>
                                        <p:attrNameLst>
                                          <p:attrName>ppt_w</p:attrName>
                                        </p:attrNameLst>
                                      </p:cBhvr>
                                      <p:tavLst>
                                        <p:tav tm="0">
                                          <p:val>
                                            <p:fltVal val="0"/>
                                          </p:val>
                                        </p:tav>
                                        <p:tav tm="100000">
                                          <p:val>
                                            <p:strVal val="#ppt_w"/>
                                          </p:val>
                                        </p:tav>
                                      </p:tavLst>
                                    </p:anim>
                                    <p:anim calcmode="lin" valueType="num">
                                      <p:cBhvr>
                                        <p:cTn id="363" dur="500" fill="hold"/>
                                        <p:tgtEl>
                                          <p:spTgt spid="242754"/>
                                        </p:tgtEl>
                                        <p:attrNameLst>
                                          <p:attrName>ppt_h</p:attrName>
                                        </p:attrNameLst>
                                      </p:cBhvr>
                                      <p:tavLst>
                                        <p:tav tm="0">
                                          <p:val>
                                            <p:strVal val="#ppt_h"/>
                                          </p:val>
                                        </p:tav>
                                        <p:tav tm="100000">
                                          <p:val>
                                            <p:strVal val="#ppt_h"/>
                                          </p:val>
                                        </p:tav>
                                      </p:tavLst>
                                    </p:anim>
                                  </p:childTnLst>
                                </p:cTn>
                              </p:par>
                            </p:childTnLst>
                          </p:cTn>
                        </p:par>
                      </p:childTnLst>
                    </p:cTn>
                  </p:par>
                  <p:par>
                    <p:cTn id="364" fill="hold" nodeType="clickPar">
                      <p:stCondLst>
                        <p:cond delay="indefinite"/>
                      </p:stCondLst>
                      <p:childTnLst>
                        <p:par>
                          <p:cTn id="365" fill="hold" nodeType="withGroup">
                            <p:stCondLst>
                              <p:cond delay="0"/>
                            </p:stCondLst>
                            <p:childTnLst>
                              <p:par>
                                <p:cTn id="366" presetID="5" presetClass="entr" presetSubtype="5" fill="hold" grpId="0" nodeType="clickEffect">
                                  <p:stCondLst>
                                    <p:cond delay="0"/>
                                  </p:stCondLst>
                                  <p:childTnLst>
                                    <p:set>
                                      <p:cBhvr>
                                        <p:cTn id="367" dur="1" fill="hold">
                                          <p:stCondLst>
                                            <p:cond delay="0"/>
                                          </p:stCondLst>
                                        </p:cTn>
                                        <p:tgtEl>
                                          <p:spTgt spid="242707"/>
                                        </p:tgtEl>
                                        <p:attrNameLst>
                                          <p:attrName>style.visibility</p:attrName>
                                        </p:attrNameLst>
                                      </p:cBhvr>
                                      <p:to>
                                        <p:strVal val="visible"/>
                                      </p:to>
                                    </p:set>
                                    <p:animEffect transition="in" filter="checkerboard(down)">
                                      <p:cBhvr>
                                        <p:cTn id="368" dur="500"/>
                                        <p:tgtEl>
                                          <p:spTgt spid="242707"/>
                                        </p:tgtEl>
                                      </p:cBhvr>
                                    </p:animEffect>
                                  </p:childTnLst>
                                </p:cTn>
                              </p:par>
                            </p:childTnLst>
                          </p:cTn>
                        </p:par>
                      </p:childTnLst>
                    </p:cTn>
                  </p:par>
                  <p:par>
                    <p:cTn id="369" fill="hold" nodeType="clickPar">
                      <p:stCondLst>
                        <p:cond delay="indefinite"/>
                      </p:stCondLst>
                      <p:childTnLst>
                        <p:par>
                          <p:cTn id="370" fill="hold" nodeType="withGroup">
                            <p:stCondLst>
                              <p:cond delay="0"/>
                            </p:stCondLst>
                            <p:childTnLst>
                              <p:par>
                                <p:cTn id="371" presetID="12" presetClass="entr" presetSubtype="8" fill="hold" grpId="0" nodeType="clickEffect">
                                  <p:stCondLst>
                                    <p:cond delay="0"/>
                                  </p:stCondLst>
                                  <p:childTnLst>
                                    <p:set>
                                      <p:cBhvr>
                                        <p:cTn id="372" dur="1" fill="hold">
                                          <p:stCondLst>
                                            <p:cond delay="0"/>
                                          </p:stCondLst>
                                        </p:cTn>
                                        <p:tgtEl>
                                          <p:spTgt spid="242708"/>
                                        </p:tgtEl>
                                        <p:attrNameLst>
                                          <p:attrName>style.visibility</p:attrName>
                                        </p:attrNameLst>
                                      </p:cBhvr>
                                      <p:to>
                                        <p:strVal val="visible"/>
                                      </p:to>
                                    </p:set>
                                    <p:animEffect transition="in" filter="slide(fromLeft)">
                                      <p:cBhvr>
                                        <p:cTn id="373" dur="500"/>
                                        <p:tgtEl>
                                          <p:spTgt spid="242708"/>
                                        </p:tgtEl>
                                      </p:cBhvr>
                                    </p:animEffect>
                                  </p:childTnLst>
                                </p:cTn>
                              </p:par>
                            </p:childTnLst>
                          </p:cTn>
                        </p:par>
                      </p:childTnLst>
                    </p:cTn>
                  </p:par>
                  <p:par>
                    <p:cTn id="374" fill="hold" nodeType="clickPar">
                      <p:stCondLst>
                        <p:cond delay="indefinite"/>
                      </p:stCondLst>
                      <p:childTnLst>
                        <p:par>
                          <p:cTn id="375" fill="hold" nodeType="withGroup">
                            <p:stCondLst>
                              <p:cond delay="0"/>
                            </p:stCondLst>
                            <p:childTnLst>
                              <p:par>
                                <p:cTn id="376" presetID="17" presetClass="entr" presetSubtype="1" fill="hold" grpId="0" nodeType="clickEffect">
                                  <p:stCondLst>
                                    <p:cond delay="0"/>
                                  </p:stCondLst>
                                  <p:childTnLst>
                                    <p:set>
                                      <p:cBhvr>
                                        <p:cTn id="377" dur="1" fill="hold">
                                          <p:stCondLst>
                                            <p:cond delay="0"/>
                                          </p:stCondLst>
                                        </p:cTn>
                                        <p:tgtEl>
                                          <p:spTgt spid="242736"/>
                                        </p:tgtEl>
                                        <p:attrNameLst>
                                          <p:attrName>style.visibility</p:attrName>
                                        </p:attrNameLst>
                                      </p:cBhvr>
                                      <p:to>
                                        <p:strVal val="visible"/>
                                      </p:to>
                                    </p:set>
                                    <p:anim calcmode="lin" valueType="num">
                                      <p:cBhvr>
                                        <p:cTn id="378" dur="500" fill="hold"/>
                                        <p:tgtEl>
                                          <p:spTgt spid="242736"/>
                                        </p:tgtEl>
                                        <p:attrNameLst>
                                          <p:attrName>ppt_x</p:attrName>
                                        </p:attrNameLst>
                                      </p:cBhvr>
                                      <p:tavLst>
                                        <p:tav tm="0">
                                          <p:val>
                                            <p:strVal val="#ppt_x"/>
                                          </p:val>
                                        </p:tav>
                                        <p:tav tm="100000">
                                          <p:val>
                                            <p:strVal val="#ppt_x"/>
                                          </p:val>
                                        </p:tav>
                                      </p:tavLst>
                                    </p:anim>
                                    <p:anim calcmode="lin" valueType="num">
                                      <p:cBhvr>
                                        <p:cTn id="379" dur="500" fill="hold"/>
                                        <p:tgtEl>
                                          <p:spTgt spid="242736"/>
                                        </p:tgtEl>
                                        <p:attrNameLst>
                                          <p:attrName>ppt_y</p:attrName>
                                        </p:attrNameLst>
                                      </p:cBhvr>
                                      <p:tavLst>
                                        <p:tav tm="0">
                                          <p:val>
                                            <p:strVal val="#ppt_y-#ppt_h/2"/>
                                          </p:val>
                                        </p:tav>
                                        <p:tav tm="100000">
                                          <p:val>
                                            <p:strVal val="#ppt_y"/>
                                          </p:val>
                                        </p:tav>
                                      </p:tavLst>
                                    </p:anim>
                                    <p:anim calcmode="lin" valueType="num">
                                      <p:cBhvr>
                                        <p:cTn id="380" dur="500" fill="hold"/>
                                        <p:tgtEl>
                                          <p:spTgt spid="242736"/>
                                        </p:tgtEl>
                                        <p:attrNameLst>
                                          <p:attrName>ppt_w</p:attrName>
                                        </p:attrNameLst>
                                      </p:cBhvr>
                                      <p:tavLst>
                                        <p:tav tm="0">
                                          <p:val>
                                            <p:strVal val="#ppt_w"/>
                                          </p:val>
                                        </p:tav>
                                        <p:tav tm="100000">
                                          <p:val>
                                            <p:strVal val="#ppt_w"/>
                                          </p:val>
                                        </p:tav>
                                      </p:tavLst>
                                    </p:anim>
                                    <p:anim calcmode="lin" valueType="num">
                                      <p:cBhvr>
                                        <p:cTn id="381" dur="500" fill="hold"/>
                                        <p:tgtEl>
                                          <p:spTgt spid="242736"/>
                                        </p:tgtEl>
                                        <p:attrNameLst>
                                          <p:attrName>ppt_h</p:attrName>
                                        </p:attrNameLst>
                                      </p:cBhvr>
                                      <p:tavLst>
                                        <p:tav tm="0">
                                          <p:val>
                                            <p:fltVal val="0"/>
                                          </p:val>
                                        </p:tav>
                                        <p:tav tm="100000">
                                          <p:val>
                                            <p:strVal val="#ppt_h"/>
                                          </p:val>
                                        </p:tav>
                                      </p:tavLst>
                                    </p:anim>
                                  </p:childTnLst>
                                </p:cTn>
                              </p:par>
                            </p:childTnLst>
                          </p:cTn>
                        </p:par>
                        <p:par>
                          <p:cTn id="382" fill="hold" nodeType="afterGroup">
                            <p:stCondLst>
                              <p:cond delay="500"/>
                            </p:stCondLst>
                            <p:childTnLst>
                              <p:par>
                                <p:cTn id="383" presetID="17" presetClass="entr" presetSubtype="1" fill="hold" grpId="0" nodeType="afterEffect">
                                  <p:stCondLst>
                                    <p:cond delay="0"/>
                                  </p:stCondLst>
                                  <p:childTnLst>
                                    <p:set>
                                      <p:cBhvr>
                                        <p:cTn id="384" dur="1" fill="hold">
                                          <p:stCondLst>
                                            <p:cond delay="0"/>
                                          </p:stCondLst>
                                        </p:cTn>
                                        <p:tgtEl>
                                          <p:spTgt spid="242733"/>
                                        </p:tgtEl>
                                        <p:attrNameLst>
                                          <p:attrName>style.visibility</p:attrName>
                                        </p:attrNameLst>
                                      </p:cBhvr>
                                      <p:to>
                                        <p:strVal val="visible"/>
                                      </p:to>
                                    </p:set>
                                    <p:anim calcmode="lin" valueType="num">
                                      <p:cBhvr>
                                        <p:cTn id="385" dur="500" fill="hold"/>
                                        <p:tgtEl>
                                          <p:spTgt spid="242733"/>
                                        </p:tgtEl>
                                        <p:attrNameLst>
                                          <p:attrName>ppt_x</p:attrName>
                                        </p:attrNameLst>
                                      </p:cBhvr>
                                      <p:tavLst>
                                        <p:tav tm="0">
                                          <p:val>
                                            <p:strVal val="#ppt_x"/>
                                          </p:val>
                                        </p:tav>
                                        <p:tav tm="100000">
                                          <p:val>
                                            <p:strVal val="#ppt_x"/>
                                          </p:val>
                                        </p:tav>
                                      </p:tavLst>
                                    </p:anim>
                                    <p:anim calcmode="lin" valueType="num">
                                      <p:cBhvr>
                                        <p:cTn id="386" dur="500" fill="hold"/>
                                        <p:tgtEl>
                                          <p:spTgt spid="242733"/>
                                        </p:tgtEl>
                                        <p:attrNameLst>
                                          <p:attrName>ppt_y</p:attrName>
                                        </p:attrNameLst>
                                      </p:cBhvr>
                                      <p:tavLst>
                                        <p:tav tm="0">
                                          <p:val>
                                            <p:strVal val="#ppt_y-#ppt_h/2"/>
                                          </p:val>
                                        </p:tav>
                                        <p:tav tm="100000">
                                          <p:val>
                                            <p:strVal val="#ppt_y"/>
                                          </p:val>
                                        </p:tav>
                                      </p:tavLst>
                                    </p:anim>
                                    <p:anim calcmode="lin" valueType="num">
                                      <p:cBhvr>
                                        <p:cTn id="387" dur="500" fill="hold"/>
                                        <p:tgtEl>
                                          <p:spTgt spid="242733"/>
                                        </p:tgtEl>
                                        <p:attrNameLst>
                                          <p:attrName>ppt_w</p:attrName>
                                        </p:attrNameLst>
                                      </p:cBhvr>
                                      <p:tavLst>
                                        <p:tav tm="0">
                                          <p:val>
                                            <p:strVal val="#ppt_w"/>
                                          </p:val>
                                        </p:tav>
                                        <p:tav tm="100000">
                                          <p:val>
                                            <p:strVal val="#ppt_w"/>
                                          </p:val>
                                        </p:tav>
                                      </p:tavLst>
                                    </p:anim>
                                    <p:anim calcmode="lin" valueType="num">
                                      <p:cBhvr>
                                        <p:cTn id="388" dur="500" fill="hold"/>
                                        <p:tgtEl>
                                          <p:spTgt spid="242733"/>
                                        </p:tgtEl>
                                        <p:attrNameLst>
                                          <p:attrName>ppt_h</p:attrName>
                                        </p:attrNameLst>
                                      </p:cBhvr>
                                      <p:tavLst>
                                        <p:tav tm="0">
                                          <p:val>
                                            <p:fltVal val="0"/>
                                          </p:val>
                                        </p:tav>
                                        <p:tav tm="100000">
                                          <p:val>
                                            <p:strVal val="#ppt_h"/>
                                          </p:val>
                                        </p:tav>
                                      </p:tavLst>
                                    </p:anim>
                                  </p:childTnLst>
                                </p:cTn>
                              </p:par>
                            </p:childTnLst>
                          </p:cTn>
                        </p:par>
                        <p:par>
                          <p:cTn id="389" fill="hold" nodeType="afterGroup">
                            <p:stCondLst>
                              <p:cond delay="1000"/>
                            </p:stCondLst>
                            <p:childTnLst>
                              <p:par>
                                <p:cTn id="390" presetID="17" presetClass="entr" presetSubtype="1" fill="hold" grpId="0" nodeType="afterEffect">
                                  <p:stCondLst>
                                    <p:cond delay="0"/>
                                  </p:stCondLst>
                                  <p:childTnLst>
                                    <p:set>
                                      <p:cBhvr>
                                        <p:cTn id="391" dur="1" fill="hold">
                                          <p:stCondLst>
                                            <p:cond delay="0"/>
                                          </p:stCondLst>
                                        </p:cTn>
                                        <p:tgtEl>
                                          <p:spTgt spid="242734"/>
                                        </p:tgtEl>
                                        <p:attrNameLst>
                                          <p:attrName>style.visibility</p:attrName>
                                        </p:attrNameLst>
                                      </p:cBhvr>
                                      <p:to>
                                        <p:strVal val="visible"/>
                                      </p:to>
                                    </p:set>
                                    <p:anim calcmode="lin" valueType="num">
                                      <p:cBhvr>
                                        <p:cTn id="392" dur="500" fill="hold"/>
                                        <p:tgtEl>
                                          <p:spTgt spid="242734"/>
                                        </p:tgtEl>
                                        <p:attrNameLst>
                                          <p:attrName>ppt_x</p:attrName>
                                        </p:attrNameLst>
                                      </p:cBhvr>
                                      <p:tavLst>
                                        <p:tav tm="0">
                                          <p:val>
                                            <p:strVal val="#ppt_x"/>
                                          </p:val>
                                        </p:tav>
                                        <p:tav tm="100000">
                                          <p:val>
                                            <p:strVal val="#ppt_x"/>
                                          </p:val>
                                        </p:tav>
                                      </p:tavLst>
                                    </p:anim>
                                    <p:anim calcmode="lin" valueType="num">
                                      <p:cBhvr>
                                        <p:cTn id="393" dur="500" fill="hold"/>
                                        <p:tgtEl>
                                          <p:spTgt spid="242734"/>
                                        </p:tgtEl>
                                        <p:attrNameLst>
                                          <p:attrName>ppt_y</p:attrName>
                                        </p:attrNameLst>
                                      </p:cBhvr>
                                      <p:tavLst>
                                        <p:tav tm="0">
                                          <p:val>
                                            <p:strVal val="#ppt_y-#ppt_h/2"/>
                                          </p:val>
                                        </p:tav>
                                        <p:tav tm="100000">
                                          <p:val>
                                            <p:strVal val="#ppt_y"/>
                                          </p:val>
                                        </p:tav>
                                      </p:tavLst>
                                    </p:anim>
                                    <p:anim calcmode="lin" valueType="num">
                                      <p:cBhvr>
                                        <p:cTn id="394" dur="500" fill="hold"/>
                                        <p:tgtEl>
                                          <p:spTgt spid="242734"/>
                                        </p:tgtEl>
                                        <p:attrNameLst>
                                          <p:attrName>ppt_w</p:attrName>
                                        </p:attrNameLst>
                                      </p:cBhvr>
                                      <p:tavLst>
                                        <p:tav tm="0">
                                          <p:val>
                                            <p:strVal val="#ppt_w"/>
                                          </p:val>
                                        </p:tav>
                                        <p:tav tm="100000">
                                          <p:val>
                                            <p:strVal val="#ppt_w"/>
                                          </p:val>
                                        </p:tav>
                                      </p:tavLst>
                                    </p:anim>
                                    <p:anim calcmode="lin" valueType="num">
                                      <p:cBhvr>
                                        <p:cTn id="395" dur="500" fill="hold"/>
                                        <p:tgtEl>
                                          <p:spTgt spid="242734"/>
                                        </p:tgtEl>
                                        <p:attrNameLst>
                                          <p:attrName>ppt_h</p:attrName>
                                        </p:attrNameLst>
                                      </p:cBhvr>
                                      <p:tavLst>
                                        <p:tav tm="0">
                                          <p:val>
                                            <p:fltVal val="0"/>
                                          </p:val>
                                        </p:tav>
                                        <p:tav tm="100000">
                                          <p:val>
                                            <p:strVal val="#ppt_h"/>
                                          </p:val>
                                        </p:tav>
                                      </p:tavLst>
                                    </p:anim>
                                  </p:childTnLst>
                                </p:cTn>
                              </p:par>
                            </p:childTnLst>
                          </p:cTn>
                        </p:par>
                        <p:par>
                          <p:cTn id="396" fill="hold" nodeType="afterGroup">
                            <p:stCondLst>
                              <p:cond delay="1500"/>
                            </p:stCondLst>
                            <p:childTnLst>
                              <p:par>
                                <p:cTn id="397" presetID="17" presetClass="entr" presetSubtype="1" fill="hold" grpId="0" nodeType="afterEffect">
                                  <p:stCondLst>
                                    <p:cond delay="0"/>
                                  </p:stCondLst>
                                  <p:childTnLst>
                                    <p:set>
                                      <p:cBhvr>
                                        <p:cTn id="398" dur="1" fill="hold">
                                          <p:stCondLst>
                                            <p:cond delay="0"/>
                                          </p:stCondLst>
                                        </p:cTn>
                                        <p:tgtEl>
                                          <p:spTgt spid="242735"/>
                                        </p:tgtEl>
                                        <p:attrNameLst>
                                          <p:attrName>style.visibility</p:attrName>
                                        </p:attrNameLst>
                                      </p:cBhvr>
                                      <p:to>
                                        <p:strVal val="visible"/>
                                      </p:to>
                                    </p:set>
                                    <p:anim calcmode="lin" valueType="num">
                                      <p:cBhvr>
                                        <p:cTn id="399" dur="500" fill="hold"/>
                                        <p:tgtEl>
                                          <p:spTgt spid="242735"/>
                                        </p:tgtEl>
                                        <p:attrNameLst>
                                          <p:attrName>ppt_x</p:attrName>
                                        </p:attrNameLst>
                                      </p:cBhvr>
                                      <p:tavLst>
                                        <p:tav tm="0">
                                          <p:val>
                                            <p:strVal val="#ppt_x"/>
                                          </p:val>
                                        </p:tav>
                                        <p:tav tm="100000">
                                          <p:val>
                                            <p:strVal val="#ppt_x"/>
                                          </p:val>
                                        </p:tav>
                                      </p:tavLst>
                                    </p:anim>
                                    <p:anim calcmode="lin" valueType="num">
                                      <p:cBhvr>
                                        <p:cTn id="400" dur="500" fill="hold"/>
                                        <p:tgtEl>
                                          <p:spTgt spid="242735"/>
                                        </p:tgtEl>
                                        <p:attrNameLst>
                                          <p:attrName>ppt_y</p:attrName>
                                        </p:attrNameLst>
                                      </p:cBhvr>
                                      <p:tavLst>
                                        <p:tav tm="0">
                                          <p:val>
                                            <p:strVal val="#ppt_y-#ppt_h/2"/>
                                          </p:val>
                                        </p:tav>
                                        <p:tav tm="100000">
                                          <p:val>
                                            <p:strVal val="#ppt_y"/>
                                          </p:val>
                                        </p:tav>
                                      </p:tavLst>
                                    </p:anim>
                                    <p:anim calcmode="lin" valueType="num">
                                      <p:cBhvr>
                                        <p:cTn id="401" dur="500" fill="hold"/>
                                        <p:tgtEl>
                                          <p:spTgt spid="242735"/>
                                        </p:tgtEl>
                                        <p:attrNameLst>
                                          <p:attrName>ppt_w</p:attrName>
                                        </p:attrNameLst>
                                      </p:cBhvr>
                                      <p:tavLst>
                                        <p:tav tm="0">
                                          <p:val>
                                            <p:strVal val="#ppt_w"/>
                                          </p:val>
                                        </p:tav>
                                        <p:tav tm="100000">
                                          <p:val>
                                            <p:strVal val="#ppt_w"/>
                                          </p:val>
                                        </p:tav>
                                      </p:tavLst>
                                    </p:anim>
                                    <p:anim calcmode="lin" valueType="num">
                                      <p:cBhvr>
                                        <p:cTn id="402" dur="500" fill="hold"/>
                                        <p:tgtEl>
                                          <p:spTgt spid="242735"/>
                                        </p:tgtEl>
                                        <p:attrNameLst>
                                          <p:attrName>ppt_h</p:attrName>
                                        </p:attrNameLst>
                                      </p:cBhvr>
                                      <p:tavLst>
                                        <p:tav tm="0">
                                          <p:val>
                                            <p:fltVal val="0"/>
                                          </p:val>
                                        </p:tav>
                                        <p:tav tm="100000">
                                          <p:val>
                                            <p:strVal val="#ppt_h"/>
                                          </p:val>
                                        </p:tav>
                                      </p:tavLst>
                                    </p:anim>
                                  </p:childTnLst>
                                </p:cTn>
                              </p:par>
                            </p:childTnLst>
                          </p:cTn>
                        </p:par>
                      </p:childTnLst>
                    </p:cTn>
                  </p:par>
                  <p:par>
                    <p:cTn id="403" fill="hold" nodeType="clickPar">
                      <p:stCondLst>
                        <p:cond delay="indefinite"/>
                      </p:stCondLst>
                      <p:childTnLst>
                        <p:par>
                          <p:cTn id="404" fill="hold" nodeType="withGroup">
                            <p:stCondLst>
                              <p:cond delay="0"/>
                            </p:stCondLst>
                            <p:childTnLst>
                              <p:par>
                                <p:cTn id="405" presetID="17" presetClass="entr" presetSubtype="1" fill="hold" grpId="0" nodeType="clickEffect">
                                  <p:stCondLst>
                                    <p:cond delay="0"/>
                                  </p:stCondLst>
                                  <p:childTnLst>
                                    <p:set>
                                      <p:cBhvr>
                                        <p:cTn id="406" dur="1" fill="hold">
                                          <p:stCondLst>
                                            <p:cond delay="0"/>
                                          </p:stCondLst>
                                        </p:cTn>
                                        <p:tgtEl>
                                          <p:spTgt spid="242742"/>
                                        </p:tgtEl>
                                        <p:attrNameLst>
                                          <p:attrName>style.visibility</p:attrName>
                                        </p:attrNameLst>
                                      </p:cBhvr>
                                      <p:to>
                                        <p:strVal val="visible"/>
                                      </p:to>
                                    </p:set>
                                    <p:anim calcmode="lin" valueType="num">
                                      <p:cBhvr>
                                        <p:cTn id="407" dur="500" fill="hold"/>
                                        <p:tgtEl>
                                          <p:spTgt spid="242742"/>
                                        </p:tgtEl>
                                        <p:attrNameLst>
                                          <p:attrName>ppt_x</p:attrName>
                                        </p:attrNameLst>
                                      </p:cBhvr>
                                      <p:tavLst>
                                        <p:tav tm="0">
                                          <p:val>
                                            <p:strVal val="#ppt_x"/>
                                          </p:val>
                                        </p:tav>
                                        <p:tav tm="100000">
                                          <p:val>
                                            <p:strVal val="#ppt_x"/>
                                          </p:val>
                                        </p:tav>
                                      </p:tavLst>
                                    </p:anim>
                                    <p:anim calcmode="lin" valueType="num">
                                      <p:cBhvr>
                                        <p:cTn id="408" dur="500" fill="hold"/>
                                        <p:tgtEl>
                                          <p:spTgt spid="242742"/>
                                        </p:tgtEl>
                                        <p:attrNameLst>
                                          <p:attrName>ppt_y</p:attrName>
                                        </p:attrNameLst>
                                      </p:cBhvr>
                                      <p:tavLst>
                                        <p:tav tm="0">
                                          <p:val>
                                            <p:strVal val="#ppt_y-#ppt_h/2"/>
                                          </p:val>
                                        </p:tav>
                                        <p:tav tm="100000">
                                          <p:val>
                                            <p:strVal val="#ppt_y"/>
                                          </p:val>
                                        </p:tav>
                                      </p:tavLst>
                                    </p:anim>
                                    <p:anim calcmode="lin" valueType="num">
                                      <p:cBhvr>
                                        <p:cTn id="409" dur="500" fill="hold"/>
                                        <p:tgtEl>
                                          <p:spTgt spid="242742"/>
                                        </p:tgtEl>
                                        <p:attrNameLst>
                                          <p:attrName>ppt_w</p:attrName>
                                        </p:attrNameLst>
                                      </p:cBhvr>
                                      <p:tavLst>
                                        <p:tav tm="0">
                                          <p:val>
                                            <p:strVal val="#ppt_w"/>
                                          </p:val>
                                        </p:tav>
                                        <p:tav tm="100000">
                                          <p:val>
                                            <p:strVal val="#ppt_w"/>
                                          </p:val>
                                        </p:tav>
                                      </p:tavLst>
                                    </p:anim>
                                    <p:anim calcmode="lin" valueType="num">
                                      <p:cBhvr>
                                        <p:cTn id="410" dur="500" fill="hold"/>
                                        <p:tgtEl>
                                          <p:spTgt spid="242742"/>
                                        </p:tgtEl>
                                        <p:attrNameLst>
                                          <p:attrName>ppt_h</p:attrName>
                                        </p:attrNameLst>
                                      </p:cBhvr>
                                      <p:tavLst>
                                        <p:tav tm="0">
                                          <p:val>
                                            <p:fltVal val="0"/>
                                          </p:val>
                                        </p:tav>
                                        <p:tav tm="100000">
                                          <p:val>
                                            <p:strVal val="#ppt_h"/>
                                          </p:val>
                                        </p:tav>
                                      </p:tavLst>
                                    </p:anim>
                                  </p:childTnLst>
                                </p:cTn>
                              </p:par>
                            </p:childTnLst>
                          </p:cTn>
                        </p:par>
                      </p:childTnLst>
                    </p:cTn>
                  </p:par>
                  <p:par>
                    <p:cTn id="411" fill="hold" nodeType="clickPar">
                      <p:stCondLst>
                        <p:cond delay="indefinite"/>
                      </p:stCondLst>
                      <p:childTnLst>
                        <p:par>
                          <p:cTn id="412" fill="hold" nodeType="withGroup">
                            <p:stCondLst>
                              <p:cond delay="0"/>
                            </p:stCondLst>
                            <p:childTnLst>
                              <p:par>
                                <p:cTn id="413" presetID="17" presetClass="entr" presetSubtype="1" fill="hold" grpId="0" nodeType="clickEffect">
                                  <p:stCondLst>
                                    <p:cond delay="0"/>
                                  </p:stCondLst>
                                  <p:childTnLst>
                                    <p:set>
                                      <p:cBhvr>
                                        <p:cTn id="414" dur="1" fill="hold">
                                          <p:stCondLst>
                                            <p:cond delay="0"/>
                                          </p:stCondLst>
                                        </p:cTn>
                                        <p:tgtEl>
                                          <p:spTgt spid="242743"/>
                                        </p:tgtEl>
                                        <p:attrNameLst>
                                          <p:attrName>style.visibility</p:attrName>
                                        </p:attrNameLst>
                                      </p:cBhvr>
                                      <p:to>
                                        <p:strVal val="visible"/>
                                      </p:to>
                                    </p:set>
                                    <p:anim calcmode="lin" valueType="num">
                                      <p:cBhvr>
                                        <p:cTn id="415" dur="500" fill="hold"/>
                                        <p:tgtEl>
                                          <p:spTgt spid="242743"/>
                                        </p:tgtEl>
                                        <p:attrNameLst>
                                          <p:attrName>ppt_x</p:attrName>
                                        </p:attrNameLst>
                                      </p:cBhvr>
                                      <p:tavLst>
                                        <p:tav tm="0">
                                          <p:val>
                                            <p:strVal val="#ppt_x"/>
                                          </p:val>
                                        </p:tav>
                                        <p:tav tm="100000">
                                          <p:val>
                                            <p:strVal val="#ppt_x"/>
                                          </p:val>
                                        </p:tav>
                                      </p:tavLst>
                                    </p:anim>
                                    <p:anim calcmode="lin" valueType="num">
                                      <p:cBhvr>
                                        <p:cTn id="416" dur="500" fill="hold"/>
                                        <p:tgtEl>
                                          <p:spTgt spid="242743"/>
                                        </p:tgtEl>
                                        <p:attrNameLst>
                                          <p:attrName>ppt_y</p:attrName>
                                        </p:attrNameLst>
                                      </p:cBhvr>
                                      <p:tavLst>
                                        <p:tav tm="0">
                                          <p:val>
                                            <p:strVal val="#ppt_y-#ppt_h/2"/>
                                          </p:val>
                                        </p:tav>
                                        <p:tav tm="100000">
                                          <p:val>
                                            <p:strVal val="#ppt_y"/>
                                          </p:val>
                                        </p:tav>
                                      </p:tavLst>
                                    </p:anim>
                                    <p:anim calcmode="lin" valueType="num">
                                      <p:cBhvr>
                                        <p:cTn id="417" dur="500" fill="hold"/>
                                        <p:tgtEl>
                                          <p:spTgt spid="242743"/>
                                        </p:tgtEl>
                                        <p:attrNameLst>
                                          <p:attrName>ppt_w</p:attrName>
                                        </p:attrNameLst>
                                      </p:cBhvr>
                                      <p:tavLst>
                                        <p:tav tm="0">
                                          <p:val>
                                            <p:strVal val="#ppt_w"/>
                                          </p:val>
                                        </p:tav>
                                        <p:tav tm="100000">
                                          <p:val>
                                            <p:strVal val="#ppt_w"/>
                                          </p:val>
                                        </p:tav>
                                      </p:tavLst>
                                    </p:anim>
                                    <p:anim calcmode="lin" valueType="num">
                                      <p:cBhvr>
                                        <p:cTn id="418" dur="500" fill="hold"/>
                                        <p:tgtEl>
                                          <p:spTgt spid="242743"/>
                                        </p:tgtEl>
                                        <p:attrNameLst>
                                          <p:attrName>ppt_h</p:attrName>
                                        </p:attrNameLst>
                                      </p:cBhvr>
                                      <p:tavLst>
                                        <p:tav tm="0">
                                          <p:val>
                                            <p:fltVal val="0"/>
                                          </p:val>
                                        </p:tav>
                                        <p:tav tm="100000">
                                          <p:val>
                                            <p:strVal val="#ppt_h"/>
                                          </p:val>
                                        </p:tav>
                                      </p:tavLst>
                                    </p:anim>
                                  </p:childTnLst>
                                </p:cTn>
                              </p:par>
                            </p:childTnLst>
                          </p:cTn>
                        </p:par>
                      </p:childTnLst>
                    </p:cTn>
                  </p:par>
                  <p:par>
                    <p:cTn id="419" fill="hold" nodeType="clickPar">
                      <p:stCondLst>
                        <p:cond delay="indefinite"/>
                      </p:stCondLst>
                      <p:childTnLst>
                        <p:par>
                          <p:cTn id="420" fill="hold" nodeType="withGroup">
                            <p:stCondLst>
                              <p:cond delay="0"/>
                            </p:stCondLst>
                            <p:childTnLst>
                              <p:par>
                                <p:cTn id="421" presetID="17" presetClass="entr" presetSubtype="1" fill="hold" grpId="0" nodeType="clickEffect">
                                  <p:stCondLst>
                                    <p:cond delay="0"/>
                                  </p:stCondLst>
                                  <p:childTnLst>
                                    <p:set>
                                      <p:cBhvr>
                                        <p:cTn id="422" dur="1" fill="hold">
                                          <p:stCondLst>
                                            <p:cond delay="0"/>
                                          </p:stCondLst>
                                        </p:cTn>
                                        <p:tgtEl>
                                          <p:spTgt spid="242744"/>
                                        </p:tgtEl>
                                        <p:attrNameLst>
                                          <p:attrName>style.visibility</p:attrName>
                                        </p:attrNameLst>
                                      </p:cBhvr>
                                      <p:to>
                                        <p:strVal val="visible"/>
                                      </p:to>
                                    </p:set>
                                    <p:anim calcmode="lin" valueType="num">
                                      <p:cBhvr>
                                        <p:cTn id="423" dur="500" fill="hold"/>
                                        <p:tgtEl>
                                          <p:spTgt spid="242744"/>
                                        </p:tgtEl>
                                        <p:attrNameLst>
                                          <p:attrName>ppt_x</p:attrName>
                                        </p:attrNameLst>
                                      </p:cBhvr>
                                      <p:tavLst>
                                        <p:tav tm="0">
                                          <p:val>
                                            <p:strVal val="#ppt_x"/>
                                          </p:val>
                                        </p:tav>
                                        <p:tav tm="100000">
                                          <p:val>
                                            <p:strVal val="#ppt_x"/>
                                          </p:val>
                                        </p:tav>
                                      </p:tavLst>
                                    </p:anim>
                                    <p:anim calcmode="lin" valueType="num">
                                      <p:cBhvr>
                                        <p:cTn id="424" dur="500" fill="hold"/>
                                        <p:tgtEl>
                                          <p:spTgt spid="242744"/>
                                        </p:tgtEl>
                                        <p:attrNameLst>
                                          <p:attrName>ppt_y</p:attrName>
                                        </p:attrNameLst>
                                      </p:cBhvr>
                                      <p:tavLst>
                                        <p:tav tm="0">
                                          <p:val>
                                            <p:strVal val="#ppt_y-#ppt_h/2"/>
                                          </p:val>
                                        </p:tav>
                                        <p:tav tm="100000">
                                          <p:val>
                                            <p:strVal val="#ppt_y"/>
                                          </p:val>
                                        </p:tav>
                                      </p:tavLst>
                                    </p:anim>
                                    <p:anim calcmode="lin" valueType="num">
                                      <p:cBhvr>
                                        <p:cTn id="425" dur="500" fill="hold"/>
                                        <p:tgtEl>
                                          <p:spTgt spid="242744"/>
                                        </p:tgtEl>
                                        <p:attrNameLst>
                                          <p:attrName>ppt_w</p:attrName>
                                        </p:attrNameLst>
                                      </p:cBhvr>
                                      <p:tavLst>
                                        <p:tav tm="0">
                                          <p:val>
                                            <p:strVal val="#ppt_w"/>
                                          </p:val>
                                        </p:tav>
                                        <p:tav tm="100000">
                                          <p:val>
                                            <p:strVal val="#ppt_w"/>
                                          </p:val>
                                        </p:tav>
                                      </p:tavLst>
                                    </p:anim>
                                    <p:anim calcmode="lin" valueType="num">
                                      <p:cBhvr>
                                        <p:cTn id="426" dur="500" fill="hold"/>
                                        <p:tgtEl>
                                          <p:spTgt spid="2427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3" grpId="0" autoUpdateAnimBg="0"/>
      <p:bldP spid="242694" grpId="0" autoUpdateAnimBg="0"/>
      <p:bldP spid="242695" grpId="0" animBg="1"/>
      <p:bldP spid="242696" grpId="0" animBg="1"/>
      <p:bldP spid="242697" grpId="0" autoUpdateAnimBg="0"/>
      <p:bldP spid="242698" grpId="0" autoUpdateAnimBg="0"/>
      <p:bldP spid="242699" grpId="0" autoUpdateAnimBg="0"/>
      <p:bldP spid="242700" grpId="0" autoUpdateAnimBg="0"/>
      <p:bldP spid="242701" grpId="0" autoUpdateAnimBg="0"/>
      <p:bldP spid="242702" grpId="0" autoUpdateAnimBg="0"/>
      <p:bldP spid="242703" grpId="0" autoUpdateAnimBg="0"/>
      <p:bldP spid="242704" grpId="0" autoUpdateAnimBg="0"/>
      <p:bldP spid="242705" grpId="0" autoUpdateAnimBg="0"/>
      <p:bldP spid="242706" grpId="0" autoUpdateAnimBg="0"/>
      <p:bldP spid="242707" grpId="0" autoUpdateAnimBg="0"/>
      <p:bldP spid="242708" grpId="0" autoUpdateAnimBg="0"/>
      <p:bldP spid="242709" grpId="0" animBg="1" autoUpdateAnimBg="0"/>
      <p:bldP spid="242710" grpId="0" animBg="1"/>
      <p:bldP spid="242711" grpId="0" animBg="1"/>
      <p:bldP spid="242712" grpId="0" animBg="1"/>
      <p:bldP spid="242713" grpId="0" animBg="1" autoUpdateAnimBg="0"/>
      <p:bldP spid="242714" grpId="0" animBg="1"/>
      <p:bldP spid="242715" grpId="0" animBg="1"/>
      <p:bldP spid="242716" grpId="0" animBg="1"/>
      <p:bldP spid="242717" grpId="0" animBg="1" autoUpdateAnimBg="0"/>
      <p:bldP spid="242718" grpId="0" animBg="1"/>
      <p:bldP spid="242719" grpId="0" animBg="1"/>
      <p:bldP spid="242720" grpId="0" animBg="1"/>
      <p:bldP spid="242721" grpId="0" animBg="1" autoUpdateAnimBg="0"/>
      <p:bldP spid="242722" grpId="0" animBg="1"/>
      <p:bldP spid="242723" grpId="0" animBg="1"/>
      <p:bldP spid="242724" grpId="0" animBg="1"/>
      <p:bldP spid="242725" grpId="0" animBg="1" autoUpdateAnimBg="0"/>
      <p:bldP spid="242726" grpId="0" animBg="1"/>
      <p:bldP spid="242727" grpId="0" animBg="1"/>
      <p:bldP spid="242728" grpId="0" animBg="1"/>
      <p:bldP spid="242729" grpId="0" animBg="1" autoUpdateAnimBg="0"/>
      <p:bldP spid="242730" grpId="0" animBg="1"/>
      <p:bldP spid="242731" grpId="0" animBg="1"/>
      <p:bldP spid="242732" grpId="0" animBg="1"/>
      <p:bldP spid="242733" grpId="0" animBg="1" autoUpdateAnimBg="0"/>
      <p:bldP spid="242734" grpId="0" animBg="1"/>
      <p:bldP spid="242735" grpId="0" animBg="1"/>
      <p:bldP spid="242736" grpId="0" animBg="1"/>
      <p:bldP spid="242737" grpId="0" autoUpdateAnimBg="0"/>
      <p:bldP spid="242738" grpId="0" autoUpdateAnimBg="0"/>
      <p:bldP spid="242739" grpId="0" autoUpdateAnimBg="0"/>
      <p:bldP spid="242740" grpId="0" autoUpdateAnimBg="0"/>
      <p:bldP spid="242741" grpId="0" autoUpdateAnimBg="0"/>
      <p:bldP spid="242742" grpId="0" autoUpdateAnimBg="0"/>
      <p:bldP spid="242743" grpId="0" autoUpdateAnimBg="0"/>
      <p:bldP spid="242744" grpId="0" autoUpdateAnimBg="0"/>
      <p:bldP spid="242745" grpId="0" animBg="1"/>
      <p:bldP spid="242746" grpId="0" animBg="1"/>
      <p:bldP spid="242747" grpId="0" animBg="1"/>
      <p:bldP spid="242748" grpId="0" animBg="1"/>
      <p:bldP spid="242750" grpId="0" animBg="1"/>
      <p:bldP spid="242751" grpId="0" animBg="1"/>
      <p:bldP spid="242752" grpId="0" animBg="1"/>
      <p:bldP spid="242753" grpId="0" animBg="1"/>
      <p:bldP spid="24275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76200" y="1069975"/>
            <a:ext cx="90678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200" b="1">
                <a:solidFill>
                  <a:srgbClr val="800000"/>
                </a:solidFill>
                <a:latin typeface="Times New Roman" charset="0"/>
              </a:rPr>
              <a:t>void</a:t>
            </a:r>
            <a:r>
              <a:rPr kumimoji="1" lang="en-US" altLang="zh-CN" sz="3200">
                <a:solidFill>
                  <a:srgbClr val="800000"/>
                </a:solidFill>
                <a:latin typeface="Times New Roman" charset="0"/>
              </a:rPr>
              <a:t> CrtBT(BiTree</a:t>
            </a:r>
            <a:r>
              <a:rPr kumimoji="1" lang="en-US" altLang="zh-CN" sz="3200" b="1">
                <a:solidFill>
                  <a:srgbClr val="800000"/>
                </a:solidFill>
                <a:latin typeface="Times New Roman" charset="0"/>
              </a:rPr>
              <a:t>&amp;</a:t>
            </a:r>
            <a:r>
              <a:rPr kumimoji="1" lang="en-US" altLang="zh-CN" sz="3200">
                <a:solidFill>
                  <a:srgbClr val="800000"/>
                </a:solidFill>
                <a:latin typeface="Times New Roman" charset="0"/>
              </a:rPr>
              <a:t> T, char pre[], char ino[],</a:t>
            </a:r>
          </a:p>
          <a:p>
            <a:r>
              <a:rPr kumimoji="1" lang="en-US" altLang="zh-CN" sz="3200">
                <a:solidFill>
                  <a:srgbClr val="800000"/>
                </a:solidFill>
                <a:latin typeface="Times New Roman" charset="0"/>
              </a:rPr>
              <a:t>                                          </a:t>
            </a:r>
            <a:r>
              <a:rPr kumimoji="1" lang="en-US" altLang="zh-CN" sz="3200" b="1">
                <a:solidFill>
                  <a:srgbClr val="800000"/>
                </a:solidFill>
                <a:latin typeface="Times New Roman" charset="0"/>
              </a:rPr>
              <a:t>int</a:t>
            </a:r>
            <a:r>
              <a:rPr kumimoji="1" lang="en-US" altLang="zh-CN" sz="3200">
                <a:solidFill>
                  <a:srgbClr val="800000"/>
                </a:solidFill>
                <a:latin typeface="Times New Roman" charset="0"/>
              </a:rPr>
              <a:t> ps, </a:t>
            </a:r>
            <a:r>
              <a:rPr kumimoji="1" lang="en-US" altLang="zh-CN" sz="3200" b="1">
                <a:solidFill>
                  <a:srgbClr val="800000"/>
                </a:solidFill>
                <a:latin typeface="Times New Roman" charset="0"/>
              </a:rPr>
              <a:t>int</a:t>
            </a:r>
            <a:r>
              <a:rPr kumimoji="1" lang="en-US" altLang="zh-CN" sz="3200">
                <a:solidFill>
                  <a:srgbClr val="800000"/>
                </a:solidFill>
                <a:latin typeface="Times New Roman" charset="0"/>
              </a:rPr>
              <a:t> is, </a:t>
            </a:r>
            <a:r>
              <a:rPr kumimoji="1" lang="en-US" altLang="zh-CN" sz="3200" b="1">
                <a:solidFill>
                  <a:srgbClr val="800000"/>
                </a:solidFill>
                <a:latin typeface="Times New Roman" charset="0"/>
              </a:rPr>
              <a:t>int</a:t>
            </a:r>
            <a:r>
              <a:rPr kumimoji="1" lang="en-US" altLang="zh-CN" sz="3200">
                <a:solidFill>
                  <a:srgbClr val="800000"/>
                </a:solidFill>
                <a:latin typeface="Times New Roman" charset="0"/>
              </a:rPr>
              <a:t> n ) {</a:t>
            </a:r>
          </a:p>
          <a:p>
            <a:r>
              <a:rPr kumimoji="1" lang="en-US" altLang="zh-CN" sz="3200">
                <a:solidFill>
                  <a:srgbClr val="800000"/>
                </a:solidFill>
                <a:latin typeface="Times New Roman" charset="0"/>
              </a:rPr>
              <a:t>  // </a:t>
            </a:r>
            <a:r>
              <a:rPr kumimoji="1" lang="zh-CN" altLang="zh-CN" sz="3200">
                <a:solidFill>
                  <a:srgbClr val="800000"/>
                </a:solidFill>
                <a:latin typeface="Times New Roman" charset="0"/>
                <a:ea typeface="楷体_GB2312" charset="0"/>
              </a:rPr>
              <a:t>已知</a:t>
            </a:r>
            <a:r>
              <a:rPr kumimoji="1" lang="en-US" altLang="zh-CN" sz="3200">
                <a:solidFill>
                  <a:srgbClr val="800000"/>
                </a:solidFill>
                <a:latin typeface="Times New Roman" charset="0"/>
              </a:rPr>
              <a:t>pre[ps..ps+n-1]</a:t>
            </a:r>
            <a:r>
              <a:rPr kumimoji="1" lang="zh-CN" altLang="zh-CN" sz="3200">
                <a:solidFill>
                  <a:srgbClr val="800000"/>
                </a:solidFill>
                <a:latin typeface="Times New Roman" charset="0"/>
                <a:ea typeface="楷体_GB2312" charset="0"/>
              </a:rPr>
              <a:t>为二叉树的先序序列</a:t>
            </a:r>
            <a:r>
              <a:rPr kumimoji="1" lang="zh-CN" altLang="zh-CN" sz="3200">
                <a:solidFill>
                  <a:srgbClr val="800000"/>
                </a:solidFill>
                <a:latin typeface="Times New Roman" charset="0"/>
              </a:rPr>
              <a:t>， </a:t>
            </a:r>
          </a:p>
          <a:p>
            <a:r>
              <a:rPr kumimoji="1" lang="zh-CN" altLang="zh-CN" sz="3200">
                <a:solidFill>
                  <a:srgbClr val="800000"/>
                </a:solidFill>
                <a:latin typeface="Times New Roman" charset="0"/>
              </a:rPr>
              <a:t>  // </a:t>
            </a:r>
            <a:r>
              <a:rPr kumimoji="1" lang="en-US" altLang="zh-CN" sz="3200">
                <a:solidFill>
                  <a:srgbClr val="800000"/>
                </a:solidFill>
                <a:latin typeface="Times New Roman" charset="0"/>
              </a:rPr>
              <a:t>ins[is..is+n-1]</a:t>
            </a:r>
            <a:r>
              <a:rPr kumimoji="1" lang="zh-CN" altLang="zh-CN" sz="3200">
                <a:solidFill>
                  <a:srgbClr val="800000"/>
                </a:solidFill>
                <a:latin typeface="Times New Roman" charset="0"/>
                <a:ea typeface="楷体_GB2312" charset="0"/>
              </a:rPr>
              <a:t>为二叉树的中序序列，本算</a:t>
            </a:r>
          </a:p>
          <a:p>
            <a:r>
              <a:rPr kumimoji="1" lang="zh-CN" altLang="zh-CN" sz="3200">
                <a:solidFill>
                  <a:srgbClr val="800000"/>
                </a:solidFill>
                <a:latin typeface="Times New Roman" charset="0"/>
                <a:ea typeface="楷体_GB2312" charset="0"/>
              </a:rPr>
              <a:t>  // 法由此两个序列构造二叉链表</a:t>
            </a:r>
            <a:r>
              <a:rPr kumimoji="1" lang="zh-CN" altLang="en-US" sz="3200">
                <a:solidFill>
                  <a:srgbClr val="800000"/>
                </a:solidFill>
                <a:latin typeface="Times New Roman" charset="0"/>
              </a:rPr>
              <a:t>  </a:t>
            </a:r>
          </a:p>
          <a:p>
            <a:r>
              <a:rPr kumimoji="1" lang="zh-CN" altLang="en-US" sz="3200">
                <a:solidFill>
                  <a:srgbClr val="800000"/>
                </a:solidFill>
                <a:latin typeface="Times New Roman" charset="0"/>
              </a:rPr>
              <a:t>   </a:t>
            </a:r>
            <a:r>
              <a:rPr kumimoji="1" lang="en-US" altLang="zh-CN" sz="3200" b="1">
                <a:solidFill>
                  <a:srgbClr val="800000"/>
                </a:solidFill>
                <a:latin typeface="Times New Roman" charset="0"/>
              </a:rPr>
              <a:t>if </a:t>
            </a:r>
            <a:r>
              <a:rPr kumimoji="1" lang="en-US" altLang="zh-CN" sz="3200">
                <a:solidFill>
                  <a:srgbClr val="800000"/>
                </a:solidFill>
                <a:latin typeface="Times New Roman" charset="0"/>
              </a:rPr>
              <a:t>(n==0) T=</a:t>
            </a:r>
            <a:r>
              <a:rPr kumimoji="1" lang="en-US" altLang="zh-CN" sz="3200" b="1">
                <a:solidFill>
                  <a:srgbClr val="800000"/>
                </a:solidFill>
                <a:latin typeface="Times New Roman" charset="0"/>
              </a:rPr>
              <a:t>NULL</a:t>
            </a:r>
            <a:r>
              <a:rPr kumimoji="1" lang="en-US" altLang="zh-CN" sz="3200">
                <a:solidFill>
                  <a:srgbClr val="800000"/>
                </a:solidFill>
                <a:latin typeface="Times New Roman" charset="0"/>
              </a:rPr>
              <a:t>;</a:t>
            </a:r>
          </a:p>
          <a:p>
            <a:r>
              <a:rPr kumimoji="1" lang="en-US" altLang="zh-CN" sz="3200">
                <a:solidFill>
                  <a:srgbClr val="800000"/>
                </a:solidFill>
                <a:latin typeface="Times New Roman" charset="0"/>
              </a:rPr>
              <a:t>   </a:t>
            </a:r>
            <a:r>
              <a:rPr kumimoji="1" lang="en-US" altLang="zh-CN" sz="3200" b="1">
                <a:solidFill>
                  <a:srgbClr val="800000"/>
                </a:solidFill>
                <a:latin typeface="Times New Roman" charset="0"/>
              </a:rPr>
              <a:t>else</a:t>
            </a:r>
            <a:r>
              <a:rPr kumimoji="1" lang="en-US" altLang="zh-CN" sz="3200">
                <a:solidFill>
                  <a:srgbClr val="800000"/>
                </a:solidFill>
                <a:latin typeface="Times New Roman" charset="0"/>
              </a:rPr>
              <a:t> {</a:t>
            </a:r>
          </a:p>
          <a:p>
            <a:r>
              <a:rPr kumimoji="1" lang="en-US" altLang="zh-CN" sz="3200">
                <a:solidFill>
                  <a:srgbClr val="800000"/>
                </a:solidFill>
                <a:latin typeface="Times New Roman" charset="0"/>
              </a:rPr>
              <a:t>       k=Search(ino, pre[ps]); // </a:t>
            </a:r>
            <a:r>
              <a:rPr kumimoji="1" lang="zh-CN" altLang="zh-CN" sz="2800">
                <a:solidFill>
                  <a:srgbClr val="800000"/>
                </a:solidFill>
                <a:latin typeface="Times New Roman" charset="0"/>
                <a:ea typeface="楷体_GB2312" charset="0"/>
              </a:rPr>
              <a:t>在中序序列中查询</a:t>
            </a:r>
          </a:p>
          <a:p>
            <a:r>
              <a:rPr kumimoji="1" lang="zh-CN" altLang="zh-CN" sz="3200">
                <a:solidFill>
                  <a:srgbClr val="800000"/>
                </a:solidFill>
                <a:latin typeface="Times New Roman" charset="0"/>
                <a:ea typeface="楷体_GB2312" charset="0"/>
              </a:rPr>
              <a:t>       </a:t>
            </a:r>
            <a:r>
              <a:rPr kumimoji="1" lang="en-US" altLang="zh-CN" sz="3200" b="1">
                <a:solidFill>
                  <a:srgbClr val="800000"/>
                </a:solidFill>
                <a:latin typeface="Times New Roman" charset="0"/>
                <a:ea typeface="楷体_GB2312" charset="0"/>
              </a:rPr>
              <a:t>if</a:t>
            </a:r>
            <a:r>
              <a:rPr kumimoji="1" lang="en-US" altLang="zh-CN" sz="3200">
                <a:solidFill>
                  <a:srgbClr val="800000"/>
                </a:solidFill>
                <a:latin typeface="Times New Roman" charset="0"/>
                <a:ea typeface="楷体_GB2312" charset="0"/>
              </a:rPr>
              <a:t> (k== -1)  T=NULL;</a:t>
            </a:r>
          </a:p>
          <a:p>
            <a:r>
              <a:rPr kumimoji="1" lang="en-US" altLang="zh-CN" sz="3200">
                <a:solidFill>
                  <a:srgbClr val="800000"/>
                </a:solidFill>
                <a:latin typeface="Times New Roman" charset="0"/>
                <a:ea typeface="楷体_GB2312" charset="0"/>
              </a:rPr>
              <a:t>       </a:t>
            </a:r>
            <a:r>
              <a:rPr kumimoji="1" lang="en-US" altLang="zh-CN" sz="3200" b="1">
                <a:solidFill>
                  <a:srgbClr val="800000"/>
                </a:solidFill>
                <a:latin typeface="Times New Roman" charset="0"/>
                <a:ea typeface="楷体_GB2312" charset="0"/>
              </a:rPr>
              <a:t>else</a:t>
            </a:r>
            <a:r>
              <a:rPr kumimoji="1" lang="en-US" altLang="zh-CN" sz="3200">
                <a:solidFill>
                  <a:srgbClr val="800000"/>
                </a:solidFill>
                <a:latin typeface="Times New Roman" charset="0"/>
                <a:ea typeface="楷体_GB2312" charset="0"/>
              </a:rPr>
              <a:t> {                     }</a:t>
            </a:r>
          </a:p>
          <a:p>
            <a:r>
              <a:rPr kumimoji="1" lang="en-US" altLang="zh-CN" sz="3200">
                <a:solidFill>
                  <a:srgbClr val="800000"/>
                </a:solidFill>
                <a:latin typeface="Times New Roman" charset="0"/>
                <a:ea typeface="楷体_GB2312" charset="0"/>
              </a:rPr>
              <a:t>   } //</a:t>
            </a:r>
          </a:p>
          <a:p>
            <a:r>
              <a:rPr kumimoji="1" lang="en-US" altLang="zh-CN" sz="3200">
                <a:solidFill>
                  <a:srgbClr val="800000"/>
                </a:solidFill>
                <a:latin typeface="Times New Roman" charset="0"/>
                <a:ea typeface="楷体_GB2312" charset="0"/>
              </a:rPr>
              <a:t>} // CrtBT       </a:t>
            </a:r>
            <a:endParaRPr kumimoji="1" lang="en-US" altLang="zh-CN" sz="3200">
              <a:solidFill>
                <a:srgbClr val="800000"/>
              </a:solidFill>
              <a:latin typeface="Times New Roman" charset="0"/>
            </a:endParaRPr>
          </a:p>
        </p:txBody>
      </p:sp>
      <p:sp>
        <p:nvSpPr>
          <p:cNvPr id="243715" name="Text Box 3">
            <a:hlinkClick r:id="" action="ppaction://hlinkshowjump?jump=nextslide" highlightClick="1"/>
          </p:cNvPr>
          <p:cNvSpPr txBox="1">
            <a:spLocks noChangeArrowheads="1"/>
          </p:cNvSpPr>
          <p:nvPr/>
        </p:nvSpPr>
        <p:spPr bwMode="auto">
          <a:xfrm>
            <a:off x="2686050" y="5059363"/>
            <a:ext cx="1200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b="1">
                <a:solidFill>
                  <a:srgbClr val="003399"/>
                </a:solidFill>
                <a:latin typeface="Times New Roman" charset="0"/>
              </a:rPr>
              <a:t>… … </a:t>
            </a:r>
          </a:p>
        </p:txBody>
      </p:sp>
      <p:sp>
        <p:nvSpPr>
          <p:cNvPr id="243716" name="AutoShape 4">
            <a:hlinkClick r:id="rId2" action="ppaction://hlinksldjump" highlightClick="1"/>
          </p:cNvPr>
          <p:cNvSpPr>
            <a:spLocks noChangeArrowheads="1"/>
          </p:cNvSpPr>
          <p:nvPr/>
        </p:nvSpPr>
        <p:spPr bwMode="auto">
          <a:xfrm>
            <a:off x="8229600" y="61722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417390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43715"/>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8" fill="hold" grpId="0" nodeType="afterEffect">
                                  <p:stCondLst>
                                    <p:cond delay="0"/>
                                  </p:stCondLst>
                                  <p:childTnLst>
                                    <p:set>
                                      <p:cBhvr>
                                        <p:cTn id="9" dur="1" fill="hold">
                                          <p:stCondLst>
                                            <p:cond delay="0"/>
                                          </p:stCondLst>
                                        </p:cTn>
                                        <p:tgtEl>
                                          <p:spTgt spid="243716"/>
                                        </p:tgtEl>
                                        <p:attrNameLst>
                                          <p:attrName>style.visibility</p:attrName>
                                        </p:attrNameLst>
                                      </p:cBhvr>
                                      <p:to>
                                        <p:strVal val="visible"/>
                                      </p:to>
                                    </p:set>
                                    <p:anim calcmode="lin" valueType="num">
                                      <p:cBhvr additive="base">
                                        <p:cTn id="10" dur="500" fill="hold"/>
                                        <p:tgtEl>
                                          <p:spTgt spid="243716"/>
                                        </p:tgtEl>
                                        <p:attrNameLst>
                                          <p:attrName>ppt_x</p:attrName>
                                        </p:attrNameLst>
                                      </p:cBhvr>
                                      <p:tavLst>
                                        <p:tav tm="0">
                                          <p:val>
                                            <p:strVal val="0-#ppt_w/2"/>
                                          </p:val>
                                        </p:tav>
                                        <p:tav tm="100000">
                                          <p:val>
                                            <p:strVal val="#ppt_x"/>
                                          </p:val>
                                        </p:tav>
                                      </p:tavLst>
                                    </p:anim>
                                    <p:anim calcmode="lin" valueType="num">
                                      <p:cBhvr additive="base">
                                        <p:cTn id="11" dur="500" fill="hold"/>
                                        <p:tgtEl>
                                          <p:spTgt spid="2437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autoUpdateAnimBg="0"/>
      <p:bldP spid="2437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p:cNvSpPr txBox="1">
            <a:spLocks noChangeArrowheads="1"/>
          </p:cNvSpPr>
          <p:nvPr/>
        </p:nvSpPr>
        <p:spPr bwMode="auto">
          <a:xfrm>
            <a:off x="228600" y="1190625"/>
            <a:ext cx="8610600"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3600">
                <a:solidFill>
                  <a:srgbClr val="800000"/>
                </a:solidFill>
                <a:latin typeface="Times New Roman" charset="0"/>
                <a:ea typeface="楷体_GB2312" charset="0"/>
              </a:rPr>
              <a:t>T</a:t>
            </a:r>
            <a:r>
              <a:rPr kumimoji="1" lang="en-US" altLang="zh-CN" sz="3600">
                <a:solidFill>
                  <a:srgbClr val="990033"/>
                </a:solidFill>
                <a:latin typeface="Times New Roman" charset="0"/>
              </a:rPr>
              <a:t>=(BiTNode*)</a:t>
            </a:r>
            <a:r>
              <a:rPr kumimoji="1" lang="en-US" altLang="zh-CN" sz="3600" b="1">
                <a:solidFill>
                  <a:srgbClr val="990033"/>
                </a:solidFill>
                <a:latin typeface="Times New Roman" charset="0"/>
              </a:rPr>
              <a:t>malloc</a:t>
            </a:r>
            <a:r>
              <a:rPr kumimoji="1" lang="en-US" altLang="zh-CN" sz="3600">
                <a:solidFill>
                  <a:srgbClr val="990033"/>
                </a:solidFill>
                <a:latin typeface="Times New Roman" charset="0"/>
              </a:rPr>
              <a:t>(</a:t>
            </a:r>
            <a:r>
              <a:rPr kumimoji="1" lang="en-US" altLang="zh-CN" sz="3600" b="1">
                <a:solidFill>
                  <a:srgbClr val="990033"/>
                </a:solidFill>
                <a:latin typeface="Times New Roman" charset="0"/>
              </a:rPr>
              <a:t>sizeof</a:t>
            </a:r>
            <a:r>
              <a:rPr kumimoji="1" lang="en-US" altLang="zh-CN" sz="3600">
                <a:solidFill>
                  <a:srgbClr val="990033"/>
                </a:solidFill>
                <a:latin typeface="Times New Roman" charset="0"/>
              </a:rPr>
              <a:t>(BiTNode));</a:t>
            </a:r>
          </a:p>
          <a:p>
            <a:pPr>
              <a:lnSpc>
                <a:spcPct val="125000"/>
              </a:lnSpc>
            </a:pPr>
            <a:r>
              <a:rPr kumimoji="1" lang="en-US" altLang="zh-CN" sz="3600">
                <a:solidFill>
                  <a:srgbClr val="990033"/>
                </a:solidFill>
                <a:latin typeface="Times New Roman" charset="0"/>
              </a:rPr>
              <a:t>T-&gt;data = pre[ps];</a:t>
            </a:r>
          </a:p>
          <a:p>
            <a:pPr>
              <a:lnSpc>
                <a:spcPct val="125000"/>
              </a:lnSpc>
            </a:pPr>
            <a:r>
              <a:rPr kumimoji="1" lang="en-US" altLang="zh-CN" sz="3600" b="1">
                <a:solidFill>
                  <a:srgbClr val="990033"/>
                </a:solidFill>
                <a:latin typeface="Times New Roman" charset="0"/>
              </a:rPr>
              <a:t>if</a:t>
            </a:r>
            <a:r>
              <a:rPr kumimoji="1" lang="en-US" altLang="zh-CN" sz="3600">
                <a:solidFill>
                  <a:srgbClr val="990033"/>
                </a:solidFill>
                <a:latin typeface="Times New Roman" charset="0"/>
              </a:rPr>
              <a:t> (k==is)  T-&gt;Lchild = </a:t>
            </a:r>
            <a:r>
              <a:rPr kumimoji="1" lang="en-US" altLang="zh-CN" sz="3600" b="1">
                <a:solidFill>
                  <a:srgbClr val="990033"/>
                </a:solidFill>
                <a:latin typeface="Times New Roman" charset="0"/>
              </a:rPr>
              <a:t>NULL</a:t>
            </a:r>
            <a:r>
              <a:rPr kumimoji="1" lang="en-US" altLang="zh-CN" sz="3600">
                <a:solidFill>
                  <a:srgbClr val="990033"/>
                </a:solidFill>
                <a:latin typeface="Times New Roman" charset="0"/>
              </a:rPr>
              <a:t>;</a:t>
            </a:r>
          </a:p>
          <a:p>
            <a:pPr>
              <a:lnSpc>
                <a:spcPct val="125000"/>
              </a:lnSpc>
            </a:pPr>
            <a:r>
              <a:rPr kumimoji="1" lang="en-US" altLang="zh-CN" sz="3600" b="1">
                <a:solidFill>
                  <a:srgbClr val="990033"/>
                </a:solidFill>
                <a:latin typeface="Times New Roman" charset="0"/>
              </a:rPr>
              <a:t>else</a:t>
            </a:r>
            <a:r>
              <a:rPr kumimoji="1" lang="en-US" altLang="zh-CN" sz="3600">
                <a:solidFill>
                  <a:srgbClr val="990033"/>
                </a:solidFill>
                <a:latin typeface="Times New Roman" charset="0"/>
              </a:rPr>
              <a:t>  </a:t>
            </a:r>
            <a:r>
              <a:rPr kumimoji="1" lang="en-US" altLang="zh-CN" sz="3600" b="1">
                <a:solidFill>
                  <a:srgbClr val="FF3300"/>
                </a:solidFill>
                <a:latin typeface="Times New Roman" charset="0"/>
              </a:rPr>
              <a:t>CrtBT(T-&gt;Lchild, pre[], ino[], </a:t>
            </a:r>
          </a:p>
          <a:p>
            <a:pPr>
              <a:lnSpc>
                <a:spcPct val="125000"/>
              </a:lnSpc>
            </a:pPr>
            <a:r>
              <a:rPr kumimoji="1" lang="en-US" altLang="zh-CN" sz="3600" b="1">
                <a:solidFill>
                  <a:srgbClr val="FF3300"/>
                </a:solidFill>
                <a:latin typeface="Times New Roman" charset="0"/>
              </a:rPr>
              <a:t>                                             ps+1, is, k-is );</a:t>
            </a:r>
          </a:p>
          <a:p>
            <a:pPr>
              <a:lnSpc>
                <a:spcPct val="125000"/>
              </a:lnSpc>
            </a:pPr>
            <a:r>
              <a:rPr kumimoji="1" lang="en-US" altLang="zh-CN" sz="3600" b="1">
                <a:solidFill>
                  <a:srgbClr val="990033"/>
                </a:solidFill>
                <a:latin typeface="Times New Roman" charset="0"/>
              </a:rPr>
              <a:t>if</a:t>
            </a:r>
            <a:r>
              <a:rPr kumimoji="1" lang="en-US" altLang="zh-CN" sz="3600">
                <a:solidFill>
                  <a:srgbClr val="990033"/>
                </a:solidFill>
                <a:latin typeface="Times New Roman" charset="0"/>
              </a:rPr>
              <a:t> (k=is+n-1) T-&gt;Rchild = </a:t>
            </a:r>
            <a:r>
              <a:rPr kumimoji="1" lang="en-US" altLang="zh-CN" sz="3600" b="1">
                <a:solidFill>
                  <a:srgbClr val="990033"/>
                </a:solidFill>
                <a:latin typeface="Times New Roman" charset="0"/>
              </a:rPr>
              <a:t>NULL</a:t>
            </a:r>
            <a:r>
              <a:rPr kumimoji="1" lang="en-US" altLang="zh-CN" sz="3600">
                <a:solidFill>
                  <a:srgbClr val="990033"/>
                </a:solidFill>
                <a:latin typeface="Times New Roman" charset="0"/>
              </a:rPr>
              <a:t>;</a:t>
            </a:r>
          </a:p>
          <a:p>
            <a:pPr>
              <a:lnSpc>
                <a:spcPct val="125000"/>
              </a:lnSpc>
            </a:pPr>
            <a:r>
              <a:rPr kumimoji="1" lang="en-US" altLang="zh-CN" sz="3600" b="1">
                <a:solidFill>
                  <a:srgbClr val="990033"/>
                </a:solidFill>
                <a:latin typeface="Times New Roman" charset="0"/>
              </a:rPr>
              <a:t>else</a:t>
            </a:r>
            <a:r>
              <a:rPr kumimoji="1" lang="en-US" altLang="zh-CN" sz="3600">
                <a:solidFill>
                  <a:srgbClr val="990033"/>
                </a:solidFill>
                <a:latin typeface="Times New Roman" charset="0"/>
              </a:rPr>
              <a:t>  </a:t>
            </a:r>
            <a:r>
              <a:rPr kumimoji="1" lang="en-US" altLang="zh-CN" sz="3600" b="1">
                <a:solidFill>
                  <a:srgbClr val="FF3300"/>
                </a:solidFill>
                <a:latin typeface="Times New Roman" charset="0"/>
              </a:rPr>
              <a:t>CrtBT(T-&gt;Rchild, pre[], ino[], </a:t>
            </a:r>
          </a:p>
          <a:p>
            <a:pPr>
              <a:lnSpc>
                <a:spcPct val="125000"/>
              </a:lnSpc>
            </a:pPr>
            <a:r>
              <a:rPr kumimoji="1" lang="en-US" altLang="zh-CN" sz="3600" b="1">
                <a:solidFill>
                  <a:srgbClr val="FF3300"/>
                </a:solidFill>
                <a:latin typeface="Times New Roman" charset="0"/>
              </a:rPr>
              <a:t>                        ps+1+(k-is), k+1, n-(k-is)-1 );</a:t>
            </a:r>
            <a:endParaRPr kumimoji="1" lang="en-US" altLang="zh-CN" sz="2400">
              <a:latin typeface="Times New Roman" charset="0"/>
            </a:endParaRPr>
          </a:p>
        </p:txBody>
      </p:sp>
      <p:sp>
        <p:nvSpPr>
          <p:cNvPr id="244739" name="AutoShape 3">
            <a:hlinkClick r:id="" action="ppaction://hlinkshowjump?jump=lastslideviewed" highlightClick="1"/>
          </p:cNvPr>
          <p:cNvSpPr>
            <a:spLocks noChangeArrowheads="1"/>
          </p:cNvSpPr>
          <p:nvPr/>
        </p:nvSpPr>
        <p:spPr bwMode="auto">
          <a:xfrm>
            <a:off x="8534400" y="6324600"/>
            <a:ext cx="381000" cy="381000"/>
          </a:xfrm>
          <a:prstGeom prst="actionButtonReturn">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67403119"/>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AutoShape 2">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19491" name="Text Box 3"/>
          <p:cNvSpPr txBox="1">
            <a:spLocks noChangeArrowheads="1"/>
          </p:cNvSpPr>
          <p:nvPr/>
        </p:nvSpPr>
        <p:spPr bwMode="auto">
          <a:xfrm>
            <a:off x="685800" y="1600200"/>
            <a:ext cx="8137525" cy="1844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lnSpc>
                <a:spcPct val="120000"/>
              </a:lnSpc>
              <a:buClr>
                <a:schemeClr val="bg1"/>
              </a:buClr>
              <a:buFont typeface="Wingdings" charset="2"/>
              <a:buNone/>
            </a:pPr>
            <a:r>
              <a:rPr kumimoji="1" lang="zh-CN" altLang="en-US" sz="2400" b="1">
                <a:solidFill>
                  <a:srgbClr val="000000"/>
                </a:solidFill>
                <a:latin typeface="楷体_GB2312" charset="0"/>
                <a:ea typeface="楷体_GB2312" charset="0"/>
              </a:rPr>
              <a:t>整个过程分为两个方面：</a:t>
            </a:r>
          </a:p>
          <a:p>
            <a:pPr>
              <a:lnSpc>
                <a:spcPct val="120000"/>
              </a:lnSpc>
              <a:buClr>
                <a:schemeClr val="bg1"/>
              </a:buClr>
              <a:buFont typeface="Wingdings" charset="2"/>
              <a:buAutoNum type="arabicPeriod"/>
            </a:pPr>
            <a:r>
              <a:rPr kumimoji="1" lang="zh-CN" altLang="en-US" sz="2400" b="1">
                <a:solidFill>
                  <a:srgbClr val="000000"/>
                </a:solidFill>
                <a:latin typeface="楷体_GB2312" charset="0"/>
                <a:ea typeface="楷体_GB2312" charset="0"/>
              </a:rPr>
              <a:t>编写释放子树空间算法</a:t>
            </a:r>
          </a:p>
          <a:p>
            <a:pPr>
              <a:lnSpc>
                <a:spcPct val="120000"/>
              </a:lnSpc>
              <a:buClr>
                <a:schemeClr val="bg1"/>
              </a:buClr>
              <a:buFont typeface="Wingdings" charset="2"/>
              <a:buAutoNum type="arabicPeriod"/>
            </a:pPr>
            <a:r>
              <a:rPr kumimoji="1" lang="zh-CN" altLang="en-US" sz="2400" b="1">
                <a:solidFill>
                  <a:srgbClr val="000000"/>
                </a:solidFill>
                <a:latin typeface="楷体_GB2312" charset="0"/>
                <a:ea typeface="楷体_GB2312" charset="0"/>
              </a:rPr>
              <a:t>遍历中查找元素值为</a:t>
            </a:r>
            <a:r>
              <a:rPr kumimoji="1" lang="en-US" altLang="zh-CN" sz="2400" b="1" i="1">
                <a:solidFill>
                  <a:srgbClr val="000000"/>
                </a:solidFill>
                <a:latin typeface="楷体_GB2312" charset="0"/>
                <a:ea typeface="楷体_GB2312" charset="0"/>
              </a:rPr>
              <a:t>x</a:t>
            </a:r>
            <a:r>
              <a:rPr kumimoji="1" lang="zh-CN" altLang="en-US" sz="2400" b="1">
                <a:solidFill>
                  <a:srgbClr val="000000"/>
                </a:solidFill>
                <a:latin typeface="楷体_GB2312" charset="0"/>
                <a:ea typeface="楷体_GB2312" charset="0"/>
              </a:rPr>
              <a:t>的结点</a:t>
            </a:r>
          </a:p>
          <a:p>
            <a:pPr>
              <a:lnSpc>
                <a:spcPct val="120000"/>
              </a:lnSpc>
              <a:buClr>
                <a:schemeClr val="bg1"/>
              </a:buClr>
              <a:buFont typeface="Wingdings" charset="2"/>
              <a:buAutoNum type="arabicPeriod"/>
            </a:pPr>
            <a:r>
              <a:rPr kumimoji="1" lang="zh-CN" altLang="en-US" sz="2400" b="1">
                <a:solidFill>
                  <a:srgbClr val="000000"/>
                </a:solidFill>
                <a:latin typeface="楷体_GB2312" charset="0"/>
                <a:ea typeface="楷体_GB2312" charset="0"/>
              </a:rPr>
              <a:t>查到该结点时，调用算法释放子树空间。</a:t>
            </a:r>
          </a:p>
        </p:txBody>
      </p:sp>
      <p:sp>
        <p:nvSpPr>
          <p:cNvPr id="319492" name="Rectangle 4"/>
          <p:cNvSpPr>
            <a:spLocks noGrp="1" noChangeArrowheads="1"/>
          </p:cNvSpPr>
          <p:nvPr>
            <p:ph type="title"/>
          </p:nvPr>
        </p:nvSpPr>
        <p:spPr>
          <a:xfrm>
            <a:off x="1524000" y="487363"/>
            <a:ext cx="7620000" cy="50323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normAutofit fontScale="90000"/>
          </a:bodyPr>
          <a:lstStyle/>
          <a:p>
            <a:r>
              <a:rPr kumimoji="1" lang="en-US" altLang="zh-CN" sz="3200">
                <a:solidFill>
                  <a:srgbClr val="800000"/>
                </a:solidFill>
                <a:latin typeface="Times New Roman" charset="0"/>
                <a:ea typeface="隶书" charset="0"/>
              </a:rPr>
              <a:t>5.</a:t>
            </a:r>
            <a:r>
              <a:rPr kumimoji="1" lang="zh-CN" altLang="en-US" sz="3200">
                <a:solidFill>
                  <a:srgbClr val="800000"/>
                </a:solidFill>
                <a:latin typeface="Times New Roman" charset="0"/>
                <a:ea typeface="隶书" charset="0"/>
              </a:rPr>
              <a:t>删除并释放二叉树中以元素值为</a:t>
            </a:r>
            <a:r>
              <a:rPr kumimoji="1" lang="en-US" altLang="zh-CN" sz="3200">
                <a:solidFill>
                  <a:srgbClr val="800000"/>
                </a:solidFill>
                <a:latin typeface="Times New Roman" charset="0"/>
                <a:ea typeface="隶书" charset="0"/>
              </a:rPr>
              <a:t>x</a:t>
            </a:r>
            <a:r>
              <a:rPr kumimoji="1" lang="zh-CN" altLang="en-US" sz="3200">
                <a:solidFill>
                  <a:srgbClr val="800000"/>
                </a:solidFill>
                <a:latin typeface="Times New Roman" charset="0"/>
                <a:ea typeface="隶书" charset="0"/>
              </a:rPr>
              <a:t>的结点作为根的各子树</a:t>
            </a:r>
          </a:p>
        </p:txBody>
      </p:sp>
    </p:spTree>
    <p:extLst>
      <p:ext uri="{BB962C8B-B14F-4D97-AF65-F5344CB8AC3E}">
        <p14:creationId xmlns:p14="http://schemas.microsoft.com/office/powerpoint/2010/main" val="156667757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Text Box 2"/>
          <p:cNvSpPr txBox="1">
            <a:spLocks noChangeArrowheads="1"/>
          </p:cNvSpPr>
          <p:nvPr/>
        </p:nvSpPr>
        <p:spPr bwMode="auto">
          <a:xfrm>
            <a:off x="430213" y="1289050"/>
            <a:ext cx="8713787" cy="5568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Clr>
                <a:schemeClr val="bg1"/>
              </a:buClr>
              <a:buFont typeface="Wingdings" charset="2"/>
              <a:buChar char="v"/>
            </a:pPr>
            <a:r>
              <a:rPr kumimoji="1" lang="zh-CN" altLang="zh-CN" sz="2400" b="1">
                <a:latin typeface="Times New Roman" charset="0"/>
              </a:rPr>
              <a:t>·</a:t>
            </a:r>
            <a:r>
              <a:rPr kumimoji="1" lang="zh-CN" altLang="zh-CN" sz="2400" b="1">
                <a:latin typeface="楷体_GB2312" charset="0"/>
                <a:ea typeface="楷体_GB2312" charset="0"/>
              </a:rPr>
              <a:t>二叉树为空时，不必释放；</a:t>
            </a:r>
          </a:p>
          <a:p>
            <a:pPr>
              <a:buClr>
                <a:schemeClr val="bg1"/>
              </a:buClr>
              <a:buFont typeface="Wingdings" charset="2"/>
              <a:buChar char="v"/>
            </a:pPr>
            <a:r>
              <a:rPr kumimoji="1" lang="zh-CN" altLang="zh-CN" sz="2400" b="1">
                <a:latin typeface="Times New Roman" charset="0"/>
                <a:ea typeface="楷体_GB2312" charset="0"/>
              </a:rPr>
              <a:t>·</a:t>
            </a:r>
            <a:r>
              <a:rPr kumimoji="1" lang="zh-CN" altLang="zh-CN" sz="2400" b="1">
                <a:latin typeface="楷体_GB2312" charset="0"/>
                <a:ea typeface="楷体_GB2312" charset="0"/>
              </a:rPr>
              <a:t>若</a:t>
            </a:r>
            <a:r>
              <a:rPr kumimoji="1" lang="en-US" altLang="zh-CN" sz="2400" b="1">
                <a:latin typeface="楷体_GB2312" charset="0"/>
                <a:ea typeface="楷体_GB2312" charset="0"/>
              </a:rPr>
              <a:t>T</a:t>
            </a:r>
            <a:r>
              <a:rPr kumimoji="1" lang="zh-CN" altLang="en-US" sz="2400" b="1">
                <a:latin typeface="楷体_GB2312" charset="0"/>
                <a:ea typeface="楷体_GB2312" charset="0"/>
              </a:rPr>
              <a:t>不为空，则先释放其左右子树的所有结点的空间，再释放根结点的空间</a:t>
            </a:r>
            <a:r>
              <a:rPr kumimoji="1" lang="en-US" altLang="zh-CN" sz="2400" b="1">
                <a:latin typeface="Times New Roman" charset="0"/>
                <a:ea typeface="楷体_GB2312" charset="0"/>
              </a:rPr>
              <a:t>——</a:t>
            </a:r>
            <a:r>
              <a:rPr kumimoji="1" lang="zh-CN" altLang="en-US" sz="2400" b="1">
                <a:latin typeface="楷体_GB2312" charset="0"/>
                <a:ea typeface="楷体_GB2312" charset="0"/>
              </a:rPr>
              <a:t>后序。</a:t>
            </a:r>
          </a:p>
          <a:p>
            <a:pPr>
              <a:buClr>
                <a:schemeClr val="bg1"/>
              </a:buClr>
              <a:buFont typeface="Wingdings" charset="2"/>
              <a:buChar char="v"/>
            </a:pPr>
            <a:r>
              <a:rPr kumimoji="1" lang="zh-CN" altLang="en-US" sz="2400" b="1">
                <a:latin typeface="楷体_GB2312" charset="0"/>
                <a:ea typeface="楷体_GB2312" charset="0"/>
              </a:rPr>
              <a:t>若在释放子树的空间前，先释放根结点的空间，则需要将子树的根结点的指针暂存到其他变量；否则，无法找到子树</a:t>
            </a:r>
            <a:r>
              <a:rPr kumimoji="1" lang="zh-CN" altLang="en-US" sz="2400" b="1">
                <a:latin typeface="Times New Roman" charset="0"/>
              </a:rPr>
              <a:t>。</a:t>
            </a:r>
          </a:p>
          <a:p>
            <a:pPr>
              <a:buClr>
                <a:schemeClr val="bg1"/>
              </a:buClr>
              <a:buFont typeface="Wingdings" charset="2"/>
              <a:buChar char="v"/>
            </a:pPr>
            <a:endParaRPr kumimoji="1" lang="zh-CN" altLang="en-US" sz="2400" b="1">
              <a:solidFill>
                <a:srgbClr val="990000"/>
              </a:solidFill>
              <a:latin typeface="Times New Roman" charset="0"/>
            </a:endParaRPr>
          </a:p>
          <a:p>
            <a:pPr>
              <a:buClr>
                <a:schemeClr val="bg1"/>
              </a:buClr>
              <a:buFont typeface="Wingdings" charset="2"/>
              <a:buChar char="v"/>
            </a:pPr>
            <a:r>
              <a:rPr kumimoji="1" lang="en-US" altLang="zh-CN" sz="2400" b="1">
                <a:solidFill>
                  <a:srgbClr val="990000"/>
                </a:solidFill>
                <a:latin typeface="Times New Roman" charset="0"/>
              </a:rPr>
              <a:t>void	deleteBiTree(BiTree &amp;T){</a:t>
            </a:r>
            <a:r>
              <a:rPr kumimoji="1" lang="en-US" altLang="zh-CN" sz="2400" b="1">
                <a:latin typeface="Times New Roman" charset="0"/>
              </a:rPr>
              <a:t>	// </a:t>
            </a:r>
            <a:r>
              <a:rPr kumimoji="1" lang="zh-CN" altLang="en-US" sz="2400" b="1">
                <a:latin typeface="Times New Roman" charset="0"/>
              </a:rPr>
              <a:t>此处</a:t>
            </a:r>
            <a:r>
              <a:rPr kumimoji="1" lang="en-US" altLang="zh-CN" sz="2400" b="1">
                <a:latin typeface="Times New Roman" charset="0"/>
              </a:rPr>
              <a:t>T</a:t>
            </a:r>
            <a:r>
              <a:rPr kumimoji="1" lang="zh-CN" altLang="en-US" sz="2400" b="1">
                <a:latin typeface="Times New Roman" charset="0"/>
              </a:rPr>
              <a:t>应为引用参数</a:t>
            </a:r>
          </a:p>
          <a:p>
            <a:pPr lvl="1">
              <a:buClr>
                <a:schemeClr val="bg1"/>
              </a:buClr>
              <a:buFont typeface="Wingdings" charset="2"/>
              <a:buChar char="v"/>
            </a:pPr>
            <a:r>
              <a:rPr kumimoji="1" lang="en-US" altLang="zh-CN" sz="2400" b="1">
                <a:solidFill>
                  <a:srgbClr val="990000"/>
                </a:solidFill>
                <a:latin typeface="Times New Roman" charset="0"/>
              </a:rPr>
              <a:t>if ( T != NULL ){</a:t>
            </a:r>
          </a:p>
          <a:p>
            <a:pPr lvl="2">
              <a:buClr>
                <a:schemeClr val="bg1"/>
              </a:buClr>
              <a:buFont typeface="Wingdings" charset="2"/>
              <a:buChar char="v"/>
            </a:pPr>
            <a:r>
              <a:rPr kumimoji="1" lang="en-US" altLang="zh-CN" sz="2400" b="1">
                <a:solidFill>
                  <a:srgbClr val="990000"/>
                </a:solidFill>
                <a:latin typeface="Times New Roman" charset="0"/>
              </a:rPr>
              <a:t>deleteBiTree(T-&gt;lchild );</a:t>
            </a:r>
          </a:p>
          <a:p>
            <a:pPr lvl="2">
              <a:buClr>
                <a:schemeClr val="bg1"/>
              </a:buClr>
              <a:buFont typeface="Wingdings" charset="2"/>
              <a:buChar char="v"/>
            </a:pPr>
            <a:r>
              <a:rPr kumimoji="1" lang="en-US" altLang="zh-CN" sz="2400" b="1">
                <a:solidFill>
                  <a:srgbClr val="990000"/>
                </a:solidFill>
                <a:latin typeface="Times New Roman" charset="0"/>
              </a:rPr>
              <a:t>deleteBiTree(T-&gt;rchild );</a:t>
            </a:r>
          </a:p>
          <a:p>
            <a:pPr lvl="2">
              <a:buClr>
                <a:schemeClr val="bg1"/>
              </a:buClr>
              <a:buFont typeface="Wingdings" charset="2"/>
              <a:buChar char="v"/>
            </a:pPr>
            <a:r>
              <a:rPr kumimoji="1" lang="en-US" altLang="zh-CN" sz="2400" b="1">
                <a:latin typeface="Times New Roman" charset="0"/>
              </a:rPr>
              <a:t>// </a:t>
            </a:r>
            <a:r>
              <a:rPr kumimoji="1" lang="zh-CN" altLang="en-US" sz="2400" b="1">
                <a:latin typeface="Times New Roman" charset="0"/>
              </a:rPr>
              <a:t>访问结点</a:t>
            </a:r>
            <a:r>
              <a:rPr kumimoji="1" lang="en-US" altLang="zh-CN" sz="2400" b="1">
                <a:latin typeface="Times New Roman" charset="0"/>
              </a:rPr>
              <a:t>-&gt;</a:t>
            </a:r>
            <a:r>
              <a:rPr kumimoji="1" lang="zh-CN" altLang="en-US" sz="2400" b="1">
                <a:latin typeface="Times New Roman" charset="0"/>
              </a:rPr>
              <a:t>释放结点的空间</a:t>
            </a:r>
          </a:p>
          <a:p>
            <a:pPr lvl="2">
              <a:buClr>
                <a:schemeClr val="bg1"/>
              </a:buClr>
              <a:buFont typeface="Wingdings" charset="2"/>
              <a:buChar char="v"/>
            </a:pPr>
            <a:r>
              <a:rPr kumimoji="1" lang="en-US" altLang="zh-CN" sz="2400" b="1">
                <a:solidFill>
                  <a:srgbClr val="990000"/>
                </a:solidFill>
                <a:latin typeface="Times New Roman" charset="0"/>
              </a:rPr>
              <a:t>free(T);</a:t>
            </a:r>
          </a:p>
          <a:p>
            <a:pPr lvl="2">
              <a:buClr>
                <a:schemeClr val="bg1"/>
              </a:buClr>
              <a:buFont typeface="Wingdings" charset="2"/>
              <a:buChar char="v"/>
            </a:pPr>
            <a:r>
              <a:rPr kumimoji="1" lang="en-US" altLang="zh-CN" sz="2400" b="1">
                <a:solidFill>
                  <a:srgbClr val="990000"/>
                </a:solidFill>
                <a:latin typeface="Times New Roman" charset="0"/>
              </a:rPr>
              <a:t>T = NULL; </a:t>
            </a:r>
          </a:p>
          <a:p>
            <a:pPr lvl="1">
              <a:buClr>
                <a:schemeClr val="bg1"/>
              </a:buClr>
              <a:buFont typeface="Wingdings" charset="2"/>
              <a:buChar char="v"/>
            </a:pPr>
            <a:r>
              <a:rPr kumimoji="1" lang="en-US" altLang="zh-CN" sz="2400" b="1">
                <a:solidFill>
                  <a:srgbClr val="990000"/>
                </a:solidFill>
                <a:latin typeface="Times New Roman" charset="0"/>
              </a:rPr>
              <a:t>}</a:t>
            </a:r>
          </a:p>
          <a:p>
            <a:pPr>
              <a:buClr>
                <a:schemeClr val="bg1"/>
              </a:buClr>
              <a:buFont typeface="Wingdings" charset="2"/>
              <a:buChar char="v"/>
            </a:pPr>
            <a:r>
              <a:rPr kumimoji="1" lang="en-US" altLang="zh-CN" sz="2400" b="1">
                <a:solidFill>
                  <a:srgbClr val="990000"/>
                </a:solidFill>
                <a:latin typeface="Times New Roman" charset="0"/>
              </a:rPr>
              <a:t>}</a:t>
            </a:r>
          </a:p>
        </p:txBody>
      </p:sp>
      <p:sp>
        <p:nvSpPr>
          <p:cNvPr id="321539" name="Rectangle 3"/>
          <p:cNvSpPr>
            <a:spLocks noGrp="1" noChangeArrowheads="1"/>
          </p:cNvSpPr>
          <p:nvPr>
            <p:ph type="title"/>
          </p:nvPr>
        </p:nvSpPr>
        <p:spPr>
          <a:xfrm>
            <a:off x="1600200" y="304800"/>
            <a:ext cx="6326188" cy="503238"/>
          </a:xfrm>
        </p:spPr>
        <p:txBody>
          <a:bodyPr/>
          <a:lstStyle/>
          <a:p>
            <a:r>
              <a:rPr lang="zh-CN" altLang="en-US" sz="2400"/>
              <a:t>释放二叉树的所有结点空间</a:t>
            </a:r>
          </a:p>
        </p:txBody>
      </p:sp>
    </p:spTree>
    <p:extLst>
      <p:ext uri="{BB962C8B-B14F-4D97-AF65-F5344CB8AC3E}">
        <p14:creationId xmlns:p14="http://schemas.microsoft.com/office/powerpoint/2010/main" val="103683103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3" name="Text Box 3"/>
          <p:cNvSpPr txBox="1">
            <a:spLocks noChangeArrowheads="1"/>
          </p:cNvSpPr>
          <p:nvPr/>
        </p:nvSpPr>
        <p:spPr bwMode="auto">
          <a:xfrm>
            <a:off x="533400" y="914400"/>
            <a:ext cx="8137525" cy="5715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buClr>
                <a:schemeClr val="bg1"/>
              </a:buClr>
              <a:buFont typeface="Wingdings" charset="2"/>
              <a:buNone/>
            </a:pPr>
            <a:endParaRPr kumimoji="1" lang="en-US" altLang="zh-CN" sz="2400" b="1">
              <a:latin typeface="Times New Roman" charset="0"/>
            </a:endParaRPr>
          </a:p>
          <a:p>
            <a:pPr>
              <a:lnSpc>
                <a:spcPct val="110000"/>
              </a:lnSpc>
              <a:buClr>
                <a:schemeClr val="bg1"/>
              </a:buClr>
              <a:buFont typeface="Wingdings" charset="2"/>
              <a:buChar char="v"/>
            </a:pPr>
            <a:r>
              <a:rPr kumimoji="1" lang="en-US" altLang="zh-CN" sz="2400" b="1">
                <a:solidFill>
                  <a:srgbClr val="990000"/>
                </a:solidFill>
                <a:latin typeface="Times New Roman" charset="0"/>
              </a:rPr>
              <a:t>void	deleteXTree(BiTree &amp;T, ElemType x)</a:t>
            </a:r>
          </a:p>
          <a:p>
            <a:pPr>
              <a:lnSpc>
                <a:spcPct val="110000"/>
              </a:lnSpc>
              <a:buClr>
                <a:schemeClr val="bg1"/>
              </a:buClr>
              <a:buFont typeface="Wingdings" charset="2"/>
              <a:buChar char="v"/>
            </a:pPr>
            <a:r>
              <a:rPr kumimoji="1" lang="en-US" altLang="zh-CN" sz="2400" b="1">
                <a:solidFill>
                  <a:srgbClr val="990000"/>
                </a:solidFill>
                <a:latin typeface="Times New Roman" charset="0"/>
              </a:rPr>
              <a:t>{</a:t>
            </a:r>
          </a:p>
          <a:p>
            <a:pPr lvl="1">
              <a:lnSpc>
                <a:spcPct val="110000"/>
              </a:lnSpc>
              <a:buClr>
                <a:schemeClr val="bg1"/>
              </a:buClr>
              <a:buFont typeface="Wingdings" charset="2"/>
              <a:buChar char="v"/>
            </a:pPr>
            <a:r>
              <a:rPr kumimoji="1" lang="en-US" altLang="zh-CN" sz="2400" b="1">
                <a:latin typeface="Times New Roman" charset="0"/>
              </a:rPr>
              <a:t>// </a:t>
            </a:r>
            <a:r>
              <a:rPr kumimoji="1" lang="zh-CN" altLang="en-US" sz="2400" b="1">
                <a:latin typeface="Times New Roman" charset="0"/>
              </a:rPr>
              <a:t>基于先序的查找</a:t>
            </a:r>
          </a:p>
          <a:p>
            <a:pPr lvl="1">
              <a:lnSpc>
                <a:spcPct val="110000"/>
              </a:lnSpc>
              <a:buClr>
                <a:schemeClr val="bg1"/>
              </a:buClr>
              <a:buFont typeface="Wingdings" charset="2"/>
              <a:buChar char="v"/>
            </a:pPr>
            <a:r>
              <a:rPr kumimoji="1" lang="en-US" altLang="zh-CN" sz="2400" b="1">
                <a:solidFill>
                  <a:srgbClr val="990000"/>
                </a:solidFill>
                <a:latin typeface="Times New Roman" charset="0"/>
              </a:rPr>
              <a:t>if ( T != NULL ){</a:t>
            </a:r>
          </a:p>
          <a:p>
            <a:pPr lvl="2">
              <a:lnSpc>
                <a:spcPct val="110000"/>
              </a:lnSpc>
              <a:buClr>
                <a:schemeClr val="bg1"/>
              </a:buClr>
              <a:buFont typeface="Wingdings" charset="2"/>
              <a:buChar char="v"/>
            </a:pPr>
            <a:r>
              <a:rPr kumimoji="1" lang="en-US" altLang="zh-CN" sz="2400" b="1">
                <a:latin typeface="Times New Roman" charset="0"/>
              </a:rPr>
              <a:t>// </a:t>
            </a:r>
            <a:r>
              <a:rPr kumimoji="1" lang="zh-CN" altLang="en-US" sz="2400" b="1">
                <a:latin typeface="Times New Roman" charset="0"/>
              </a:rPr>
              <a:t>访问结点</a:t>
            </a:r>
            <a:r>
              <a:rPr kumimoji="1" lang="en-US" altLang="zh-CN" sz="2400" b="1">
                <a:latin typeface="Times New Roman" charset="0"/>
              </a:rPr>
              <a:t>-&gt;</a:t>
            </a:r>
            <a:r>
              <a:rPr kumimoji="1" lang="zh-CN" altLang="en-US" sz="2400" b="1">
                <a:latin typeface="Times New Roman" charset="0"/>
              </a:rPr>
              <a:t>判断是否为指定结点</a:t>
            </a:r>
            <a:r>
              <a:rPr kumimoji="1" lang="en-US" altLang="zh-CN" sz="2400" b="1">
                <a:latin typeface="Times New Roman" charset="0"/>
              </a:rPr>
              <a:t>-&gt;</a:t>
            </a:r>
            <a:r>
              <a:rPr kumimoji="1" lang="zh-CN" altLang="en-US" sz="2400" b="1">
                <a:latin typeface="Times New Roman" charset="0"/>
              </a:rPr>
              <a:t>释放树空间</a:t>
            </a:r>
          </a:p>
          <a:p>
            <a:pPr lvl="2">
              <a:lnSpc>
                <a:spcPct val="110000"/>
              </a:lnSpc>
              <a:buClr>
                <a:schemeClr val="bg1"/>
              </a:buClr>
              <a:buFont typeface="Wingdings" charset="2"/>
              <a:buChar char="v"/>
            </a:pPr>
            <a:r>
              <a:rPr kumimoji="1" lang="en-US" altLang="zh-CN" sz="2400" b="1">
                <a:solidFill>
                  <a:srgbClr val="990000"/>
                </a:solidFill>
                <a:latin typeface="Times New Roman" charset="0"/>
              </a:rPr>
              <a:t>if ( T-&gt;data== x ) deleteBiTree(T);</a:t>
            </a:r>
          </a:p>
          <a:p>
            <a:pPr lvl="2">
              <a:lnSpc>
                <a:spcPct val="110000"/>
              </a:lnSpc>
              <a:buClr>
                <a:schemeClr val="bg1"/>
              </a:buClr>
              <a:buFont typeface="Wingdings" charset="2"/>
              <a:buChar char="v"/>
            </a:pPr>
            <a:r>
              <a:rPr kumimoji="1" lang="en-US" altLang="zh-CN" sz="2400" b="1">
                <a:solidFill>
                  <a:srgbClr val="990000"/>
                </a:solidFill>
                <a:latin typeface="Times New Roman" charset="0"/>
              </a:rPr>
              <a:t>else{</a:t>
            </a:r>
          </a:p>
          <a:p>
            <a:pPr lvl="3">
              <a:lnSpc>
                <a:spcPct val="110000"/>
              </a:lnSpc>
              <a:buClr>
                <a:schemeClr val="bg1"/>
              </a:buClr>
              <a:buFont typeface="Wingdings" charset="2"/>
              <a:buChar char="v"/>
            </a:pPr>
            <a:r>
              <a:rPr kumimoji="1" lang="en-US" altLang="zh-CN" sz="2400" b="1">
                <a:latin typeface="Times New Roman" charset="0"/>
              </a:rPr>
              <a:t>// </a:t>
            </a:r>
            <a:r>
              <a:rPr kumimoji="1" lang="zh-CN" altLang="en-US" sz="2400" b="1">
                <a:latin typeface="Times New Roman" charset="0"/>
              </a:rPr>
              <a:t>此处</a:t>
            </a:r>
            <a:r>
              <a:rPr kumimoji="1" lang="en-US" altLang="zh-CN" sz="2400" b="1">
                <a:latin typeface="Times New Roman" charset="0"/>
              </a:rPr>
              <a:t>else</a:t>
            </a:r>
            <a:r>
              <a:rPr kumimoji="1" lang="zh-CN" altLang="en-US" sz="2400" b="1">
                <a:latin typeface="Times New Roman" charset="0"/>
              </a:rPr>
              <a:t>不能省略</a:t>
            </a:r>
          </a:p>
          <a:p>
            <a:pPr lvl="3">
              <a:lnSpc>
                <a:spcPct val="110000"/>
              </a:lnSpc>
              <a:buClr>
                <a:schemeClr val="bg1"/>
              </a:buClr>
              <a:buFont typeface="Wingdings" charset="2"/>
              <a:buChar char="v"/>
            </a:pPr>
            <a:r>
              <a:rPr kumimoji="1" lang="en-US" altLang="zh-CN" sz="2400" b="1">
                <a:solidFill>
                  <a:srgbClr val="990000"/>
                </a:solidFill>
                <a:latin typeface="Times New Roman" charset="0"/>
              </a:rPr>
              <a:t>deleteXTree(T-&gt;lchild, x);</a:t>
            </a:r>
          </a:p>
          <a:p>
            <a:pPr lvl="3">
              <a:lnSpc>
                <a:spcPct val="110000"/>
              </a:lnSpc>
              <a:buClr>
                <a:schemeClr val="bg1"/>
              </a:buClr>
              <a:buFont typeface="Wingdings" charset="2"/>
              <a:buChar char="v"/>
            </a:pPr>
            <a:r>
              <a:rPr kumimoji="1" lang="en-US" altLang="zh-CN" sz="2400" b="1">
                <a:solidFill>
                  <a:srgbClr val="990000"/>
                </a:solidFill>
                <a:latin typeface="Times New Roman" charset="0"/>
              </a:rPr>
              <a:t>deleteXTree(T-&gt;rchild, x);</a:t>
            </a:r>
          </a:p>
          <a:p>
            <a:pPr lvl="2">
              <a:lnSpc>
                <a:spcPct val="110000"/>
              </a:lnSpc>
              <a:buClr>
                <a:schemeClr val="bg1"/>
              </a:buClr>
              <a:buFont typeface="Wingdings" charset="2"/>
              <a:buChar char="v"/>
            </a:pPr>
            <a:r>
              <a:rPr kumimoji="1" lang="en-US" altLang="zh-CN" sz="2400" b="1">
                <a:solidFill>
                  <a:srgbClr val="990000"/>
                </a:solidFill>
                <a:latin typeface="Times New Roman" charset="0"/>
              </a:rPr>
              <a:t>}</a:t>
            </a:r>
          </a:p>
          <a:p>
            <a:pPr lvl="1">
              <a:lnSpc>
                <a:spcPct val="110000"/>
              </a:lnSpc>
              <a:buClr>
                <a:schemeClr val="bg1"/>
              </a:buClr>
              <a:buFont typeface="Wingdings" charset="2"/>
              <a:buChar char="v"/>
            </a:pPr>
            <a:r>
              <a:rPr kumimoji="1" lang="en-US" altLang="zh-CN" sz="2400" b="1">
                <a:solidFill>
                  <a:srgbClr val="990000"/>
                </a:solidFill>
                <a:latin typeface="Times New Roman" charset="0"/>
              </a:rPr>
              <a:t>}</a:t>
            </a:r>
          </a:p>
          <a:p>
            <a:pPr>
              <a:lnSpc>
                <a:spcPct val="110000"/>
              </a:lnSpc>
              <a:buClr>
                <a:schemeClr val="bg1"/>
              </a:buClr>
              <a:buFont typeface="Wingdings" charset="2"/>
              <a:buChar char="v"/>
            </a:pPr>
            <a:r>
              <a:rPr kumimoji="1" lang="en-US" altLang="zh-CN" sz="2400" b="1">
                <a:solidFill>
                  <a:srgbClr val="990000"/>
                </a:solidFill>
                <a:latin typeface="Times New Roman" charset="0"/>
              </a:rPr>
              <a:t>}</a:t>
            </a:r>
          </a:p>
        </p:txBody>
      </p:sp>
      <p:sp>
        <p:nvSpPr>
          <p:cNvPr id="322564" name="Rectangle 4"/>
          <p:cNvSpPr>
            <a:spLocks noGrp="1" noChangeArrowheads="1"/>
          </p:cNvSpPr>
          <p:nvPr>
            <p:ph type="title"/>
          </p:nvPr>
        </p:nvSpPr>
        <p:spPr>
          <a:xfrm>
            <a:off x="1447800" y="381000"/>
            <a:ext cx="7696200" cy="50323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b"/>
          <a:lstStyle/>
          <a:p>
            <a:r>
              <a:rPr kumimoji="1" lang="zh-CN" altLang="en-US" sz="2400">
                <a:solidFill>
                  <a:schemeClr val="tx1"/>
                </a:solidFill>
                <a:latin typeface="宋体" charset="-122"/>
              </a:rPr>
              <a:t>删除并释放二叉树中以元素值为</a:t>
            </a:r>
            <a:r>
              <a:rPr kumimoji="1" lang="en-US" altLang="zh-CN" sz="2400">
                <a:solidFill>
                  <a:schemeClr val="tx1"/>
                </a:solidFill>
                <a:latin typeface="宋体" charset="-122"/>
              </a:rPr>
              <a:t>x</a:t>
            </a:r>
            <a:r>
              <a:rPr kumimoji="1" lang="zh-CN" altLang="en-US" sz="2400">
                <a:solidFill>
                  <a:schemeClr val="tx1"/>
                </a:solidFill>
                <a:latin typeface="宋体" charset="-122"/>
              </a:rPr>
              <a:t>的结点作为根的各子树</a:t>
            </a:r>
          </a:p>
        </p:txBody>
      </p:sp>
    </p:spTree>
    <p:extLst>
      <p:ext uri="{BB962C8B-B14F-4D97-AF65-F5344CB8AC3E}">
        <p14:creationId xmlns:p14="http://schemas.microsoft.com/office/powerpoint/2010/main" val="487683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p:cNvSpPr txBox="1">
            <a:spLocks noChangeArrowheads="1"/>
          </p:cNvSpPr>
          <p:nvPr/>
        </p:nvSpPr>
        <p:spPr bwMode="auto">
          <a:xfrm>
            <a:off x="228600" y="1447800"/>
            <a:ext cx="8640763" cy="4664075"/>
          </a:xfrm>
          <a:prstGeom prst="rect">
            <a:avLst/>
          </a:prstGeom>
          <a:solidFill>
            <a:schemeClr val="bg1"/>
          </a:soli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Clr>
                <a:schemeClr val="bg1"/>
              </a:buClr>
              <a:buFont typeface="Wingdings" charset="2"/>
              <a:buNone/>
            </a:pPr>
            <a:r>
              <a:rPr kumimoji="1" lang="en-US" altLang="zh-CN" sz="2000" b="1">
                <a:latin typeface="Times New Roman" charset="0"/>
              </a:rPr>
              <a:t>【</a:t>
            </a:r>
            <a:r>
              <a:rPr kumimoji="1" lang="zh-CN" altLang="en-US" sz="2000" b="1">
                <a:latin typeface="Times New Roman" charset="0"/>
              </a:rPr>
              <a:t>本例特征</a:t>
            </a:r>
            <a:r>
              <a:rPr kumimoji="1" lang="en-US" altLang="zh-CN" sz="2000" b="1">
                <a:latin typeface="Times New Roman" charset="0"/>
              </a:rPr>
              <a:t>】</a:t>
            </a:r>
          </a:p>
          <a:p>
            <a:pPr>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如何处理多个返回结果？</a:t>
            </a:r>
          </a:p>
          <a:p>
            <a:pPr>
              <a:buClr>
                <a:schemeClr val="bg1"/>
              </a:buClr>
              <a:buFont typeface="Wingdings" charset="2"/>
              <a:buNone/>
            </a:pPr>
            <a:r>
              <a:rPr kumimoji="1" lang="en-US" altLang="zh-CN" sz="2000" b="1">
                <a:latin typeface="Times New Roman" charset="0"/>
              </a:rPr>
              <a:t>【</a:t>
            </a:r>
            <a:r>
              <a:rPr kumimoji="1" lang="zh-CN" altLang="en-US" sz="2000" b="1">
                <a:latin typeface="Times New Roman" charset="0"/>
              </a:rPr>
              <a:t>思路</a:t>
            </a:r>
            <a:r>
              <a:rPr kumimoji="1" lang="en-US" altLang="zh-CN" sz="2000" b="1">
                <a:latin typeface="Times New Roman" charset="0"/>
              </a:rPr>
              <a:t>】</a:t>
            </a:r>
          </a:p>
          <a:p>
            <a:pPr>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待查结点的存在性：</a:t>
            </a:r>
          </a:p>
          <a:p>
            <a:pPr lvl="1">
              <a:buClr>
                <a:schemeClr val="bg1"/>
              </a:buClr>
              <a:buFont typeface="Wingdings" charset="2"/>
              <a:buChar char="v"/>
            </a:pPr>
            <a:r>
              <a:rPr kumimoji="1" lang="zh-CN" altLang="en-US" sz="2000" b="1">
                <a:latin typeface="Times New Roman" charset="0"/>
              </a:rPr>
              <a:t>当二叉树为空树，或者</a:t>
            </a:r>
            <a:r>
              <a:rPr kumimoji="1" lang="en-US" altLang="zh-CN" sz="2000" b="1">
                <a:latin typeface="Times New Roman" charset="0"/>
              </a:rPr>
              <a:t>k</a:t>
            </a:r>
            <a:r>
              <a:rPr kumimoji="1" lang="zh-CN" altLang="en-US" sz="2000" b="1">
                <a:latin typeface="Times New Roman" charset="0"/>
              </a:rPr>
              <a:t>非法时，待查结点不存在</a:t>
            </a:r>
            <a:endParaRPr kumimoji="1" lang="zh-CN" altLang="en-US" sz="2000" b="1">
              <a:latin typeface="Times New Roman" charset="0"/>
              <a:sym typeface="Wingdings" charset="2"/>
            </a:endParaRPr>
          </a:p>
          <a:p>
            <a:pPr>
              <a:buClr>
                <a:schemeClr val="bg1"/>
              </a:buClr>
              <a:buFont typeface="Wingdings" charset="2"/>
              <a:buChar char="v"/>
            </a:pPr>
            <a:r>
              <a:rPr kumimoji="1" lang="zh-CN" altLang="en-US" sz="2000" b="1">
                <a:latin typeface="Times New Roman" charset="0"/>
                <a:sym typeface="Wingdings" charset="2"/>
              </a:rPr>
              <a:t> </a:t>
            </a:r>
            <a:r>
              <a:rPr kumimoji="1" lang="zh-CN" altLang="en-US" sz="2000" b="1">
                <a:latin typeface="Times New Roman" charset="0"/>
              </a:rPr>
              <a:t> 函数应返回待查结点是否存在的状态指示：</a:t>
            </a:r>
            <a:r>
              <a:rPr kumimoji="1" lang="en-US" altLang="zh-CN" sz="2000" b="1">
                <a:latin typeface="Arial Narrow" charset="0"/>
              </a:rPr>
              <a:t>TRUE</a:t>
            </a:r>
            <a:r>
              <a:rPr kumimoji="1" lang="zh-CN" altLang="en-US" sz="2000" b="1">
                <a:latin typeface="Arial Narrow" charset="0"/>
              </a:rPr>
              <a:t>或</a:t>
            </a:r>
            <a:r>
              <a:rPr kumimoji="1" lang="en-US" altLang="zh-CN" sz="2000" b="1">
                <a:latin typeface="Arial Narrow" charset="0"/>
              </a:rPr>
              <a:t>FALSE</a:t>
            </a:r>
          </a:p>
          <a:p>
            <a:pPr>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当待查找的结点存在时，需进一步返回该结点的值</a:t>
            </a:r>
          </a:p>
          <a:p>
            <a:pPr>
              <a:buClr>
                <a:schemeClr val="bg1"/>
              </a:buClr>
              <a:buFont typeface="Wingdings" charset="2"/>
              <a:buChar char="v"/>
            </a:pPr>
            <a:r>
              <a:rPr kumimoji="1" lang="zh-CN" altLang="en-US" sz="2000" b="1">
                <a:latin typeface="Times New Roman" charset="0"/>
              </a:rPr>
              <a:t>  </a:t>
            </a:r>
          </a:p>
          <a:p>
            <a:pPr>
              <a:buClr>
                <a:schemeClr val="bg1"/>
              </a:buClr>
              <a:buFont typeface="Wingdings" charset="2"/>
              <a:buChar char="v"/>
            </a:pPr>
            <a:r>
              <a:rPr kumimoji="1" lang="zh-CN" altLang="en-US" sz="2000" b="1">
                <a:latin typeface="Times New Roman" charset="0"/>
                <a:ea typeface="黑体" charset="-122"/>
              </a:rPr>
              <a:t>问题</a:t>
            </a:r>
            <a:r>
              <a:rPr kumimoji="1" lang="en-US" altLang="zh-CN" sz="2000" b="1">
                <a:latin typeface="Times New Roman" charset="0"/>
              </a:rPr>
              <a:t>1</a:t>
            </a:r>
            <a:r>
              <a:rPr kumimoji="1" lang="zh-CN" altLang="en-US" sz="2000" b="1">
                <a:latin typeface="Times New Roman" charset="0"/>
              </a:rPr>
              <a:t>：该算法需要返回多个值，如何处理？</a:t>
            </a:r>
          </a:p>
          <a:p>
            <a:pPr>
              <a:buClr>
                <a:schemeClr val="bg1"/>
              </a:buClr>
              <a:buFont typeface="Wingdings" charset="2"/>
              <a:buChar char="v"/>
            </a:pPr>
            <a:r>
              <a:rPr kumimoji="1" lang="zh-CN" altLang="en-US" sz="2000" b="1">
                <a:latin typeface="Times New Roman" charset="0"/>
              </a:rPr>
              <a:t>答：一种做法是用返回值返回存在性，用变参返回值。</a:t>
            </a:r>
          </a:p>
          <a:p>
            <a:pPr>
              <a:buClr>
                <a:schemeClr val="bg1"/>
              </a:buClr>
              <a:buFont typeface="Wingdings" charset="2"/>
              <a:buChar char="v"/>
            </a:pPr>
            <a:endParaRPr kumimoji="1" lang="zh-CN" altLang="en-US" sz="2000" b="1">
              <a:latin typeface="Times New Roman" charset="0"/>
            </a:endParaRPr>
          </a:p>
          <a:p>
            <a:pPr>
              <a:buClr>
                <a:schemeClr val="bg1"/>
              </a:buClr>
              <a:buFont typeface="Wingdings" charset="2"/>
              <a:buChar char="v"/>
            </a:pPr>
            <a:r>
              <a:rPr kumimoji="1" lang="zh-CN" altLang="en-US" sz="2000" b="1">
                <a:latin typeface="Times New Roman" charset="0"/>
                <a:ea typeface="黑体" charset="-122"/>
              </a:rPr>
              <a:t>问题</a:t>
            </a:r>
            <a:r>
              <a:rPr kumimoji="1" lang="en-US" altLang="zh-CN" sz="2000" b="1">
                <a:latin typeface="Times New Roman" charset="0"/>
              </a:rPr>
              <a:t>2</a:t>
            </a:r>
            <a:r>
              <a:rPr kumimoji="1" lang="zh-CN" altLang="en-US" sz="2000" b="1">
                <a:latin typeface="Times New Roman" charset="0"/>
              </a:rPr>
              <a:t>：该算法可以基于二叉树的先序遍历的递归算法来构造，如何知道当前访问的结点是先序序列中的第几个结点？</a:t>
            </a:r>
          </a:p>
          <a:p>
            <a:pPr>
              <a:buClr>
                <a:schemeClr val="bg1"/>
              </a:buClr>
              <a:buFont typeface="Wingdings" charset="2"/>
              <a:buChar char="v"/>
            </a:pPr>
            <a:r>
              <a:rPr kumimoji="1" lang="zh-CN" altLang="en-US" sz="2000" b="1">
                <a:latin typeface="Times New Roman" charset="0"/>
              </a:rPr>
              <a:t>答：引入计数器，对于该计数器可以采用全局变量来存储，也可以通过变参来处理。</a:t>
            </a:r>
          </a:p>
        </p:txBody>
      </p:sp>
      <p:sp>
        <p:nvSpPr>
          <p:cNvPr id="323587" name="Rectangle 3"/>
          <p:cNvSpPr>
            <a:spLocks noGrp="1" noChangeArrowheads="1"/>
          </p:cNvSpPr>
          <p:nvPr>
            <p:ph type="title"/>
          </p:nvPr>
        </p:nvSpPr>
        <p:spPr>
          <a:xfrm>
            <a:off x="1676400" y="228600"/>
            <a:ext cx="7239000" cy="503238"/>
          </a:xfrm>
        </p:spPr>
        <p:txBody>
          <a:bodyPr>
            <a:normAutofit fontScale="90000"/>
          </a:bodyPr>
          <a:lstStyle/>
          <a:p>
            <a:r>
              <a:rPr kumimoji="1" lang="en-US" altLang="zh-CN" sz="3200">
                <a:solidFill>
                  <a:srgbClr val="800000"/>
                </a:solidFill>
                <a:latin typeface="Times New Roman" charset="0"/>
                <a:ea typeface="隶书" charset="0"/>
              </a:rPr>
              <a:t>6 </a:t>
            </a:r>
            <a:r>
              <a:rPr kumimoji="1" lang="zh-CN" altLang="en-US" sz="3200">
                <a:solidFill>
                  <a:srgbClr val="800000"/>
                </a:solidFill>
                <a:latin typeface="Times New Roman" charset="0"/>
                <a:ea typeface="隶书" charset="0"/>
              </a:rPr>
              <a:t>求位于二叉树先序序列中第</a:t>
            </a:r>
            <a:r>
              <a:rPr kumimoji="1" lang="en-US" altLang="zh-CN" sz="3200">
                <a:solidFill>
                  <a:srgbClr val="800000"/>
                </a:solidFill>
                <a:latin typeface="Times New Roman" charset="0"/>
                <a:ea typeface="隶书" charset="0"/>
              </a:rPr>
              <a:t>k</a:t>
            </a:r>
            <a:r>
              <a:rPr kumimoji="1" lang="zh-CN" altLang="en-US" sz="3200">
                <a:solidFill>
                  <a:srgbClr val="800000"/>
                </a:solidFill>
                <a:latin typeface="Times New Roman" charset="0"/>
                <a:ea typeface="隶书" charset="0"/>
              </a:rPr>
              <a:t>个位置的结点的值</a:t>
            </a:r>
            <a:endParaRPr lang="zh-CN" altLang="en-US" sz="2000"/>
          </a:p>
        </p:txBody>
      </p:sp>
      <p:sp>
        <p:nvSpPr>
          <p:cNvPr id="323589" name="Line 5"/>
          <p:cNvSpPr>
            <a:spLocks noChangeShapeType="1"/>
          </p:cNvSpPr>
          <p:nvPr/>
        </p:nvSpPr>
        <p:spPr bwMode="auto">
          <a:xfrm>
            <a:off x="2339975" y="2420938"/>
            <a:ext cx="863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23590" name="Line 6"/>
          <p:cNvSpPr>
            <a:spLocks noChangeShapeType="1"/>
          </p:cNvSpPr>
          <p:nvPr/>
        </p:nvSpPr>
        <p:spPr bwMode="auto">
          <a:xfrm>
            <a:off x="2987675" y="3500438"/>
            <a:ext cx="863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23591" name="Line 7"/>
          <p:cNvSpPr>
            <a:spLocks noChangeShapeType="1"/>
          </p:cNvSpPr>
          <p:nvPr/>
        </p:nvSpPr>
        <p:spPr bwMode="auto">
          <a:xfrm>
            <a:off x="5435600" y="3500438"/>
            <a:ext cx="208915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7475138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Text Box 2"/>
          <p:cNvSpPr txBox="1">
            <a:spLocks noChangeArrowheads="1"/>
          </p:cNvSpPr>
          <p:nvPr/>
        </p:nvSpPr>
        <p:spPr bwMode="auto">
          <a:xfrm>
            <a:off x="179388" y="692150"/>
            <a:ext cx="8640762" cy="5883275"/>
          </a:xfrm>
          <a:prstGeom prst="rect">
            <a:avLst/>
          </a:prstGeom>
          <a:solidFill>
            <a:schemeClr val="bg1"/>
          </a:soli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Clr>
                <a:schemeClr val="bg1"/>
              </a:buClr>
              <a:buFont typeface="Wingdings" charset="2"/>
              <a:buNone/>
            </a:pPr>
            <a:r>
              <a:rPr kumimoji="1" lang="en-US" altLang="zh-CN" sz="2000" b="1">
                <a:latin typeface="Times New Roman" charset="0"/>
              </a:rPr>
              <a:t>【</a:t>
            </a:r>
            <a:r>
              <a:rPr kumimoji="1" lang="zh-CN" altLang="en-US" sz="2000" b="1">
                <a:latin typeface="Times New Roman" charset="0"/>
              </a:rPr>
              <a:t>算法</a:t>
            </a:r>
            <a:r>
              <a:rPr kumimoji="1" lang="en-US" altLang="zh-CN" sz="2000" b="1">
                <a:latin typeface="Times New Roman" charset="0"/>
              </a:rPr>
              <a:t>】</a:t>
            </a:r>
          </a:p>
          <a:p>
            <a:pPr>
              <a:buClr>
                <a:schemeClr val="bg1"/>
              </a:buClr>
              <a:buFont typeface="Wingdings" charset="2"/>
              <a:buNone/>
            </a:pPr>
            <a:r>
              <a:rPr kumimoji="1" lang="en-US" altLang="zh-CN" sz="2000" b="1">
                <a:solidFill>
                  <a:srgbClr val="990000"/>
                </a:solidFill>
                <a:latin typeface="Times New Roman" charset="0"/>
              </a:rPr>
              <a:t>Status PreorderKnode(BiTree T, int k, ElemType &amp;e, int &amp;count){</a:t>
            </a:r>
            <a:br>
              <a:rPr kumimoji="1" lang="en-US" altLang="zh-CN" sz="2000" b="1">
                <a:solidFill>
                  <a:srgbClr val="990000"/>
                </a:solidFill>
                <a:latin typeface="Times New Roman" charset="0"/>
              </a:rPr>
            </a:br>
            <a:r>
              <a:rPr kumimoji="1" lang="en-US" altLang="zh-CN" sz="2000" b="1">
                <a:latin typeface="Times New Roman" charset="0"/>
              </a:rPr>
              <a:t> // </a:t>
            </a:r>
            <a:r>
              <a:rPr kumimoji="1" lang="zh-CN" altLang="en-US" sz="2000" b="1">
                <a:latin typeface="Times New Roman" charset="0"/>
              </a:rPr>
              <a:t>输入：</a:t>
            </a:r>
            <a:r>
              <a:rPr kumimoji="1" lang="en-US" altLang="zh-CN" sz="2000" b="1">
                <a:latin typeface="Times New Roman" charset="0"/>
              </a:rPr>
              <a:t>T</a:t>
            </a:r>
            <a:r>
              <a:rPr kumimoji="1" lang="zh-CN" altLang="en-US" sz="2000" b="1">
                <a:latin typeface="Times New Roman" charset="0"/>
              </a:rPr>
              <a:t>为二叉链表示的二叉树，</a:t>
            </a:r>
            <a:r>
              <a:rPr kumimoji="1" lang="en-US" altLang="zh-CN" sz="2000" b="1">
                <a:latin typeface="Times New Roman" charset="0"/>
              </a:rPr>
              <a:t>k</a:t>
            </a:r>
            <a:r>
              <a:rPr kumimoji="1" lang="zh-CN" altLang="en-US" sz="2000" b="1">
                <a:latin typeface="Times New Roman" charset="0"/>
              </a:rPr>
              <a:t>为待查找的结点在先序序列中的位序</a:t>
            </a:r>
          </a:p>
          <a:p>
            <a:pPr>
              <a:buClr>
                <a:schemeClr val="bg1"/>
              </a:buClr>
              <a:buFont typeface="Wingdings" charset="2"/>
              <a:buNone/>
            </a:pPr>
            <a:r>
              <a:rPr kumimoji="1" lang="zh-CN" altLang="en-US" sz="2000" b="1">
                <a:latin typeface="Times New Roman" charset="0"/>
              </a:rPr>
              <a:t> </a:t>
            </a:r>
            <a:r>
              <a:rPr kumimoji="1" lang="en-US" altLang="zh-CN" sz="2000" b="1">
                <a:latin typeface="Times New Roman" charset="0"/>
              </a:rPr>
              <a:t>// </a:t>
            </a:r>
            <a:r>
              <a:rPr kumimoji="1" lang="zh-CN" altLang="en-US" sz="2000" b="1">
                <a:latin typeface="Times New Roman" charset="0"/>
              </a:rPr>
              <a:t>输出：</a:t>
            </a:r>
            <a:r>
              <a:rPr kumimoji="1" lang="en-US" altLang="zh-CN" sz="2000" b="1">
                <a:latin typeface="Times New Roman" charset="0"/>
              </a:rPr>
              <a:t>TRUE</a:t>
            </a:r>
            <a:r>
              <a:rPr kumimoji="1" lang="zh-CN" altLang="en-US" sz="2000" b="1">
                <a:latin typeface="Times New Roman" charset="0"/>
              </a:rPr>
              <a:t>：待查找的结点存在；</a:t>
            </a:r>
            <a:r>
              <a:rPr kumimoji="1" lang="en-US" altLang="zh-CN" sz="2000" b="1">
                <a:latin typeface="Times New Roman" charset="0"/>
              </a:rPr>
              <a:t>FALSE</a:t>
            </a:r>
            <a:r>
              <a:rPr kumimoji="1" lang="zh-CN" altLang="en-US" sz="2000" b="1">
                <a:latin typeface="Times New Roman" charset="0"/>
              </a:rPr>
              <a:t>：待查找的结点不存在</a:t>
            </a:r>
          </a:p>
          <a:p>
            <a:pPr>
              <a:buClr>
                <a:schemeClr val="bg1"/>
              </a:buClr>
              <a:buFont typeface="Wingdings" charset="2"/>
              <a:buNone/>
            </a:pPr>
            <a:r>
              <a:rPr kumimoji="1" lang="zh-CN" altLang="en-US" sz="2000" b="1">
                <a:latin typeface="Times New Roman" charset="0"/>
              </a:rPr>
              <a:t> </a:t>
            </a:r>
            <a:r>
              <a:rPr kumimoji="1" lang="en-US" altLang="zh-CN" sz="2000" b="1">
                <a:latin typeface="Times New Roman" charset="0"/>
              </a:rPr>
              <a:t>//       e—</a:t>
            </a:r>
            <a:r>
              <a:rPr kumimoji="1" lang="zh-CN" altLang="en-US" sz="2000" b="1">
                <a:latin typeface="Times New Roman" charset="0"/>
              </a:rPr>
              <a:t>当待查结点存在时，该结点的值通过</a:t>
            </a:r>
            <a:r>
              <a:rPr kumimoji="1" lang="en-US" altLang="zh-CN" sz="2000" b="1">
                <a:latin typeface="Times New Roman" charset="0"/>
              </a:rPr>
              <a:t>e</a:t>
            </a:r>
            <a:r>
              <a:rPr kumimoji="1" lang="zh-CN" altLang="en-US" sz="2000" b="1">
                <a:latin typeface="Times New Roman" charset="0"/>
              </a:rPr>
              <a:t>带回</a:t>
            </a:r>
          </a:p>
          <a:p>
            <a:pPr>
              <a:buClr>
                <a:schemeClr val="bg1"/>
              </a:buClr>
              <a:buFont typeface="Wingdings" charset="2"/>
              <a:buNone/>
            </a:pPr>
            <a:r>
              <a:rPr kumimoji="1" lang="zh-CN" altLang="en-US" sz="2000" b="1">
                <a:latin typeface="Times New Roman" charset="0"/>
              </a:rPr>
              <a:t> </a:t>
            </a:r>
            <a:r>
              <a:rPr kumimoji="1" lang="en-US" altLang="zh-CN" sz="2000" b="1">
                <a:latin typeface="Times New Roman" charset="0"/>
              </a:rPr>
              <a:t>//       </a:t>
            </a:r>
            <a:r>
              <a:rPr kumimoji="1" lang="zh-CN" altLang="en-US" sz="2000" b="1">
                <a:latin typeface="Times New Roman" charset="0"/>
              </a:rPr>
              <a:t>中间变量：</a:t>
            </a:r>
            <a:r>
              <a:rPr kumimoji="1" lang="en-US" altLang="zh-CN" sz="2000" b="1">
                <a:latin typeface="Times New Roman" charset="0"/>
              </a:rPr>
              <a:t>count—</a:t>
            </a:r>
            <a:r>
              <a:rPr kumimoji="1" lang="zh-CN" altLang="en-US" sz="2000" b="1">
                <a:latin typeface="Times New Roman" charset="0"/>
              </a:rPr>
              <a:t>记录当前已经访问过的结点个数</a:t>
            </a:r>
          </a:p>
          <a:p>
            <a:pPr>
              <a:buClr>
                <a:schemeClr val="bg1"/>
              </a:buClr>
              <a:buFont typeface="Wingdings" charset="2"/>
              <a:buNone/>
            </a:pPr>
            <a:r>
              <a:rPr kumimoji="1" lang="zh-CN" altLang="en-US" sz="2000" b="1">
                <a:solidFill>
                  <a:srgbClr val="990000"/>
                </a:solidFill>
                <a:latin typeface="Times New Roman" charset="0"/>
              </a:rPr>
              <a:t>    </a:t>
            </a:r>
            <a:r>
              <a:rPr kumimoji="1" lang="en-US" altLang="zh-CN" sz="2000" b="1">
                <a:solidFill>
                  <a:srgbClr val="990000"/>
                </a:solidFill>
                <a:latin typeface="Times New Roman" charset="0"/>
              </a:rPr>
              <a:t>if ( T==NULL) return FALSE;</a:t>
            </a:r>
          </a:p>
          <a:p>
            <a:pPr>
              <a:buClr>
                <a:schemeClr val="bg1"/>
              </a:buClr>
              <a:buFont typeface="Wingdings" charset="2"/>
              <a:buNone/>
            </a:pPr>
            <a:r>
              <a:rPr kumimoji="1" lang="en-US" altLang="zh-CN" sz="2000" b="1">
                <a:solidFill>
                  <a:srgbClr val="990000"/>
                </a:solidFill>
                <a:latin typeface="Times New Roman" charset="0"/>
              </a:rPr>
              <a:t>    count++;			</a:t>
            </a:r>
            <a:r>
              <a:rPr kumimoji="1" lang="en-US" altLang="zh-CN" sz="2000" b="1">
                <a:latin typeface="Times New Roman" charset="0"/>
              </a:rPr>
              <a:t>// </a:t>
            </a:r>
            <a:r>
              <a:rPr kumimoji="1" lang="zh-CN" altLang="en-US" sz="2000" b="1">
                <a:latin typeface="Times New Roman" charset="0"/>
              </a:rPr>
              <a:t>访问结点</a:t>
            </a:r>
            <a:r>
              <a:rPr kumimoji="1" lang="zh-CN" altLang="en-US" sz="2000" b="1">
                <a:latin typeface="Times New Roman" charset="0"/>
                <a:sym typeface="Wingdings" charset="2"/>
              </a:rPr>
              <a:t></a:t>
            </a:r>
            <a:r>
              <a:rPr kumimoji="1" lang="zh-CN" altLang="en-US" sz="2000" b="1">
                <a:latin typeface="Times New Roman" charset="0"/>
              </a:rPr>
              <a:t>对已访问的结点进行计数</a:t>
            </a:r>
          </a:p>
          <a:p>
            <a:pPr>
              <a:buClr>
                <a:schemeClr val="bg1"/>
              </a:buClr>
              <a:buFont typeface="Wingdings" charset="2"/>
              <a:buNone/>
            </a:pPr>
            <a:r>
              <a:rPr kumimoji="1" lang="zh-CN" altLang="en-US" sz="2000" b="1">
                <a:latin typeface="Times New Roman" charset="0"/>
              </a:rPr>
              <a:t>    </a:t>
            </a:r>
            <a:r>
              <a:rPr kumimoji="1" lang="en-US" altLang="zh-CN" sz="2000" b="1">
                <a:solidFill>
                  <a:srgbClr val="990000"/>
                </a:solidFill>
                <a:latin typeface="Times New Roman" charset="0"/>
              </a:rPr>
              <a:t>if (count==k ){</a:t>
            </a:r>
            <a:r>
              <a:rPr kumimoji="1" lang="en-US" altLang="zh-CN" sz="2000" b="1">
                <a:latin typeface="Times New Roman" charset="0"/>
              </a:rPr>
              <a:t> </a:t>
            </a:r>
            <a:r>
              <a:rPr kumimoji="1" lang="en-US" altLang="zh-CN" sz="2000" b="1">
                <a:latin typeface="仿宋_GB2312" charset="0"/>
                <a:ea typeface="仿宋_GB2312" charset="0"/>
              </a:rPr>
              <a:t> 	</a:t>
            </a:r>
            <a:r>
              <a:rPr kumimoji="1" lang="en-US" altLang="zh-CN" sz="2000" b="1">
                <a:latin typeface="Times New Roman" charset="0"/>
              </a:rPr>
              <a:t>	//         </a:t>
            </a:r>
            <a:r>
              <a:rPr kumimoji="1" lang="en-US" altLang="zh-CN" sz="2000" b="1">
                <a:latin typeface="Times New Roman" charset="0"/>
                <a:sym typeface="Wingdings" charset="2"/>
              </a:rPr>
              <a:t></a:t>
            </a:r>
            <a:r>
              <a:rPr kumimoji="1" lang="zh-CN" altLang="en-US" sz="2000" b="1">
                <a:latin typeface="Times New Roman" charset="0"/>
              </a:rPr>
              <a:t>判断该结点是否是待查找的结点</a:t>
            </a:r>
          </a:p>
          <a:p>
            <a:pPr>
              <a:buClr>
                <a:schemeClr val="bg1"/>
              </a:buClr>
              <a:buFont typeface="Wingdings" charset="2"/>
              <a:buNone/>
            </a:pPr>
            <a:r>
              <a:rPr kumimoji="1" lang="zh-CN" altLang="en-US" sz="2000" b="1">
                <a:latin typeface="Times New Roman" charset="0"/>
              </a:rPr>
              <a:t>        </a:t>
            </a:r>
            <a:r>
              <a:rPr kumimoji="1" lang="en-US" altLang="zh-CN" sz="2000" b="1">
                <a:solidFill>
                  <a:srgbClr val="990000"/>
                </a:solidFill>
                <a:latin typeface="Times New Roman" charset="0"/>
              </a:rPr>
              <a:t>e = T-&gt;data;</a:t>
            </a:r>
          </a:p>
          <a:p>
            <a:pPr>
              <a:buClr>
                <a:schemeClr val="bg1"/>
              </a:buClr>
              <a:buFont typeface="Wingdings" charset="2"/>
              <a:buNone/>
            </a:pPr>
            <a:r>
              <a:rPr kumimoji="1" lang="en-US" altLang="zh-CN" sz="2000" b="1">
                <a:solidFill>
                  <a:srgbClr val="990000"/>
                </a:solidFill>
                <a:latin typeface="Times New Roman" charset="0"/>
              </a:rPr>
              <a:t>        return TRUE;</a:t>
            </a:r>
            <a:r>
              <a:rPr kumimoji="1" lang="en-US" altLang="zh-CN" sz="2000" b="1">
                <a:latin typeface="Times New Roman" charset="0"/>
              </a:rPr>
              <a:t>	// </a:t>
            </a:r>
            <a:r>
              <a:rPr kumimoji="1" lang="zh-CN" altLang="en-US" sz="2000" b="1">
                <a:latin typeface="Times New Roman" charset="0"/>
              </a:rPr>
              <a:t>查到，则设置</a:t>
            </a:r>
            <a:r>
              <a:rPr kumimoji="1" lang="en-US" altLang="zh-CN" sz="2000" b="1">
                <a:latin typeface="Times New Roman" charset="0"/>
              </a:rPr>
              <a:t>e</a:t>
            </a:r>
            <a:r>
              <a:rPr kumimoji="1" lang="zh-CN" altLang="en-US" sz="2000" b="1">
                <a:latin typeface="Times New Roman" charset="0"/>
              </a:rPr>
              <a:t>，并返回</a:t>
            </a:r>
            <a:r>
              <a:rPr kumimoji="1" lang="en-US" altLang="zh-CN" sz="2000" b="1">
                <a:latin typeface="Times New Roman" charset="0"/>
              </a:rPr>
              <a:t>TRUE</a:t>
            </a:r>
          </a:p>
          <a:p>
            <a:pPr>
              <a:buClr>
                <a:schemeClr val="bg1"/>
              </a:buClr>
              <a:buFont typeface="Wingdings" charset="2"/>
              <a:buNone/>
            </a:pPr>
            <a:r>
              <a:rPr kumimoji="1" lang="en-US" altLang="zh-CN" sz="2000" b="1">
                <a:latin typeface="Times New Roman" charset="0"/>
              </a:rPr>
              <a:t>    </a:t>
            </a:r>
            <a:r>
              <a:rPr kumimoji="1" lang="en-US" altLang="zh-CN" sz="2000" b="1">
                <a:solidFill>
                  <a:srgbClr val="990000"/>
                </a:solidFill>
                <a:latin typeface="Times New Roman" charset="0"/>
              </a:rPr>
              <a:t>}else if (count &gt; k) </a:t>
            </a:r>
          </a:p>
          <a:p>
            <a:pPr>
              <a:buClr>
                <a:schemeClr val="bg1"/>
              </a:buClr>
              <a:buFont typeface="Wingdings" charset="2"/>
              <a:buNone/>
            </a:pPr>
            <a:r>
              <a:rPr kumimoji="1" lang="en-US" altLang="zh-CN" sz="2000" b="1">
                <a:solidFill>
                  <a:srgbClr val="990000"/>
                </a:solidFill>
                <a:latin typeface="Times New Roman" charset="0"/>
              </a:rPr>
              <a:t>        return FALSE;</a:t>
            </a:r>
            <a:r>
              <a:rPr kumimoji="1" lang="en-US" altLang="zh-CN" sz="2000" b="1">
                <a:latin typeface="Times New Roman" charset="0"/>
              </a:rPr>
              <a:t> // </a:t>
            </a:r>
            <a:r>
              <a:rPr kumimoji="1" lang="zh-CN" altLang="en-US" sz="2000" b="1">
                <a:latin typeface="Times New Roman" charset="0"/>
              </a:rPr>
              <a:t>计数器</a:t>
            </a:r>
            <a:r>
              <a:rPr kumimoji="1" lang="en-US" altLang="zh-CN" sz="2000" b="1">
                <a:latin typeface="Times New Roman" charset="0"/>
              </a:rPr>
              <a:t>count</a:t>
            </a:r>
            <a:r>
              <a:rPr kumimoji="1" lang="zh-CN" altLang="en-US" sz="2000" b="1">
                <a:latin typeface="Times New Roman" charset="0"/>
              </a:rPr>
              <a:t>已经超出</a:t>
            </a:r>
            <a:r>
              <a:rPr kumimoji="1" lang="en-US" altLang="zh-CN" sz="2000" b="1">
                <a:latin typeface="Times New Roman" charset="0"/>
              </a:rPr>
              <a:t>k(</a:t>
            </a:r>
            <a:r>
              <a:rPr kumimoji="1" lang="zh-CN" altLang="en-US" sz="2000" b="1">
                <a:latin typeface="Times New Roman" charset="0"/>
              </a:rPr>
              <a:t>当</a:t>
            </a:r>
            <a:r>
              <a:rPr kumimoji="1" lang="en-US" altLang="zh-CN" sz="2000" b="1">
                <a:latin typeface="Times New Roman" charset="0"/>
              </a:rPr>
              <a:t>k&lt;0</a:t>
            </a:r>
            <a:r>
              <a:rPr kumimoji="1" lang="zh-CN" altLang="en-US" sz="2000" b="1">
                <a:latin typeface="Times New Roman" charset="0"/>
              </a:rPr>
              <a:t>时</a:t>
            </a:r>
            <a:r>
              <a:rPr kumimoji="1" lang="en-US" altLang="zh-CN" sz="2000" b="1">
                <a:latin typeface="Times New Roman" charset="0"/>
              </a:rPr>
              <a:t>)</a:t>
            </a:r>
            <a:r>
              <a:rPr kumimoji="1" lang="zh-CN" altLang="en-US" sz="2000" b="1">
                <a:latin typeface="Times New Roman" charset="0"/>
              </a:rPr>
              <a:t>，则直接返回</a:t>
            </a:r>
            <a:r>
              <a:rPr kumimoji="1" lang="en-US" altLang="zh-CN" sz="2000" b="1">
                <a:latin typeface="Times New Roman" charset="0"/>
              </a:rPr>
              <a:t>FALSE</a:t>
            </a:r>
          </a:p>
          <a:p>
            <a:pPr>
              <a:buClr>
                <a:schemeClr val="bg1"/>
              </a:buClr>
              <a:buFont typeface="Wingdings" charset="2"/>
              <a:buNone/>
            </a:pPr>
            <a:r>
              <a:rPr kumimoji="1" lang="en-US" altLang="zh-CN" sz="2000" b="1">
                <a:latin typeface="Times New Roman" charset="0"/>
              </a:rPr>
              <a:t>    </a:t>
            </a:r>
            <a:r>
              <a:rPr kumimoji="1" lang="en-US" altLang="zh-CN" sz="2000" b="1">
                <a:solidFill>
                  <a:srgbClr val="990000"/>
                </a:solidFill>
                <a:latin typeface="Times New Roman" charset="0"/>
              </a:rPr>
              <a:t>else {</a:t>
            </a:r>
          </a:p>
          <a:p>
            <a:pPr>
              <a:buClr>
                <a:schemeClr val="bg1"/>
              </a:buClr>
              <a:buFont typeface="Wingdings" charset="2"/>
              <a:buNone/>
            </a:pPr>
            <a:r>
              <a:rPr kumimoji="1" lang="en-US" altLang="zh-CN" sz="2000" b="1">
                <a:solidFill>
                  <a:srgbClr val="990000"/>
                </a:solidFill>
                <a:latin typeface="Times New Roman" charset="0"/>
              </a:rPr>
              <a:t>        if (PreorderKnode(T-&gt;lchild, k, e, count)==FALSE)</a:t>
            </a:r>
            <a:r>
              <a:rPr kumimoji="1" lang="en-US" altLang="zh-CN" sz="2000" b="1">
                <a:latin typeface="Times New Roman" charset="0"/>
              </a:rPr>
              <a:t> // </a:t>
            </a:r>
            <a:r>
              <a:rPr kumimoji="1" lang="zh-CN" altLang="en-US" sz="2000" b="1">
                <a:latin typeface="Times New Roman" charset="0"/>
              </a:rPr>
              <a:t>在左子树中查找</a:t>
            </a:r>
          </a:p>
          <a:p>
            <a:pPr>
              <a:buClr>
                <a:schemeClr val="bg1"/>
              </a:buClr>
              <a:buFont typeface="Wingdings" charset="2"/>
              <a:buNone/>
            </a:pPr>
            <a:r>
              <a:rPr kumimoji="1" lang="zh-CN" altLang="en-US" sz="2000" b="1">
                <a:latin typeface="Times New Roman" charset="0"/>
              </a:rPr>
              <a:t>            </a:t>
            </a:r>
            <a:r>
              <a:rPr kumimoji="1" lang="en-US" altLang="zh-CN" sz="2000" b="1">
                <a:solidFill>
                  <a:srgbClr val="990000"/>
                </a:solidFill>
                <a:latin typeface="Times New Roman" charset="0"/>
              </a:rPr>
              <a:t>return PreorderKnode(T-&gt;rchild, k, e, count);</a:t>
            </a:r>
            <a:r>
              <a:rPr kumimoji="1" lang="en-US" altLang="zh-CN" sz="2000" b="1">
                <a:latin typeface="Times New Roman" charset="0"/>
              </a:rPr>
              <a:t>  // </a:t>
            </a:r>
            <a:r>
              <a:rPr kumimoji="1" lang="zh-CN" altLang="en-US" sz="2000" b="1">
                <a:latin typeface="Times New Roman" charset="0"/>
              </a:rPr>
              <a:t>在右子树中查找</a:t>
            </a:r>
          </a:p>
          <a:p>
            <a:pPr>
              <a:buClr>
                <a:schemeClr val="bg1"/>
              </a:buClr>
              <a:buFont typeface="Wingdings" charset="2"/>
              <a:buNone/>
            </a:pPr>
            <a:r>
              <a:rPr kumimoji="1" lang="zh-CN" altLang="en-US" sz="2000" b="1">
                <a:latin typeface="Times New Roman" charset="0"/>
              </a:rPr>
              <a:t>        </a:t>
            </a:r>
            <a:r>
              <a:rPr kumimoji="1" lang="en-US" altLang="zh-CN" sz="2000" b="1">
                <a:solidFill>
                  <a:srgbClr val="990000"/>
                </a:solidFill>
                <a:latin typeface="Times New Roman" charset="0"/>
              </a:rPr>
              <a:t>return TRUE;</a:t>
            </a:r>
          </a:p>
          <a:p>
            <a:pPr>
              <a:buClr>
                <a:schemeClr val="bg1"/>
              </a:buClr>
              <a:buFont typeface="Wingdings" charset="2"/>
              <a:buNone/>
            </a:pPr>
            <a:r>
              <a:rPr kumimoji="1" lang="en-US" altLang="zh-CN" sz="2000" b="1">
                <a:solidFill>
                  <a:srgbClr val="990000"/>
                </a:solidFill>
                <a:latin typeface="Times New Roman" charset="0"/>
              </a:rPr>
              <a:t>    }</a:t>
            </a:r>
          </a:p>
          <a:p>
            <a:pPr>
              <a:buClr>
                <a:schemeClr val="bg1"/>
              </a:buClr>
              <a:buFont typeface="Wingdings" charset="2"/>
              <a:buNone/>
            </a:pPr>
            <a:r>
              <a:rPr kumimoji="1" lang="en-US" altLang="zh-CN" sz="2000" b="1">
                <a:solidFill>
                  <a:srgbClr val="990000"/>
                </a:solidFill>
                <a:latin typeface="Times New Roman" charset="0"/>
              </a:rPr>
              <a:t>}</a:t>
            </a:r>
          </a:p>
        </p:txBody>
      </p:sp>
      <p:sp>
        <p:nvSpPr>
          <p:cNvPr id="324611" name="Rectangle 3"/>
          <p:cNvSpPr>
            <a:spLocks noGrp="1" noChangeArrowheads="1"/>
          </p:cNvSpPr>
          <p:nvPr>
            <p:ph type="title"/>
          </p:nvPr>
        </p:nvSpPr>
        <p:spPr>
          <a:xfrm>
            <a:off x="1350963" y="152400"/>
            <a:ext cx="7793037" cy="503238"/>
          </a:xfrm>
        </p:spPr>
        <p:txBody>
          <a:bodyPr/>
          <a:lstStyle/>
          <a:p>
            <a:r>
              <a:rPr lang="zh-CN" altLang="en-US" sz="2000"/>
              <a:t>求位于二叉树先序序列中第</a:t>
            </a:r>
            <a:r>
              <a:rPr lang="en-US" altLang="zh-CN" sz="2000"/>
              <a:t>k</a:t>
            </a:r>
            <a:r>
              <a:rPr lang="zh-CN" altLang="en-US" sz="2000"/>
              <a:t>个位置的结点的值</a:t>
            </a:r>
          </a:p>
        </p:txBody>
      </p:sp>
    </p:spTree>
    <p:extLst>
      <p:ext uri="{BB962C8B-B14F-4D97-AF65-F5344CB8AC3E}">
        <p14:creationId xmlns:p14="http://schemas.microsoft.com/office/powerpoint/2010/main" val="96522727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zh-CN" altLang="en-US" sz="3200"/>
              <a:t>层次遍历算法及其应用</a:t>
            </a:r>
          </a:p>
        </p:txBody>
      </p:sp>
      <p:sp>
        <p:nvSpPr>
          <p:cNvPr id="330755" name="Rectangle 3"/>
          <p:cNvSpPr>
            <a:spLocks noGrp="1" noChangeArrowheads="1"/>
          </p:cNvSpPr>
          <p:nvPr>
            <p:ph type="body" idx="1"/>
          </p:nvPr>
        </p:nvSpPr>
        <p:spPr>
          <a:xfrm>
            <a:off x="457200" y="1066800"/>
            <a:ext cx="8269288" cy="4687888"/>
          </a:xfrm>
        </p:spPr>
        <p:txBody>
          <a:bodyPr>
            <a:normAutofit fontScale="92500"/>
          </a:bodyPr>
          <a:lstStyle/>
          <a:p>
            <a:pPr lvl="1">
              <a:lnSpc>
                <a:spcPct val="110000"/>
              </a:lnSpc>
            </a:pPr>
            <a:r>
              <a:rPr lang="zh-CN" altLang="en-US"/>
              <a:t>层次遍历算法及其应用</a:t>
            </a:r>
          </a:p>
          <a:p>
            <a:pPr lvl="2">
              <a:lnSpc>
                <a:spcPct val="110000"/>
              </a:lnSpc>
            </a:pPr>
            <a:r>
              <a:rPr lang="zh-CN" altLang="en-US">
                <a:latin typeface="宋体" charset="-122"/>
              </a:rPr>
              <a:t>二叉树的层次遍历算法</a:t>
            </a:r>
          </a:p>
          <a:p>
            <a:pPr lvl="3">
              <a:lnSpc>
                <a:spcPct val="110000"/>
              </a:lnSpc>
            </a:pPr>
            <a:r>
              <a:rPr lang="zh-CN" altLang="en-US" sz="2800">
                <a:latin typeface="宋体" charset="-122"/>
              </a:rPr>
              <a:t>先访问的结点，其孩子结点必然也先访问</a:t>
            </a:r>
            <a:br>
              <a:rPr lang="zh-CN" altLang="en-US" sz="2800">
                <a:latin typeface="宋体" charset="-122"/>
              </a:rPr>
            </a:br>
            <a:r>
              <a:rPr lang="en-US" altLang="zh-CN" sz="2800"/>
              <a:t>——</a:t>
            </a:r>
            <a:r>
              <a:rPr lang="zh-CN" altLang="en-US" sz="2800">
                <a:latin typeface="楷体_GB2312" charset="0"/>
                <a:ea typeface="楷体_GB2312" charset="0"/>
              </a:rPr>
              <a:t>队列</a:t>
            </a:r>
          </a:p>
          <a:p>
            <a:pPr lvl="2">
              <a:lnSpc>
                <a:spcPct val="110000"/>
              </a:lnSpc>
            </a:pPr>
            <a:r>
              <a:rPr lang="zh-CN" altLang="en-US">
                <a:latin typeface="宋体" charset="-122"/>
              </a:rPr>
              <a:t>基于层次遍历算法的应用</a:t>
            </a:r>
          </a:p>
          <a:p>
            <a:pPr lvl="3">
              <a:lnSpc>
                <a:spcPct val="110000"/>
              </a:lnSpc>
            </a:pPr>
            <a:r>
              <a:rPr lang="zh-CN" altLang="en-US" sz="2800">
                <a:latin typeface="宋体" charset="-122"/>
              </a:rPr>
              <a:t>求二叉树的最大宽度</a:t>
            </a:r>
          </a:p>
          <a:p>
            <a:pPr lvl="3">
              <a:lnSpc>
                <a:spcPct val="110000"/>
              </a:lnSpc>
            </a:pPr>
            <a:r>
              <a:rPr lang="zh-CN" altLang="en-US" sz="2800">
                <a:latin typeface="宋体" charset="-122"/>
              </a:rPr>
              <a:t>判断一棵二叉树是否为完全二叉树 </a:t>
            </a:r>
            <a:endParaRPr lang="zh-CN" altLang="en-US" sz="2800"/>
          </a:p>
          <a:p>
            <a:pPr lvl="3">
              <a:lnSpc>
                <a:spcPct val="110000"/>
              </a:lnSpc>
            </a:pPr>
            <a:r>
              <a:rPr lang="zh-CN" altLang="en-US" sz="2800">
                <a:latin typeface="宋体" charset="-122"/>
              </a:rPr>
              <a:t>找出距指定结点最近或最远的叶子子孙</a:t>
            </a:r>
            <a:r>
              <a:rPr lang="zh-CN" altLang="en-US" sz="2800"/>
              <a:t> </a:t>
            </a:r>
          </a:p>
          <a:p>
            <a:pPr lvl="3">
              <a:lnSpc>
                <a:spcPct val="110000"/>
              </a:lnSpc>
            </a:pPr>
            <a:r>
              <a:rPr lang="zh-CN" altLang="en-US" sz="2800">
                <a:latin typeface="宋体" charset="-122"/>
              </a:rPr>
              <a:t>找出指定层中含有的叶子</a:t>
            </a:r>
            <a:r>
              <a:rPr lang="en-US" altLang="zh-CN" sz="2800">
                <a:latin typeface="宋体" charset="-122"/>
              </a:rPr>
              <a:t>/</a:t>
            </a:r>
            <a:r>
              <a:rPr lang="zh-CN" altLang="en-US" sz="2800">
                <a:latin typeface="宋体" charset="-122"/>
              </a:rPr>
              <a:t>度为</a:t>
            </a:r>
            <a:r>
              <a:rPr lang="en-US" altLang="zh-CN" sz="2800">
                <a:latin typeface="宋体" charset="-122"/>
              </a:rPr>
              <a:t>2/</a:t>
            </a:r>
            <a:r>
              <a:rPr lang="zh-CN" altLang="en-US" sz="2800">
                <a:latin typeface="宋体" charset="-122"/>
              </a:rPr>
              <a:t>度为</a:t>
            </a:r>
            <a:r>
              <a:rPr lang="en-US" altLang="zh-CN" sz="2800"/>
              <a:t>1</a:t>
            </a:r>
            <a:r>
              <a:rPr lang="zh-CN" altLang="en-US" sz="2800">
                <a:latin typeface="宋体" charset="-122"/>
              </a:rPr>
              <a:t>的结点</a:t>
            </a:r>
          </a:p>
        </p:txBody>
      </p:sp>
    </p:spTree>
    <p:extLst>
      <p:ext uri="{BB962C8B-B14F-4D97-AF65-F5344CB8AC3E}">
        <p14:creationId xmlns:p14="http://schemas.microsoft.com/office/powerpoint/2010/main" val="43716115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ext Box 2"/>
          <p:cNvSpPr txBox="1">
            <a:spLocks noChangeArrowheads="1"/>
          </p:cNvSpPr>
          <p:nvPr/>
        </p:nvSpPr>
        <p:spPr bwMode="auto">
          <a:xfrm>
            <a:off x="179388" y="908050"/>
            <a:ext cx="8785225" cy="5786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buClr>
                <a:schemeClr val="bg1"/>
              </a:buClr>
              <a:buFont typeface="Wingdings" charset="2"/>
              <a:buNone/>
            </a:pPr>
            <a:r>
              <a:rPr kumimoji="1" lang="zh-CN" altLang="zh-CN" sz="2000" b="1">
                <a:latin typeface="Times New Roman" charset="0"/>
              </a:rPr>
              <a:t>【思路】</a:t>
            </a:r>
          </a:p>
          <a:p>
            <a:pPr>
              <a:lnSpc>
                <a:spcPct val="110000"/>
              </a:lnSpc>
              <a:buClr>
                <a:schemeClr val="bg1"/>
              </a:buClr>
              <a:buFont typeface="Wingdings" charset="2"/>
              <a:buNone/>
            </a:pPr>
            <a:r>
              <a:rPr kumimoji="1" lang="en-US" altLang="zh-CN" sz="2000" b="1">
                <a:latin typeface="Times New Roman" charset="0"/>
              </a:rPr>
              <a:t>        </a:t>
            </a:r>
            <a:r>
              <a:rPr kumimoji="1" lang="zh-CN" altLang="zh-CN" sz="2000" b="1">
                <a:latin typeface="Times New Roman" charset="0"/>
              </a:rPr>
              <a:t>先访问的结点，其孩子结点必然也先访问。引入队列存储已被访问的、但其左右孩子尚未访问的结点的指针。若使用链队列，其元素可定义为：</a:t>
            </a:r>
            <a:endParaRPr kumimoji="1" lang="zh-CN" altLang="en-US" sz="2000" b="1">
              <a:latin typeface="Times New Roman" charset="0"/>
            </a:endParaRPr>
          </a:p>
          <a:p>
            <a:pPr>
              <a:lnSpc>
                <a:spcPct val="110000"/>
              </a:lnSpc>
              <a:buClr>
                <a:schemeClr val="bg1"/>
              </a:buClr>
              <a:buFont typeface="Wingdings" charset="2"/>
              <a:buChar char="v"/>
            </a:pPr>
            <a:r>
              <a:rPr kumimoji="1" lang="en-US" altLang="zh-CN" sz="2000" b="1">
                <a:solidFill>
                  <a:srgbClr val="990000"/>
                </a:solidFill>
                <a:latin typeface="Times New Roman" charset="0"/>
              </a:rPr>
              <a:t>typedef struct QNode{</a:t>
            </a:r>
          </a:p>
          <a:p>
            <a:pPr lvl="1">
              <a:lnSpc>
                <a:spcPct val="110000"/>
              </a:lnSpc>
              <a:buClr>
                <a:schemeClr val="bg1"/>
              </a:buClr>
              <a:buFont typeface="Wingdings" charset="2"/>
              <a:buChar char="v"/>
            </a:pPr>
            <a:r>
              <a:rPr kumimoji="1" lang="en-US" altLang="zh-CN" sz="2000" b="1">
                <a:solidFill>
                  <a:srgbClr val="990000"/>
                </a:solidFill>
                <a:latin typeface="Times New Roman" charset="0"/>
              </a:rPr>
              <a:t>Bitree		data;</a:t>
            </a:r>
            <a:r>
              <a:rPr kumimoji="1" lang="en-US" altLang="zh-CN" sz="2000" b="1">
                <a:latin typeface="Times New Roman" charset="0"/>
              </a:rPr>
              <a:t>		// </a:t>
            </a:r>
            <a:r>
              <a:rPr kumimoji="1" lang="zh-CN" altLang="en-US" sz="2000" b="1">
                <a:latin typeface="Times New Roman" charset="0"/>
              </a:rPr>
              <a:t>指向二叉树结点的指针</a:t>
            </a:r>
          </a:p>
          <a:p>
            <a:pPr lvl="1">
              <a:lnSpc>
                <a:spcPct val="110000"/>
              </a:lnSpc>
              <a:buClr>
                <a:schemeClr val="bg1"/>
              </a:buClr>
              <a:buFont typeface="Wingdings" charset="2"/>
              <a:buChar char="v"/>
            </a:pPr>
            <a:r>
              <a:rPr kumimoji="1" lang="en-US" altLang="zh-CN" sz="2000" b="1">
                <a:solidFill>
                  <a:srgbClr val="990000"/>
                </a:solidFill>
                <a:latin typeface="Times New Roman" charset="0"/>
              </a:rPr>
              <a:t>struct QNode 	*next;</a:t>
            </a:r>
          </a:p>
          <a:p>
            <a:pPr>
              <a:lnSpc>
                <a:spcPct val="110000"/>
              </a:lnSpc>
              <a:buClr>
                <a:schemeClr val="bg1"/>
              </a:buClr>
              <a:buFont typeface="Wingdings" charset="2"/>
              <a:buChar char="v"/>
            </a:pPr>
            <a:r>
              <a:rPr kumimoji="1" lang="en-US" altLang="zh-CN" sz="2000" b="1">
                <a:solidFill>
                  <a:srgbClr val="990000"/>
                </a:solidFill>
                <a:latin typeface="Times New Roman" charset="0"/>
              </a:rPr>
              <a:t>} QNode, *QueuePtr;</a:t>
            </a:r>
          </a:p>
          <a:p>
            <a:pPr>
              <a:lnSpc>
                <a:spcPct val="110000"/>
              </a:lnSpc>
              <a:buClr>
                <a:schemeClr val="bg1"/>
              </a:buClr>
              <a:buFont typeface="Wingdings" charset="2"/>
              <a:buNone/>
            </a:pPr>
            <a:r>
              <a:rPr kumimoji="1" lang="en-US" altLang="zh-CN" sz="2000" b="1">
                <a:latin typeface="Times New Roman" charset="0"/>
              </a:rPr>
              <a:t>【</a:t>
            </a:r>
            <a:r>
              <a:rPr kumimoji="1" lang="zh-CN" altLang="en-US" sz="2000" b="1">
                <a:latin typeface="Times New Roman" charset="0"/>
              </a:rPr>
              <a:t>算法</a:t>
            </a:r>
            <a:r>
              <a:rPr kumimoji="1" lang="en-US" altLang="zh-CN" sz="2000" b="1">
                <a:latin typeface="Times New Roman" charset="0"/>
              </a:rPr>
              <a:t>】</a:t>
            </a:r>
          </a:p>
          <a:p>
            <a:pPr>
              <a:lnSpc>
                <a:spcPct val="110000"/>
              </a:lnSpc>
              <a:buClr>
                <a:schemeClr val="bg1"/>
              </a:buClr>
              <a:buFont typeface="Wingdings" charset="2"/>
              <a:buChar char="v"/>
            </a:pPr>
            <a:r>
              <a:rPr kumimoji="1" lang="en-US" altLang="zh-CN" sz="2000" b="1">
                <a:solidFill>
                  <a:srgbClr val="990000"/>
                </a:solidFill>
                <a:latin typeface="Times New Roman" charset="0"/>
              </a:rPr>
              <a:t>Status	LevelTraverse (BiTree T, Status ( *Visit ) (ElemType e) )</a:t>
            </a:r>
          </a:p>
          <a:p>
            <a:pPr>
              <a:lnSpc>
                <a:spcPct val="110000"/>
              </a:lnSpc>
              <a:buClr>
                <a:schemeClr val="bg1"/>
              </a:buClr>
              <a:buFont typeface="Wingdings" charset="2"/>
              <a:buChar char="v"/>
            </a:pPr>
            <a:r>
              <a:rPr kumimoji="1" lang="en-US" altLang="zh-CN" sz="2000" b="1">
                <a:solidFill>
                  <a:srgbClr val="990000"/>
                </a:solidFill>
                <a:latin typeface="Times New Roman" charset="0"/>
              </a:rPr>
              <a:t>{	</a:t>
            </a:r>
          </a:p>
          <a:p>
            <a:pPr lvl="1">
              <a:lnSpc>
                <a:spcPct val="110000"/>
              </a:lnSpc>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初始化队列，队列的元素为二叉树的结点指针</a:t>
            </a:r>
          </a:p>
          <a:p>
            <a:pPr lvl="1">
              <a:lnSpc>
                <a:spcPct val="110000"/>
              </a:lnSpc>
              <a:buClr>
                <a:schemeClr val="bg1"/>
              </a:buClr>
              <a:buFont typeface="Wingdings" charset="2"/>
              <a:buChar char="v"/>
            </a:pPr>
            <a:r>
              <a:rPr kumimoji="1" lang="en-US" altLang="zh-CN" sz="2000" b="1">
                <a:solidFill>
                  <a:srgbClr val="990000"/>
                </a:solidFill>
                <a:latin typeface="Times New Roman" charset="0"/>
              </a:rPr>
              <a:t>InitQueue(Q);</a:t>
            </a:r>
          </a:p>
          <a:p>
            <a:pPr lvl="1">
              <a:lnSpc>
                <a:spcPct val="110000"/>
              </a:lnSpc>
              <a:buClr>
                <a:schemeClr val="bg1"/>
              </a:buClr>
              <a:buFont typeface="Wingdings" charset="2"/>
              <a:buChar char="v"/>
            </a:pPr>
            <a:r>
              <a:rPr kumimoji="1" lang="en-US" altLang="zh-CN" sz="2000" b="1">
                <a:solidFill>
                  <a:srgbClr val="990000"/>
                </a:solidFill>
                <a:latin typeface="Times New Roman" charset="0"/>
              </a:rPr>
              <a:t>if ( T != NULL ){</a:t>
            </a:r>
          </a:p>
          <a:p>
            <a:pPr lvl="2">
              <a:lnSpc>
                <a:spcPct val="110000"/>
              </a:lnSpc>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访问根</a:t>
            </a:r>
          </a:p>
          <a:p>
            <a:pPr lvl="2">
              <a:lnSpc>
                <a:spcPct val="110000"/>
              </a:lnSpc>
              <a:buClr>
                <a:schemeClr val="bg1"/>
              </a:buClr>
              <a:buFont typeface="Wingdings" charset="2"/>
              <a:buChar char="v"/>
            </a:pPr>
            <a:r>
              <a:rPr kumimoji="1" lang="en-US" altLang="zh-CN" sz="2000" b="1">
                <a:solidFill>
                  <a:srgbClr val="990000"/>
                </a:solidFill>
                <a:latin typeface="Times New Roman" charset="0"/>
              </a:rPr>
              <a:t>if ( !Visit( T-&gt;data ) )  return ERROR;</a:t>
            </a:r>
          </a:p>
          <a:p>
            <a:pPr lvl="2">
              <a:lnSpc>
                <a:spcPct val="110000"/>
              </a:lnSpc>
              <a:buClr>
                <a:schemeClr val="bg1"/>
              </a:buClr>
              <a:buFont typeface="Wingdings" charset="2"/>
              <a:buChar char="v"/>
            </a:pPr>
            <a:r>
              <a:rPr kumimoji="1" lang="en-US" altLang="zh-CN" sz="2000" b="1">
                <a:latin typeface="Times New Roman" charset="0"/>
              </a:rPr>
              <a:t>// EnQueue( )</a:t>
            </a:r>
            <a:r>
              <a:rPr kumimoji="1" lang="zh-CN" altLang="en-US" sz="2000" b="1">
                <a:latin typeface="Times New Roman" charset="0"/>
              </a:rPr>
              <a:t>为入队函数，</a:t>
            </a:r>
            <a:r>
              <a:rPr kumimoji="1" lang="en-US" altLang="zh-CN" sz="2000" b="1">
                <a:latin typeface="Times New Roman" charset="0"/>
              </a:rPr>
              <a:t>T</a:t>
            </a:r>
            <a:r>
              <a:rPr kumimoji="1" lang="zh-CN" altLang="en-US" sz="2000" b="1">
                <a:latin typeface="Times New Roman" charset="0"/>
              </a:rPr>
              <a:t>为待入队的元素</a:t>
            </a:r>
          </a:p>
          <a:p>
            <a:pPr lvl="2">
              <a:lnSpc>
                <a:spcPct val="110000"/>
              </a:lnSpc>
              <a:buClr>
                <a:schemeClr val="bg1"/>
              </a:buClr>
              <a:buFont typeface="Wingdings" charset="2"/>
              <a:buChar char="v"/>
            </a:pPr>
            <a:r>
              <a:rPr kumimoji="1" lang="en-US" altLang="zh-CN" sz="2000" b="1">
                <a:solidFill>
                  <a:srgbClr val="990000"/>
                </a:solidFill>
                <a:latin typeface="Times New Roman" charset="0"/>
              </a:rPr>
              <a:t>EnQueue(Q, T);</a:t>
            </a:r>
          </a:p>
        </p:txBody>
      </p:sp>
      <p:sp>
        <p:nvSpPr>
          <p:cNvPr id="331779" name="Rectangle 3"/>
          <p:cNvSpPr>
            <a:spLocks noGrp="1" noChangeArrowheads="1"/>
          </p:cNvSpPr>
          <p:nvPr>
            <p:ph type="title"/>
          </p:nvPr>
        </p:nvSpPr>
        <p:spPr>
          <a:xfrm>
            <a:off x="1524000" y="152400"/>
            <a:ext cx="7793038" cy="503238"/>
          </a:xfrm>
        </p:spPr>
        <p:txBody>
          <a:bodyPr/>
          <a:lstStyle/>
          <a:p>
            <a:r>
              <a:rPr lang="zh-CN" altLang="en-US" sz="2400"/>
              <a:t>二叉树的层次遍历</a:t>
            </a:r>
            <a:r>
              <a:rPr lang="en-US" altLang="zh-CN" sz="2400"/>
              <a:t>(1) </a:t>
            </a:r>
          </a:p>
        </p:txBody>
      </p:sp>
      <p:sp>
        <p:nvSpPr>
          <p:cNvPr id="331781" name="Line 5"/>
          <p:cNvSpPr>
            <a:spLocks noChangeShapeType="1"/>
          </p:cNvSpPr>
          <p:nvPr/>
        </p:nvSpPr>
        <p:spPr bwMode="auto">
          <a:xfrm>
            <a:off x="6156325" y="1628775"/>
            <a:ext cx="576263"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31782" name="Line 6"/>
          <p:cNvSpPr>
            <a:spLocks noChangeShapeType="1"/>
          </p:cNvSpPr>
          <p:nvPr/>
        </p:nvSpPr>
        <p:spPr bwMode="auto">
          <a:xfrm>
            <a:off x="7235825" y="1628775"/>
            <a:ext cx="1368425"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31783" name="Line 7"/>
          <p:cNvSpPr>
            <a:spLocks noChangeShapeType="1"/>
          </p:cNvSpPr>
          <p:nvPr/>
        </p:nvSpPr>
        <p:spPr bwMode="auto">
          <a:xfrm>
            <a:off x="323850" y="1989138"/>
            <a:ext cx="2519363"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0305801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Text Box 2"/>
          <p:cNvSpPr txBox="1">
            <a:spLocks noChangeArrowheads="1"/>
          </p:cNvSpPr>
          <p:nvPr/>
        </p:nvSpPr>
        <p:spPr bwMode="auto">
          <a:xfrm>
            <a:off x="179388" y="1050925"/>
            <a:ext cx="8785225" cy="5883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从队列中取已被访问的、但其左右孩子尚未访问的结点指针</a:t>
            </a:r>
          </a:p>
          <a:p>
            <a:pPr lvl="2">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访问其孩子</a:t>
            </a:r>
          </a:p>
          <a:p>
            <a:pPr lvl="2">
              <a:buClr>
                <a:schemeClr val="bg1"/>
              </a:buClr>
              <a:buFont typeface="Wingdings" charset="2"/>
              <a:buChar char="v"/>
            </a:pPr>
            <a:r>
              <a:rPr kumimoji="1" lang="en-US" altLang="zh-CN" sz="2000" b="1">
                <a:solidFill>
                  <a:srgbClr val="990000"/>
                </a:solidFill>
                <a:latin typeface="Times New Roman" charset="0"/>
              </a:rPr>
              <a:t>while( !QueueEmpty(Q) ){</a:t>
            </a:r>
            <a:r>
              <a:rPr kumimoji="1" lang="en-US" altLang="zh-CN" sz="2000" b="1">
                <a:latin typeface="Times New Roman" charset="0"/>
              </a:rPr>
              <a:t> // </a:t>
            </a:r>
            <a:r>
              <a:rPr kumimoji="1" lang="zh-CN" altLang="en-US" sz="2000" b="1">
                <a:latin typeface="Times New Roman" charset="0"/>
              </a:rPr>
              <a:t>队不为空</a:t>
            </a:r>
            <a:r>
              <a:rPr kumimoji="1" lang="en-US" altLang="zh-CN" sz="2000" b="1">
                <a:latin typeface="Times New Roman" charset="0"/>
              </a:rPr>
              <a:t>,</a:t>
            </a:r>
            <a:r>
              <a:rPr kumimoji="1" lang="zh-CN" altLang="en-US" sz="2000" b="1">
                <a:latin typeface="Times New Roman" charset="0"/>
              </a:rPr>
              <a:t>则尚有未访问其孩子的结点</a:t>
            </a:r>
          </a:p>
          <a:p>
            <a:pPr lvl="3">
              <a:buClr>
                <a:schemeClr val="bg1"/>
              </a:buClr>
              <a:buFont typeface="Wingdings" charset="2"/>
              <a:buChar char="v"/>
            </a:pPr>
            <a:r>
              <a:rPr kumimoji="1" lang="en-US" altLang="zh-CN" sz="2000" b="1">
                <a:latin typeface="Times New Roman" charset="0"/>
              </a:rPr>
              <a:t>// DeQueue( )</a:t>
            </a:r>
            <a:r>
              <a:rPr kumimoji="1" lang="zh-CN" altLang="en-US" sz="2000" b="1">
                <a:latin typeface="Times New Roman" charset="0"/>
              </a:rPr>
              <a:t>为出队函数，它将原队头元素作为返回值返回</a:t>
            </a:r>
          </a:p>
          <a:p>
            <a:pPr lvl="3">
              <a:buClr>
                <a:schemeClr val="bg1"/>
              </a:buClr>
              <a:buFont typeface="Wingdings" charset="2"/>
              <a:buChar char="v"/>
            </a:pPr>
            <a:r>
              <a:rPr kumimoji="1" lang="en-US" altLang="zh-CN" sz="2000" b="1">
                <a:solidFill>
                  <a:srgbClr val="990000"/>
                </a:solidFill>
                <a:latin typeface="Times New Roman" charset="0"/>
              </a:rPr>
              <a:t>p = DeQueue (Q);</a:t>
            </a:r>
          </a:p>
          <a:p>
            <a:pPr lvl="3">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访问左孩子</a:t>
            </a:r>
          </a:p>
          <a:p>
            <a:pPr lvl="3">
              <a:buClr>
                <a:schemeClr val="bg1"/>
              </a:buClr>
              <a:buFont typeface="Wingdings" charset="2"/>
              <a:buChar char="v"/>
            </a:pPr>
            <a:r>
              <a:rPr kumimoji="1" lang="en-US" altLang="zh-CN" sz="2000" b="1">
                <a:solidFill>
                  <a:srgbClr val="990000"/>
                </a:solidFill>
                <a:latin typeface="Times New Roman" charset="0"/>
              </a:rPr>
              <a:t>if ( p-&gt;lchild != NULL ) {</a:t>
            </a:r>
          </a:p>
          <a:p>
            <a:pPr lvl="4">
              <a:buClr>
                <a:schemeClr val="bg1"/>
              </a:buClr>
              <a:buFont typeface="Wingdings" charset="2"/>
              <a:buChar char="v"/>
            </a:pPr>
            <a:r>
              <a:rPr kumimoji="1" lang="en-US" altLang="zh-CN" sz="2000" b="1">
                <a:solidFill>
                  <a:srgbClr val="990000"/>
                </a:solidFill>
                <a:latin typeface="Times New Roman" charset="0"/>
              </a:rPr>
              <a:t>if ( !Visit( p-&gt;lchild -&gt;data ))  	return ERROR; </a:t>
            </a:r>
          </a:p>
          <a:p>
            <a:pPr lvl="4">
              <a:buClr>
                <a:schemeClr val="bg1"/>
              </a:buClr>
              <a:buFont typeface="Wingdings" charset="2"/>
              <a:buChar char="v"/>
            </a:pPr>
            <a:r>
              <a:rPr kumimoji="1" lang="en-US" altLang="zh-CN" sz="2000" b="1">
                <a:solidFill>
                  <a:srgbClr val="990000"/>
                </a:solidFill>
                <a:latin typeface="Times New Roman" charset="0"/>
              </a:rPr>
              <a:t>EnQueue(Q, p-&gt;lchild );</a:t>
            </a:r>
          </a:p>
          <a:p>
            <a:pPr lvl="3">
              <a:buClr>
                <a:schemeClr val="bg1"/>
              </a:buClr>
              <a:buFont typeface="Wingdings" charset="2"/>
              <a:buChar char="v"/>
            </a:pPr>
            <a:r>
              <a:rPr kumimoji="1" lang="en-US" altLang="zh-CN" sz="2000" b="1">
                <a:solidFill>
                  <a:srgbClr val="990000"/>
                </a:solidFill>
                <a:latin typeface="Times New Roman" charset="0"/>
              </a:rPr>
              <a:t>}</a:t>
            </a:r>
          </a:p>
          <a:p>
            <a:pPr lvl="3">
              <a:buClr>
                <a:schemeClr val="bg1"/>
              </a:buClr>
              <a:buFont typeface="Wingdings" charset="2"/>
              <a:buChar char="v"/>
            </a:pPr>
            <a:r>
              <a:rPr kumimoji="1" lang="en-US" altLang="zh-CN" sz="2000" b="1">
                <a:latin typeface="Times New Roman" charset="0"/>
              </a:rPr>
              <a:t>// </a:t>
            </a:r>
            <a:r>
              <a:rPr kumimoji="1" lang="zh-CN" altLang="en-US" sz="2000" b="1">
                <a:latin typeface="Times New Roman" charset="0"/>
              </a:rPr>
              <a:t>访问右孩子</a:t>
            </a:r>
          </a:p>
          <a:p>
            <a:pPr lvl="3">
              <a:buClr>
                <a:schemeClr val="bg1"/>
              </a:buClr>
              <a:buFont typeface="Wingdings" charset="2"/>
              <a:buChar char="v"/>
            </a:pPr>
            <a:r>
              <a:rPr kumimoji="1" lang="en-US" altLang="zh-CN" sz="2000" b="1">
                <a:solidFill>
                  <a:srgbClr val="990000"/>
                </a:solidFill>
                <a:latin typeface="Times New Roman" charset="0"/>
              </a:rPr>
              <a:t>if( p-&gt;rchild != NULL ) {</a:t>
            </a:r>
          </a:p>
          <a:p>
            <a:pPr lvl="4">
              <a:buClr>
                <a:schemeClr val="bg1"/>
              </a:buClr>
              <a:buFont typeface="Wingdings" charset="2"/>
              <a:buChar char="v"/>
            </a:pPr>
            <a:r>
              <a:rPr kumimoji="1" lang="en-US" altLang="zh-CN" sz="2000" b="1">
                <a:solidFill>
                  <a:srgbClr val="990000"/>
                </a:solidFill>
                <a:latin typeface="Times New Roman" charset="0"/>
              </a:rPr>
              <a:t>if ( !Visit( p-&gt;rchild -&gt;data )) 	return ERROR; </a:t>
            </a:r>
          </a:p>
          <a:p>
            <a:pPr lvl="4">
              <a:buClr>
                <a:schemeClr val="bg1"/>
              </a:buClr>
              <a:buFont typeface="Wingdings" charset="2"/>
              <a:buChar char="v"/>
            </a:pPr>
            <a:r>
              <a:rPr kumimoji="1" lang="en-US" altLang="zh-CN" sz="2000" b="1">
                <a:solidFill>
                  <a:srgbClr val="990000"/>
                </a:solidFill>
                <a:latin typeface="Times New Roman" charset="0"/>
              </a:rPr>
              <a:t>EnQueue(Q, p-&gt;rchild );</a:t>
            </a:r>
          </a:p>
          <a:p>
            <a:pPr lvl="3">
              <a:buClr>
                <a:schemeClr val="bg1"/>
              </a:buClr>
              <a:buFont typeface="Wingdings" charset="2"/>
              <a:buChar char="v"/>
            </a:pPr>
            <a:r>
              <a:rPr kumimoji="1" lang="en-US" altLang="zh-CN" sz="2000" b="1">
                <a:solidFill>
                  <a:srgbClr val="990000"/>
                </a:solidFill>
                <a:latin typeface="Times New Roman" charset="0"/>
              </a:rPr>
              <a:t>}</a:t>
            </a:r>
          </a:p>
          <a:p>
            <a:pPr lvl="2">
              <a:buClr>
                <a:schemeClr val="bg1"/>
              </a:buClr>
              <a:buFont typeface="Wingdings" charset="2"/>
              <a:buChar char="v"/>
            </a:pPr>
            <a:r>
              <a:rPr kumimoji="1" lang="en-US" altLang="zh-CN" sz="2000" b="1">
                <a:solidFill>
                  <a:srgbClr val="990000"/>
                </a:solidFill>
                <a:latin typeface="Times New Roman" charset="0"/>
              </a:rPr>
              <a:t>}</a:t>
            </a:r>
          </a:p>
          <a:p>
            <a:pPr lvl="1">
              <a:buClr>
                <a:schemeClr val="bg1"/>
              </a:buClr>
              <a:buFont typeface="Wingdings" charset="2"/>
              <a:buChar char="v"/>
            </a:pPr>
            <a:r>
              <a:rPr kumimoji="1" lang="en-US" altLang="zh-CN" sz="2000" b="1">
                <a:solidFill>
                  <a:srgbClr val="990000"/>
                </a:solidFill>
                <a:latin typeface="Times New Roman" charset="0"/>
              </a:rPr>
              <a:t>}</a:t>
            </a:r>
          </a:p>
          <a:p>
            <a:pPr lvl="1">
              <a:buClr>
                <a:schemeClr val="bg1"/>
              </a:buClr>
              <a:buFont typeface="Wingdings" charset="2"/>
              <a:buChar char="v"/>
            </a:pPr>
            <a:r>
              <a:rPr kumimoji="1" lang="en-US" altLang="zh-CN" sz="2000" b="1">
                <a:solidFill>
                  <a:srgbClr val="990000"/>
                </a:solidFill>
                <a:latin typeface="Times New Roman" charset="0"/>
              </a:rPr>
              <a:t>return OK;</a:t>
            </a:r>
          </a:p>
          <a:p>
            <a:pPr>
              <a:buClr>
                <a:schemeClr val="bg1"/>
              </a:buClr>
              <a:buFont typeface="Wingdings" charset="2"/>
              <a:buChar char="v"/>
            </a:pPr>
            <a:r>
              <a:rPr kumimoji="1" lang="en-US" altLang="zh-CN" sz="2000" b="1">
                <a:solidFill>
                  <a:srgbClr val="990000"/>
                </a:solidFill>
                <a:latin typeface="Times New Roman" charset="0"/>
              </a:rPr>
              <a:t>}</a:t>
            </a:r>
          </a:p>
        </p:txBody>
      </p:sp>
      <p:sp>
        <p:nvSpPr>
          <p:cNvPr id="332803" name="Rectangle 3"/>
          <p:cNvSpPr>
            <a:spLocks noGrp="1" noChangeArrowheads="1"/>
          </p:cNvSpPr>
          <p:nvPr>
            <p:ph type="title"/>
          </p:nvPr>
        </p:nvSpPr>
        <p:spPr>
          <a:xfrm>
            <a:off x="1350963" y="152400"/>
            <a:ext cx="7793037" cy="503238"/>
          </a:xfrm>
        </p:spPr>
        <p:txBody>
          <a:bodyPr/>
          <a:lstStyle/>
          <a:p>
            <a:r>
              <a:rPr lang="zh-CN" altLang="en-US" sz="2400"/>
              <a:t>二叉树的层次遍历</a:t>
            </a:r>
            <a:r>
              <a:rPr lang="en-US" altLang="zh-CN" sz="2400"/>
              <a:t>(2) </a:t>
            </a:r>
          </a:p>
        </p:txBody>
      </p:sp>
    </p:spTree>
    <p:extLst>
      <p:ext uri="{BB962C8B-B14F-4D97-AF65-F5344CB8AC3E}">
        <p14:creationId xmlns:p14="http://schemas.microsoft.com/office/powerpoint/2010/main" val="206112692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zh-CN" altLang="en-US"/>
              <a:t>求二叉树的最大宽度</a:t>
            </a:r>
          </a:p>
        </p:txBody>
      </p:sp>
      <p:sp>
        <p:nvSpPr>
          <p:cNvPr id="363523" name="Rectangle 3"/>
          <p:cNvSpPr>
            <a:spLocks noGrp="1" noChangeArrowheads="1"/>
          </p:cNvSpPr>
          <p:nvPr>
            <p:ph type="body" idx="1"/>
          </p:nvPr>
        </p:nvSpPr>
        <p:spPr>
          <a:xfrm>
            <a:off x="228600" y="1066800"/>
            <a:ext cx="8694738" cy="5253038"/>
          </a:xfrm>
        </p:spPr>
        <p:txBody>
          <a:bodyPr>
            <a:normAutofit fontScale="77500" lnSpcReduction="20000"/>
          </a:bodyPr>
          <a:lstStyle/>
          <a:p>
            <a:pPr>
              <a:spcBef>
                <a:spcPct val="0"/>
              </a:spcBef>
              <a:buClr>
                <a:schemeClr val="bg1"/>
              </a:buClr>
              <a:buFont typeface="Wingdings" charset="2"/>
              <a:buChar char="v"/>
            </a:pPr>
            <a:r>
              <a:rPr kumimoji="1" lang="en-US" altLang="zh-CN" sz="2800" b="1">
                <a:solidFill>
                  <a:srgbClr val="990000"/>
                </a:solidFill>
                <a:latin typeface="Times New Roman" charset="0"/>
              </a:rPr>
              <a:t>int width(BitTree bt)</a:t>
            </a:r>
          </a:p>
          <a:p>
            <a:pPr>
              <a:spcBef>
                <a:spcPct val="0"/>
              </a:spcBef>
              <a:buClr>
                <a:schemeClr val="bg1"/>
              </a:buClr>
              <a:buFont typeface="Wingdings" charset="2"/>
              <a:buChar char="v"/>
            </a:pPr>
            <a:r>
              <a:rPr kumimoji="1" lang="en-US" altLang="zh-CN" sz="2800" b="1">
                <a:solidFill>
                  <a:srgbClr val="990000"/>
                </a:solidFill>
                <a:latin typeface="Times New Roman" charset="0"/>
              </a:rPr>
              <a:t>{ if (bt==null)return 0;</a:t>
            </a:r>
          </a:p>
          <a:p>
            <a:pPr>
              <a:spcBef>
                <a:spcPct val="0"/>
              </a:spcBef>
              <a:buClr>
                <a:schemeClr val="bg1"/>
              </a:buClr>
              <a:buFont typeface="Wingdings" charset="2"/>
              <a:buChar char="v"/>
            </a:pPr>
            <a:r>
              <a:rPr kumimoji="1" lang="en-US" altLang="zh-CN" sz="2800" b="1">
                <a:solidFill>
                  <a:srgbClr val="990000"/>
                </a:solidFill>
                <a:latin typeface="Times New Roman" charset="0"/>
              </a:rPr>
              <a:t>   else {InitQueue (Q); EnQueue(Q,bt);last=1;</a:t>
            </a:r>
          </a:p>
          <a:p>
            <a:pPr>
              <a:spcBef>
                <a:spcPct val="0"/>
              </a:spcBef>
              <a:buClr>
                <a:schemeClr val="bg1"/>
              </a:buClr>
              <a:buFont typeface="Wingdings" charset="2"/>
              <a:buChar char="v"/>
            </a:pPr>
            <a:r>
              <a:rPr kumimoji="1" lang="en-US" altLang="zh-CN" sz="2800" b="1">
                <a:solidFill>
                  <a:srgbClr val="990000"/>
                </a:solidFill>
                <a:latin typeface="Times New Roman" charset="0"/>
              </a:rPr>
              <a:t>          temp=0;maxw=0;</a:t>
            </a:r>
          </a:p>
          <a:p>
            <a:pPr>
              <a:spcBef>
                <a:spcPct val="0"/>
              </a:spcBef>
              <a:buClr>
                <a:schemeClr val="bg1"/>
              </a:buClr>
              <a:buFont typeface="Wingdings" charset="2"/>
              <a:buChar char="v"/>
            </a:pPr>
            <a:r>
              <a:rPr kumimoji="1" lang="en-US" altLang="zh-CN" sz="2800" b="1">
                <a:solidFill>
                  <a:srgbClr val="990000"/>
                </a:solidFill>
                <a:latin typeface="Times New Roman" charset="0"/>
              </a:rPr>
              <a:t>          While(Q.front&lt;last) </a:t>
            </a:r>
          </a:p>
          <a:p>
            <a:pPr>
              <a:spcBef>
                <a:spcPct val="0"/>
              </a:spcBef>
              <a:buClr>
                <a:schemeClr val="bg1"/>
              </a:buClr>
              <a:buFont typeface="Wingdings" charset="2"/>
              <a:buChar char="v"/>
            </a:pPr>
            <a:r>
              <a:rPr kumimoji="1" lang="en-US" altLang="zh-CN" sz="2800" b="1">
                <a:solidFill>
                  <a:srgbClr val="990000"/>
                </a:solidFill>
                <a:latin typeface="Times New Roman" charset="0"/>
              </a:rPr>
              <a:t>          {   DeQueue(Q,P);temp++;</a:t>
            </a:r>
          </a:p>
          <a:p>
            <a:pPr>
              <a:spcBef>
                <a:spcPct val="0"/>
              </a:spcBef>
              <a:buClr>
                <a:schemeClr val="bg1"/>
              </a:buClr>
              <a:buFont typeface="Wingdings" charset="2"/>
              <a:buChar char="v"/>
            </a:pPr>
            <a:r>
              <a:rPr kumimoji="1" lang="en-US" altLang="zh-CN" sz="2800" b="1">
                <a:solidFill>
                  <a:srgbClr val="990000"/>
                </a:solidFill>
                <a:latin typeface="Times New Roman" charset="0"/>
              </a:rPr>
              <a:t>              if(p-&gt;lchild) EnQueue(Q,p-&gt;lchild);</a:t>
            </a:r>
          </a:p>
          <a:p>
            <a:pPr>
              <a:spcBef>
                <a:spcPct val="0"/>
              </a:spcBef>
              <a:buClr>
                <a:schemeClr val="bg1"/>
              </a:buClr>
              <a:buFont typeface="Wingdings" charset="2"/>
              <a:buChar char="v"/>
            </a:pPr>
            <a:r>
              <a:rPr kumimoji="1" lang="en-US" altLang="zh-CN" sz="2800" b="1">
                <a:solidFill>
                  <a:srgbClr val="990000"/>
                </a:solidFill>
                <a:latin typeface="Times New Roman" charset="0"/>
              </a:rPr>
              <a:t>              if(p-&gt;rchild) EnQueue(Q,p-&gt;rchild);</a:t>
            </a:r>
          </a:p>
          <a:p>
            <a:pPr>
              <a:spcBef>
                <a:spcPct val="0"/>
              </a:spcBef>
              <a:buClr>
                <a:schemeClr val="bg1"/>
              </a:buClr>
              <a:buFont typeface="Wingdings" charset="2"/>
              <a:buChar char="v"/>
            </a:pPr>
            <a:r>
              <a:rPr kumimoji="1" lang="en-US" altLang="zh-CN" sz="2800" b="1">
                <a:solidFill>
                  <a:srgbClr val="990000"/>
                </a:solidFill>
                <a:latin typeface="Times New Roman" charset="0"/>
              </a:rPr>
              <a:t>              if(Q.front&gt;=last){  last=rear;  if(temp&gt;maxw)    </a:t>
            </a:r>
          </a:p>
          <a:p>
            <a:pPr>
              <a:spcBef>
                <a:spcPct val="0"/>
              </a:spcBef>
              <a:buClr>
                <a:schemeClr val="bg1"/>
              </a:buClr>
              <a:buFont typeface="Wingdings" charset="2"/>
              <a:buChar char="v"/>
            </a:pPr>
            <a:r>
              <a:rPr kumimoji="1" lang="en-US" altLang="zh-CN" sz="2800" b="1">
                <a:solidFill>
                  <a:srgbClr val="990000"/>
                </a:solidFill>
                <a:latin typeface="Times New Roman" charset="0"/>
              </a:rPr>
              <a:t>                    maxw=temp;temp=0;}//if</a:t>
            </a:r>
          </a:p>
          <a:p>
            <a:pPr>
              <a:spcBef>
                <a:spcPct val="0"/>
              </a:spcBef>
              <a:buClr>
                <a:schemeClr val="bg1"/>
              </a:buClr>
              <a:buFont typeface="Wingdings" charset="2"/>
              <a:buChar char="v"/>
            </a:pPr>
            <a:r>
              <a:rPr kumimoji="1" lang="en-US" altLang="zh-CN" sz="2800" b="1">
                <a:solidFill>
                  <a:srgbClr val="990000"/>
                </a:solidFill>
                <a:latin typeface="Times New Roman" charset="0"/>
              </a:rPr>
              <a:t>           }//while</a:t>
            </a:r>
          </a:p>
          <a:p>
            <a:pPr>
              <a:spcBef>
                <a:spcPct val="0"/>
              </a:spcBef>
              <a:buClr>
                <a:schemeClr val="bg1"/>
              </a:buClr>
              <a:buFont typeface="Wingdings" charset="2"/>
              <a:buChar char="v"/>
            </a:pPr>
            <a:r>
              <a:rPr kumimoji="1" lang="en-US" altLang="zh-CN" sz="2800" b="1">
                <a:solidFill>
                  <a:srgbClr val="990000"/>
                </a:solidFill>
                <a:latin typeface="Times New Roman" charset="0"/>
              </a:rPr>
              <a:t>  return maxw;</a:t>
            </a:r>
          </a:p>
          <a:p>
            <a:pPr>
              <a:spcBef>
                <a:spcPct val="0"/>
              </a:spcBef>
              <a:buClr>
                <a:schemeClr val="bg1"/>
              </a:buClr>
              <a:buFont typeface="Wingdings" charset="2"/>
              <a:buChar char="v"/>
            </a:pPr>
            <a:r>
              <a:rPr kumimoji="1" lang="en-US" altLang="zh-CN" sz="2800" b="1">
                <a:solidFill>
                  <a:srgbClr val="990000"/>
                </a:solidFill>
                <a:latin typeface="Times New Roman" charset="0"/>
              </a:rPr>
              <a:t>}</a:t>
            </a:r>
          </a:p>
        </p:txBody>
      </p:sp>
    </p:spTree>
    <p:extLst>
      <p:ext uri="{BB962C8B-B14F-4D97-AF65-F5344CB8AC3E}">
        <p14:creationId xmlns:p14="http://schemas.microsoft.com/office/powerpoint/2010/main" val="69175380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1447800" y="1371600"/>
            <a:ext cx="6248400" cy="1524000"/>
          </a:xfrm>
          <a:solidFill>
            <a:schemeClr val="accent2">
              <a:alpha val="50000"/>
            </a:schemeClr>
          </a:solidFill>
        </p:spPr>
        <p:txBody>
          <a:bodyPr/>
          <a:lstStyle/>
          <a:p>
            <a:r>
              <a:rPr lang="en-US" altLang="zh-CN" sz="5400" b="0">
                <a:solidFill>
                  <a:srgbClr val="008080"/>
                </a:solidFill>
                <a:latin typeface="Times New Roman" charset="0"/>
                <a:ea typeface="楷体_GB2312" charset="0"/>
              </a:rPr>
              <a:t>6.5</a:t>
            </a:r>
            <a:r>
              <a:rPr lang="en-US" altLang="zh-CN" sz="5400" b="0">
                <a:solidFill>
                  <a:srgbClr val="008080"/>
                </a:solidFill>
                <a:ea typeface="楷体_GB2312" charset="0"/>
              </a:rPr>
              <a:t> </a:t>
            </a:r>
            <a:r>
              <a:rPr lang="zh-CN" altLang="en-US" sz="5400" b="0">
                <a:solidFill>
                  <a:srgbClr val="008080"/>
                </a:solidFill>
                <a:latin typeface="隶书" charset="0"/>
                <a:ea typeface="隶书" charset="0"/>
              </a:rPr>
              <a:t>线索二叉树</a:t>
            </a:r>
            <a:endParaRPr lang="zh-CN" altLang="en-US" sz="7200" b="0">
              <a:solidFill>
                <a:srgbClr val="008080"/>
              </a:solidFill>
              <a:ea typeface="楷体_GB2312" charset="0"/>
            </a:endParaRPr>
          </a:p>
        </p:txBody>
      </p:sp>
      <p:sp>
        <p:nvSpPr>
          <p:cNvPr id="245763" name="Rectangle 3"/>
          <p:cNvSpPr>
            <a:spLocks noGrp="1" noChangeArrowheads="1"/>
          </p:cNvSpPr>
          <p:nvPr>
            <p:ph type="body" idx="1"/>
          </p:nvPr>
        </p:nvSpPr>
        <p:spPr>
          <a:xfrm>
            <a:off x="609600" y="2895600"/>
            <a:ext cx="7772400" cy="3200400"/>
          </a:xfrm>
          <a:ln/>
          <a:extLst>
            <a:ext uri="{91240B29-F687-4F45-9708-019B960494DF}">
              <a14:hiddenLine xmlns:a14="http://schemas.microsoft.com/office/drawing/2010/main" w="9525">
                <a:solidFill>
                  <a:srgbClr val="006666"/>
                </a:solidFill>
                <a:miter lim="800000"/>
                <a:headEnd/>
                <a:tailEnd/>
              </a14:hiddenLine>
            </a:ext>
          </a:extLst>
        </p:spPr>
        <p:txBody>
          <a:bodyPr>
            <a:normAutofit fontScale="92500" lnSpcReduction="10000"/>
          </a:bodyPr>
          <a:lstStyle/>
          <a:p>
            <a:pPr>
              <a:lnSpc>
                <a:spcPct val="125000"/>
              </a:lnSpc>
            </a:pPr>
            <a:r>
              <a:rPr lang="en-US" altLang="zh-CN"/>
              <a:t>       </a:t>
            </a:r>
            <a:r>
              <a:rPr lang="zh-CN" altLang="en-US" sz="5400" b="1">
                <a:solidFill>
                  <a:srgbClr val="006666"/>
                </a:solidFill>
                <a:latin typeface="楷体_GB2312" charset="0"/>
                <a:ea typeface="楷体_GB2312" charset="0"/>
              </a:rPr>
              <a:t>何谓线索二叉树？</a:t>
            </a:r>
          </a:p>
          <a:p>
            <a:pPr>
              <a:lnSpc>
                <a:spcPct val="125000"/>
              </a:lnSpc>
            </a:pPr>
            <a:r>
              <a:rPr lang="zh-CN" altLang="en-US" sz="5400" b="1">
                <a:solidFill>
                  <a:srgbClr val="006666"/>
                </a:solidFill>
                <a:latin typeface="楷体_GB2312" charset="0"/>
                <a:ea typeface="楷体_GB2312" charset="0"/>
              </a:rPr>
              <a:t>  线索链表的遍历算法</a:t>
            </a:r>
          </a:p>
          <a:p>
            <a:pPr>
              <a:lnSpc>
                <a:spcPct val="125000"/>
              </a:lnSpc>
            </a:pPr>
            <a:r>
              <a:rPr lang="zh-CN" altLang="en-US" sz="5400" b="1">
                <a:solidFill>
                  <a:srgbClr val="006666"/>
                </a:solidFill>
                <a:latin typeface="楷体_GB2312" charset="0"/>
                <a:ea typeface="楷体_GB2312" charset="0"/>
              </a:rPr>
              <a:t>  如何建立线索链表？</a:t>
            </a:r>
            <a:endParaRPr lang="zh-CN" altLang="en-US">
              <a:solidFill>
                <a:srgbClr val="006666"/>
              </a:solidFill>
            </a:endParaRPr>
          </a:p>
        </p:txBody>
      </p:sp>
      <p:pic>
        <p:nvPicPr>
          <p:cNvPr id="245764" name="Picture 4" descr="Metallic Orb">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35052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245765" name="Picture 5" descr="Metallic Orb">
            <a:hlinkClick r:id="rId3"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47244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245766" name="Picture 6" descr="Metallic Orb">
            <a:hlinkClick r:id="rId4"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5867400"/>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701284"/>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533400" y="152400"/>
            <a:ext cx="7848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r>
              <a:rPr kumimoji="1" lang="zh-CN" altLang="en-US" sz="4800" b="1">
                <a:solidFill>
                  <a:srgbClr val="000099"/>
                </a:solidFill>
                <a:latin typeface="Times New Roman" charset="0"/>
              </a:rPr>
              <a:t>一、</a:t>
            </a:r>
            <a:r>
              <a:rPr kumimoji="1" lang="zh-CN" altLang="en-US" sz="4800" b="1">
                <a:solidFill>
                  <a:srgbClr val="000099"/>
                </a:solidFill>
                <a:latin typeface="Times New Roman" charset="0"/>
                <a:ea typeface="楷体_GB2312" charset="0"/>
              </a:rPr>
              <a:t>何谓线索二叉树？</a:t>
            </a:r>
            <a:endParaRPr kumimoji="1" lang="zh-CN" altLang="en-US" sz="4800" b="1">
              <a:solidFill>
                <a:srgbClr val="0000CC"/>
              </a:solidFill>
              <a:latin typeface="Times New Roman" charset="0"/>
            </a:endParaRPr>
          </a:p>
        </p:txBody>
      </p:sp>
      <p:sp>
        <p:nvSpPr>
          <p:cNvPr id="246787" name="Text Box 3"/>
          <p:cNvSpPr txBox="1">
            <a:spLocks noChangeArrowheads="1"/>
          </p:cNvSpPr>
          <p:nvPr/>
        </p:nvSpPr>
        <p:spPr bwMode="auto">
          <a:xfrm>
            <a:off x="0" y="1143000"/>
            <a:ext cx="84582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20000"/>
              </a:lnSpc>
            </a:pPr>
            <a:r>
              <a:rPr kumimoji="1" lang="zh-CN" altLang="en-US" sz="3600">
                <a:solidFill>
                  <a:srgbClr val="000099"/>
                </a:solidFill>
                <a:latin typeface="Times New Roman" charset="0"/>
                <a:ea typeface="楷体_GB2312" charset="0"/>
              </a:rPr>
              <a:t>遍历二叉树的结果是，</a:t>
            </a:r>
          </a:p>
          <a:p>
            <a:pPr lvl="2">
              <a:lnSpc>
                <a:spcPct val="120000"/>
              </a:lnSpc>
            </a:pPr>
            <a:r>
              <a:rPr kumimoji="1" lang="zh-CN" altLang="en-US" sz="3600">
                <a:solidFill>
                  <a:srgbClr val="000099"/>
                </a:solidFill>
                <a:latin typeface="Times New Roman" charset="0"/>
                <a:ea typeface="楷体_GB2312" charset="0"/>
              </a:rPr>
              <a:t>      求得结点的一个线性序列。</a:t>
            </a:r>
            <a:endParaRPr kumimoji="1" lang="zh-CN" altLang="en-US" sz="4000">
              <a:latin typeface="Times New Roman" charset="0"/>
            </a:endParaRPr>
          </a:p>
        </p:txBody>
      </p:sp>
      <p:sp>
        <p:nvSpPr>
          <p:cNvPr id="246788" name="Oval 4"/>
          <p:cNvSpPr>
            <a:spLocks noChangeArrowheads="1"/>
          </p:cNvSpPr>
          <p:nvPr/>
        </p:nvSpPr>
        <p:spPr bwMode="auto">
          <a:xfrm>
            <a:off x="2362200" y="3048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FF0000"/>
                </a:solidFill>
                <a:latin typeface="Times New Roman" charset="0"/>
              </a:rPr>
              <a:t>A</a:t>
            </a:r>
            <a:endParaRPr kumimoji="1" lang="en-US" altLang="zh-CN" sz="2400">
              <a:latin typeface="Times New Roman" charset="0"/>
            </a:endParaRPr>
          </a:p>
        </p:txBody>
      </p:sp>
      <p:sp>
        <p:nvSpPr>
          <p:cNvPr id="246789" name="Oval 5"/>
          <p:cNvSpPr>
            <a:spLocks noChangeArrowheads="1"/>
          </p:cNvSpPr>
          <p:nvPr/>
        </p:nvSpPr>
        <p:spPr bwMode="auto">
          <a:xfrm>
            <a:off x="152400" y="3810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B</a:t>
            </a:r>
            <a:endParaRPr kumimoji="1" lang="en-US" altLang="zh-CN" sz="2400">
              <a:latin typeface="Times New Roman" charset="0"/>
            </a:endParaRPr>
          </a:p>
        </p:txBody>
      </p:sp>
      <p:sp>
        <p:nvSpPr>
          <p:cNvPr id="246790" name="Oval 6"/>
          <p:cNvSpPr>
            <a:spLocks noChangeArrowheads="1"/>
          </p:cNvSpPr>
          <p:nvPr/>
        </p:nvSpPr>
        <p:spPr bwMode="auto">
          <a:xfrm>
            <a:off x="1600200" y="4572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C</a:t>
            </a:r>
            <a:endParaRPr kumimoji="1" lang="en-US" altLang="zh-CN" sz="2400">
              <a:latin typeface="Times New Roman" charset="0"/>
            </a:endParaRPr>
          </a:p>
        </p:txBody>
      </p:sp>
      <p:sp>
        <p:nvSpPr>
          <p:cNvPr id="246791" name="Oval 7"/>
          <p:cNvSpPr>
            <a:spLocks noChangeArrowheads="1"/>
          </p:cNvSpPr>
          <p:nvPr/>
        </p:nvSpPr>
        <p:spPr bwMode="auto">
          <a:xfrm>
            <a:off x="914400" y="54102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chemeClr val="bg2"/>
                </a:solidFill>
                <a:latin typeface="Times New Roman" charset="0"/>
              </a:rPr>
              <a:t>D</a:t>
            </a:r>
            <a:endParaRPr kumimoji="1" lang="en-US" altLang="zh-CN" sz="2400">
              <a:latin typeface="Times New Roman" charset="0"/>
            </a:endParaRPr>
          </a:p>
        </p:txBody>
      </p:sp>
      <p:sp>
        <p:nvSpPr>
          <p:cNvPr id="246792" name="Oval 8"/>
          <p:cNvSpPr>
            <a:spLocks noChangeArrowheads="1"/>
          </p:cNvSpPr>
          <p:nvPr/>
        </p:nvSpPr>
        <p:spPr bwMode="auto">
          <a:xfrm>
            <a:off x="3886200" y="3810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E</a:t>
            </a:r>
            <a:endParaRPr kumimoji="1" lang="en-US" altLang="zh-CN" sz="2400">
              <a:latin typeface="Times New Roman" charset="0"/>
            </a:endParaRPr>
          </a:p>
        </p:txBody>
      </p:sp>
      <p:sp>
        <p:nvSpPr>
          <p:cNvPr id="246793" name="Oval 9"/>
          <p:cNvSpPr>
            <a:spLocks noChangeArrowheads="1"/>
          </p:cNvSpPr>
          <p:nvPr/>
        </p:nvSpPr>
        <p:spPr bwMode="auto">
          <a:xfrm>
            <a:off x="3200400" y="4572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F</a:t>
            </a:r>
            <a:endParaRPr kumimoji="1" lang="en-US" altLang="zh-CN" sz="2400">
              <a:latin typeface="Times New Roman" charset="0"/>
            </a:endParaRPr>
          </a:p>
        </p:txBody>
      </p:sp>
      <p:sp>
        <p:nvSpPr>
          <p:cNvPr id="246794" name="Oval 10"/>
          <p:cNvSpPr>
            <a:spLocks noChangeArrowheads="1"/>
          </p:cNvSpPr>
          <p:nvPr/>
        </p:nvSpPr>
        <p:spPr bwMode="auto">
          <a:xfrm>
            <a:off x="2514600" y="53340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G</a:t>
            </a:r>
            <a:endParaRPr kumimoji="1" lang="en-US" altLang="zh-CN" sz="2400">
              <a:latin typeface="Times New Roman" charset="0"/>
            </a:endParaRPr>
          </a:p>
        </p:txBody>
      </p:sp>
      <p:sp>
        <p:nvSpPr>
          <p:cNvPr id="246795" name="Oval 11"/>
          <p:cNvSpPr>
            <a:spLocks noChangeArrowheads="1"/>
          </p:cNvSpPr>
          <p:nvPr/>
        </p:nvSpPr>
        <p:spPr bwMode="auto">
          <a:xfrm>
            <a:off x="1981200" y="61722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H</a:t>
            </a:r>
            <a:endParaRPr kumimoji="1" lang="en-US" altLang="zh-CN" sz="2400">
              <a:latin typeface="Times New Roman" charset="0"/>
            </a:endParaRPr>
          </a:p>
        </p:txBody>
      </p:sp>
      <p:sp>
        <p:nvSpPr>
          <p:cNvPr id="246796" name="Oval 12"/>
          <p:cNvSpPr>
            <a:spLocks noChangeArrowheads="1"/>
          </p:cNvSpPr>
          <p:nvPr/>
        </p:nvSpPr>
        <p:spPr bwMode="auto">
          <a:xfrm>
            <a:off x="3048000" y="6172200"/>
            <a:ext cx="457200" cy="381000"/>
          </a:xfrm>
          <a:prstGeom prst="ellipse">
            <a:avLst/>
          </a:prstGeom>
          <a:solidFill>
            <a:srgbClr val="FFFFD9"/>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333399"/>
                </a:solidFill>
                <a:latin typeface="Times New Roman" charset="0"/>
              </a:rPr>
              <a:t>K</a:t>
            </a:r>
            <a:endParaRPr kumimoji="1" lang="en-US" altLang="zh-CN" sz="2400">
              <a:latin typeface="Times New Roman" charset="0"/>
            </a:endParaRPr>
          </a:p>
        </p:txBody>
      </p:sp>
      <p:sp>
        <p:nvSpPr>
          <p:cNvPr id="246797" name="Line 13"/>
          <p:cNvSpPr>
            <a:spLocks noChangeShapeType="1"/>
          </p:cNvSpPr>
          <p:nvPr/>
        </p:nvSpPr>
        <p:spPr bwMode="auto">
          <a:xfrm flipH="1">
            <a:off x="381000" y="3276600"/>
            <a:ext cx="19812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798" name="Line 14"/>
          <p:cNvSpPr>
            <a:spLocks noChangeShapeType="1"/>
          </p:cNvSpPr>
          <p:nvPr/>
        </p:nvSpPr>
        <p:spPr bwMode="auto">
          <a:xfrm>
            <a:off x="609600" y="3962400"/>
            <a:ext cx="1219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799" name="Line 15"/>
          <p:cNvSpPr>
            <a:spLocks noChangeShapeType="1"/>
          </p:cNvSpPr>
          <p:nvPr/>
        </p:nvSpPr>
        <p:spPr bwMode="auto">
          <a:xfrm flipH="1">
            <a:off x="1143000" y="4724400"/>
            <a:ext cx="4572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800" name="Line 16"/>
          <p:cNvSpPr>
            <a:spLocks noChangeShapeType="1"/>
          </p:cNvSpPr>
          <p:nvPr/>
        </p:nvSpPr>
        <p:spPr bwMode="auto">
          <a:xfrm>
            <a:off x="2819400" y="3276600"/>
            <a:ext cx="12954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801" name="Line 17"/>
          <p:cNvSpPr>
            <a:spLocks noChangeShapeType="1"/>
          </p:cNvSpPr>
          <p:nvPr/>
        </p:nvSpPr>
        <p:spPr bwMode="auto">
          <a:xfrm flipH="1">
            <a:off x="3429000" y="4114800"/>
            <a:ext cx="4572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802" name="Line 18"/>
          <p:cNvSpPr>
            <a:spLocks noChangeShapeType="1"/>
          </p:cNvSpPr>
          <p:nvPr/>
        </p:nvSpPr>
        <p:spPr bwMode="auto">
          <a:xfrm flipH="1">
            <a:off x="2743200" y="4724400"/>
            <a:ext cx="457200" cy="6096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803" name="Line 19"/>
          <p:cNvSpPr>
            <a:spLocks noChangeShapeType="1"/>
          </p:cNvSpPr>
          <p:nvPr/>
        </p:nvSpPr>
        <p:spPr bwMode="auto">
          <a:xfrm flipH="1">
            <a:off x="2209800" y="5486400"/>
            <a:ext cx="3048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804" name="Line 20"/>
          <p:cNvSpPr>
            <a:spLocks noChangeShapeType="1"/>
          </p:cNvSpPr>
          <p:nvPr/>
        </p:nvSpPr>
        <p:spPr bwMode="auto">
          <a:xfrm>
            <a:off x="2971800" y="5486400"/>
            <a:ext cx="3048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6805" name="Text Box 21"/>
          <p:cNvSpPr txBox="1">
            <a:spLocks noChangeArrowheads="1"/>
          </p:cNvSpPr>
          <p:nvPr/>
        </p:nvSpPr>
        <p:spPr bwMode="auto">
          <a:xfrm>
            <a:off x="4327525" y="24828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800000"/>
                </a:solidFill>
                <a:latin typeface="隶书" charset="0"/>
                <a:ea typeface="隶书" charset="0"/>
              </a:rPr>
              <a:t>例如</a:t>
            </a:r>
            <a:r>
              <a:rPr kumimoji="1" lang="en-US" altLang="zh-CN" sz="3600">
                <a:solidFill>
                  <a:srgbClr val="800000"/>
                </a:solidFill>
                <a:latin typeface="隶书" charset="0"/>
                <a:ea typeface="隶书" charset="0"/>
              </a:rPr>
              <a:t>:</a:t>
            </a:r>
            <a:endParaRPr kumimoji="1" lang="en-US" altLang="zh-CN" sz="2400">
              <a:latin typeface="Times New Roman" charset="0"/>
            </a:endParaRPr>
          </a:p>
        </p:txBody>
      </p:sp>
      <p:sp>
        <p:nvSpPr>
          <p:cNvPr id="246806" name="Text Box 22"/>
          <p:cNvSpPr txBox="1">
            <a:spLocks noChangeArrowheads="1"/>
          </p:cNvSpPr>
          <p:nvPr/>
        </p:nvSpPr>
        <p:spPr bwMode="auto">
          <a:xfrm>
            <a:off x="4540250" y="3048000"/>
            <a:ext cx="43497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800000"/>
                </a:solidFill>
                <a:latin typeface="楷体_GB2312" charset="0"/>
                <a:ea typeface="楷体_GB2312" charset="0"/>
              </a:rPr>
              <a:t>先序</a:t>
            </a:r>
            <a:r>
              <a:rPr kumimoji="1" lang="zh-CN" altLang="en-US" sz="3600">
                <a:solidFill>
                  <a:srgbClr val="800000"/>
                </a:solidFill>
                <a:latin typeface="楷体_GB2312" charset="0"/>
                <a:ea typeface="楷体_GB2312" charset="0"/>
              </a:rPr>
              <a:t>序列</a:t>
            </a:r>
            <a:r>
              <a:rPr kumimoji="1" lang="en-US" altLang="zh-CN" sz="3600">
                <a:solidFill>
                  <a:srgbClr val="800000"/>
                </a:solidFill>
                <a:latin typeface="楷体_GB2312" charset="0"/>
                <a:ea typeface="楷体_GB2312" charset="0"/>
              </a:rPr>
              <a:t>:</a:t>
            </a:r>
          </a:p>
          <a:p>
            <a:r>
              <a:rPr kumimoji="1" lang="en-US" altLang="zh-CN" sz="3600">
                <a:solidFill>
                  <a:srgbClr val="800000"/>
                </a:solidFill>
                <a:latin typeface="楷体_GB2312" charset="0"/>
                <a:ea typeface="楷体_GB2312" charset="0"/>
              </a:rPr>
              <a:t>  </a:t>
            </a:r>
            <a:r>
              <a:rPr kumimoji="1" lang="en-US" altLang="zh-CN" sz="3600">
                <a:solidFill>
                  <a:srgbClr val="800000"/>
                </a:solidFill>
                <a:latin typeface="Times New Roman" charset="0"/>
                <a:ea typeface="楷体_GB2312" charset="0"/>
              </a:rPr>
              <a:t>A B C D E F G H K</a:t>
            </a:r>
            <a:endParaRPr kumimoji="1" lang="en-US" altLang="zh-CN" sz="2400">
              <a:latin typeface="Times New Roman" charset="0"/>
            </a:endParaRPr>
          </a:p>
        </p:txBody>
      </p:sp>
      <p:sp>
        <p:nvSpPr>
          <p:cNvPr id="246807" name="Text Box 23"/>
          <p:cNvSpPr txBox="1">
            <a:spLocks noChangeArrowheads="1"/>
          </p:cNvSpPr>
          <p:nvPr/>
        </p:nvSpPr>
        <p:spPr bwMode="auto">
          <a:xfrm>
            <a:off x="4565650" y="4219575"/>
            <a:ext cx="43497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800000"/>
                </a:solidFill>
                <a:latin typeface="楷体_GB2312" charset="0"/>
                <a:ea typeface="楷体_GB2312" charset="0"/>
              </a:rPr>
              <a:t>中序</a:t>
            </a:r>
            <a:r>
              <a:rPr kumimoji="1" lang="zh-CN" altLang="en-US" sz="3600">
                <a:solidFill>
                  <a:srgbClr val="800000"/>
                </a:solidFill>
                <a:latin typeface="楷体_GB2312" charset="0"/>
                <a:ea typeface="楷体_GB2312" charset="0"/>
              </a:rPr>
              <a:t>序列</a:t>
            </a:r>
            <a:r>
              <a:rPr kumimoji="1" lang="en-US" altLang="zh-CN" sz="3600">
                <a:solidFill>
                  <a:srgbClr val="800000"/>
                </a:solidFill>
                <a:latin typeface="楷体_GB2312" charset="0"/>
                <a:ea typeface="楷体_GB2312" charset="0"/>
              </a:rPr>
              <a:t>:</a:t>
            </a:r>
          </a:p>
          <a:p>
            <a:r>
              <a:rPr kumimoji="1" lang="en-US" altLang="zh-CN" sz="3600">
                <a:solidFill>
                  <a:srgbClr val="800000"/>
                </a:solidFill>
                <a:latin typeface="楷体_GB2312" charset="0"/>
                <a:ea typeface="楷体_GB2312" charset="0"/>
              </a:rPr>
              <a:t>  </a:t>
            </a:r>
            <a:r>
              <a:rPr kumimoji="1" lang="en-US" altLang="zh-CN" sz="3600">
                <a:solidFill>
                  <a:srgbClr val="800000"/>
                </a:solidFill>
                <a:latin typeface="Times New Roman" charset="0"/>
                <a:ea typeface="楷体_GB2312" charset="0"/>
              </a:rPr>
              <a:t>B D C A H G K F E</a:t>
            </a:r>
            <a:endParaRPr kumimoji="1" lang="en-US" altLang="zh-CN" sz="2400">
              <a:latin typeface="Times New Roman" charset="0"/>
            </a:endParaRPr>
          </a:p>
        </p:txBody>
      </p:sp>
      <p:sp>
        <p:nvSpPr>
          <p:cNvPr id="246808" name="Text Box 24"/>
          <p:cNvSpPr txBox="1">
            <a:spLocks noChangeArrowheads="1"/>
          </p:cNvSpPr>
          <p:nvPr/>
        </p:nvSpPr>
        <p:spPr bwMode="auto">
          <a:xfrm>
            <a:off x="4572000" y="5438775"/>
            <a:ext cx="43497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800000"/>
                </a:solidFill>
                <a:latin typeface="楷体_GB2312" charset="0"/>
                <a:ea typeface="楷体_GB2312" charset="0"/>
              </a:rPr>
              <a:t>后序</a:t>
            </a:r>
            <a:r>
              <a:rPr kumimoji="1" lang="zh-CN" altLang="en-US" sz="3600">
                <a:solidFill>
                  <a:srgbClr val="800000"/>
                </a:solidFill>
                <a:latin typeface="楷体_GB2312" charset="0"/>
                <a:ea typeface="楷体_GB2312" charset="0"/>
              </a:rPr>
              <a:t>序列</a:t>
            </a:r>
            <a:r>
              <a:rPr kumimoji="1" lang="en-US" altLang="zh-CN" sz="3600">
                <a:solidFill>
                  <a:srgbClr val="800000"/>
                </a:solidFill>
                <a:latin typeface="楷体_GB2312" charset="0"/>
                <a:ea typeface="楷体_GB2312" charset="0"/>
              </a:rPr>
              <a:t>:</a:t>
            </a:r>
          </a:p>
          <a:p>
            <a:r>
              <a:rPr kumimoji="1" lang="en-US" altLang="zh-CN" sz="3600">
                <a:solidFill>
                  <a:srgbClr val="800000"/>
                </a:solidFill>
                <a:latin typeface="楷体_GB2312" charset="0"/>
                <a:ea typeface="楷体_GB2312" charset="0"/>
              </a:rPr>
              <a:t>  </a:t>
            </a:r>
            <a:r>
              <a:rPr kumimoji="1" lang="en-US" altLang="zh-CN" sz="3600">
                <a:solidFill>
                  <a:srgbClr val="800000"/>
                </a:solidFill>
                <a:latin typeface="Times New Roman" charset="0"/>
                <a:ea typeface="楷体_GB2312" charset="0"/>
              </a:rPr>
              <a:t>D C B H K G F E A</a:t>
            </a:r>
          </a:p>
        </p:txBody>
      </p:sp>
    </p:spTree>
    <p:extLst>
      <p:ext uri="{BB962C8B-B14F-4D97-AF65-F5344CB8AC3E}">
        <p14:creationId xmlns:p14="http://schemas.microsoft.com/office/powerpoint/2010/main" val="16243534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787"/>
                                        </p:tgtEl>
                                        <p:attrNameLst>
                                          <p:attrName>style.visibility</p:attrName>
                                        </p:attrNameLst>
                                      </p:cBhvr>
                                      <p:to>
                                        <p:strVal val="visible"/>
                                      </p:to>
                                    </p:set>
                                    <p:animEffect transition="in" filter="wipe(left)">
                                      <p:cBhvr>
                                        <p:cTn id="7" dur="500"/>
                                        <p:tgtEl>
                                          <p:spTgt spid="2467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46805"/>
                                        </p:tgtEl>
                                        <p:attrNameLst>
                                          <p:attrName>style.visibility</p:attrName>
                                        </p:attrNameLst>
                                      </p:cBhvr>
                                      <p:to>
                                        <p:strVal val="visible"/>
                                      </p:to>
                                    </p:set>
                                    <p:anim calcmode="lin" valueType="num">
                                      <p:cBhvr additive="base">
                                        <p:cTn id="12" dur="500" fill="hold"/>
                                        <p:tgtEl>
                                          <p:spTgt spid="246805"/>
                                        </p:tgtEl>
                                        <p:attrNameLst>
                                          <p:attrName>ppt_x</p:attrName>
                                        </p:attrNameLst>
                                      </p:cBhvr>
                                      <p:tavLst>
                                        <p:tav tm="0">
                                          <p:val>
                                            <p:strVal val="0-#ppt_w/2"/>
                                          </p:val>
                                        </p:tav>
                                        <p:tav tm="100000">
                                          <p:val>
                                            <p:strVal val="#ppt_x"/>
                                          </p:val>
                                        </p:tav>
                                      </p:tavLst>
                                    </p:anim>
                                    <p:anim calcmode="lin" valueType="num">
                                      <p:cBhvr additive="base">
                                        <p:cTn id="13" dur="500" fill="hold"/>
                                        <p:tgtEl>
                                          <p:spTgt spid="24680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246788"/>
                                        </p:tgtEl>
                                        <p:attrNameLst>
                                          <p:attrName>style.visibility</p:attrName>
                                        </p:attrNameLst>
                                      </p:cBhvr>
                                      <p:to>
                                        <p:strVal val="visible"/>
                                      </p:to>
                                    </p:set>
                                    <p:animEffect transition="in" filter="dissolve">
                                      <p:cBhvr>
                                        <p:cTn id="17" dur="500"/>
                                        <p:tgtEl>
                                          <p:spTgt spid="246788"/>
                                        </p:tgtEl>
                                      </p:cBhvr>
                                    </p:animEffect>
                                  </p:childTnLst>
                                </p:cTn>
                              </p:par>
                            </p:childTnLst>
                          </p:cTn>
                        </p:par>
                        <p:par>
                          <p:cTn id="18" fill="hold" nodeType="afterGroup">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246789"/>
                                        </p:tgtEl>
                                        <p:attrNameLst>
                                          <p:attrName>style.visibility</p:attrName>
                                        </p:attrNameLst>
                                      </p:cBhvr>
                                      <p:to>
                                        <p:strVal val="visible"/>
                                      </p:to>
                                    </p:set>
                                    <p:animEffect transition="in" filter="dissolve">
                                      <p:cBhvr>
                                        <p:cTn id="21" dur="500"/>
                                        <p:tgtEl>
                                          <p:spTgt spid="246789"/>
                                        </p:tgtEl>
                                      </p:cBhvr>
                                    </p:animEffect>
                                  </p:childTnLst>
                                </p:cTn>
                              </p:par>
                            </p:childTnLst>
                          </p:cTn>
                        </p:par>
                        <p:par>
                          <p:cTn id="22" fill="hold" nodeType="afterGroup">
                            <p:stCondLst>
                              <p:cond delay="1500"/>
                            </p:stCondLst>
                            <p:childTnLst>
                              <p:par>
                                <p:cTn id="23" presetID="9" presetClass="entr" presetSubtype="0" fill="hold" grpId="0" nodeType="afterEffect">
                                  <p:stCondLst>
                                    <p:cond delay="0"/>
                                  </p:stCondLst>
                                  <p:childTnLst>
                                    <p:set>
                                      <p:cBhvr>
                                        <p:cTn id="24" dur="1" fill="hold">
                                          <p:stCondLst>
                                            <p:cond delay="0"/>
                                          </p:stCondLst>
                                        </p:cTn>
                                        <p:tgtEl>
                                          <p:spTgt spid="246790"/>
                                        </p:tgtEl>
                                        <p:attrNameLst>
                                          <p:attrName>style.visibility</p:attrName>
                                        </p:attrNameLst>
                                      </p:cBhvr>
                                      <p:to>
                                        <p:strVal val="visible"/>
                                      </p:to>
                                    </p:set>
                                    <p:animEffect transition="in" filter="dissolve">
                                      <p:cBhvr>
                                        <p:cTn id="25" dur="500"/>
                                        <p:tgtEl>
                                          <p:spTgt spid="246790"/>
                                        </p:tgtEl>
                                      </p:cBhvr>
                                    </p:animEffect>
                                  </p:childTnLst>
                                </p:cTn>
                              </p:par>
                            </p:childTnLst>
                          </p:cTn>
                        </p:par>
                        <p:par>
                          <p:cTn id="26" fill="hold" nodeType="afterGroup">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246791"/>
                                        </p:tgtEl>
                                        <p:attrNameLst>
                                          <p:attrName>style.visibility</p:attrName>
                                        </p:attrNameLst>
                                      </p:cBhvr>
                                      <p:to>
                                        <p:strVal val="visible"/>
                                      </p:to>
                                    </p:set>
                                    <p:animEffect transition="in" filter="dissolve">
                                      <p:cBhvr>
                                        <p:cTn id="29" dur="500"/>
                                        <p:tgtEl>
                                          <p:spTgt spid="246791"/>
                                        </p:tgtEl>
                                      </p:cBhvr>
                                    </p:animEffect>
                                  </p:childTnLst>
                                </p:cTn>
                              </p:par>
                            </p:childTnLst>
                          </p:cTn>
                        </p:par>
                        <p:par>
                          <p:cTn id="30" fill="hold" nodeType="afterGroup">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246792"/>
                                        </p:tgtEl>
                                        <p:attrNameLst>
                                          <p:attrName>style.visibility</p:attrName>
                                        </p:attrNameLst>
                                      </p:cBhvr>
                                      <p:to>
                                        <p:strVal val="visible"/>
                                      </p:to>
                                    </p:set>
                                    <p:animEffect transition="in" filter="dissolve">
                                      <p:cBhvr>
                                        <p:cTn id="33" dur="500"/>
                                        <p:tgtEl>
                                          <p:spTgt spid="246792"/>
                                        </p:tgtEl>
                                      </p:cBhvr>
                                    </p:animEffect>
                                  </p:childTnLst>
                                </p:cTn>
                              </p:par>
                            </p:childTnLst>
                          </p:cTn>
                        </p:par>
                        <p:par>
                          <p:cTn id="34" fill="hold" nodeType="afterGroup">
                            <p:stCondLst>
                              <p:cond delay="3000"/>
                            </p:stCondLst>
                            <p:childTnLst>
                              <p:par>
                                <p:cTn id="35" presetID="9" presetClass="entr" presetSubtype="0" fill="hold" grpId="0" nodeType="afterEffect">
                                  <p:stCondLst>
                                    <p:cond delay="0"/>
                                  </p:stCondLst>
                                  <p:childTnLst>
                                    <p:set>
                                      <p:cBhvr>
                                        <p:cTn id="36" dur="1" fill="hold">
                                          <p:stCondLst>
                                            <p:cond delay="0"/>
                                          </p:stCondLst>
                                        </p:cTn>
                                        <p:tgtEl>
                                          <p:spTgt spid="246793"/>
                                        </p:tgtEl>
                                        <p:attrNameLst>
                                          <p:attrName>style.visibility</p:attrName>
                                        </p:attrNameLst>
                                      </p:cBhvr>
                                      <p:to>
                                        <p:strVal val="visible"/>
                                      </p:to>
                                    </p:set>
                                    <p:animEffect transition="in" filter="dissolve">
                                      <p:cBhvr>
                                        <p:cTn id="37" dur="500"/>
                                        <p:tgtEl>
                                          <p:spTgt spid="246793"/>
                                        </p:tgtEl>
                                      </p:cBhvr>
                                    </p:animEffect>
                                  </p:childTnLst>
                                </p:cTn>
                              </p:par>
                            </p:childTnLst>
                          </p:cTn>
                        </p:par>
                        <p:par>
                          <p:cTn id="38" fill="hold" nodeType="afterGroup">
                            <p:stCondLst>
                              <p:cond delay="3500"/>
                            </p:stCondLst>
                            <p:childTnLst>
                              <p:par>
                                <p:cTn id="39" presetID="9" presetClass="entr" presetSubtype="0" fill="hold" grpId="0" nodeType="afterEffect">
                                  <p:stCondLst>
                                    <p:cond delay="0"/>
                                  </p:stCondLst>
                                  <p:childTnLst>
                                    <p:set>
                                      <p:cBhvr>
                                        <p:cTn id="40" dur="1" fill="hold">
                                          <p:stCondLst>
                                            <p:cond delay="0"/>
                                          </p:stCondLst>
                                        </p:cTn>
                                        <p:tgtEl>
                                          <p:spTgt spid="246794"/>
                                        </p:tgtEl>
                                        <p:attrNameLst>
                                          <p:attrName>style.visibility</p:attrName>
                                        </p:attrNameLst>
                                      </p:cBhvr>
                                      <p:to>
                                        <p:strVal val="visible"/>
                                      </p:to>
                                    </p:set>
                                    <p:animEffect transition="in" filter="dissolve">
                                      <p:cBhvr>
                                        <p:cTn id="41" dur="500"/>
                                        <p:tgtEl>
                                          <p:spTgt spid="246794"/>
                                        </p:tgtEl>
                                      </p:cBhvr>
                                    </p:animEffect>
                                  </p:childTnLst>
                                </p:cTn>
                              </p:par>
                            </p:childTnLst>
                          </p:cTn>
                        </p:par>
                        <p:par>
                          <p:cTn id="42" fill="hold" nodeType="afterGroup">
                            <p:stCondLst>
                              <p:cond delay="4000"/>
                            </p:stCondLst>
                            <p:childTnLst>
                              <p:par>
                                <p:cTn id="43" presetID="9" presetClass="entr" presetSubtype="0" fill="hold" grpId="0" nodeType="afterEffect">
                                  <p:stCondLst>
                                    <p:cond delay="0"/>
                                  </p:stCondLst>
                                  <p:childTnLst>
                                    <p:set>
                                      <p:cBhvr>
                                        <p:cTn id="44" dur="1" fill="hold">
                                          <p:stCondLst>
                                            <p:cond delay="0"/>
                                          </p:stCondLst>
                                        </p:cTn>
                                        <p:tgtEl>
                                          <p:spTgt spid="246795"/>
                                        </p:tgtEl>
                                        <p:attrNameLst>
                                          <p:attrName>style.visibility</p:attrName>
                                        </p:attrNameLst>
                                      </p:cBhvr>
                                      <p:to>
                                        <p:strVal val="visible"/>
                                      </p:to>
                                    </p:set>
                                    <p:animEffect transition="in" filter="dissolve">
                                      <p:cBhvr>
                                        <p:cTn id="45" dur="500"/>
                                        <p:tgtEl>
                                          <p:spTgt spid="246795"/>
                                        </p:tgtEl>
                                      </p:cBhvr>
                                    </p:animEffect>
                                  </p:childTnLst>
                                </p:cTn>
                              </p:par>
                            </p:childTnLst>
                          </p:cTn>
                        </p:par>
                        <p:par>
                          <p:cTn id="46" fill="hold" nodeType="afterGroup">
                            <p:stCondLst>
                              <p:cond delay="4500"/>
                            </p:stCondLst>
                            <p:childTnLst>
                              <p:par>
                                <p:cTn id="47" presetID="9" presetClass="entr" presetSubtype="0" fill="hold" grpId="0" nodeType="afterEffect">
                                  <p:stCondLst>
                                    <p:cond delay="0"/>
                                  </p:stCondLst>
                                  <p:childTnLst>
                                    <p:set>
                                      <p:cBhvr>
                                        <p:cTn id="48" dur="1" fill="hold">
                                          <p:stCondLst>
                                            <p:cond delay="0"/>
                                          </p:stCondLst>
                                        </p:cTn>
                                        <p:tgtEl>
                                          <p:spTgt spid="246796"/>
                                        </p:tgtEl>
                                        <p:attrNameLst>
                                          <p:attrName>style.visibility</p:attrName>
                                        </p:attrNameLst>
                                      </p:cBhvr>
                                      <p:to>
                                        <p:strVal val="visible"/>
                                      </p:to>
                                    </p:set>
                                    <p:animEffect transition="in" filter="dissolve">
                                      <p:cBhvr>
                                        <p:cTn id="49" dur="500"/>
                                        <p:tgtEl>
                                          <p:spTgt spid="246796"/>
                                        </p:tgtEl>
                                      </p:cBhvr>
                                    </p:animEffect>
                                  </p:childTnLst>
                                </p:cTn>
                              </p:par>
                            </p:childTnLst>
                          </p:cTn>
                        </p:par>
                        <p:par>
                          <p:cTn id="50" fill="hold" nodeType="afterGroup">
                            <p:stCondLst>
                              <p:cond delay="5000"/>
                            </p:stCondLst>
                            <p:childTnLst>
                              <p:par>
                                <p:cTn id="51" presetID="9" presetClass="entr" presetSubtype="0" fill="hold" grpId="0" nodeType="afterEffect">
                                  <p:stCondLst>
                                    <p:cond delay="0"/>
                                  </p:stCondLst>
                                  <p:childTnLst>
                                    <p:set>
                                      <p:cBhvr>
                                        <p:cTn id="52" dur="1" fill="hold">
                                          <p:stCondLst>
                                            <p:cond delay="0"/>
                                          </p:stCondLst>
                                        </p:cTn>
                                        <p:tgtEl>
                                          <p:spTgt spid="246797"/>
                                        </p:tgtEl>
                                        <p:attrNameLst>
                                          <p:attrName>style.visibility</p:attrName>
                                        </p:attrNameLst>
                                      </p:cBhvr>
                                      <p:to>
                                        <p:strVal val="visible"/>
                                      </p:to>
                                    </p:set>
                                    <p:animEffect transition="in" filter="dissolve">
                                      <p:cBhvr>
                                        <p:cTn id="53" dur="500"/>
                                        <p:tgtEl>
                                          <p:spTgt spid="246797"/>
                                        </p:tgtEl>
                                      </p:cBhvr>
                                    </p:animEffect>
                                  </p:childTnLst>
                                </p:cTn>
                              </p:par>
                            </p:childTnLst>
                          </p:cTn>
                        </p:par>
                        <p:par>
                          <p:cTn id="54" fill="hold" nodeType="afterGroup">
                            <p:stCondLst>
                              <p:cond delay="5500"/>
                            </p:stCondLst>
                            <p:childTnLst>
                              <p:par>
                                <p:cTn id="55" presetID="9" presetClass="entr" presetSubtype="0" fill="hold" grpId="0" nodeType="afterEffect">
                                  <p:stCondLst>
                                    <p:cond delay="0"/>
                                  </p:stCondLst>
                                  <p:childTnLst>
                                    <p:set>
                                      <p:cBhvr>
                                        <p:cTn id="56" dur="1" fill="hold">
                                          <p:stCondLst>
                                            <p:cond delay="0"/>
                                          </p:stCondLst>
                                        </p:cTn>
                                        <p:tgtEl>
                                          <p:spTgt spid="246798"/>
                                        </p:tgtEl>
                                        <p:attrNameLst>
                                          <p:attrName>style.visibility</p:attrName>
                                        </p:attrNameLst>
                                      </p:cBhvr>
                                      <p:to>
                                        <p:strVal val="visible"/>
                                      </p:to>
                                    </p:set>
                                    <p:animEffect transition="in" filter="dissolve">
                                      <p:cBhvr>
                                        <p:cTn id="57" dur="500"/>
                                        <p:tgtEl>
                                          <p:spTgt spid="246798"/>
                                        </p:tgtEl>
                                      </p:cBhvr>
                                    </p:animEffect>
                                  </p:childTnLst>
                                </p:cTn>
                              </p:par>
                            </p:childTnLst>
                          </p:cTn>
                        </p:par>
                        <p:par>
                          <p:cTn id="58" fill="hold" nodeType="afterGroup">
                            <p:stCondLst>
                              <p:cond delay="6000"/>
                            </p:stCondLst>
                            <p:childTnLst>
                              <p:par>
                                <p:cTn id="59" presetID="9" presetClass="entr" presetSubtype="0" fill="hold" grpId="0" nodeType="afterEffect">
                                  <p:stCondLst>
                                    <p:cond delay="0"/>
                                  </p:stCondLst>
                                  <p:childTnLst>
                                    <p:set>
                                      <p:cBhvr>
                                        <p:cTn id="60" dur="1" fill="hold">
                                          <p:stCondLst>
                                            <p:cond delay="0"/>
                                          </p:stCondLst>
                                        </p:cTn>
                                        <p:tgtEl>
                                          <p:spTgt spid="246799"/>
                                        </p:tgtEl>
                                        <p:attrNameLst>
                                          <p:attrName>style.visibility</p:attrName>
                                        </p:attrNameLst>
                                      </p:cBhvr>
                                      <p:to>
                                        <p:strVal val="visible"/>
                                      </p:to>
                                    </p:set>
                                    <p:animEffect transition="in" filter="dissolve">
                                      <p:cBhvr>
                                        <p:cTn id="61" dur="500"/>
                                        <p:tgtEl>
                                          <p:spTgt spid="246799"/>
                                        </p:tgtEl>
                                      </p:cBhvr>
                                    </p:animEffect>
                                  </p:childTnLst>
                                </p:cTn>
                              </p:par>
                            </p:childTnLst>
                          </p:cTn>
                        </p:par>
                        <p:par>
                          <p:cTn id="62" fill="hold" nodeType="afterGroup">
                            <p:stCondLst>
                              <p:cond delay="6500"/>
                            </p:stCondLst>
                            <p:childTnLst>
                              <p:par>
                                <p:cTn id="63" presetID="9" presetClass="entr" presetSubtype="0" fill="hold" grpId="0" nodeType="afterEffect">
                                  <p:stCondLst>
                                    <p:cond delay="0"/>
                                  </p:stCondLst>
                                  <p:childTnLst>
                                    <p:set>
                                      <p:cBhvr>
                                        <p:cTn id="64" dur="1" fill="hold">
                                          <p:stCondLst>
                                            <p:cond delay="0"/>
                                          </p:stCondLst>
                                        </p:cTn>
                                        <p:tgtEl>
                                          <p:spTgt spid="246800"/>
                                        </p:tgtEl>
                                        <p:attrNameLst>
                                          <p:attrName>style.visibility</p:attrName>
                                        </p:attrNameLst>
                                      </p:cBhvr>
                                      <p:to>
                                        <p:strVal val="visible"/>
                                      </p:to>
                                    </p:set>
                                    <p:animEffect transition="in" filter="dissolve">
                                      <p:cBhvr>
                                        <p:cTn id="65" dur="500"/>
                                        <p:tgtEl>
                                          <p:spTgt spid="246800"/>
                                        </p:tgtEl>
                                      </p:cBhvr>
                                    </p:animEffect>
                                  </p:childTnLst>
                                </p:cTn>
                              </p:par>
                            </p:childTnLst>
                          </p:cTn>
                        </p:par>
                        <p:par>
                          <p:cTn id="66" fill="hold" nodeType="afterGroup">
                            <p:stCondLst>
                              <p:cond delay="7000"/>
                            </p:stCondLst>
                            <p:childTnLst>
                              <p:par>
                                <p:cTn id="67" presetID="9" presetClass="entr" presetSubtype="0" fill="hold" grpId="0" nodeType="afterEffect">
                                  <p:stCondLst>
                                    <p:cond delay="0"/>
                                  </p:stCondLst>
                                  <p:childTnLst>
                                    <p:set>
                                      <p:cBhvr>
                                        <p:cTn id="68" dur="1" fill="hold">
                                          <p:stCondLst>
                                            <p:cond delay="0"/>
                                          </p:stCondLst>
                                        </p:cTn>
                                        <p:tgtEl>
                                          <p:spTgt spid="246801"/>
                                        </p:tgtEl>
                                        <p:attrNameLst>
                                          <p:attrName>style.visibility</p:attrName>
                                        </p:attrNameLst>
                                      </p:cBhvr>
                                      <p:to>
                                        <p:strVal val="visible"/>
                                      </p:to>
                                    </p:set>
                                    <p:animEffect transition="in" filter="dissolve">
                                      <p:cBhvr>
                                        <p:cTn id="69" dur="500"/>
                                        <p:tgtEl>
                                          <p:spTgt spid="246801"/>
                                        </p:tgtEl>
                                      </p:cBhvr>
                                    </p:animEffect>
                                  </p:childTnLst>
                                </p:cTn>
                              </p:par>
                            </p:childTnLst>
                          </p:cTn>
                        </p:par>
                        <p:par>
                          <p:cTn id="70" fill="hold" nodeType="afterGroup">
                            <p:stCondLst>
                              <p:cond delay="7500"/>
                            </p:stCondLst>
                            <p:childTnLst>
                              <p:par>
                                <p:cTn id="71" presetID="9" presetClass="entr" presetSubtype="0" fill="hold" grpId="0" nodeType="afterEffect">
                                  <p:stCondLst>
                                    <p:cond delay="0"/>
                                  </p:stCondLst>
                                  <p:childTnLst>
                                    <p:set>
                                      <p:cBhvr>
                                        <p:cTn id="72" dur="1" fill="hold">
                                          <p:stCondLst>
                                            <p:cond delay="0"/>
                                          </p:stCondLst>
                                        </p:cTn>
                                        <p:tgtEl>
                                          <p:spTgt spid="246802"/>
                                        </p:tgtEl>
                                        <p:attrNameLst>
                                          <p:attrName>style.visibility</p:attrName>
                                        </p:attrNameLst>
                                      </p:cBhvr>
                                      <p:to>
                                        <p:strVal val="visible"/>
                                      </p:to>
                                    </p:set>
                                    <p:animEffect transition="in" filter="dissolve">
                                      <p:cBhvr>
                                        <p:cTn id="73" dur="500"/>
                                        <p:tgtEl>
                                          <p:spTgt spid="246802"/>
                                        </p:tgtEl>
                                      </p:cBhvr>
                                    </p:animEffect>
                                  </p:childTnLst>
                                </p:cTn>
                              </p:par>
                            </p:childTnLst>
                          </p:cTn>
                        </p:par>
                        <p:par>
                          <p:cTn id="74" fill="hold" nodeType="afterGroup">
                            <p:stCondLst>
                              <p:cond delay="8000"/>
                            </p:stCondLst>
                            <p:childTnLst>
                              <p:par>
                                <p:cTn id="75" presetID="9" presetClass="entr" presetSubtype="0" fill="hold" grpId="0" nodeType="afterEffect">
                                  <p:stCondLst>
                                    <p:cond delay="0"/>
                                  </p:stCondLst>
                                  <p:childTnLst>
                                    <p:set>
                                      <p:cBhvr>
                                        <p:cTn id="76" dur="1" fill="hold">
                                          <p:stCondLst>
                                            <p:cond delay="0"/>
                                          </p:stCondLst>
                                        </p:cTn>
                                        <p:tgtEl>
                                          <p:spTgt spid="246803"/>
                                        </p:tgtEl>
                                        <p:attrNameLst>
                                          <p:attrName>style.visibility</p:attrName>
                                        </p:attrNameLst>
                                      </p:cBhvr>
                                      <p:to>
                                        <p:strVal val="visible"/>
                                      </p:to>
                                    </p:set>
                                    <p:animEffect transition="in" filter="dissolve">
                                      <p:cBhvr>
                                        <p:cTn id="77" dur="500"/>
                                        <p:tgtEl>
                                          <p:spTgt spid="246803"/>
                                        </p:tgtEl>
                                      </p:cBhvr>
                                    </p:animEffect>
                                  </p:childTnLst>
                                </p:cTn>
                              </p:par>
                            </p:childTnLst>
                          </p:cTn>
                        </p:par>
                        <p:par>
                          <p:cTn id="78" fill="hold" nodeType="afterGroup">
                            <p:stCondLst>
                              <p:cond delay="8500"/>
                            </p:stCondLst>
                            <p:childTnLst>
                              <p:par>
                                <p:cTn id="79" presetID="9" presetClass="entr" presetSubtype="0" fill="hold" grpId="0" nodeType="afterEffect">
                                  <p:stCondLst>
                                    <p:cond delay="0"/>
                                  </p:stCondLst>
                                  <p:childTnLst>
                                    <p:set>
                                      <p:cBhvr>
                                        <p:cTn id="80" dur="1" fill="hold">
                                          <p:stCondLst>
                                            <p:cond delay="0"/>
                                          </p:stCondLst>
                                        </p:cTn>
                                        <p:tgtEl>
                                          <p:spTgt spid="246804"/>
                                        </p:tgtEl>
                                        <p:attrNameLst>
                                          <p:attrName>style.visibility</p:attrName>
                                        </p:attrNameLst>
                                      </p:cBhvr>
                                      <p:to>
                                        <p:strVal val="visible"/>
                                      </p:to>
                                    </p:set>
                                    <p:animEffect transition="in" filter="dissolve">
                                      <p:cBhvr>
                                        <p:cTn id="81" dur="500"/>
                                        <p:tgtEl>
                                          <p:spTgt spid="24680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7" presetClass="entr" presetSubtype="8" fill="hold" grpId="0" nodeType="clickEffect">
                                  <p:stCondLst>
                                    <p:cond delay="0"/>
                                  </p:stCondLst>
                                  <p:iterate type="wd">
                                    <p:tmPct val="100000"/>
                                  </p:iterate>
                                  <p:childTnLst>
                                    <p:set>
                                      <p:cBhvr>
                                        <p:cTn id="85" dur="1" fill="hold">
                                          <p:stCondLst>
                                            <p:cond delay="0"/>
                                          </p:stCondLst>
                                        </p:cTn>
                                        <p:tgtEl>
                                          <p:spTgt spid="246806"/>
                                        </p:tgtEl>
                                        <p:attrNameLst>
                                          <p:attrName>style.visibility</p:attrName>
                                        </p:attrNameLst>
                                      </p:cBhvr>
                                      <p:to>
                                        <p:strVal val="visible"/>
                                      </p:to>
                                    </p:set>
                                    <p:anim calcmode="lin" valueType="num">
                                      <p:cBhvr>
                                        <p:cTn id="86" dur="300" fill="hold"/>
                                        <p:tgtEl>
                                          <p:spTgt spid="246806"/>
                                        </p:tgtEl>
                                        <p:attrNameLst>
                                          <p:attrName>ppt_x</p:attrName>
                                        </p:attrNameLst>
                                      </p:cBhvr>
                                      <p:tavLst>
                                        <p:tav tm="0">
                                          <p:val>
                                            <p:strVal val="#ppt_x-#ppt_w/2"/>
                                          </p:val>
                                        </p:tav>
                                        <p:tav tm="100000">
                                          <p:val>
                                            <p:strVal val="#ppt_x"/>
                                          </p:val>
                                        </p:tav>
                                      </p:tavLst>
                                    </p:anim>
                                    <p:anim calcmode="lin" valueType="num">
                                      <p:cBhvr>
                                        <p:cTn id="87" dur="300" fill="hold"/>
                                        <p:tgtEl>
                                          <p:spTgt spid="246806"/>
                                        </p:tgtEl>
                                        <p:attrNameLst>
                                          <p:attrName>ppt_y</p:attrName>
                                        </p:attrNameLst>
                                      </p:cBhvr>
                                      <p:tavLst>
                                        <p:tav tm="0">
                                          <p:val>
                                            <p:strVal val="#ppt_y"/>
                                          </p:val>
                                        </p:tav>
                                        <p:tav tm="100000">
                                          <p:val>
                                            <p:strVal val="#ppt_y"/>
                                          </p:val>
                                        </p:tav>
                                      </p:tavLst>
                                    </p:anim>
                                    <p:anim calcmode="lin" valueType="num">
                                      <p:cBhvr>
                                        <p:cTn id="88" dur="300" fill="hold"/>
                                        <p:tgtEl>
                                          <p:spTgt spid="246806"/>
                                        </p:tgtEl>
                                        <p:attrNameLst>
                                          <p:attrName>ppt_w</p:attrName>
                                        </p:attrNameLst>
                                      </p:cBhvr>
                                      <p:tavLst>
                                        <p:tav tm="0">
                                          <p:val>
                                            <p:fltVal val="0"/>
                                          </p:val>
                                        </p:tav>
                                        <p:tav tm="100000">
                                          <p:val>
                                            <p:strVal val="#ppt_w"/>
                                          </p:val>
                                        </p:tav>
                                      </p:tavLst>
                                    </p:anim>
                                    <p:anim calcmode="lin" valueType="num">
                                      <p:cBhvr>
                                        <p:cTn id="89" dur="300" fill="hold"/>
                                        <p:tgtEl>
                                          <p:spTgt spid="246806"/>
                                        </p:tgtEl>
                                        <p:attrNameLst>
                                          <p:attrName>ppt_h</p:attrName>
                                        </p:attrNameLst>
                                      </p:cBhvr>
                                      <p:tavLst>
                                        <p:tav tm="0">
                                          <p:val>
                                            <p:strVal val="#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8" fill="hold" grpId="0" nodeType="clickEffect">
                                  <p:stCondLst>
                                    <p:cond delay="0"/>
                                  </p:stCondLst>
                                  <p:iterate type="wd">
                                    <p:tmPct val="100000"/>
                                  </p:iterate>
                                  <p:childTnLst>
                                    <p:set>
                                      <p:cBhvr>
                                        <p:cTn id="93" dur="1" fill="hold">
                                          <p:stCondLst>
                                            <p:cond delay="0"/>
                                          </p:stCondLst>
                                        </p:cTn>
                                        <p:tgtEl>
                                          <p:spTgt spid="246807"/>
                                        </p:tgtEl>
                                        <p:attrNameLst>
                                          <p:attrName>style.visibility</p:attrName>
                                        </p:attrNameLst>
                                      </p:cBhvr>
                                      <p:to>
                                        <p:strVal val="visible"/>
                                      </p:to>
                                    </p:set>
                                    <p:anim calcmode="lin" valueType="num">
                                      <p:cBhvr>
                                        <p:cTn id="94" dur="300" fill="hold"/>
                                        <p:tgtEl>
                                          <p:spTgt spid="246807"/>
                                        </p:tgtEl>
                                        <p:attrNameLst>
                                          <p:attrName>ppt_x</p:attrName>
                                        </p:attrNameLst>
                                      </p:cBhvr>
                                      <p:tavLst>
                                        <p:tav tm="0">
                                          <p:val>
                                            <p:strVal val="#ppt_x-#ppt_w/2"/>
                                          </p:val>
                                        </p:tav>
                                        <p:tav tm="100000">
                                          <p:val>
                                            <p:strVal val="#ppt_x"/>
                                          </p:val>
                                        </p:tav>
                                      </p:tavLst>
                                    </p:anim>
                                    <p:anim calcmode="lin" valueType="num">
                                      <p:cBhvr>
                                        <p:cTn id="95" dur="300" fill="hold"/>
                                        <p:tgtEl>
                                          <p:spTgt spid="246807"/>
                                        </p:tgtEl>
                                        <p:attrNameLst>
                                          <p:attrName>ppt_y</p:attrName>
                                        </p:attrNameLst>
                                      </p:cBhvr>
                                      <p:tavLst>
                                        <p:tav tm="0">
                                          <p:val>
                                            <p:strVal val="#ppt_y"/>
                                          </p:val>
                                        </p:tav>
                                        <p:tav tm="100000">
                                          <p:val>
                                            <p:strVal val="#ppt_y"/>
                                          </p:val>
                                        </p:tav>
                                      </p:tavLst>
                                    </p:anim>
                                    <p:anim calcmode="lin" valueType="num">
                                      <p:cBhvr>
                                        <p:cTn id="96" dur="300" fill="hold"/>
                                        <p:tgtEl>
                                          <p:spTgt spid="246807"/>
                                        </p:tgtEl>
                                        <p:attrNameLst>
                                          <p:attrName>ppt_w</p:attrName>
                                        </p:attrNameLst>
                                      </p:cBhvr>
                                      <p:tavLst>
                                        <p:tav tm="0">
                                          <p:val>
                                            <p:fltVal val="0"/>
                                          </p:val>
                                        </p:tav>
                                        <p:tav tm="100000">
                                          <p:val>
                                            <p:strVal val="#ppt_w"/>
                                          </p:val>
                                        </p:tav>
                                      </p:tavLst>
                                    </p:anim>
                                    <p:anim calcmode="lin" valueType="num">
                                      <p:cBhvr>
                                        <p:cTn id="97" dur="300" fill="hold"/>
                                        <p:tgtEl>
                                          <p:spTgt spid="246807"/>
                                        </p:tgtEl>
                                        <p:attrNameLst>
                                          <p:attrName>ppt_h</p:attrName>
                                        </p:attrNameLst>
                                      </p:cBhvr>
                                      <p:tavLst>
                                        <p:tav tm="0">
                                          <p:val>
                                            <p:strVal val="#ppt_h"/>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17" presetClass="entr" presetSubtype="8" fill="hold" grpId="0" nodeType="clickEffect">
                                  <p:stCondLst>
                                    <p:cond delay="0"/>
                                  </p:stCondLst>
                                  <p:iterate type="wd">
                                    <p:tmPct val="100000"/>
                                  </p:iterate>
                                  <p:childTnLst>
                                    <p:set>
                                      <p:cBhvr>
                                        <p:cTn id="101" dur="1" fill="hold">
                                          <p:stCondLst>
                                            <p:cond delay="0"/>
                                          </p:stCondLst>
                                        </p:cTn>
                                        <p:tgtEl>
                                          <p:spTgt spid="246808"/>
                                        </p:tgtEl>
                                        <p:attrNameLst>
                                          <p:attrName>style.visibility</p:attrName>
                                        </p:attrNameLst>
                                      </p:cBhvr>
                                      <p:to>
                                        <p:strVal val="visible"/>
                                      </p:to>
                                    </p:set>
                                    <p:anim calcmode="lin" valueType="num">
                                      <p:cBhvr>
                                        <p:cTn id="102" dur="300" fill="hold"/>
                                        <p:tgtEl>
                                          <p:spTgt spid="246808"/>
                                        </p:tgtEl>
                                        <p:attrNameLst>
                                          <p:attrName>ppt_x</p:attrName>
                                        </p:attrNameLst>
                                      </p:cBhvr>
                                      <p:tavLst>
                                        <p:tav tm="0">
                                          <p:val>
                                            <p:strVal val="#ppt_x-#ppt_w/2"/>
                                          </p:val>
                                        </p:tav>
                                        <p:tav tm="100000">
                                          <p:val>
                                            <p:strVal val="#ppt_x"/>
                                          </p:val>
                                        </p:tav>
                                      </p:tavLst>
                                    </p:anim>
                                    <p:anim calcmode="lin" valueType="num">
                                      <p:cBhvr>
                                        <p:cTn id="103" dur="300" fill="hold"/>
                                        <p:tgtEl>
                                          <p:spTgt spid="246808"/>
                                        </p:tgtEl>
                                        <p:attrNameLst>
                                          <p:attrName>ppt_y</p:attrName>
                                        </p:attrNameLst>
                                      </p:cBhvr>
                                      <p:tavLst>
                                        <p:tav tm="0">
                                          <p:val>
                                            <p:strVal val="#ppt_y"/>
                                          </p:val>
                                        </p:tav>
                                        <p:tav tm="100000">
                                          <p:val>
                                            <p:strVal val="#ppt_y"/>
                                          </p:val>
                                        </p:tav>
                                      </p:tavLst>
                                    </p:anim>
                                    <p:anim calcmode="lin" valueType="num">
                                      <p:cBhvr>
                                        <p:cTn id="104" dur="300" fill="hold"/>
                                        <p:tgtEl>
                                          <p:spTgt spid="246808"/>
                                        </p:tgtEl>
                                        <p:attrNameLst>
                                          <p:attrName>ppt_w</p:attrName>
                                        </p:attrNameLst>
                                      </p:cBhvr>
                                      <p:tavLst>
                                        <p:tav tm="0">
                                          <p:val>
                                            <p:fltVal val="0"/>
                                          </p:val>
                                        </p:tav>
                                        <p:tav tm="100000">
                                          <p:val>
                                            <p:strVal val="#ppt_w"/>
                                          </p:val>
                                        </p:tav>
                                      </p:tavLst>
                                    </p:anim>
                                    <p:anim calcmode="lin" valueType="num">
                                      <p:cBhvr>
                                        <p:cTn id="105" dur="300" fill="hold"/>
                                        <p:tgtEl>
                                          <p:spTgt spid="2468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autoUpdateAnimBg="0"/>
      <p:bldP spid="246788" grpId="0" animBg="1" autoUpdateAnimBg="0"/>
      <p:bldP spid="246789" grpId="0" animBg="1" autoUpdateAnimBg="0"/>
      <p:bldP spid="246790" grpId="0" animBg="1" autoUpdateAnimBg="0"/>
      <p:bldP spid="246791" grpId="0" animBg="1" autoUpdateAnimBg="0"/>
      <p:bldP spid="246792" grpId="0" animBg="1" autoUpdateAnimBg="0"/>
      <p:bldP spid="246793" grpId="0" animBg="1" autoUpdateAnimBg="0"/>
      <p:bldP spid="246794" grpId="0" animBg="1" autoUpdateAnimBg="0"/>
      <p:bldP spid="246795" grpId="0" animBg="1" autoUpdateAnimBg="0"/>
      <p:bldP spid="246796" grpId="0" animBg="1" autoUpdateAnimBg="0"/>
      <p:bldP spid="246797" grpId="0" animBg="1"/>
      <p:bldP spid="246798" grpId="0" animBg="1"/>
      <p:bldP spid="246799" grpId="0" animBg="1"/>
      <p:bldP spid="246800" grpId="0" animBg="1"/>
      <p:bldP spid="246801" grpId="0" animBg="1"/>
      <p:bldP spid="246802" grpId="0" animBg="1"/>
      <p:bldP spid="246803" grpId="0" animBg="1"/>
      <p:bldP spid="246804" grpId="0" animBg="1"/>
      <p:bldP spid="246805" grpId="0" autoUpdateAnimBg="0"/>
      <p:bldP spid="246806" grpId="0" autoUpdateAnimBg="0"/>
      <p:bldP spid="246807" grpId="0" autoUpdateAnimBg="0"/>
      <p:bldP spid="246808"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Rectangle 3"/>
          <p:cNvSpPr>
            <a:spLocks noGrp="1" noChangeArrowheads="1"/>
          </p:cNvSpPr>
          <p:nvPr>
            <p:ph type="body" idx="1"/>
          </p:nvPr>
        </p:nvSpPr>
        <p:spPr/>
        <p:txBody>
          <a:bodyPr>
            <a:normAutofit lnSpcReduction="10000"/>
          </a:bodyPr>
          <a:lstStyle/>
          <a:p>
            <a:pPr algn="just">
              <a:buFontTx/>
              <a:buNone/>
            </a:pPr>
            <a:r>
              <a:rPr lang="en-US" altLang="zh-CN" sz="3300"/>
              <a:t>   </a:t>
            </a:r>
            <a:r>
              <a:rPr kumimoji="1" lang="zh-CN" altLang="en-US" sz="3300">
                <a:solidFill>
                  <a:srgbClr val="000099"/>
                </a:solidFill>
                <a:latin typeface="Times New Roman" charset="0"/>
                <a:ea typeface="楷体_GB2312" charset="0"/>
              </a:rPr>
              <a:t>二叉树是非线性结构，从前面的讨论我们知道，以某种规则遍历二叉树时将把二叉树中的结点按该规则排列成一个线性结构，这实质上是对一个非线性结构进行线性化操作。但是，我们每次按某种规则遍历二叉树时都没有把遍历时得到的每个结点的后继结点信息和前驱结点信息保存下来，因此，我们不能像操作双向链表一样操作二叉树。  </a:t>
            </a:r>
          </a:p>
        </p:txBody>
      </p:sp>
      <p:sp>
        <p:nvSpPr>
          <p:cNvPr id="343044" name="Rectangle 4"/>
          <p:cNvSpPr>
            <a:spLocks noGrp="1" noChangeArrowheads="1"/>
          </p:cNvSpPr>
          <p:nvPr>
            <p:ph type="title"/>
          </p:nvPr>
        </p:nvSpPr>
        <p:spPr/>
        <p:txBody>
          <a:bodyPr/>
          <a:lstStyle/>
          <a:p>
            <a:endParaRPr lang="zh-CN" altLang="zh-CN"/>
          </a:p>
        </p:txBody>
      </p:sp>
    </p:spTree>
    <p:extLst>
      <p:ext uri="{BB962C8B-B14F-4D97-AF65-F5344CB8AC3E}">
        <p14:creationId xmlns:p14="http://schemas.microsoft.com/office/powerpoint/2010/main" val="1480402611"/>
      </p:ext>
    </p:extLst>
  </p:cSld>
  <p:clrMapOvr>
    <a:masterClrMapping/>
  </p:clrMapOvr>
  <p:transition spd="med">
    <p:checke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body" idx="1"/>
          </p:nvPr>
        </p:nvSpPr>
        <p:spPr>
          <a:xfrm>
            <a:off x="838200" y="1066800"/>
            <a:ext cx="7772400" cy="5562600"/>
          </a:xfrm>
        </p:spPr>
        <p:txBody>
          <a:bodyPr/>
          <a:lstStyle/>
          <a:p>
            <a:pPr algn="just"/>
            <a:r>
              <a:rPr lang="en-US" altLang="zh-CN"/>
              <a:t> </a:t>
            </a:r>
            <a:r>
              <a:rPr kumimoji="1" lang="zh-CN" altLang="en-US" sz="3300">
                <a:solidFill>
                  <a:srgbClr val="000099"/>
                </a:solidFill>
                <a:latin typeface="Times New Roman" charset="0"/>
                <a:ea typeface="楷体_GB2312" charset="0"/>
              </a:rPr>
              <a:t>存这种按某种规则遍历二叉树时得到的每个结点的后继结点信息和前驱结点信息的最常用的方法是建立线索二叉树的存储结构。</a:t>
            </a:r>
          </a:p>
          <a:p>
            <a:pPr algn="just"/>
            <a:r>
              <a:rPr kumimoji="1" lang="zh-CN" altLang="en-US" sz="3300">
                <a:solidFill>
                  <a:srgbClr val="000099"/>
                </a:solidFill>
                <a:latin typeface="Times New Roman" charset="0"/>
                <a:ea typeface="楷体_GB2312" charset="0"/>
              </a:rPr>
              <a:t>分析二叉树结构可以发现，在有</a:t>
            </a:r>
            <a:r>
              <a:rPr kumimoji="1" lang="en-US" altLang="zh-CN" sz="3300">
                <a:solidFill>
                  <a:srgbClr val="000099"/>
                </a:solidFill>
                <a:latin typeface="Times New Roman" charset="0"/>
                <a:ea typeface="楷体_GB2312" charset="0"/>
              </a:rPr>
              <a:t>n</a:t>
            </a:r>
            <a:r>
              <a:rPr kumimoji="1" lang="zh-CN" altLang="en-US" sz="3300">
                <a:solidFill>
                  <a:srgbClr val="000099"/>
                </a:solidFill>
                <a:latin typeface="Times New Roman" charset="0"/>
                <a:ea typeface="楷体_GB2312" charset="0"/>
              </a:rPr>
              <a:t>个结点的二叉存储结构的二叉树中必定存在</a:t>
            </a:r>
            <a:r>
              <a:rPr kumimoji="1" lang="en-US" altLang="zh-CN" sz="3300">
                <a:solidFill>
                  <a:srgbClr val="000099"/>
                </a:solidFill>
                <a:latin typeface="Times New Roman" charset="0"/>
                <a:ea typeface="楷体_GB2312" charset="0"/>
              </a:rPr>
              <a:t>n+1</a:t>
            </a:r>
            <a:r>
              <a:rPr kumimoji="1" lang="zh-CN" altLang="en-US" sz="3300">
                <a:solidFill>
                  <a:srgbClr val="000099"/>
                </a:solidFill>
                <a:latin typeface="Times New Roman" charset="0"/>
                <a:ea typeface="楷体_GB2312" charset="0"/>
              </a:rPr>
              <a:t>个空链域。我们希望能利用这些空链建立起每个结点的前驱结点信息和后继结点信息。 </a:t>
            </a:r>
          </a:p>
        </p:txBody>
      </p:sp>
    </p:spTree>
    <p:extLst>
      <p:ext uri="{BB962C8B-B14F-4D97-AF65-F5344CB8AC3E}">
        <p14:creationId xmlns:p14="http://schemas.microsoft.com/office/powerpoint/2010/main" val="26431544"/>
      </p:ext>
    </p:extLst>
  </p:cSld>
  <p:clrMapOvr>
    <a:masterClrMapping/>
  </p:clrMapOvr>
  <p:transition spd="med">
    <p:checke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0" y="228600"/>
            <a:ext cx="8018463"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20000"/>
              </a:lnSpc>
            </a:pPr>
            <a:r>
              <a:rPr kumimoji="1" lang="zh-CN" altLang="en-US" sz="4000">
                <a:solidFill>
                  <a:srgbClr val="996633"/>
                </a:solidFill>
                <a:latin typeface="Times New Roman" charset="0"/>
                <a:ea typeface="楷体_GB2312" charset="0"/>
              </a:rPr>
              <a:t>指向该线性序列中的“前驱”和</a:t>
            </a:r>
          </a:p>
          <a:p>
            <a:pPr lvl="2">
              <a:lnSpc>
                <a:spcPct val="120000"/>
              </a:lnSpc>
            </a:pPr>
            <a:r>
              <a:rPr kumimoji="1" lang="zh-CN" altLang="en-US" sz="4000">
                <a:solidFill>
                  <a:srgbClr val="996633"/>
                </a:solidFill>
                <a:latin typeface="Times New Roman" charset="0"/>
                <a:ea typeface="楷体_GB2312" charset="0"/>
              </a:rPr>
              <a:t>   “后继” 的</a:t>
            </a:r>
            <a:r>
              <a:rPr kumimoji="1" lang="zh-CN" altLang="en-US" sz="4000" b="1">
                <a:solidFill>
                  <a:srgbClr val="996633"/>
                </a:solidFill>
                <a:latin typeface="Times New Roman" charset="0"/>
                <a:ea typeface="楷体_GB2312" charset="0"/>
              </a:rPr>
              <a:t>指针</a:t>
            </a:r>
            <a:r>
              <a:rPr kumimoji="1" lang="zh-CN" altLang="en-US" sz="4000">
                <a:solidFill>
                  <a:srgbClr val="996633"/>
                </a:solidFill>
                <a:latin typeface="Times New Roman" charset="0"/>
                <a:ea typeface="楷体_GB2312" charset="0"/>
              </a:rPr>
              <a:t>，称作“</a:t>
            </a:r>
            <a:r>
              <a:rPr kumimoji="1" lang="zh-CN" altLang="en-US" sz="4000" b="1">
                <a:solidFill>
                  <a:srgbClr val="800000"/>
                </a:solidFill>
                <a:latin typeface="Times New Roman" charset="0"/>
                <a:ea typeface="楷体_GB2312" charset="0"/>
              </a:rPr>
              <a:t>线索</a:t>
            </a:r>
            <a:r>
              <a:rPr kumimoji="1" lang="zh-CN" altLang="en-US" sz="4000" b="1">
                <a:solidFill>
                  <a:srgbClr val="996633"/>
                </a:solidFill>
                <a:latin typeface="Times New Roman" charset="0"/>
                <a:ea typeface="楷体_GB2312" charset="0"/>
              </a:rPr>
              <a:t>”</a:t>
            </a:r>
            <a:endParaRPr kumimoji="1" lang="zh-CN" altLang="en-US" sz="4000" b="1">
              <a:solidFill>
                <a:srgbClr val="800000"/>
              </a:solidFill>
              <a:latin typeface="Times New Roman" charset="0"/>
              <a:ea typeface="楷体_GB2312" charset="0"/>
            </a:endParaRPr>
          </a:p>
        </p:txBody>
      </p:sp>
      <p:sp>
        <p:nvSpPr>
          <p:cNvPr id="247811" name="Text Box 3"/>
          <p:cNvSpPr txBox="1">
            <a:spLocks noChangeArrowheads="1"/>
          </p:cNvSpPr>
          <p:nvPr/>
        </p:nvSpPr>
        <p:spPr bwMode="auto">
          <a:xfrm>
            <a:off x="3635375" y="4568825"/>
            <a:ext cx="5029200"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宋体" charset="-122"/>
              </a:defRPr>
            </a:lvl1pPr>
            <a:lvl2pPr marL="190500">
              <a:defRPr>
                <a:solidFill>
                  <a:schemeClr val="tx1"/>
                </a:solidFill>
                <a:latin typeface="Arial" charset="0"/>
                <a:ea typeface="宋体" charset="-122"/>
              </a:defRPr>
            </a:lvl2pPr>
            <a:lvl3pPr marL="381000">
              <a:defRPr>
                <a:solidFill>
                  <a:schemeClr val="tx1"/>
                </a:solidFill>
                <a:latin typeface="Arial" charset="0"/>
                <a:ea typeface="宋体" charset="-122"/>
              </a:defRPr>
            </a:lvl3pPr>
            <a:lvl4pPr>
              <a:defRPr>
                <a:solidFill>
                  <a:schemeClr val="tx1"/>
                </a:solidFill>
                <a:latin typeface="Arial" charset="0"/>
                <a:ea typeface="宋体" charset="-122"/>
              </a:defRPr>
            </a:lvl4pPr>
            <a:lvl5pPr>
              <a:defRPr>
                <a:solidFill>
                  <a:schemeClr val="tx1"/>
                </a:solidFill>
                <a:latin typeface="Arial" charset="0"/>
                <a:ea typeface="宋体" charset="-122"/>
              </a:defRPr>
            </a:lvl5pPr>
            <a:lvl6pPr fontAlgn="base">
              <a:spcBef>
                <a:spcPct val="0"/>
              </a:spcBef>
              <a:spcAft>
                <a:spcPct val="0"/>
              </a:spcAft>
              <a:defRPr>
                <a:solidFill>
                  <a:schemeClr val="tx1"/>
                </a:solidFill>
                <a:latin typeface="Arial" charset="0"/>
                <a:ea typeface="宋体" charset="-122"/>
              </a:defRPr>
            </a:lvl6pPr>
            <a:lvl7pPr fontAlgn="base">
              <a:spcBef>
                <a:spcPct val="0"/>
              </a:spcBef>
              <a:spcAft>
                <a:spcPct val="0"/>
              </a:spcAft>
              <a:defRPr>
                <a:solidFill>
                  <a:schemeClr val="tx1"/>
                </a:solidFill>
                <a:latin typeface="Arial" charset="0"/>
                <a:ea typeface="宋体" charset="-122"/>
              </a:defRPr>
            </a:lvl7pPr>
            <a:lvl8pPr fontAlgn="base">
              <a:spcBef>
                <a:spcPct val="0"/>
              </a:spcBef>
              <a:spcAft>
                <a:spcPct val="0"/>
              </a:spcAft>
              <a:defRPr>
                <a:solidFill>
                  <a:schemeClr val="tx1"/>
                </a:solidFill>
                <a:latin typeface="Arial" charset="0"/>
                <a:ea typeface="宋体" charset="-122"/>
              </a:defRPr>
            </a:lvl8pPr>
            <a:lvl9pPr fontAlgn="base">
              <a:spcBef>
                <a:spcPct val="0"/>
              </a:spcBef>
              <a:spcAft>
                <a:spcPct val="0"/>
              </a:spcAft>
              <a:defRPr>
                <a:solidFill>
                  <a:schemeClr val="tx1"/>
                </a:solidFill>
                <a:latin typeface="Arial" charset="0"/>
                <a:ea typeface="宋体" charset="-122"/>
              </a:defRPr>
            </a:lvl9pPr>
          </a:lstStyle>
          <a:p>
            <a:pPr lvl="2">
              <a:lnSpc>
                <a:spcPct val="120000"/>
              </a:lnSpc>
            </a:pPr>
            <a:r>
              <a:rPr kumimoji="1" lang="zh-CN" altLang="en-US" sz="4000">
                <a:solidFill>
                  <a:srgbClr val="CC6600"/>
                </a:solidFill>
                <a:latin typeface="Times New Roman" charset="0"/>
                <a:ea typeface="楷体_GB2312" charset="0"/>
              </a:rPr>
              <a:t>与其相应的二叉树，称作 “</a:t>
            </a:r>
            <a:r>
              <a:rPr kumimoji="1" lang="zh-CN" altLang="en-US" sz="4000" b="1">
                <a:solidFill>
                  <a:srgbClr val="800000"/>
                </a:solidFill>
                <a:latin typeface="Times New Roman" charset="0"/>
                <a:ea typeface="楷体_GB2312" charset="0"/>
              </a:rPr>
              <a:t>线索二叉树</a:t>
            </a:r>
            <a:r>
              <a:rPr kumimoji="1" lang="zh-CN" altLang="en-US" sz="4000">
                <a:solidFill>
                  <a:srgbClr val="CC6600"/>
                </a:solidFill>
                <a:latin typeface="Times New Roman" charset="0"/>
                <a:ea typeface="楷体_GB2312" charset="0"/>
              </a:rPr>
              <a:t>”</a:t>
            </a:r>
            <a:endParaRPr kumimoji="1" lang="zh-CN" altLang="en-US" sz="4000">
              <a:latin typeface="Times New Roman" charset="0"/>
            </a:endParaRPr>
          </a:p>
        </p:txBody>
      </p:sp>
      <p:sp>
        <p:nvSpPr>
          <p:cNvPr id="247812" name="Text Box 4"/>
          <p:cNvSpPr txBox="1">
            <a:spLocks noChangeArrowheads="1"/>
          </p:cNvSpPr>
          <p:nvPr/>
        </p:nvSpPr>
        <p:spPr bwMode="auto">
          <a:xfrm>
            <a:off x="3124200" y="2971800"/>
            <a:ext cx="60198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nSpc>
                <a:spcPct val="120000"/>
              </a:lnSpc>
            </a:pPr>
            <a:r>
              <a:rPr kumimoji="1" lang="zh-CN" altLang="en-US" sz="4000">
                <a:solidFill>
                  <a:srgbClr val="CC6600"/>
                </a:solidFill>
                <a:latin typeface="Times New Roman" charset="0"/>
                <a:ea typeface="楷体_GB2312" charset="0"/>
              </a:rPr>
              <a:t>包含 “线索” 的存储结构，称作 “</a:t>
            </a:r>
            <a:r>
              <a:rPr kumimoji="1" lang="zh-CN" altLang="en-US" sz="4000" b="1">
                <a:solidFill>
                  <a:srgbClr val="800000"/>
                </a:solidFill>
                <a:latin typeface="Times New Roman" charset="0"/>
                <a:ea typeface="楷体_GB2312" charset="0"/>
              </a:rPr>
              <a:t>线索链表</a:t>
            </a:r>
            <a:r>
              <a:rPr kumimoji="1" lang="zh-CN" altLang="en-US" sz="4000">
                <a:solidFill>
                  <a:srgbClr val="CC6600"/>
                </a:solidFill>
                <a:latin typeface="Times New Roman" charset="0"/>
                <a:ea typeface="楷体_GB2312" charset="0"/>
              </a:rPr>
              <a:t>”</a:t>
            </a:r>
            <a:endParaRPr kumimoji="1" lang="zh-CN" altLang="en-US" sz="4000">
              <a:latin typeface="Times New Roman" charset="0"/>
              <a:ea typeface="楷体_GB2312" charset="0"/>
            </a:endParaRPr>
          </a:p>
        </p:txBody>
      </p:sp>
      <p:pic>
        <p:nvPicPr>
          <p:cNvPr id="247813" name="Picture 5" descr="Metallic Or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47814" name="Rectangle 6"/>
          <p:cNvSpPr>
            <a:spLocks noChangeArrowheads="1"/>
          </p:cNvSpPr>
          <p:nvPr/>
        </p:nvSpPr>
        <p:spPr bwMode="auto">
          <a:xfrm>
            <a:off x="1365250" y="1828800"/>
            <a:ext cx="587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006666"/>
                </a:solidFill>
                <a:latin typeface="Times New Roman" charset="0"/>
                <a:ea typeface="楷体_GB2312" charset="0"/>
              </a:rPr>
              <a:t>A   B   C   D   E   F   G   H   K</a:t>
            </a:r>
            <a:endParaRPr kumimoji="1" lang="en-US" altLang="zh-CN" sz="3600">
              <a:solidFill>
                <a:srgbClr val="800000"/>
              </a:solidFill>
              <a:latin typeface="Times New Roman" charset="0"/>
              <a:ea typeface="楷体_GB2312" charset="0"/>
            </a:endParaRPr>
          </a:p>
        </p:txBody>
      </p:sp>
      <p:sp>
        <p:nvSpPr>
          <p:cNvPr id="247815" name="AutoShape 7"/>
          <p:cNvSpPr>
            <a:spLocks noChangeArrowheads="1"/>
          </p:cNvSpPr>
          <p:nvPr/>
        </p:nvSpPr>
        <p:spPr bwMode="auto">
          <a:xfrm>
            <a:off x="3657600" y="2362200"/>
            <a:ext cx="685800" cy="152400"/>
          </a:xfrm>
          <a:prstGeom prst="curvedUpArrow">
            <a:avLst>
              <a:gd name="adj1" fmla="val 90000"/>
              <a:gd name="adj2" fmla="val 180000"/>
              <a:gd name="adj3" fmla="val 33333"/>
            </a:avLst>
          </a:prstGeom>
          <a:solidFill>
            <a:srgbClr val="990000"/>
          </a:solidFill>
          <a:ln w="12700" cap="sq">
            <a:solidFill>
              <a:srgbClr val="9900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16" name="AutoShape 8"/>
          <p:cNvSpPr>
            <a:spLocks noChangeArrowheads="1"/>
          </p:cNvSpPr>
          <p:nvPr/>
        </p:nvSpPr>
        <p:spPr bwMode="auto">
          <a:xfrm>
            <a:off x="3048000" y="2362200"/>
            <a:ext cx="381000" cy="152400"/>
          </a:xfrm>
          <a:prstGeom prst="leftArrow">
            <a:avLst>
              <a:gd name="adj1" fmla="val 50000"/>
              <a:gd name="adj2" fmla="val 62500"/>
            </a:avLst>
          </a:prstGeom>
          <a:solidFill>
            <a:srgbClr val="0033CC"/>
          </a:solidFill>
          <a:ln w="12700" cap="sq">
            <a:solidFill>
              <a:srgbClr val="0033CC"/>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17" name="Text Box 9"/>
          <p:cNvSpPr txBox="1">
            <a:spLocks noChangeArrowheads="1"/>
          </p:cNvSpPr>
          <p:nvPr/>
        </p:nvSpPr>
        <p:spPr bwMode="auto">
          <a:xfrm>
            <a:off x="609600" y="4927600"/>
            <a:ext cx="10826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a:t>
            </a:r>
            <a:r>
              <a:rPr kumimoji="1" lang="en-US" altLang="zh-CN" sz="2400" b="1">
                <a:solidFill>
                  <a:schemeClr val="tx2"/>
                </a:solidFill>
                <a:latin typeface="Times New Roman" charset="0"/>
              </a:rPr>
              <a:t> D</a:t>
            </a:r>
            <a:r>
              <a:rPr kumimoji="1" lang="en-US" altLang="zh-CN" sz="2800" b="1">
                <a:solidFill>
                  <a:schemeClr val="tx2"/>
                </a:solidFill>
                <a:latin typeface="Times New Roman" charset="0"/>
              </a:rPr>
              <a:t> ^</a:t>
            </a:r>
            <a:endParaRPr kumimoji="1" lang="en-US" altLang="zh-CN" sz="2400">
              <a:latin typeface="Times New Roman" charset="0"/>
            </a:endParaRPr>
          </a:p>
        </p:txBody>
      </p:sp>
      <p:sp>
        <p:nvSpPr>
          <p:cNvPr id="247818" name="Text Box 10"/>
          <p:cNvSpPr txBox="1">
            <a:spLocks noChangeArrowheads="1"/>
          </p:cNvSpPr>
          <p:nvPr/>
        </p:nvSpPr>
        <p:spPr bwMode="auto">
          <a:xfrm>
            <a:off x="1524000" y="3860800"/>
            <a:ext cx="10064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a:t>
            </a:r>
            <a:r>
              <a:rPr kumimoji="1" lang="en-US" altLang="zh-CN" sz="2400" b="1">
                <a:solidFill>
                  <a:schemeClr val="tx2"/>
                </a:solidFill>
                <a:latin typeface="Times New Roman" charset="0"/>
              </a:rPr>
              <a:t>C</a:t>
            </a:r>
            <a:r>
              <a:rPr kumimoji="1" lang="en-US" altLang="zh-CN" sz="2800" b="1">
                <a:solidFill>
                  <a:schemeClr val="tx2"/>
                </a:solidFill>
                <a:latin typeface="Times New Roman" charset="0"/>
              </a:rPr>
              <a:t> ^</a:t>
            </a:r>
            <a:endParaRPr kumimoji="1" lang="en-US" altLang="zh-CN" sz="2400">
              <a:latin typeface="Times New Roman" charset="0"/>
            </a:endParaRPr>
          </a:p>
        </p:txBody>
      </p:sp>
      <p:sp>
        <p:nvSpPr>
          <p:cNvPr id="247819" name="Text Box 11"/>
          <p:cNvSpPr txBox="1">
            <a:spLocks noChangeArrowheads="1"/>
          </p:cNvSpPr>
          <p:nvPr/>
        </p:nvSpPr>
        <p:spPr bwMode="auto">
          <a:xfrm>
            <a:off x="228600" y="2946400"/>
            <a:ext cx="990600"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2800" b="1">
                <a:solidFill>
                  <a:schemeClr val="tx2"/>
                </a:solidFill>
                <a:latin typeface="Times New Roman" charset="0"/>
              </a:rPr>
              <a:t>^</a:t>
            </a:r>
            <a:r>
              <a:rPr kumimoji="1" lang="en-US" altLang="zh-CN" sz="2400" b="1">
                <a:solidFill>
                  <a:schemeClr val="tx2"/>
                </a:solidFill>
                <a:latin typeface="Times New Roman" charset="0"/>
              </a:rPr>
              <a:t> B</a:t>
            </a:r>
            <a:r>
              <a:rPr kumimoji="1" lang="en-US" altLang="zh-CN" sz="2800" b="1">
                <a:solidFill>
                  <a:schemeClr val="tx2"/>
                </a:solidFill>
                <a:latin typeface="Times New Roman" charset="0"/>
              </a:rPr>
              <a:t>      </a:t>
            </a:r>
            <a:endParaRPr kumimoji="1" lang="en-US" altLang="zh-CN" sz="2400">
              <a:latin typeface="Times New Roman" charset="0"/>
            </a:endParaRPr>
          </a:p>
        </p:txBody>
      </p:sp>
      <p:sp>
        <p:nvSpPr>
          <p:cNvPr id="247820" name="Line 12"/>
          <p:cNvSpPr>
            <a:spLocks noChangeShapeType="1"/>
          </p:cNvSpPr>
          <p:nvPr/>
        </p:nvSpPr>
        <p:spPr bwMode="auto">
          <a:xfrm>
            <a:off x="533400" y="29464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1" name="Line 13"/>
          <p:cNvSpPr>
            <a:spLocks noChangeShapeType="1"/>
          </p:cNvSpPr>
          <p:nvPr/>
        </p:nvSpPr>
        <p:spPr bwMode="auto">
          <a:xfrm>
            <a:off x="914400" y="29464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2" name="Line 14"/>
          <p:cNvSpPr>
            <a:spLocks noChangeShapeType="1"/>
          </p:cNvSpPr>
          <p:nvPr/>
        </p:nvSpPr>
        <p:spPr bwMode="auto">
          <a:xfrm>
            <a:off x="2209800" y="38608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3" name="Line 15"/>
          <p:cNvSpPr>
            <a:spLocks noChangeShapeType="1"/>
          </p:cNvSpPr>
          <p:nvPr/>
        </p:nvSpPr>
        <p:spPr bwMode="auto">
          <a:xfrm>
            <a:off x="1828800" y="38608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4" name="Line 16"/>
          <p:cNvSpPr>
            <a:spLocks noChangeShapeType="1"/>
          </p:cNvSpPr>
          <p:nvPr/>
        </p:nvSpPr>
        <p:spPr bwMode="auto">
          <a:xfrm>
            <a:off x="1371600" y="49276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5" name="Line 17"/>
          <p:cNvSpPr>
            <a:spLocks noChangeShapeType="1"/>
          </p:cNvSpPr>
          <p:nvPr/>
        </p:nvSpPr>
        <p:spPr bwMode="auto">
          <a:xfrm>
            <a:off x="914400" y="49276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6" name="Line 18"/>
          <p:cNvSpPr>
            <a:spLocks noChangeShapeType="1"/>
          </p:cNvSpPr>
          <p:nvPr/>
        </p:nvSpPr>
        <p:spPr bwMode="auto">
          <a:xfrm>
            <a:off x="1066800" y="3175000"/>
            <a:ext cx="914400" cy="6858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7" name="Line 19"/>
          <p:cNvSpPr>
            <a:spLocks noChangeShapeType="1"/>
          </p:cNvSpPr>
          <p:nvPr/>
        </p:nvSpPr>
        <p:spPr bwMode="auto">
          <a:xfrm flipH="1">
            <a:off x="1143000" y="4165600"/>
            <a:ext cx="5334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28" name="Freeform 20"/>
          <p:cNvSpPr>
            <a:spLocks/>
          </p:cNvSpPr>
          <p:nvPr/>
        </p:nvSpPr>
        <p:spPr bwMode="auto">
          <a:xfrm>
            <a:off x="622300" y="4089400"/>
            <a:ext cx="901700" cy="1066800"/>
          </a:xfrm>
          <a:custGeom>
            <a:avLst/>
            <a:gdLst>
              <a:gd name="T0" fmla="*/ 88 w 568"/>
              <a:gd name="T1" fmla="*/ 672 h 672"/>
              <a:gd name="T2" fmla="*/ 40 w 568"/>
              <a:gd name="T3" fmla="*/ 432 h 672"/>
              <a:gd name="T4" fmla="*/ 40 w 568"/>
              <a:gd name="T5" fmla="*/ 288 h 672"/>
              <a:gd name="T6" fmla="*/ 88 w 568"/>
              <a:gd name="T7" fmla="*/ 144 h 672"/>
              <a:gd name="T8" fmla="*/ 568 w 568"/>
              <a:gd name="T9" fmla="*/ 0 h 672"/>
            </a:gdLst>
            <a:ahLst/>
            <a:cxnLst>
              <a:cxn ang="0">
                <a:pos x="T0" y="T1"/>
              </a:cxn>
              <a:cxn ang="0">
                <a:pos x="T2" y="T3"/>
              </a:cxn>
              <a:cxn ang="0">
                <a:pos x="T4" y="T5"/>
              </a:cxn>
              <a:cxn ang="0">
                <a:pos x="T6" y="T7"/>
              </a:cxn>
              <a:cxn ang="0">
                <a:pos x="T8" y="T9"/>
              </a:cxn>
            </a:cxnLst>
            <a:rect l="0" t="0" r="r" b="b"/>
            <a:pathLst>
              <a:path w="568" h="672">
                <a:moveTo>
                  <a:pt x="88" y="672"/>
                </a:moveTo>
                <a:cubicBezTo>
                  <a:pt x="68" y="584"/>
                  <a:pt x="48" y="496"/>
                  <a:pt x="40" y="432"/>
                </a:cubicBezTo>
                <a:cubicBezTo>
                  <a:pt x="32" y="368"/>
                  <a:pt x="32" y="336"/>
                  <a:pt x="40" y="288"/>
                </a:cubicBezTo>
                <a:cubicBezTo>
                  <a:pt x="48" y="240"/>
                  <a:pt x="0" y="192"/>
                  <a:pt x="88" y="144"/>
                </a:cubicBezTo>
                <a:cubicBezTo>
                  <a:pt x="176" y="96"/>
                  <a:pt x="488" y="24"/>
                  <a:pt x="568" y="0"/>
                </a:cubicBezTo>
              </a:path>
            </a:pathLst>
          </a:custGeom>
          <a:noFill/>
          <a:ln w="38100" cap="sq" cmpd="sng">
            <a:solidFill>
              <a:srgbClr val="0000FF"/>
            </a:solidFill>
            <a:prstDash val="solid"/>
            <a:round/>
            <a:headEnd type="none" w="sm" len="sm"/>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pic>
        <p:nvPicPr>
          <p:cNvPr id="247829" name="Picture 21" descr="Metallic Or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048000"/>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247830" name="Picture 22" descr="Metallic Or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50292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47831" name="Text Box 23"/>
          <p:cNvSpPr txBox="1">
            <a:spLocks noChangeArrowheads="1"/>
          </p:cNvSpPr>
          <p:nvPr/>
        </p:nvSpPr>
        <p:spPr bwMode="auto">
          <a:xfrm>
            <a:off x="2514600" y="2895600"/>
            <a:ext cx="990600"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chemeClr val="tx2"/>
                </a:solidFill>
                <a:latin typeface="Times New Roman" charset="0"/>
              </a:rPr>
              <a:t>   </a:t>
            </a:r>
            <a:r>
              <a:rPr kumimoji="1" lang="en-US" altLang="zh-CN" sz="2400" b="1">
                <a:solidFill>
                  <a:schemeClr val="tx2"/>
                </a:solidFill>
                <a:latin typeface="Times New Roman" charset="0"/>
              </a:rPr>
              <a:t>E </a:t>
            </a:r>
            <a:r>
              <a:rPr kumimoji="1" lang="en-US" altLang="zh-CN" sz="2800" b="1">
                <a:solidFill>
                  <a:schemeClr val="tx2"/>
                </a:solidFill>
                <a:latin typeface="Times New Roman" charset="0"/>
              </a:rPr>
              <a:t>^ </a:t>
            </a:r>
          </a:p>
        </p:txBody>
      </p:sp>
      <p:sp>
        <p:nvSpPr>
          <p:cNvPr id="247832" name="Line 24"/>
          <p:cNvSpPr>
            <a:spLocks noChangeShapeType="1"/>
          </p:cNvSpPr>
          <p:nvPr/>
        </p:nvSpPr>
        <p:spPr bwMode="auto">
          <a:xfrm>
            <a:off x="2819400" y="28956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33" name="Line 25"/>
          <p:cNvSpPr>
            <a:spLocks noChangeShapeType="1"/>
          </p:cNvSpPr>
          <p:nvPr/>
        </p:nvSpPr>
        <p:spPr bwMode="auto">
          <a:xfrm>
            <a:off x="3200400" y="2895600"/>
            <a:ext cx="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47834" name="Freeform 26"/>
          <p:cNvSpPr>
            <a:spLocks/>
          </p:cNvSpPr>
          <p:nvPr/>
        </p:nvSpPr>
        <p:spPr bwMode="auto">
          <a:xfrm>
            <a:off x="1511300" y="3429000"/>
            <a:ext cx="1473200" cy="2451100"/>
          </a:xfrm>
          <a:custGeom>
            <a:avLst/>
            <a:gdLst>
              <a:gd name="T0" fmla="*/ 8 w 928"/>
              <a:gd name="T1" fmla="*/ 1104 h 1544"/>
              <a:gd name="T2" fmla="*/ 8 w 928"/>
              <a:gd name="T3" fmla="*/ 1344 h 1544"/>
              <a:gd name="T4" fmla="*/ 56 w 928"/>
              <a:gd name="T5" fmla="*/ 1440 h 1544"/>
              <a:gd name="T6" fmla="*/ 296 w 928"/>
              <a:gd name="T7" fmla="*/ 1536 h 1544"/>
              <a:gd name="T8" fmla="*/ 440 w 928"/>
              <a:gd name="T9" fmla="*/ 1488 h 1544"/>
              <a:gd name="T10" fmla="*/ 584 w 928"/>
              <a:gd name="T11" fmla="*/ 1392 h 1544"/>
              <a:gd name="T12" fmla="*/ 728 w 928"/>
              <a:gd name="T13" fmla="*/ 1248 h 1544"/>
              <a:gd name="T14" fmla="*/ 776 w 928"/>
              <a:gd name="T15" fmla="*/ 1152 h 1544"/>
              <a:gd name="T16" fmla="*/ 824 w 928"/>
              <a:gd name="T17" fmla="*/ 1008 h 1544"/>
              <a:gd name="T18" fmla="*/ 824 w 928"/>
              <a:gd name="T19" fmla="*/ 912 h 1544"/>
              <a:gd name="T20" fmla="*/ 872 w 928"/>
              <a:gd name="T21" fmla="*/ 720 h 1544"/>
              <a:gd name="T22" fmla="*/ 920 w 928"/>
              <a:gd name="T23" fmla="*/ 624 h 1544"/>
              <a:gd name="T24" fmla="*/ 920 w 928"/>
              <a:gd name="T25" fmla="*/ 432 h 1544"/>
              <a:gd name="T26" fmla="*/ 920 w 928"/>
              <a:gd name="T27" fmla="*/ 0 h 1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8" h="1544">
                <a:moveTo>
                  <a:pt x="8" y="1104"/>
                </a:moveTo>
                <a:cubicBezTo>
                  <a:pt x="4" y="1196"/>
                  <a:pt x="0" y="1288"/>
                  <a:pt x="8" y="1344"/>
                </a:cubicBezTo>
                <a:cubicBezTo>
                  <a:pt x="16" y="1400"/>
                  <a:pt x="8" y="1408"/>
                  <a:pt x="56" y="1440"/>
                </a:cubicBezTo>
                <a:cubicBezTo>
                  <a:pt x="104" y="1472"/>
                  <a:pt x="232" y="1528"/>
                  <a:pt x="296" y="1536"/>
                </a:cubicBezTo>
                <a:cubicBezTo>
                  <a:pt x="360" y="1544"/>
                  <a:pt x="392" y="1512"/>
                  <a:pt x="440" y="1488"/>
                </a:cubicBezTo>
                <a:cubicBezTo>
                  <a:pt x="488" y="1464"/>
                  <a:pt x="536" y="1432"/>
                  <a:pt x="584" y="1392"/>
                </a:cubicBezTo>
                <a:cubicBezTo>
                  <a:pt x="632" y="1352"/>
                  <a:pt x="696" y="1288"/>
                  <a:pt x="728" y="1248"/>
                </a:cubicBezTo>
                <a:cubicBezTo>
                  <a:pt x="760" y="1208"/>
                  <a:pt x="760" y="1192"/>
                  <a:pt x="776" y="1152"/>
                </a:cubicBezTo>
                <a:cubicBezTo>
                  <a:pt x="792" y="1112"/>
                  <a:pt x="816" y="1048"/>
                  <a:pt x="824" y="1008"/>
                </a:cubicBezTo>
                <a:cubicBezTo>
                  <a:pt x="832" y="968"/>
                  <a:pt x="816" y="960"/>
                  <a:pt x="824" y="912"/>
                </a:cubicBezTo>
                <a:cubicBezTo>
                  <a:pt x="832" y="864"/>
                  <a:pt x="856" y="768"/>
                  <a:pt x="872" y="720"/>
                </a:cubicBezTo>
                <a:cubicBezTo>
                  <a:pt x="888" y="672"/>
                  <a:pt x="912" y="672"/>
                  <a:pt x="920" y="624"/>
                </a:cubicBezTo>
                <a:cubicBezTo>
                  <a:pt x="928" y="576"/>
                  <a:pt x="920" y="536"/>
                  <a:pt x="920" y="432"/>
                </a:cubicBezTo>
                <a:cubicBezTo>
                  <a:pt x="920" y="328"/>
                  <a:pt x="920" y="164"/>
                  <a:pt x="920" y="0"/>
                </a:cubicBezTo>
              </a:path>
            </a:pathLst>
          </a:custGeom>
          <a:noFill/>
          <a:ln w="38100" cap="sq" cmpd="sng">
            <a:solidFill>
              <a:srgbClr val="800000"/>
            </a:solidFill>
            <a:prstDash val="solid"/>
            <a:round/>
            <a:headEnd type="none" w="sm" len="sm"/>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876934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47810"/>
                                        </p:tgtEl>
                                        <p:attrNameLst>
                                          <p:attrName>style.visibility</p:attrName>
                                        </p:attrNameLst>
                                      </p:cBhvr>
                                      <p:to>
                                        <p:strVal val="visible"/>
                                      </p:to>
                                    </p:set>
                                    <p:anim calcmode="lin" valueType="num">
                                      <p:cBhvr additive="base">
                                        <p:cTn id="7" dur="500" fill="hold"/>
                                        <p:tgtEl>
                                          <p:spTgt spid="247810"/>
                                        </p:tgtEl>
                                        <p:attrNameLst>
                                          <p:attrName>ppt_x</p:attrName>
                                        </p:attrNameLst>
                                      </p:cBhvr>
                                      <p:tavLst>
                                        <p:tav tm="0">
                                          <p:val>
                                            <p:strVal val="#ppt_x"/>
                                          </p:val>
                                        </p:tav>
                                        <p:tav tm="100000">
                                          <p:val>
                                            <p:strVal val="#ppt_x"/>
                                          </p:val>
                                        </p:tav>
                                      </p:tavLst>
                                    </p:anim>
                                    <p:anim calcmode="lin" valueType="num">
                                      <p:cBhvr additive="base">
                                        <p:cTn id="8" dur="500" fill="hold"/>
                                        <p:tgtEl>
                                          <p:spTgt spid="247810"/>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1" fill="hold" nodeType="afterEffect">
                                  <p:stCondLst>
                                    <p:cond delay="0"/>
                                  </p:stCondLst>
                                  <p:childTnLst>
                                    <p:set>
                                      <p:cBhvr>
                                        <p:cTn id="11" dur="1" fill="hold">
                                          <p:stCondLst>
                                            <p:cond delay="0"/>
                                          </p:stCondLst>
                                        </p:cTn>
                                        <p:tgtEl>
                                          <p:spTgt spid="247813"/>
                                        </p:tgtEl>
                                        <p:attrNameLst>
                                          <p:attrName>style.visibility</p:attrName>
                                        </p:attrNameLst>
                                      </p:cBhvr>
                                      <p:to>
                                        <p:strVal val="visible"/>
                                      </p:to>
                                    </p:set>
                                    <p:anim calcmode="lin" valueType="num">
                                      <p:cBhvr additive="base">
                                        <p:cTn id="12" dur="500" fill="hold"/>
                                        <p:tgtEl>
                                          <p:spTgt spid="247813"/>
                                        </p:tgtEl>
                                        <p:attrNameLst>
                                          <p:attrName>ppt_x</p:attrName>
                                        </p:attrNameLst>
                                      </p:cBhvr>
                                      <p:tavLst>
                                        <p:tav tm="0">
                                          <p:val>
                                            <p:strVal val="#ppt_x"/>
                                          </p:val>
                                        </p:tav>
                                        <p:tav tm="100000">
                                          <p:val>
                                            <p:strVal val="#ppt_x"/>
                                          </p:val>
                                        </p:tav>
                                      </p:tavLst>
                                    </p:anim>
                                    <p:anim calcmode="lin" valueType="num">
                                      <p:cBhvr additive="base">
                                        <p:cTn id="13" dur="500" fill="hold"/>
                                        <p:tgtEl>
                                          <p:spTgt spid="247813"/>
                                        </p:tgtEl>
                                        <p:attrNameLst>
                                          <p:attrName>ppt_y</p:attrName>
                                        </p:attrNameLst>
                                      </p:cBhvr>
                                      <p:tavLst>
                                        <p:tav tm="0">
                                          <p:val>
                                            <p:strVal val="0-#ppt_h/2"/>
                                          </p:val>
                                        </p:tav>
                                        <p:tav tm="100000">
                                          <p:val>
                                            <p:strVal val="#ppt_y"/>
                                          </p:val>
                                        </p:tav>
                                      </p:tavLst>
                                    </p:anim>
                                  </p:childTnLst>
                                </p:cTn>
                              </p:par>
                            </p:childTnLst>
                          </p:cTn>
                        </p:par>
                        <p:par>
                          <p:cTn id="14" fill="hold" nodeType="afterGroup">
                            <p:stCondLst>
                              <p:cond delay="1000"/>
                            </p:stCondLst>
                            <p:childTnLst>
                              <p:par>
                                <p:cTn id="15" presetID="2" presetClass="entr" presetSubtype="1" fill="hold" grpId="0" nodeType="afterEffect">
                                  <p:stCondLst>
                                    <p:cond delay="0"/>
                                  </p:stCondLst>
                                  <p:childTnLst>
                                    <p:set>
                                      <p:cBhvr>
                                        <p:cTn id="16" dur="1" fill="hold">
                                          <p:stCondLst>
                                            <p:cond delay="0"/>
                                          </p:stCondLst>
                                        </p:cTn>
                                        <p:tgtEl>
                                          <p:spTgt spid="247814"/>
                                        </p:tgtEl>
                                        <p:attrNameLst>
                                          <p:attrName>style.visibility</p:attrName>
                                        </p:attrNameLst>
                                      </p:cBhvr>
                                      <p:to>
                                        <p:strVal val="visible"/>
                                      </p:to>
                                    </p:set>
                                    <p:anim calcmode="lin" valueType="num">
                                      <p:cBhvr additive="base">
                                        <p:cTn id="17" dur="500" fill="hold"/>
                                        <p:tgtEl>
                                          <p:spTgt spid="247814"/>
                                        </p:tgtEl>
                                        <p:attrNameLst>
                                          <p:attrName>ppt_x</p:attrName>
                                        </p:attrNameLst>
                                      </p:cBhvr>
                                      <p:tavLst>
                                        <p:tav tm="0">
                                          <p:val>
                                            <p:strVal val="#ppt_x"/>
                                          </p:val>
                                        </p:tav>
                                        <p:tav tm="100000">
                                          <p:val>
                                            <p:strVal val="#ppt_x"/>
                                          </p:val>
                                        </p:tav>
                                      </p:tavLst>
                                    </p:anim>
                                    <p:anim calcmode="lin" valueType="num">
                                      <p:cBhvr additive="base">
                                        <p:cTn id="18" dur="500" fill="hold"/>
                                        <p:tgtEl>
                                          <p:spTgt spid="247814"/>
                                        </p:tgtEl>
                                        <p:attrNameLst>
                                          <p:attrName>ppt_y</p:attrName>
                                        </p:attrNameLst>
                                      </p:cBhvr>
                                      <p:tavLst>
                                        <p:tav tm="0">
                                          <p:val>
                                            <p:strVal val="0-#ppt_h/2"/>
                                          </p:val>
                                        </p:tav>
                                        <p:tav tm="100000">
                                          <p:val>
                                            <p:strVal val="#ppt_y"/>
                                          </p:val>
                                        </p:tav>
                                      </p:tavLst>
                                    </p:anim>
                                  </p:childTnLst>
                                </p:cTn>
                              </p:par>
                            </p:childTnLst>
                          </p:cTn>
                        </p:par>
                        <p:par>
                          <p:cTn id="19" fill="hold" nodeType="afterGroup">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247815"/>
                                        </p:tgtEl>
                                        <p:attrNameLst>
                                          <p:attrName>style.visibility</p:attrName>
                                        </p:attrNameLst>
                                      </p:cBhvr>
                                      <p:to>
                                        <p:strVal val="visible"/>
                                      </p:to>
                                    </p:set>
                                    <p:anim calcmode="lin" valueType="num">
                                      <p:cBhvr additive="base">
                                        <p:cTn id="22" dur="500" fill="hold"/>
                                        <p:tgtEl>
                                          <p:spTgt spid="247815"/>
                                        </p:tgtEl>
                                        <p:attrNameLst>
                                          <p:attrName>ppt_x</p:attrName>
                                        </p:attrNameLst>
                                      </p:cBhvr>
                                      <p:tavLst>
                                        <p:tav tm="0">
                                          <p:val>
                                            <p:strVal val="#ppt_x"/>
                                          </p:val>
                                        </p:tav>
                                        <p:tav tm="100000">
                                          <p:val>
                                            <p:strVal val="#ppt_x"/>
                                          </p:val>
                                        </p:tav>
                                      </p:tavLst>
                                    </p:anim>
                                    <p:anim calcmode="lin" valueType="num">
                                      <p:cBhvr additive="base">
                                        <p:cTn id="23" dur="500" fill="hold"/>
                                        <p:tgtEl>
                                          <p:spTgt spid="247815"/>
                                        </p:tgtEl>
                                        <p:attrNameLst>
                                          <p:attrName>ppt_y</p:attrName>
                                        </p:attrNameLst>
                                      </p:cBhvr>
                                      <p:tavLst>
                                        <p:tav tm="0">
                                          <p:val>
                                            <p:strVal val="0-#ppt_h/2"/>
                                          </p:val>
                                        </p:tav>
                                        <p:tav tm="100000">
                                          <p:val>
                                            <p:strVal val="#ppt_y"/>
                                          </p:val>
                                        </p:tav>
                                      </p:tavLst>
                                    </p:anim>
                                  </p:childTnLst>
                                </p:cTn>
                              </p:par>
                            </p:childTnLst>
                          </p:cTn>
                        </p:par>
                        <p:par>
                          <p:cTn id="24" fill="hold" nodeType="afterGroup">
                            <p:stCondLst>
                              <p:cond delay="2000"/>
                            </p:stCondLst>
                            <p:childTnLst>
                              <p:par>
                                <p:cTn id="25" presetID="2" presetClass="entr" presetSubtype="1" fill="hold" grpId="0" nodeType="afterEffect">
                                  <p:stCondLst>
                                    <p:cond delay="0"/>
                                  </p:stCondLst>
                                  <p:childTnLst>
                                    <p:set>
                                      <p:cBhvr>
                                        <p:cTn id="26" dur="1" fill="hold">
                                          <p:stCondLst>
                                            <p:cond delay="0"/>
                                          </p:stCondLst>
                                        </p:cTn>
                                        <p:tgtEl>
                                          <p:spTgt spid="247816"/>
                                        </p:tgtEl>
                                        <p:attrNameLst>
                                          <p:attrName>style.visibility</p:attrName>
                                        </p:attrNameLst>
                                      </p:cBhvr>
                                      <p:to>
                                        <p:strVal val="visible"/>
                                      </p:to>
                                    </p:set>
                                    <p:anim calcmode="lin" valueType="num">
                                      <p:cBhvr additive="base">
                                        <p:cTn id="27" dur="500" fill="hold"/>
                                        <p:tgtEl>
                                          <p:spTgt spid="247816"/>
                                        </p:tgtEl>
                                        <p:attrNameLst>
                                          <p:attrName>ppt_x</p:attrName>
                                        </p:attrNameLst>
                                      </p:cBhvr>
                                      <p:tavLst>
                                        <p:tav tm="0">
                                          <p:val>
                                            <p:strVal val="#ppt_x"/>
                                          </p:val>
                                        </p:tav>
                                        <p:tav tm="100000">
                                          <p:val>
                                            <p:strVal val="#ppt_x"/>
                                          </p:val>
                                        </p:tav>
                                      </p:tavLst>
                                    </p:anim>
                                    <p:anim calcmode="lin" valueType="num">
                                      <p:cBhvr additive="base">
                                        <p:cTn id="28" dur="500" fill="hold"/>
                                        <p:tgtEl>
                                          <p:spTgt spid="247816"/>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47819"/>
                                        </p:tgtEl>
                                        <p:attrNameLst>
                                          <p:attrName>style.visibility</p:attrName>
                                        </p:attrNameLst>
                                      </p:cBhvr>
                                      <p:to>
                                        <p:strVal val="visible"/>
                                      </p:to>
                                    </p:set>
                                    <p:animEffect transition="in" filter="wipe(left)">
                                      <p:cBhvr>
                                        <p:cTn id="33" dur="500"/>
                                        <p:tgtEl>
                                          <p:spTgt spid="247819"/>
                                        </p:tgtEl>
                                      </p:cBhvr>
                                    </p:animEffect>
                                  </p:childTnLst>
                                </p:cTn>
                              </p:par>
                            </p:childTnLst>
                          </p:cTn>
                        </p:par>
                        <p:par>
                          <p:cTn id="34" fill="hold" nodeType="afterGroup">
                            <p:stCondLst>
                              <p:cond delay="500"/>
                            </p:stCondLst>
                            <p:childTnLst>
                              <p:par>
                                <p:cTn id="35" presetID="17" presetClass="entr" presetSubtype="1" fill="hold" grpId="0" nodeType="afterEffect">
                                  <p:stCondLst>
                                    <p:cond delay="0"/>
                                  </p:stCondLst>
                                  <p:childTnLst>
                                    <p:set>
                                      <p:cBhvr>
                                        <p:cTn id="36" dur="1" fill="hold">
                                          <p:stCondLst>
                                            <p:cond delay="0"/>
                                          </p:stCondLst>
                                        </p:cTn>
                                        <p:tgtEl>
                                          <p:spTgt spid="247820"/>
                                        </p:tgtEl>
                                        <p:attrNameLst>
                                          <p:attrName>style.visibility</p:attrName>
                                        </p:attrNameLst>
                                      </p:cBhvr>
                                      <p:to>
                                        <p:strVal val="visible"/>
                                      </p:to>
                                    </p:set>
                                    <p:anim calcmode="lin" valueType="num">
                                      <p:cBhvr>
                                        <p:cTn id="37" dur="500" fill="hold"/>
                                        <p:tgtEl>
                                          <p:spTgt spid="247820"/>
                                        </p:tgtEl>
                                        <p:attrNameLst>
                                          <p:attrName>ppt_x</p:attrName>
                                        </p:attrNameLst>
                                      </p:cBhvr>
                                      <p:tavLst>
                                        <p:tav tm="0">
                                          <p:val>
                                            <p:strVal val="#ppt_x"/>
                                          </p:val>
                                        </p:tav>
                                        <p:tav tm="100000">
                                          <p:val>
                                            <p:strVal val="#ppt_x"/>
                                          </p:val>
                                        </p:tav>
                                      </p:tavLst>
                                    </p:anim>
                                    <p:anim calcmode="lin" valueType="num">
                                      <p:cBhvr>
                                        <p:cTn id="38" dur="500" fill="hold"/>
                                        <p:tgtEl>
                                          <p:spTgt spid="247820"/>
                                        </p:tgtEl>
                                        <p:attrNameLst>
                                          <p:attrName>ppt_y</p:attrName>
                                        </p:attrNameLst>
                                      </p:cBhvr>
                                      <p:tavLst>
                                        <p:tav tm="0">
                                          <p:val>
                                            <p:strVal val="#ppt_y-#ppt_h/2"/>
                                          </p:val>
                                        </p:tav>
                                        <p:tav tm="100000">
                                          <p:val>
                                            <p:strVal val="#ppt_y"/>
                                          </p:val>
                                        </p:tav>
                                      </p:tavLst>
                                    </p:anim>
                                    <p:anim calcmode="lin" valueType="num">
                                      <p:cBhvr>
                                        <p:cTn id="39" dur="500" fill="hold"/>
                                        <p:tgtEl>
                                          <p:spTgt spid="247820"/>
                                        </p:tgtEl>
                                        <p:attrNameLst>
                                          <p:attrName>ppt_w</p:attrName>
                                        </p:attrNameLst>
                                      </p:cBhvr>
                                      <p:tavLst>
                                        <p:tav tm="0">
                                          <p:val>
                                            <p:strVal val="#ppt_w"/>
                                          </p:val>
                                        </p:tav>
                                        <p:tav tm="100000">
                                          <p:val>
                                            <p:strVal val="#ppt_w"/>
                                          </p:val>
                                        </p:tav>
                                      </p:tavLst>
                                    </p:anim>
                                    <p:anim calcmode="lin" valueType="num">
                                      <p:cBhvr>
                                        <p:cTn id="40" dur="500" fill="hold"/>
                                        <p:tgtEl>
                                          <p:spTgt spid="247820"/>
                                        </p:tgtEl>
                                        <p:attrNameLst>
                                          <p:attrName>ppt_h</p:attrName>
                                        </p:attrNameLst>
                                      </p:cBhvr>
                                      <p:tavLst>
                                        <p:tav tm="0">
                                          <p:val>
                                            <p:fltVal val="0"/>
                                          </p:val>
                                        </p:tav>
                                        <p:tav tm="100000">
                                          <p:val>
                                            <p:strVal val="#ppt_h"/>
                                          </p:val>
                                        </p:tav>
                                      </p:tavLst>
                                    </p:anim>
                                  </p:childTnLst>
                                </p:cTn>
                              </p:par>
                            </p:childTnLst>
                          </p:cTn>
                        </p:par>
                        <p:par>
                          <p:cTn id="41" fill="hold" nodeType="afterGroup">
                            <p:stCondLst>
                              <p:cond delay="1000"/>
                            </p:stCondLst>
                            <p:childTnLst>
                              <p:par>
                                <p:cTn id="42" presetID="17" presetClass="entr" presetSubtype="1" fill="hold" grpId="0" nodeType="afterEffect">
                                  <p:stCondLst>
                                    <p:cond delay="0"/>
                                  </p:stCondLst>
                                  <p:childTnLst>
                                    <p:set>
                                      <p:cBhvr>
                                        <p:cTn id="43" dur="1" fill="hold">
                                          <p:stCondLst>
                                            <p:cond delay="0"/>
                                          </p:stCondLst>
                                        </p:cTn>
                                        <p:tgtEl>
                                          <p:spTgt spid="247821"/>
                                        </p:tgtEl>
                                        <p:attrNameLst>
                                          <p:attrName>style.visibility</p:attrName>
                                        </p:attrNameLst>
                                      </p:cBhvr>
                                      <p:to>
                                        <p:strVal val="visible"/>
                                      </p:to>
                                    </p:set>
                                    <p:anim calcmode="lin" valueType="num">
                                      <p:cBhvr>
                                        <p:cTn id="44" dur="500" fill="hold"/>
                                        <p:tgtEl>
                                          <p:spTgt spid="247821"/>
                                        </p:tgtEl>
                                        <p:attrNameLst>
                                          <p:attrName>ppt_x</p:attrName>
                                        </p:attrNameLst>
                                      </p:cBhvr>
                                      <p:tavLst>
                                        <p:tav tm="0">
                                          <p:val>
                                            <p:strVal val="#ppt_x"/>
                                          </p:val>
                                        </p:tav>
                                        <p:tav tm="100000">
                                          <p:val>
                                            <p:strVal val="#ppt_x"/>
                                          </p:val>
                                        </p:tav>
                                      </p:tavLst>
                                    </p:anim>
                                    <p:anim calcmode="lin" valueType="num">
                                      <p:cBhvr>
                                        <p:cTn id="45" dur="500" fill="hold"/>
                                        <p:tgtEl>
                                          <p:spTgt spid="247821"/>
                                        </p:tgtEl>
                                        <p:attrNameLst>
                                          <p:attrName>ppt_y</p:attrName>
                                        </p:attrNameLst>
                                      </p:cBhvr>
                                      <p:tavLst>
                                        <p:tav tm="0">
                                          <p:val>
                                            <p:strVal val="#ppt_y-#ppt_h/2"/>
                                          </p:val>
                                        </p:tav>
                                        <p:tav tm="100000">
                                          <p:val>
                                            <p:strVal val="#ppt_y"/>
                                          </p:val>
                                        </p:tav>
                                      </p:tavLst>
                                    </p:anim>
                                    <p:anim calcmode="lin" valueType="num">
                                      <p:cBhvr>
                                        <p:cTn id="46" dur="500" fill="hold"/>
                                        <p:tgtEl>
                                          <p:spTgt spid="247821"/>
                                        </p:tgtEl>
                                        <p:attrNameLst>
                                          <p:attrName>ppt_w</p:attrName>
                                        </p:attrNameLst>
                                      </p:cBhvr>
                                      <p:tavLst>
                                        <p:tav tm="0">
                                          <p:val>
                                            <p:strVal val="#ppt_w"/>
                                          </p:val>
                                        </p:tav>
                                        <p:tav tm="100000">
                                          <p:val>
                                            <p:strVal val="#ppt_w"/>
                                          </p:val>
                                        </p:tav>
                                      </p:tavLst>
                                    </p:anim>
                                    <p:anim calcmode="lin" valueType="num">
                                      <p:cBhvr>
                                        <p:cTn id="47" dur="500" fill="hold"/>
                                        <p:tgtEl>
                                          <p:spTgt spid="247821"/>
                                        </p:tgtEl>
                                        <p:attrNameLst>
                                          <p:attrName>ppt_h</p:attrName>
                                        </p:attrNameLst>
                                      </p:cBhvr>
                                      <p:tavLst>
                                        <p:tav tm="0">
                                          <p:val>
                                            <p:fltVal val="0"/>
                                          </p:val>
                                        </p:tav>
                                        <p:tav tm="100000">
                                          <p:val>
                                            <p:strVal val="#ppt_h"/>
                                          </p:val>
                                        </p:tav>
                                      </p:tavLst>
                                    </p:anim>
                                  </p:childTnLst>
                                </p:cTn>
                              </p:par>
                            </p:childTnLst>
                          </p:cTn>
                        </p:par>
                        <p:par>
                          <p:cTn id="48" fill="hold" nodeType="afterGroup">
                            <p:stCondLst>
                              <p:cond delay="1500"/>
                            </p:stCondLst>
                            <p:childTnLst>
                              <p:par>
                                <p:cTn id="49" presetID="17" presetClass="entr" presetSubtype="1" fill="hold" grpId="0" nodeType="afterEffect">
                                  <p:stCondLst>
                                    <p:cond delay="0"/>
                                  </p:stCondLst>
                                  <p:childTnLst>
                                    <p:set>
                                      <p:cBhvr>
                                        <p:cTn id="50" dur="1" fill="hold">
                                          <p:stCondLst>
                                            <p:cond delay="0"/>
                                          </p:stCondLst>
                                        </p:cTn>
                                        <p:tgtEl>
                                          <p:spTgt spid="247826"/>
                                        </p:tgtEl>
                                        <p:attrNameLst>
                                          <p:attrName>style.visibility</p:attrName>
                                        </p:attrNameLst>
                                      </p:cBhvr>
                                      <p:to>
                                        <p:strVal val="visible"/>
                                      </p:to>
                                    </p:set>
                                    <p:anim calcmode="lin" valueType="num">
                                      <p:cBhvr>
                                        <p:cTn id="51" dur="500" fill="hold"/>
                                        <p:tgtEl>
                                          <p:spTgt spid="247826"/>
                                        </p:tgtEl>
                                        <p:attrNameLst>
                                          <p:attrName>ppt_x</p:attrName>
                                        </p:attrNameLst>
                                      </p:cBhvr>
                                      <p:tavLst>
                                        <p:tav tm="0">
                                          <p:val>
                                            <p:strVal val="#ppt_x"/>
                                          </p:val>
                                        </p:tav>
                                        <p:tav tm="100000">
                                          <p:val>
                                            <p:strVal val="#ppt_x"/>
                                          </p:val>
                                        </p:tav>
                                      </p:tavLst>
                                    </p:anim>
                                    <p:anim calcmode="lin" valueType="num">
                                      <p:cBhvr>
                                        <p:cTn id="52" dur="500" fill="hold"/>
                                        <p:tgtEl>
                                          <p:spTgt spid="247826"/>
                                        </p:tgtEl>
                                        <p:attrNameLst>
                                          <p:attrName>ppt_y</p:attrName>
                                        </p:attrNameLst>
                                      </p:cBhvr>
                                      <p:tavLst>
                                        <p:tav tm="0">
                                          <p:val>
                                            <p:strVal val="#ppt_y-#ppt_h/2"/>
                                          </p:val>
                                        </p:tav>
                                        <p:tav tm="100000">
                                          <p:val>
                                            <p:strVal val="#ppt_y"/>
                                          </p:val>
                                        </p:tav>
                                      </p:tavLst>
                                    </p:anim>
                                    <p:anim calcmode="lin" valueType="num">
                                      <p:cBhvr>
                                        <p:cTn id="53" dur="500" fill="hold"/>
                                        <p:tgtEl>
                                          <p:spTgt spid="247826"/>
                                        </p:tgtEl>
                                        <p:attrNameLst>
                                          <p:attrName>ppt_w</p:attrName>
                                        </p:attrNameLst>
                                      </p:cBhvr>
                                      <p:tavLst>
                                        <p:tav tm="0">
                                          <p:val>
                                            <p:strVal val="#ppt_w"/>
                                          </p:val>
                                        </p:tav>
                                        <p:tav tm="100000">
                                          <p:val>
                                            <p:strVal val="#ppt_w"/>
                                          </p:val>
                                        </p:tav>
                                      </p:tavLst>
                                    </p:anim>
                                    <p:anim calcmode="lin" valueType="num">
                                      <p:cBhvr>
                                        <p:cTn id="54" dur="500" fill="hold"/>
                                        <p:tgtEl>
                                          <p:spTgt spid="247826"/>
                                        </p:tgtEl>
                                        <p:attrNameLst>
                                          <p:attrName>ppt_h</p:attrName>
                                        </p:attrNameLst>
                                      </p:cBhvr>
                                      <p:tavLst>
                                        <p:tav tm="0">
                                          <p:val>
                                            <p:fltVal val="0"/>
                                          </p:val>
                                        </p:tav>
                                        <p:tav tm="100000">
                                          <p:val>
                                            <p:strVal val="#ppt_h"/>
                                          </p:val>
                                        </p:tav>
                                      </p:tavLst>
                                    </p:anim>
                                  </p:childTnLst>
                                </p:cTn>
                              </p:par>
                            </p:childTnLst>
                          </p:cTn>
                        </p:par>
                        <p:par>
                          <p:cTn id="55" fill="hold" nodeType="afterGroup">
                            <p:stCondLst>
                              <p:cond delay="2000"/>
                            </p:stCondLst>
                            <p:childTnLst>
                              <p:par>
                                <p:cTn id="56" presetID="22" presetClass="entr" presetSubtype="8" fill="hold" grpId="0" nodeType="afterEffect">
                                  <p:stCondLst>
                                    <p:cond delay="0"/>
                                  </p:stCondLst>
                                  <p:childTnLst>
                                    <p:set>
                                      <p:cBhvr>
                                        <p:cTn id="57" dur="1" fill="hold">
                                          <p:stCondLst>
                                            <p:cond delay="0"/>
                                          </p:stCondLst>
                                        </p:cTn>
                                        <p:tgtEl>
                                          <p:spTgt spid="247818"/>
                                        </p:tgtEl>
                                        <p:attrNameLst>
                                          <p:attrName>style.visibility</p:attrName>
                                        </p:attrNameLst>
                                      </p:cBhvr>
                                      <p:to>
                                        <p:strVal val="visible"/>
                                      </p:to>
                                    </p:set>
                                    <p:animEffect transition="in" filter="wipe(left)">
                                      <p:cBhvr>
                                        <p:cTn id="58" dur="500"/>
                                        <p:tgtEl>
                                          <p:spTgt spid="247818"/>
                                        </p:tgtEl>
                                      </p:cBhvr>
                                    </p:animEffect>
                                  </p:childTnLst>
                                </p:cTn>
                              </p:par>
                            </p:childTnLst>
                          </p:cTn>
                        </p:par>
                        <p:par>
                          <p:cTn id="59" fill="hold" nodeType="afterGroup">
                            <p:stCondLst>
                              <p:cond delay="2500"/>
                            </p:stCondLst>
                            <p:childTnLst>
                              <p:par>
                                <p:cTn id="60" presetID="17" presetClass="entr" presetSubtype="1" fill="hold" grpId="0" nodeType="afterEffect">
                                  <p:stCondLst>
                                    <p:cond delay="0"/>
                                  </p:stCondLst>
                                  <p:childTnLst>
                                    <p:set>
                                      <p:cBhvr>
                                        <p:cTn id="61" dur="1" fill="hold">
                                          <p:stCondLst>
                                            <p:cond delay="0"/>
                                          </p:stCondLst>
                                        </p:cTn>
                                        <p:tgtEl>
                                          <p:spTgt spid="247823"/>
                                        </p:tgtEl>
                                        <p:attrNameLst>
                                          <p:attrName>style.visibility</p:attrName>
                                        </p:attrNameLst>
                                      </p:cBhvr>
                                      <p:to>
                                        <p:strVal val="visible"/>
                                      </p:to>
                                    </p:set>
                                    <p:anim calcmode="lin" valueType="num">
                                      <p:cBhvr>
                                        <p:cTn id="62" dur="500" fill="hold"/>
                                        <p:tgtEl>
                                          <p:spTgt spid="247823"/>
                                        </p:tgtEl>
                                        <p:attrNameLst>
                                          <p:attrName>ppt_x</p:attrName>
                                        </p:attrNameLst>
                                      </p:cBhvr>
                                      <p:tavLst>
                                        <p:tav tm="0">
                                          <p:val>
                                            <p:strVal val="#ppt_x"/>
                                          </p:val>
                                        </p:tav>
                                        <p:tav tm="100000">
                                          <p:val>
                                            <p:strVal val="#ppt_x"/>
                                          </p:val>
                                        </p:tav>
                                      </p:tavLst>
                                    </p:anim>
                                    <p:anim calcmode="lin" valueType="num">
                                      <p:cBhvr>
                                        <p:cTn id="63" dur="500" fill="hold"/>
                                        <p:tgtEl>
                                          <p:spTgt spid="247823"/>
                                        </p:tgtEl>
                                        <p:attrNameLst>
                                          <p:attrName>ppt_y</p:attrName>
                                        </p:attrNameLst>
                                      </p:cBhvr>
                                      <p:tavLst>
                                        <p:tav tm="0">
                                          <p:val>
                                            <p:strVal val="#ppt_y-#ppt_h/2"/>
                                          </p:val>
                                        </p:tav>
                                        <p:tav tm="100000">
                                          <p:val>
                                            <p:strVal val="#ppt_y"/>
                                          </p:val>
                                        </p:tav>
                                      </p:tavLst>
                                    </p:anim>
                                    <p:anim calcmode="lin" valueType="num">
                                      <p:cBhvr>
                                        <p:cTn id="64" dur="500" fill="hold"/>
                                        <p:tgtEl>
                                          <p:spTgt spid="247823"/>
                                        </p:tgtEl>
                                        <p:attrNameLst>
                                          <p:attrName>ppt_w</p:attrName>
                                        </p:attrNameLst>
                                      </p:cBhvr>
                                      <p:tavLst>
                                        <p:tav tm="0">
                                          <p:val>
                                            <p:strVal val="#ppt_w"/>
                                          </p:val>
                                        </p:tav>
                                        <p:tav tm="100000">
                                          <p:val>
                                            <p:strVal val="#ppt_w"/>
                                          </p:val>
                                        </p:tav>
                                      </p:tavLst>
                                    </p:anim>
                                    <p:anim calcmode="lin" valueType="num">
                                      <p:cBhvr>
                                        <p:cTn id="65" dur="500" fill="hold"/>
                                        <p:tgtEl>
                                          <p:spTgt spid="247823"/>
                                        </p:tgtEl>
                                        <p:attrNameLst>
                                          <p:attrName>ppt_h</p:attrName>
                                        </p:attrNameLst>
                                      </p:cBhvr>
                                      <p:tavLst>
                                        <p:tav tm="0">
                                          <p:val>
                                            <p:fltVal val="0"/>
                                          </p:val>
                                        </p:tav>
                                        <p:tav tm="100000">
                                          <p:val>
                                            <p:strVal val="#ppt_h"/>
                                          </p:val>
                                        </p:tav>
                                      </p:tavLst>
                                    </p:anim>
                                  </p:childTnLst>
                                </p:cTn>
                              </p:par>
                            </p:childTnLst>
                          </p:cTn>
                        </p:par>
                        <p:par>
                          <p:cTn id="66" fill="hold" nodeType="afterGroup">
                            <p:stCondLst>
                              <p:cond delay="3000"/>
                            </p:stCondLst>
                            <p:childTnLst>
                              <p:par>
                                <p:cTn id="67" presetID="17" presetClass="entr" presetSubtype="1" fill="hold" grpId="0" nodeType="afterEffect">
                                  <p:stCondLst>
                                    <p:cond delay="0"/>
                                  </p:stCondLst>
                                  <p:childTnLst>
                                    <p:set>
                                      <p:cBhvr>
                                        <p:cTn id="68" dur="1" fill="hold">
                                          <p:stCondLst>
                                            <p:cond delay="0"/>
                                          </p:stCondLst>
                                        </p:cTn>
                                        <p:tgtEl>
                                          <p:spTgt spid="247822"/>
                                        </p:tgtEl>
                                        <p:attrNameLst>
                                          <p:attrName>style.visibility</p:attrName>
                                        </p:attrNameLst>
                                      </p:cBhvr>
                                      <p:to>
                                        <p:strVal val="visible"/>
                                      </p:to>
                                    </p:set>
                                    <p:anim calcmode="lin" valueType="num">
                                      <p:cBhvr>
                                        <p:cTn id="69" dur="500" fill="hold"/>
                                        <p:tgtEl>
                                          <p:spTgt spid="247822"/>
                                        </p:tgtEl>
                                        <p:attrNameLst>
                                          <p:attrName>ppt_x</p:attrName>
                                        </p:attrNameLst>
                                      </p:cBhvr>
                                      <p:tavLst>
                                        <p:tav tm="0">
                                          <p:val>
                                            <p:strVal val="#ppt_x"/>
                                          </p:val>
                                        </p:tav>
                                        <p:tav tm="100000">
                                          <p:val>
                                            <p:strVal val="#ppt_x"/>
                                          </p:val>
                                        </p:tav>
                                      </p:tavLst>
                                    </p:anim>
                                    <p:anim calcmode="lin" valueType="num">
                                      <p:cBhvr>
                                        <p:cTn id="70" dur="500" fill="hold"/>
                                        <p:tgtEl>
                                          <p:spTgt spid="247822"/>
                                        </p:tgtEl>
                                        <p:attrNameLst>
                                          <p:attrName>ppt_y</p:attrName>
                                        </p:attrNameLst>
                                      </p:cBhvr>
                                      <p:tavLst>
                                        <p:tav tm="0">
                                          <p:val>
                                            <p:strVal val="#ppt_y-#ppt_h/2"/>
                                          </p:val>
                                        </p:tav>
                                        <p:tav tm="100000">
                                          <p:val>
                                            <p:strVal val="#ppt_y"/>
                                          </p:val>
                                        </p:tav>
                                      </p:tavLst>
                                    </p:anim>
                                    <p:anim calcmode="lin" valueType="num">
                                      <p:cBhvr>
                                        <p:cTn id="71" dur="500" fill="hold"/>
                                        <p:tgtEl>
                                          <p:spTgt spid="247822"/>
                                        </p:tgtEl>
                                        <p:attrNameLst>
                                          <p:attrName>ppt_w</p:attrName>
                                        </p:attrNameLst>
                                      </p:cBhvr>
                                      <p:tavLst>
                                        <p:tav tm="0">
                                          <p:val>
                                            <p:strVal val="#ppt_w"/>
                                          </p:val>
                                        </p:tav>
                                        <p:tav tm="100000">
                                          <p:val>
                                            <p:strVal val="#ppt_w"/>
                                          </p:val>
                                        </p:tav>
                                      </p:tavLst>
                                    </p:anim>
                                    <p:anim calcmode="lin" valueType="num">
                                      <p:cBhvr>
                                        <p:cTn id="72" dur="500" fill="hold"/>
                                        <p:tgtEl>
                                          <p:spTgt spid="247822"/>
                                        </p:tgtEl>
                                        <p:attrNameLst>
                                          <p:attrName>ppt_h</p:attrName>
                                        </p:attrNameLst>
                                      </p:cBhvr>
                                      <p:tavLst>
                                        <p:tav tm="0">
                                          <p:val>
                                            <p:fltVal val="0"/>
                                          </p:val>
                                        </p:tav>
                                        <p:tav tm="100000">
                                          <p:val>
                                            <p:strVal val="#ppt_h"/>
                                          </p:val>
                                        </p:tav>
                                      </p:tavLst>
                                    </p:anim>
                                  </p:childTnLst>
                                </p:cTn>
                              </p:par>
                            </p:childTnLst>
                          </p:cTn>
                        </p:par>
                        <p:par>
                          <p:cTn id="73" fill="hold" nodeType="afterGroup">
                            <p:stCondLst>
                              <p:cond delay="3500"/>
                            </p:stCondLst>
                            <p:childTnLst>
                              <p:par>
                                <p:cTn id="74" presetID="17" presetClass="entr" presetSubtype="1" fill="hold" grpId="0" nodeType="afterEffect">
                                  <p:stCondLst>
                                    <p:cond delay="0"/>
                                  </p:stCondLst>
                                  <p:childTnLst>
                                    <p:set>
                                      <p:cBhvr>
                                        <p:cTn id="75" dur="1" fill="hold">
                                          <p:stCondLst>
                                            <p:cond delay="0"/>
                                          </p:stCondLst>
                                        </p:cTn>
                                        <p:tgtEl>
                                          <p:spTgt spid="247827"/>
                                        </p:tgtEl>
                                        <p:attrNameLst>
                                          <p:attrName>style.visibility</p:attrName>
                                        </p:attrNameLst>
                                      </p:cBhvr>
                                      <p:to>
                                        <p:strVal val="visible"/>
                                      </p:to>
                                    </p:set>
                                    <p:anim calcmode="lin" valueType="num">
                                      <p:cBhvr>
                                        <p:cTn id="76" dur="500" fill="hold"/>
                                        <p:tgtEl>
                                          <p:spTgt spid="247827"/>
                                        </p:tgtEl>
                                        <p:attrNameLst>
                                          <p:attrName>ppt_x</p:attrName>
                                        </p:attrNameLst>
                                      </p:cBhvr>
                                      <p:tavLst>
                                        <p:tav tm="0">
                                          <p:val>
                                            <p:strVal val="#ppt_x"/>
                                          </p:val>
                                        </p:tav>
                                        <p:tav tm="100000">
                                          <p:val>
                                            <p:strVal val="#ppt_x"/>
                                          </p:val>
                                        </p:tav>
                                      </p:tavLst>
                                    </p:anim>
                                    <p:anim calcmode="lin" valueType="num">
                                      <p:cBhvr>
                                        <p:cTn id="77" dur="500" fill="hold"/>
                                        <p:tgtEl>
                                          <p:spTgt spid="247827"/>
                                        </p:tgtEl>
                                        <p:attrNameLst>
                                          <p:attrName>ppt_y</p:attrName>
                                        </p:attrNameLst>
                                      </p:cBhvr>
                                      <p:tavLst>
                                        <p:tav tm="0">
                                          <p:val>
                                            <p:strVal val="#ppt_y-#ppt_h/2"/>
                                          </p:val>
                                        </p:tav>
                                        <p:tav tm="100000">
                                          <p:val>
                                            <p:strVal val="#ppt_y"/>
                                          </p:val>
                                        </p:tav>
                                      </p:tavLst>
                                    </p:anim>
                                    <p:anim calcmode="lin" valueType="num">
                                      <p:cBhvr>
                                        <p:cTn id="78" dur="500" fill="hold"/>
                                        <p:tgtEl>
                                          <p:spTgt spid="247827"/>
                                        </p:tgtEl>
                                        <p:attrNameLst>
                                          <p:attrName>ppt_w</p:attrName>
                                        </p:attrNameLst>
                                      </p:cBhvr>
                                      <p:tavLst>
                                        <p:tav tm="0">
                                          <p:val>
                                            <p:strVal val="#ppt_w"/>
                                          </p:val>
                                        </p:tav>
                                        <p:tav tm="100000">
                                          <p:val>
                                            <p:strVal val="#ppt_w"/>
                                          </p:val>
                                        </p:tav>
                                      </p:tavLst>
                                    </p:anim>
                                    <p:anim calcmode="lin" valueType="num">
                                      <p:cBhvr>
                                        <p:cTn id="79" dur="500" fill="hold"/>
                                        <p:tgtEl>
                                          <p:spTgt spid="247827"/>
                                        </p:tgtEl>
                                        <p:attrNameLst>
                                          <p:attrName>ppt_h</p:attrName>
                                        </p:attrNameLst>
                                      </p:cBhvr>
                                      <p:tavLst>
                                        <p:tav tm="0">
                                          <p:val>
                                            <p:fltVal val="0"/>
                                          </p:val>
                                        </p:tav>
                                        <p:tav tm="100000">
                                          <p:val>
                                            <p:strVal val="#ppt_h"/>
                                          </p:val>
                                        </p:tav>
                                      </p:tavLst>
                                    </p:anim>
                                  </p:childTnLst>
                                </p:cTn>
                              </p:par>
                            </p:childTnLst>
                          </p:cTn>
                        </p:par>
                        <p:par>
                          <p:cTn id="80" fill="hold" nodeType="afterGroup">
                            <p:stCondLst>
                              <p:cond delay="4000"/>
                            </p:stCondLst>
                            <p:childTnLst>
                              <p:par>
                                <p:cTn id="81" presetID="12" presetClass="entr" presetSubtype="8" fill="hold" grpId="0" nodeType="afterEffect">
                                  <p:stCondLst>
                                    <p:cond delay="0"/>
                                  </p:stCondLst>
                                  <p:childTnLst>
                                    <p:set>
                                      <p:cBhvr>
                                        <p:cTn id="82" dur="1" fill="hold">
                                          <p:stCondLst>
                                            <p:cond delay="0"/>
                                          </p:stCondLst>
                                        </p:cTn>
                                        <p:tgtEl>
                                          <p:spTgt spid="247817"/>
                                        </p:tgtEl>
                                        <p:attrNameLst>
                                          <p:attrName>style.visibility</p:attrName>
                                        </p:attrNameLst>
                                      </p:cBhvr>
                                      <p:to>
                                        <p:strVal val="visible"/>
                                      </p:to>
                                    </p:set>
                                    <p:animEffect transition="in" filter="slide(fromLeft)">
                                      <p:cBhvr>
                                        <p:cTn id="83" dur="500"/>
                                        <p:tgtEl>
                                          <p:spTgt spid="247817"/>
                                        </p:tgtEl>
                                      </p:cBhvr>
                                    </p:animEffect>
                                  </p:childTnLst>
                                </p:cTn>
                              </p:par>
                            </p:childTnLst>
                          </p:cTn>
                        </p:par>
                        <p:par>
                          <p:cTn id="84" fill="hold" nodeType="afterGroup">
                            <p:stCondLst>
                              <p:cond delay="4500"/>
                            </p:stCondLst>
                            <p:childTnLst>
                              <p:par>
                                <p:cTn id="85" presetID="17" presetClass="entr" presetSubtype="1" fill="hold" grpId="0" nodeType="afterEffect">
                                  <p:stCondLst>
                                    <p:cond delay="0"/>
                                  </p:stCondLst>
                                  <p:childTnLst>
                                    <p:set>
                                      <p:cBhvr>
                                        <p:cTn id="86" dur="1" fill="hold">
                                          <p:stCondLst>
                                            <p:cond delay="0"/>
                                          </p:stCondLst>
                                        </p:cTn>
                                        <p:tgtEl>
                                          <p:spTgt spid="247825"/>
                                        </p:tgtEl>
                                        <p:attrNameLst>
                                          <p:attrName>style.visibility</p:attrName>
                                        </p:attrNameLst>
                                      </p:cBhvr>
                                      <p:to>
                                        <p:strVal val="visible"/>
                                      </p:to>
                                    </p:set>
                                    <p:anim calcmode="lin" valueType="num">
                                      <p:cBhvr>
                                        <p:cTn id="87" dur="500" fill="hold"/>
                                        <p:tgtEl>
                                          <p:spTgt spid="247825"/>
                                        </p:tgtEl>
                                        <p:attrNameLst>
                                          <p:attrName>ppt_x</p:attrName>
                                        </p:attrNameLst>
                                      </p:cBhvr>
                                      <p:tavLst>
                                        <p:tav tm="0">
                                          <p:val>
                                            <p:strVal val="#ppt_x"/>
                                          </p:val>
                                        </p:tav>
                                        <p:tav tm="100000">
                                          <p:val>
                                            <p:strVal val="#ppt_x"/>
                                          </p:val>
                                        </p:tav>
                                      </p:tavLst>
                                    </p:anim>
                                    <p:anim calcmode="lin" valueType="num">
                                      <p:cBhvr>
                                        <p:cTn id="88" dur="500" fill="hold"/>
                                        <p:tgtEl>
                                          <p:spTgt spid="247825"/>
                                        </p:tgtEl>
                                        <p:attrNameLst>
                                          <p:attrName>ppt_y</p:attrName>
                                        </p:attrNameLst>
                                      </p:cBhvr>
                                      <p:tavLst>
                                        <p:tav tm="0">
                                          <p:val>
                                            <p:strVal val="#ppt_y-#ppt_h/2"/>
                                          </p:val>
                                        </p:tav>
                                        <p:tav tm="100000">
                                          <p:val>
                                            <p:strVal val="#ppt_y"/>
                                          </p:val>
                                        </p:tav>
                                      </p:tavLst>
                                    </p:anim>
                                    <p:anim calcmode="lin" valueType="num">
                                      <p:cBhvr>
                                        <p:cTn id="89" dur="500" fill="hold"/>
                                        <p:tgtEl>
                                          <p:spTgt spid="247825"/>
                                        </p:tgtEl>
                                        <p:attrNameLst>
                                          <p:attrName>ppt_w</p:attrName>
                                        </p:attrNameLst>
                                      </p:cBhvr>
                                      <p:tavLst>
                                        <p:tav tm="0">
                                          <p:val>
                                            <p:strVal val="#ppt_w"/>
                                          </p:val>
                                        </p:tav>
                                        <p:tav tm="100000">
                                          <p:val>
                                            <p:strVal val="#ppt_w"/>
                                          </p:val>
                                        </p:tav>
                                      </p:tavLst>
                                    </p:anim>
                                    <p:anim calcmode="lin" valueType="num">
                                      <p:cBhvr>
                                        <p:cTn id="90" dur="500" fill="hold"/>
                                        <p:tgtEl>
                                          <p:spTgt spid="247825"/>
                                        </p:tgtEl>
                                        <p:attrNameLst>
                                          <p:attrName>ppt_h</p:attrName>
                                        </p:attrNameLst>
                                      </p:cBhvr>
                                      <p:tavLst>
                                        <p:tav tm="0">
                                          <p:val>
                                            <p:fltVal val="0"/>
                                          </p:val>
                                        </p:tav>
                                        <p:tav tm="100000">
                                          <p:val>
                                            <p:strVal val="#ppt_h"/>
                                          </p:val>
                                        </p:tav>
                                      </p:tavLst>
                                    </p:anim>
                                  </p:childTnLst>
                                </p:cTn>
                              </p:par>
                            </p:childTnLst>
                          </p:cTn>
                        </p:par>
                        <p:par>
                          <p:cTn id="91" fill="hold" nodeType="afterGroup">
                            <p:stCondLst>
                              <p:cond delay="5000"/>
                            </p:stCondLst>
                            <p:childTnLst>
                              <p:par>
                                <p:cTn id="92" presetID="17" presetClass="entr" presetSubtype="1" fill="hold" grpId="0" nodeType="afterEffect">
                                  <p:stCondLst>
                                    <p:cond delay="0"/>
                                  </p:stCondLst>
                                  <p:childTnLst>
                                    <p:set>
                                      <p:cBhvr>
                                        <p:cTn id="93" dur="1" fill="hold">
                                          <p:stCondLst>
                                            <p:cond delay="0"/>
                                          </p:stCondLst>
                                        </p:cTn>
                                        <p:tgtEl>
                                          <p:spTgt spid="247824"/>
                                        </p:tgtEl>
                                        <p:attrNameLst>
                                          <p:attrName>style.visibility</p:attrName>
                                        </p:attrNameLst>
                                      </p:cBhvr>
                                      <p:to>
                                        <p:strVal val="visible"/>
                                      </p:to>
                                    </p:set>
                                    <p:anim calcmode="lin" valueType="num">
                                      <p:cBhvr>
                                        <p:cTn id="94" dur="500" fill="hold"/>
                                        <p:tgtEl>
                                          <p:spTgt spid="247824"/>
                                        </p:tgtEl>
                                        <p:attrNameLst>
                                          <p:attrName>ppt_x</p:attrName>
                                        </p:attrNameLst>
                                      </p:cBhvr>
                                      <p:tavLst>
                                        <p:tav tm="0">
                                          <p:val>
                                            <p:strVal val="#ppt_x"/>
                                          </p:val>
                                        </p:tav>
                                        <p:tav tm="100000">
                                          <p:val>
                                            <p:strVal val="#ppt_x"/>
                                          </p:val>
                                        </p:tav>
                                      </p:tavLst>
                                    </p:anim>
                                    <p:anim calcmode="lin" valueType="num">
                                      <p:cBhvr>
                                        <p:cTn id="95" dur="500" fill="hold"/>
                                        <p:tgtEl>
                                          <p:spTgt spid="247824"/>
                                        </p:tgtEl>
                                        <p:attrNameLst>
                                          <p:attrName>ppt_y</p:attrName>
                                        </p:attrNameLst>
                                      </p:cBhvr>
                                      <p:tavLst>
                                        <p:tav tm="0">
                                          <p:val>
                                            <p:strVal val="#ppt_y-#ppt_h/2"/>
                                          </p:val>
                                        </p:tav>
                                        <p:tav tm="100000">
                                          <p:val>
                                            <p:strVal val="#ppt_y"/>
                                          </p:val>
                                        </p:tav>
                                      </p:tavLst>
                                    </p:anim>
                                    <p:anim calcmode="lin" valueType="num">
                                      <p:cBhvr>
                                        <p:cTn id="96" dur="500" fill="hold"/>
                                        <p:tgtEl>
                                          <p:spTgt spid="247824"/>
                                        </p:tgtEl>
                                        <p:attrNameLst>
                                          <p:attrName>ppt_w</p:attrName>
                                        </p:attrNameLst>
                                      </p:cBhvr>
                                      <p:tavLst>
                                        <p:tav tm="0">
                                          <p:val>
                                            <p:strVal val="#ppt_w"/>
                                          </p:val>
                                        </p:tav>
                                        <p:tav tm="100000">
                                          <p:val>
                                            <p:strVal val="#ppt_w"/>
                                          </p:val>
                                        </p:tav>
                                      </p:tavLst>
                                    </p:anim>
                                    <p:anim calcmode="lin" valueType="num">
                                      <p:cBhvr>
                                        <p:cTn id="97" dur="500" fill="hold"/>
                                        <p:tgtEl>
                                          <p:spTgt spid="247824"/>
                                        </p:tgtEl>
                                        <p:attrNameLst>
                                          <p:attrName>ppt_h</p:attrName>
                                        </p:attrNameLst>
                                      </p:cBhvr>
                                      <p:tavLst>
                                        <p:tav tm="0">
                                          <p:val>
                                            <p:fltVal val="0"/>
                                          </p:val>
                                        </p:tav>
                                        <p:tav tm="100000">
                                          <p:val>
                                            <p:strVal val="#ppt_h"/>
                                          </p:val>
                                        </p:tav>
                                      </p:tavLst>
                                    </p:anim>
                                  </p:childTnLst>
                                </p:cTn>
                              </p:par>
                            </p:childTnLst>
                          </p:cTn>
                        </p:par>
                        <p:par>
                          <p:cTn id="98" fill="hold" nodeType="afterGroup">
                            <p:stCondLst>
                              <p:cond delay="5500"/>
                            </p:stCondLst>
                            <p:childTnLst>
                              <p:par>
                                <p:cTn id="99" presetID="22" presetClass="entr" presetSubtype="8" fill="hold" grpId="0" nodeType="afterEffect">
                                  <p:stCondLst>
                                    <p:cond delay="0"/>
                                  </p:stCondLst>
                                  <p:childTnLst>
                                    <p:set>
                                      <p:cBhvr>
                                        <p:cTn id="100" dur="1" fill="hold">
                                          <p:stCondLst>
                                            <p:cond delay="0"/>
                                          </p:stCondLst>
                                        </p:cTn>
                                        <p:tgtEl>
                                          <p:spTgt spid="247831"/>
                                        </p:tgtEl>
                                        <p:attrNameLst>
                                          <p:attrName>style.visibility</p:attrName>
                                        </p:attrNameLst>
                                      </p:cBhvr>
                                      <p:to>
                                        <p:strVal val="visible"/>
                                      </p:to>
                                    </p:set>
                                    <p:animEffect transition="in" filter="wipe(left)">
                                      <p:cBhvr>
                                        <p:cTn id="101" dur="500"/>
                                        <p:tgtEl>
                                          <p:spTgt spid="247831"/>
                                        </p:tgtEl>
                                      </p:cBhvr>
                                    </p:animEffect>
                                  </p:childTnLst>
                                </p:cTn>
                              </p:par>
                            </p:childTnLst>
                          </p:cTn>
                        </p:par>
                        <p:par>
                          <p:cTn id="102" fill="hold" nodeType="afterGroup">
                            <p:stCondLst>
                              <p:cond delay="6000"/>
                            </p:stCondLst>
                            <p:childTnLst>
                              <p:par>
                                <p:cTn id="103" presetID="17" presetClass="entr" presetSubtype="1" fill="hold" grpId="0" nodeType="afterEffect">
                                  <p:stCondLst>
                                    <p:cond delay="0"/>
                                  </p:stCondLst>
                                  <p:childTnLst>
                                    <p:set>
                                      <p:cBhvr>
                                        <p:cTn id="104" dur="1" fill="hold">
                                          <p:stCondLst>
                                            <p:cond delay="0"/>
                                          </p:stCondLst>
                                        </p:cTn>
                                        <p:tgtEl>
                                          <p:spTgt spid="247832"/>
                                        </p:tgtEl>
                                        <p:attrNameLst>
                                          <p:attrName>style.visibility</p:attrName>
                                        </p:attrNameLst>
                                      </p:cBhvr>
                                      <p:to>
                                        <p:strVal val="visible"/>
                                      </p:to>
                                    </p:set>
                                    <p:anim calcmode="lin" valueType="num">
                                      <p:cBhvr>
                                        <p:cTn id="105" dur="500" fill="hold"/>
                                        <p:tgtEl>
                                          <p:spTgt spid="247832"/>
                                        </p:tgtEl>
                                        <p:attrNameLst>
                                          <p:attrName>ppt_x</p:attrName>
                                        </p:attrNameLst>
                                      </p:cBhvr>
                                      <p:tavLst>
                                        <p:tav tm="0">
                                          <p:val>
                                            <p:strVal val="#ppt_x"/>
                                          </p:val>
                                        </p:tav>
                                        <p:tav tm="100000">
                                          <p:val>
                                            <p:strVal val="#ppt_x"/>
                                          </p:val>
                                        </p:tav>
                                      </p:tavLst>
                                    </p:anim>
                                    <p:anim calcmode="lin" valueType="num">
                                      <p:cBhvr>
                                        <p:cTn id="106" dur="500" fill="hold"/>
                                        <p:tgtEl>
                                          <p:spTgt spid="247832"/>
                                        </p:tgtEl>
                                        <p:attrNameLst>
                                          <p:attrName>ppt_y</p:attrName>
                                        </p:attrNameLst>
                                      </p:cBhvr>
                                      <p:tavLst>
                                        <p:tav tm="0">
                                          <p:val>
                                            <p:strVal val="#ppt_y-#ppt_h/2"/>
                                          </p:val>
                                        </p:tav>
                                        <p:tav tm="100000">
                                          <p:val>
                                            <p:strVal val="#ppt_y"/>
                                          </p:val>
                                        </p:tav>
                                      </p:tavLst>
                                    </p:anim>
                                    <p:anim calcmode="lin" valueType="num">
                                      <p:cBhvr>
                                        <p:cTn id="107" dur="500" fill="hold"/>
                                        <p:tgtEl>
                                          <p:spTgt spid="247832"/>
                                        </p:tgtEl>
                                        <p:attrNameLst>
                                          <p:attrName>ppt_w</p:attrName>
                                        </p:attrNameLst>
                                      </p:cBhvr>
                                      <p:tavLst>
                                        <p:tav tm="0">
                                          <p:val>
                                            <p:strVal val="#ppt_w"/>
                                          </p:val>
                                        </p:tav>
                                        <p:tav tm="100000">
                                          <p:val>
                                            <p:strVal val="#ppt_w"/>
                                          </p:val>
                                        </p:tav>
                                      </p:tavLst>
                                    </p:anim>
                                    <p:anim calcmode="lin" valueType="num">
                                      <p:cBhvr>
                                        <p:cTn id="108" dur="500" fill="hold"/>
                                        <p:tgtEl>
                                          <p:spTgt spid="247832"/>
                                        </p:tgtEl>
                                        <p:attrNameLst>
                                          <p:attrName>ppt_h</p:attrName>
                                        </p:attrNameLst>
                                      </p:cBhvr>
                                      <p:tavLst>
                                        <p:tav tm="0">
                                          <p:val>
                                            <p:fltVal val="0"/>
                                          </p:val>
                                        </p:tav>
                                        <p:tav tm="100000">
                                          <p:val>
                                            <p:strVal val="#ppt_h"/>
                                          </p:val>
                                        </p:tav>
                                      </p:tavLst>
                                    </p:anim>
                                  </p:childTnLst>
                                </p:cTn>
                              </p:par>
                            </p:childTnLst>
                          </p:cTn>
                        </p:par>
                        <p:par>
                          <p:cTn id="109" fill="hold" nodeType="afterGroup">
                            <p:stCondLst>
                              <p:cond delay="6500"/>
                            </p:stCondLst>
                            <p:childTnLst>
                              <p:par>
                                <p:cTn id="110" presetID="17" presetClass="entr" presetSubtype="1" fill="hold" grpId="0" nodeType="afterEffect">
                                  <p:stCondLst>
                                    <p:cond delay="0"/>
                                  </p:stCondLst>
                                  <p:childTnLst>
                                    <p:set>
                                      <p:cBhvr>
                                        <p:cTn id="111" dur="1" fill="hold">
                                          <p:stCondLst>
                                            <p:cond delay="0"/>
                                          </p:stCondLst>
                                        </p:cTn>
                                        <p:tgtEl>
                                          <p:spTgt spid="247833"/>
                                        </p:tgtEl>
                                        <p:attrNameLst>
                                          <p:attrName>style.visibility</p:attrName>
                                        </p:attrNameLst>
                                      </p:cBhvr>
                                      <p:to>
                                        <p:strVal val="visible"/>
                                      </p:to>
                                    </p:set>
                                    <p:anim calcmode="lin" valueType="num">
                                      <p:cBhvr>
                                        <p:cTn id="112" dur="500" fill="hold"/>
                                        <p:tgtEl>
                                          <p:spTgt spid="247833"/>
                                        </p:tgtEl>
                                        <p:attrNameLst>
                                          <p:attrName>ppt_x</p:attrName>
                                        </p:attrNameLst>
                                      </p:cBhvr>
                                      <p:tavLst>
                                        <p:tav tm="0">
                                          <p:val>
                                            <p:strVal val="#ppt_x"/>
                                          </p:val>
                                        </p:tav>
                                        <p:tav tm="100000">
                                          <p:val>
                                            <p:strVal val="#ppt_x"/>
                                          </p:val>
                                        </p:tav>
                                      </p:tavLst>
                                    </p:anim>
                                    <p:anim calcmode="lin" valueType="num">
                                      <p:cBhvr>
                                        <p:cTn id="113" dur="500" fill="hold"/>
                                        <p:tgtEl>
                                          <p:spTgt spid="247833"/>
                                        </p:tgtEl>
                                        <p:attrNameLst>
                                          <p:attrName>ppt_y</p:attrName>
                                        </p:attrNameLst>
                                      </p:cBhvr>
                                      <p:tavLst>
                                        <p:tav tm="0">
                                          <p:val>
                                            <p:strVal val="#ppt_y-#ppt_h/2"/>
                                          </p:val>
                                        </p:tav>
                                        <p:tav tm="100000">
                                          <p:val>
                                            <p:strVal val="#ppt_y"/>
                                          </p:val>
                                        </p:tav>
                                      </p:tavLst>
                                    </p:anim>
                                    <p:anim calcmode="lin" valueType="num">
                                      <p:cBhvr>
                                        <p:cTn id="114" dur="500" fill="hold"/>
                                        <p:tgtEl>
                                          <p:spTgt spid="247833"/>
                                        </p:tgtEl>
                                        <p:attrNameLst>
                                          <p:attrName>ppt_w</p:attrName>
                                        </p:attrNameLst>
                                      </p:cBhvr>
                                      <p:tavLst>
                                        <p:tav tm="0">
                                          <p:val>
                                            <p:strVal val="#ppt_w"/>
                                          </p:val>
                                        </p:tav>
                                        <p:tav tm="100000">
                                          <p:val>
                                            <p:strVal val="#ppt_w"/>
                                          </p:val>
                                        </p:tav>
                                      </p:tavLst>
                                    </p:anim>
                                    <p:anim calcmode="lin" valueType="num">
                                      <p:cBhvr>
                                        <p:cTn id="115" dur="500" fill="hold"/>
                                        <p:tgtEl>
                                          <p:spTgt spid="247833"/>
                                        </p:tgtEl>
                                        <p:attrNameLst>
                                          <p:attrName>ppt_h</p:attrName>
                                        </p:attrNameLst>
                                      </p:cBhvr>
                                      <p:tavLst>
                                        <p:tav tm="0">
                                          <p:val>
                                            <p:fltVal val="0"/>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4" fill="hold" grpId="0" nodeType="clickEffect">
                                  <p:stCondLst>
                                    <p:cond delay="0"/>
                                  </p:stCondLst>
                                  <p:childTnLst>
                                    <p:set>
                                      <p:cBhvr>
                                        <p:cTn id="119" dur="1" fill="hold">
                                          <p:stCondLst>
                                            <p:cond delay="0"/>
                                          </p:stCondLst>
                                        </p:cTn>
                                        <p:tgtEl>
                                          <p:spTgt spid="247828"/>
                                        </p:tgtEl>
                                        <p:attrNameLst>
                                          <p:attrName>style.visibility</p:attrName>
                                        </p:attrNameLst>
                                      </p:cBhvr>
                                      <p:to>
                                        <p:strVal val="visible"/>
                                      </p:to>
                                    </p:set>
                                    <p:anim calcmode="lin" valueType="num">
                                      <p:cBhvr>
                                        <p:cTn id="120" dur="500" fill="hold"/>
                                        <p:tgtEl>
                                          <p:spTgt spid="247828"/>
                                        </p:tgtEl>
                                        <p:attrNameLst>
                                          <p:attrName>ppt_x</p:attrName>
                                        </p:attrNameLst>
                                      </p:cBhvr>
                                      <p:tavLst>
                                        <p:tav tm="0">
                                          <p:val>
                                            <p:strVal val="#ppt_x"/>
                                          </p:val>
                                        </p:tav>
                                        <p:tav tm="100000">
                                          <p:val>
                                            <p:strVal val="#ppt_x"/>
                                          </p:val>
                                        </p:tav>
                                      </p:tavLst>
                                    </p:anim>
                                    <p:anim calcmode="lin" valueType="num">
                                      <p:cBhvr>
                                        <p:cTn id="121" dur="500" fill="hold"/>
                                        <p:tgtEl>
                                          <p:spTgt spid="247828"/>
                                        </p:tgtEl>
                                        <p:attrNameLst>
                                          <p:attrName>ppt_y</p:attrName>
                                        </p:attrNameLst>
                                      </p:cBhvr>
                                      <p:tavLst>
                                        <p:tav tm="0">
                                          <p:val>
                                            <p:strVal val="#ppt_y+#ppt_h/2"/>
                                          </p:val>
                                        </p:tav>
                                        <p:tav tm="100000">
                                          <p:val>
                                            <p:strVal val="#ppt_y"/>
                                          </p:val>
                                        </p:tav>
                                      </p:tavLst>
                                    </p:anim>
                                    <p:anim calcmode="lin" valueType="num">
                                      <p:cBhvr>
                                        <p:cTn id="122" dur="500" fill="hold"/>
                                        <p:tgtEl>
                                          <p:spTgt spid="247828"/>
                                        </p:tgtEl>
                                        <p:attrNameLst>
                                          <p:attrName>ppt_w</p:attrName>
                                        </p:attrNameLst>
                                      </p:cBhvr>
                                      <p:tavLst>
                                        <p:tav tm="0">
                                          <p:val>
                                            <p:strVal val="#ppt_w"/>
                                          </p:val>
                                        </p:tav>
                                        <p:tav tm="100000">
                                          <p:val>
                                            <p:strVal val="#ppt_w"/>
                                          </p:val>
                                        </p:tav>
                                      </p:tavLst>
                                    </p:anim>
                                    <p:anim calcmode="lin" valueType="num">
                                      <p:cBhvr>
                                        <p:cTn id="123" dur="500" fill="hold"/>
                                        <p:tgtEl>
                                          <p:spTgt spid="247828"/>
                                        </p:tgtEl>
                                        <p:attrNameLst>
                                          <p:attrName>ppt_h</p:attrName>
                                        </p:attrNameLst>
                                      </p:cBhvr>
                                      <p:tavLst>
                                        <p:tav tm="0">
                                          <p:val>
                                            <p:fltVal val="0"/>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4" fill="hold" grpId="0" nodeType="clickEffect">
                                  <p:stCondLst>
                                    <p:cond delay="0"/>
                                  </p:stCondLst>
                                  <p:childTnLst>
                                    <p:set>
                                      <p:cBhvr>
                                        <p:cTn id="127" dur="1" fill="hold">
                                          <p:stCondLst>
                                            <p:cond delay="0"/>
                                          </p:stCondLst>
                                        </p:cTn>
                                        <p:tgtEl>
                                          <p:spTgt spid="247834"/>
                                        </p:tgtEl>
                                        <p:attrNameLst>
                                          <p:attrName>style.visibility</p:attrName>
                                        </p:attrNameLst>
                                      </p:cBhvr>
                                      <p:to>
                                        <p:strVal val="visible"/>
                                      </p:to>
                                    </p:set>
                                    <p:anim calcmode="lin" valueType="num">
                                      <p:cBhvr>
                                        <p:cTn id="128" dur="500" fill="hold"/>
                                        <p:tgtEl>
                                          <p:spTgt spid="247834"/>
                                        </p:tgtEl>
                                        <p:attrNameLst>
                                          <p:attrName>ppt_x</p:attrName>
                                        </p:attrNameLst>
                                      </p:cBhvr>
                                      <p:tavLst>
                                        <p:tav tm="0">
                                          <p:val>
                                            <p:strVal val="#ppt_x"/>
                                          </p:val>
                                        </p:tav>
                                        <p:tav tm="100000">
                                          <p:val>
                                            <p:strVal val="#ppt_x"/>
                                          </p:val>
                                        </p:tav>
                                      </p:tavLst>
                                    </p:anim>
                                    <p:anim calcmode="lin" valueType="num">
                                      <p:cBhvr>
                                        <p:cTn id="129" dur="500" fill="hold"/>
                                        <p:tgtEl>
                                          <p:spTgt spid="247834"/>
                                        </p:tgtEl>
                                        <p:attrNameLst>
                                          <p:attrName>ppt_y</p:attrName>
                                        </p:attrNameLst>
                                      </p:cBhvr>
                                      <p:tavLst>
                                        <p:tav tm="0">
                                          <p:val>
                                            <p:strVal val="#ppt_y+#ppt_h/2"/>
                                          </p:val>
                                        </p:tav>
                                        <p:tav tm="100000">
                                          <p:val>
                                            <p:strVal val="#ppt_y"/>
                                          </p:val>
                                        </p:tav>
                                      </p:tavLst>
                                    </p:anim>
                                    <p:anim calcmode="lin" valueType="num">
                                      <p:cBhvr>
                                        <p:cTn id="130" dur="500" fill="hold"/>
                                        <p:tgtEl>
                                          <p:spTgt spid="247834"/>
                                        </p:tgtEl>
                                        <p:attrNameLst>
                                          <p:attrName>ppt_w</p:attrName>
                                        </p:attrNameLst>
                                      </p:cBhvr>
                                      <p:tavLst>
                                        <p:tav tm="0">
                                          <p:val>
                                            <p:strVal val="#ppt_w"/>
                                          </p:val>
                                        </p:tav>
                                        <p:tav tm="100000">
                                          <p:val>
                                            <p:strVal val="#ppt_w"/>
                                          </p:val>
                                        </p:tav>
                                      </p:tavLst>
                                    </p:anim>
                                    <p:anim calcmode="lin" valueType="num">
                                      <p:cBhvr>
                                        <p:cTn id="131" dur="500" fill="hold"/>
                                        <p:tgtEl>
                                          <p:spTgt spid="247834"/>
                                        </p:tgtEl>
                                        <p:attrNameLst>
                                          <p:attrName>ppt_h</p:attrName>
                                        </p:attrNameLst>
                                      </p:cBhvr>
                                      <p:tavLst>
                                        <p:tav tm="0">
                                          <p:val>
                                            <p:fltVal val="0"/>
                                          </p:val>
                                        </p:tav>
                                        <p:tav tm="100000">
                                          <p:val>
                                            <p:strVal val="#ppt_h"/>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2" presetClass="entr" presetSubtype="8" fill="hold" nodeType="clickEffect">
                                  <p:stCondLst>
                                    <p:cond delay="0"/>
                                  </p:stCondLst>
                                  <p:childTnLst>
                                    <p:set>
                                      <p:cBhvr>
                                        <p:cTn id="135" dur="1" fill="hold">
                                          <p:stCondLst>
                                            <p:cond delay="0"/>
                                          </p:stCondLst>
                                        </p:cTn>
                                        <p:tgtEl>
                                          <p:spTgt spid="247829"/>
                                        </p:tgtEl>
                                        <p:attrNameLst>
                                          <p:attrName>style.visibility</p:attrName>
                                        </p:attrNameLst>
                                      </p:cBhvr>
                                      <p:to>
                                        <p:strVal val="visible"/>
                                      </p:to>
                                    </p:set>
                                    <p:animEffect transition="in" filter="slide(fromLeft)">
                                      <p:cBhvr>
                                        <p:cTn id="136" dur="500"/>
                                        <p:tgtEl>
                                          <p:spTgt spid="247829"/>
                                        </p:tgtEl>
                                      </p:cBhvr>
                                    </p:animEffect>
                                  </p:childTnLst>
                                </p:cTn>
                              </p:par>
                            </p:childTnLst>
                          </p:cTn>
                        </p:par>
                        <p:par>
                          <p:cTn id="137" fill="hold" nodeType="afterGroup">
                            <p:stCondLst>
                              <p:cond delay="500"/>
                            </p:stCondLst>
                            <p:childTnLst>
                              <p:par>
                                <p:cTn id="138" presetID="17" presetClass="entr" presetSubtype="8" fill="hold" grpId="0" nodeType="afterEffect">
                                  <p:stCondLst>
                                    <p:cond delay="0"/>
                                  </p:stCondLst>
                                  <p:childTnLst>
                                    <p:set>
                                      <p:cBhvr>
                                        <p:cTn id="139" dur="1" fill="hold">
                                          <p:stCondLst>
                                            <p:cond delay="0"/>
                                          </p:stCondLst>
                                        </p:cTn>
                                        <p:tgtEl>
                                          <p:spTgt spid="247812"/>
                                        </p:tgtEl>
                                        <p:attrNameLst>
                                          <p:attrName>style.visibility</p:attrName>
                                        </p:attrNameLst>
                                      </p:cBhvr>
                                      <p:to>
                                        <p:strVal val="visible"/>
                                      </p:to>
                                    </p:set>
                                    <p:anim calcmode="lin" valueType="num">
                                      <p:cBhvr>
                                        <p:cTn id="140" dur="500" fill="hold"/>
                                        <p:tgtEl>
                                          <p:spTgt spid="247812"/>
                                        </p:tgtEl>
                                        <p:attrNameLst>
                                          <p:attrName>ppt_x</p:attrName>
                                        </p:attrNameLst>
                                      </p:cBhvr>
                                      <p:tavLst>
                                        <p:tav tm="0">
                                          <p:val>
                                            <p:strVal val="#ppt_x-#ppt_w/2"/>
                                          </p:val>
                                        </p:tav>
                                        <p:tav tm="100000">
                                          <p:val>
                                            <p:strVal val="#ppt_x"/>
                                          </p:val>
                                        </p:tav>
                                      </p:tavLst>
                                    </p:anim>
                                    <p:anim calcmode="lin" valueType="num">
                                      <p:cBhvr>
                                        <p:cTn id="141" dur="500" fill="hold"/>
                                        <p:tgtEl>
                                          <p:spTgt spid="247812"/>
                                        </p:tgtEl>
                                        <p:attrNameLst>
                                          <p:attrName>ppt_y</p:attrName>
                                        </p:attrNameLst>
                                      </p:cBhvr>
                                      <p:tavLst>
                                        <p:tav tm="0">
                                          <p:val>
                                            <p:strVal val="#ppt_y"/>
                                          </p:val>
                                        </p:tav>
                                        <p:tav tm="100000">
                                          <p:val>
                                            <p:strVal val="#ppt_y"/>
                                          </p:val>
                                        </p:tav>
                                      </p:tavLst>
                                    </p:anim>
                                    <p:anim calcmode="lin" valueType="num">
                                      <p:cBhvr>
                                        <p:cTn id="142" dur="500" fill="hold"/>
                                        <p:tgtEl>
                                          <p:spTgt spid="247812"/>
                                        </p:tgtEl>
                                        <p:attrNameLst>
                                          <p:attrName>ppt_w</p:attrName>
                                        </p:attrNameLst>
                                      </p:cBhvr>
                                      <p:tavLst>
                                        <p:tav tm="0">
                                          <p:val>
                                            <p:fltVal val="0"/>
                                          </p:val>
                                        </p:tav>
                                        <p:tav tm="100000">
                                          <p:val>
                                            <p:strVal val="#ppt_w"/>
                                          </p:val>
                                        </p:tav>
                                      </p:tavLst>
                                    </p:anim>
                                    <p:anim calcmode="lin" valueType="num">
                                      <p:cBhvr>
                                        <p:cTn id="143" dur="500" fill="hold"/>
                                        <p:tgtEl>
                                          <p:spTgt spid="247812"/>
                                        </p:tgtEl>
                                        <p:attrNameLst>
                                          <p:attrName>ppt_h</p:attrName>
                                        </p:attrNameLst>
                                      </p:cBhvr>
                                      <p:tavLst>
                                        <p:tav tm="0">
                                          <p:val>
                                            <p:strVal val="#ppt_h"/>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2" presetClass="entr" presetSubtype="8" fill="hold" nodeType="clickEffect">
                                  <p:stCondLst>
                                    <p:cond delay="0"/>
                                  </p:stCondLst>
                                  <p:childTnLst>
                                    <p:set>
                                      <p:cBhvr>
                                        <p:cTn id="147" dur="1" fill="hold">
                                          <p:stCondLst>
                                            <p:cond delay="0"/>
                                          </p:stCondLst>
                                        </p:cTn>
                                        <p:tgtEl>
                                          <p:spTgt spid="247830"/>
                                        </p:tgtEl>
                                        <p:attrNameLst>
                                          <p:attrName>style.visibility</p:attrName>
                                        </p:attrNameLst>
                                      </p:cBhvr>
                                      <p:to>
                                        <p:strVal val="visible"/>
                                      </p:to>
                                    </p:set>
                                    <p:animEffect transition="in" filter="slide(fromLeft)">
                                      <p:cBhvr>
                                        <p:cTn id="148" dur="500"/>
                                        <p:tgtEl>
                                          <p:spTgt spid="247830"/>
                                        </p:tgtEl>
                                      </p:cBhvr>
                                    </p:animEffect>
                                  </p:childTnLst>
                                </p:cTn>
                              </p:par>
                            </p:childTnLst>
                          </p:cTn>
                        </p:par>
                        <p:par>
                          <p:cTn id="149" fill="hold" nodeType="afterGroup">
                            <p:stCondLst>
                              <p:cond delay="500"/>
                            </p:stCondLst>
                            <p:childTnLst>
                              <p:par>
                                <p:cTn id="150" presetID="17" presetClass="entr" presetSubtype="8" fill="hold" grpId="0" nodeType="afterEffect">
                                  <p:stCondLst>
                                    <p:cond delay="0"/>
                                  </p:stCondLst>
                                  <p:childTnLst>
                                    <p:set>
                                      <p:cBhvr>
                                        <p:cTn id="151" dur="1" fill="hold">
                                          <p:stCondLst>
                                            <p:cond delay="0"/>
                                          </p:stCondLst>
                                        </p:cTn>
                                        <p:tgtEl>
                                          <p:spTgt spid="247811"/>
                                        </p:tgtEl>
                                        <p:attrNameLst>
                                          <p:attrName>style.visibility</p:attrName>
                                        </p:attrNameLst>
                                      </p:cBhvr>
                                      <p:to>
                                        <p:strVal val="visible"/>
                                      </p:to>
                                    </p:set>
                                    <p:anim calcmode="lin" valueType="num">
                                      <p:cBhvr>
                                        <p:cTn id="152" dur="500" fill="hold"/>
                                        <p:tgtEl>
                                          <p:spTgt spid="247811"/>
                                        </p:tgtEl>
                                        <p:attrNameLst>
                                          <p:attrName>ppt_x</p:attrName>
                                        </p:attrNameLst>
                                      </p:cBhvr>
                                      <p:tavLst>
                                        <p:tav tm="0">
                                          <p:val>
                                            <p:strVal val="#ppt_x-#ppt_w/2"/>
                                          </p:val>
                                        </p:tav>
                                        <p:tav tm="100000">
                                          <p:val>
                                            <p:strVal val="#ppt_x"/>
                                          </p:val>
                                        </p:tav>
                                      </p:tavLst>
                                    </p:anim>
                                    <p:anim calcmode="lin" valueType="num">
                                      <p:cBhvr>
                                        <p:cTn id="153" dur="500" fill="hold"/>
                                        <p:tgtEl>
                                          <p:spTgt spid="247811"/>
                                        </p:tgtEl>
                                        <p:attrNameLst>
                                          <p:attrName>ppt_y</p:attrName>
                                        </p:attrNameLst>
                                      </p:cBhvr>
                                      <p:tavLst>
                                        <p:tav tm="0">
                                          <p:val>
                                            <p:strVal val="#ppt_y"/>
                                          </p:val>
                                        </p:tav>
                                        <p:tav tm="100000">
                                          <p:val>
                                            <p:strVal val="#ppt_y"/>
                                          </p:val>
                                        </p:tav>
                                      </p:tavLst>
                                    </p:anim>
                                    <p:anim calcmode="lin" valueType="num">
                                      <p:cBhvr>
                                        <p:cTn id="154" dur="500" fill="hold"/>
                                        <p:tgtEl>
                                          <p:spTgt spid="247811"/>
                                        </p:tgtEl>
                                        <p:attrNameLst>
                                          <p:attrName>ppt_w</p:attrName>
                                        </p:attrNameLst>
                                      </p:cBhvr>
                                      <p:tavLst>
                                        <p:tav tm="0">
                                          <p:val>
                                            <p:fltVal val="0"/>
                                          </p:val>
                                        </p:tav>
                                        <p:tav tm="100000">
                                          <p:val>
                                            <p:strVal val="#ppt_w"/>
                                          </p:val>
                                        </p:tav>
                                      </p:tavLst>
                                    </p:anim>
                                    <p:anim calcmode="lin" valueType="num">
                                      <p:cBhvr>
                                        <p:cTn id="155" dur="500" fill="hold"/>
                                        <p:tgtEl>
                                          <p:spTgt spid="2478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0" grpId="0" autoUpdateAnimBg="0"/>
      <p:bldP spid="247811" grpId="0" autoUpdateAnimBg="0"/>
      <p:bldP spid="247812" grpId="0" autoUpdateAnimBg="0"/>
      <p:bldP spid="247814" grpId="0" autoUpdateAnimBg="0"/>
      <p:bldP spid="247815" grpId="0" animBg="1"/>
      <p:bldP spid="247816" grpId="0" animBg="1"/>
      <p:bldP spid="247817" grpId="0" animBg="1" autoUpdateAnimBg="0"/>
      <p:bldP spid="247818" grpId="0" animBg="1" autoUpdateAnimBg="0"/>
      <p:bldP spid="247819" grpId="0" animBg="1" autoUpdateAnimBg="0"/>
      <p:bldP spid="247820" grpId="0" animBg="1"/>
      <p:bldP spid="247821" grpId="0" animBg="1"/>
      <p:bldP spid="247822" grpId="0" animBg="1"/>
      <p:bldP spid="247823" grpId="0" animBg="1"/>
      <p:bldP spid="247824" grpId="0" animBg="1"/>
      <p:bldP spid="247825" grpId="0" animBg="1"/>
      <p:bldP spid="247826" grpId="0" animBg="1"/>
      <p:bldP spid="247827" grpId="0" animBg="1"/>
      <p:bldP spid="247828" grpId="0" animBg="1"/>
      <p:bldP spid="247831" grpId="0" animBg="1" autoUpdateAnimBg="0"/>
      <p:bldP spid="247832" grpId="0" animBg="1"/>
      <p:bldP spid="247833" grpId="0" animBg="1"/>
      <p:bldP spid="24783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Text Box 2"/>
          <p:cNvSpPr txBox="1">
            <a:spLocks noChangeArrowheads="1"/>
          </p:cNvSpPr>
          <p:nvPr/>
        </p:nvSpPr>
        <p:spPr bwMode="auto">
          <a:xfrm>
            <a:off x="1447800" y="228600"/>
            <a:ext cx="6299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0099"/>
                </a:solidFill>
                <a:latin typeface="Times New Roman" charset="0"/>
                <a:ea typeface="楷体_GB2312" charset="0"/>
              </a:rPr>
              <a:t>对</a:t>
            </a:r>
            <a:r>
              <a:rPr kumimoji="1" lang="zh-CN" altLang="en-US" sz="4000" b="1">
                <a:solidFill>
                  <a:srgbClr val="993300"/>
                </a:solidFill>
                <a:latin typeface="Times New Roman" charset="0"/>
                <a:ea typeface="楷体_GB2312" charset="0"/>
              </a:rPr>
              <a:t>线索链表</a:t>
            </a:r>
            <a:r>
              <a:rPr kumimoji="1" lang="zh-CN" altLang="en-US" sz="4000" b="1">
                <a:solidFill>
                  <a:srgbClr val="000099"/>
                </a:solidFill>
                <a:latin typeface="Times New Roman" charset="0"/>
                <a:ea typeface="楷体_GB2312" charset="0"/>
              </a:rPr>
              <a:t>中结点的约定：</a:t>
            </a:r>
            <a:endParaRPr kumimoji="1" lang="zh-CN" altLang="en-US" sz="4800">
              <a:latin typeface="Times New Roman" charset="0"/>
            </a:endParaRPr>
          </a:p>
        </p:txBody>
      </p:sp>
      <p:sp>
        <p:nvSpPr>
          <p:cNvPr id="248835" name="Text Box 3"/>
          <p:cNvSpPr txBox="1">
            <a:spLocks noChangeArrowheads="1"/>
          </p:cNvSpPr>
          <p:nvPr/>
        </p:nvSpPr>
        <p:spPr bwMode="auto">
          <a:xfrm>
            <a:off x="228600" y="990600"/>
            <a:ext cx="9234488"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a:solidFill>
                  <a:schemeClr val="bg2"/>
                </a:solidFill>
                <a:latin typeface="Times New Roman" charset="0"/>
                <a:ea typeface="楷体_GB2312" charset="0"/>
              </a:rPr>
              <a:t>   </a:t>
            </a:r>
            <a:r>
              <a:rPr kumimoji="1" lang="zh-CN" altLang="en-US" sz="4000">
                <a:solidFill>
                  <a:schemeClr val="bg2"/>
                </a:solidFill>
                <a:latin typeface="Times New Roman" charset="0"/>
                <a:ea typeface="楷体_GB2312" charset="0"/>
              </a:rPr>
              <a:t>在二叉链表的结点中</a:t>
            </a:r>
            <a:r>
              <a:rPr kumimoji="1" lang="zh-CN" altLang="en-US" sz="4000" b="1">
                <a:solidFill>
                  <a:schemeClr val="tx2"/>
                </a:solidFill>
                <a:latin typeface="Times New Roman" charset="0"/>
                <a:ea typeface="楷体_GB2312" charset="0"/>
              </a:rPr>
              <a:t>增加两个标志域</a:t>
            </a:r>
            <a:r>
              <a:rPr kumimoji="1" lang="zh-CN" altLang="en-US" sz="4000">
                <a:latin typeface="Times New Roman" charset="0"/>
                <a:ea typeface="楷体_GB2312" charset="0"/>
              </a:rPr>
              <a:t>，</a:t>
            </a:r>
          </a:p>
          <a:p>
            <a:pPr>
              <a:lnSpc>
                <a:spcPct val="120000"/>
              </a:lnSpc>
            </a:pPr>
            <a:r>
              <a:rPr kumimoji="1" lang="zh-CN" altLang="en-US" sz="4000">
                <a:solidFill>
                  <a:schemeClr val="bg2"/>
                </a:solidFill>
                <a:latin typeface="Times New Roman" charset="0"/>
                <a:ea typeface="楷体_GB2312" charset="0"/>
              </a:rPr>
              <a:t>并作如下规定：</a:t>
            </a:r>
            <a:endParaRPr kumimoji="1" lang="zh-CN" altLang="en-US" sz="4000">
              <a:latin typeface="Times New Roman" charset="0"/>
            </a:endParaRPr>
          </a:p>
        </p:txBody>
      </p:sp>
      <p:sp>
        <p:nvSpPr>
          <p:cNvPr id="248836" name="Text Box 4"/>
          <p:cNvSpPr txBox="1">
            <a:spLocks noChangeArrowheads="1"/>
          </p:cNvSpPr>
          <p:nvPr/>
        </p:nvSpPr>
        <p:spPr bwMode="auto">
          <a:xfrm>
            <a:off x="747713" y="2714625"/>
            <a:ext cx="8564562"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4000" b="1">
                <a:solidFill>
                  <a:schemeClr val="bg2"/>
                </a:solidFill>
                <a:latin typeface="Times New Roman" charset="0"/>
                <a:ea typeface="楷体_GB2312" charset="0"/>
              </a:rPr>
              <a:t>若该结点的左子树不空，</a:t>
            </a:r>
            <a:endParaRPr kumimoji="1" lang="zh-CN" altLang="en-US" sz="4000">
              <a:latin typeface="Times New Roman" charset="0"/>
              <a:ea typeface="楷体_GB2312" charset="0"/>
            </a:endParaRPr>
          </a:p>
          <a:p>
            <a:pPr>
              <a:lnSpc>
                <a:spcPct val="120000"/>
              </a:lnSpc>
            </a:pPr>
            <a:r>
              <a:rPr kumimoji="1" lang="zh-CN" altLang="en-US" sz="4000">
                <a:solidFill>
                  <a:schemeClr val="tx2"/>
                </a:solidFill>
                <a:latin typeface="Times New Roman" charset="0"/>
                <a:ea typeface="楷体_GB2312" charset="0"/>
              </a:rPr>
              <a:t>则</a:t>
            </a:r>
            <a:r>
              <a:rPr kumimoji="1" lang="en-US" altLang="zh-CN" sz="4000">
                <a:solidFill>
                  <a:schemeClr val="tx2"/>
                </a:solidFill>
                <a:latin typeface="Times New Roman" charset="0"/>
                <a:ea typeface="楷体_GB2312" charset="0"/>
              </a:rPr>
              <a:t>Lchild</a:t>
            </a:r>
            <a:r>
              <a:rPr kumimoji="1" lang="zh-CN" altLang="en-US" sz="4000">
                <a:solidFill>
                  <a:schemeClr val="tx2"/>
                </a:solidFill>
                <a:latin typeface="Times New Roman" charset="0"/>
                <a:ea typeface="楷体_GB2312" charset="0"/>
              </a:rPr>
              <a:t>域的指针指向其左子树，</a:t>
            </a:r>
          </a:p>
          <a:p>
            <a:pPr>
              <a:lnSpc>
                <a:spcPct val="120000"/>
              </a:lnSpc>
            </a:pPr>
            <a:r>
              <a:rPr kumimoji="1" lang="zh-CN" altLang="en-US" sz="4000">
                <a:solidFill>
                  <a:schemeClr val="tx2"/>
                </a:solidFill>
                <a:latin typeface="Times New Roman" charset="0"/>
                <a:ea typeface="楷体_GB2312" charset="0"/>
              </a:rPr>
              <a:t>   且左标志域的值为“</a:t>
            </a:r>
            <a:r>
              <a:rPr kumimoji="1" lang="zh-CN" altLang="en-US" sz="4000">
                <a:solidFill>
                  <a:srgbClr val="000099"/>
                </a:solidFill>
                <a:latin typeface="Times New Roman" charset="0"/>
                <a:ea typeface="楷体_GB2312" charset="0"/>
              </a:rPr>
              <a:t>指针 </a:t>
            </a:r>
            <a:r>
              <a:rPr kumimoji="1" lang="en-US" altLang="zh-CN" sz="4000">
                <a:solidFill>
                  <a:srgbClr val="000099"/>
                </a:solidFill>
                <a:latin typeface="Times New Roman" charset="0"/>
                <a:ea typeface="楷体_GB2312" charset="0"/>
              </a:rPr>
              <a:t>Link</a:t>
            </a:r>
            <a:r>
              <a:rPr kumimoji="1" lang="en-US" altLang="zh-CN" sz="4000">
                <a:solidFill>
                  <a:schemeClr val="tx2"/>
                </a:solidFill>
                <a:latin typeface="Times New Roman" charset="0"/>
                <a:ea typeface="楷体_GB2312" charset="0"/>
              </a:rPr>
              <a:t>”</a:t>
            </a:r>
            <a:r>
              <a:rPr kumimoji="1" lang="zh-CN" altLang="en-US" sz="4000">
                <a:solidFill>
                  <a:schemeClr val="tx2"/>
                </a:solidFill>
                <a:latin typeface="Times New Roman" charset="0"/>
                <a:ea typeface="楷体_GB2312" charset="0"/>
              </a:rPr>
              <a:t>； </a:t>
            </a:r>
          </a:p>
          <a:p>
            <a:pPr>
              <a:lnSpc>
                <a:spcPct val="120000"/>
              </a:lnSpc>
            </a:pPr>
            <a:r>
              <a:rPr kumimoji="1" lang="zh-CN" altLang="en-US" sz="4000">
                <a:solidFill>
                  <a:schemeClr val="tx2"/>
                </a:solidFill>
                <a:latin typeface="Times New Roman" charset="0"/>
                <a:ea typeface="楷体_GB2312" charset="0"/>
              </a:rPr>
              <a:t>否则，</a:t>
            </a:r>
            <a:r>
              <a:rPr kumimoji="1" lang="en-US" altLang="zh-CN" sz="4000">
                <a:solidFill>
                  <a:schemeClr val="tx2"/>
                </a:solidFill>
                <a:latin typeface="Times New Roman" charset="0"/>
                <a:ea typeface="楷体_GB2312" charset="0"/>
              </a:rPr>
              <a:t>Lchild</a:t>
            </a:r>
            <a:r>
              <a:rPr kumimoji="1" lang="zh-CN" altLang="en-US" sz="4000">
                <a:solidFill>
                  <a:schemeClr val="tx2"/>
                </a:solidFill>
                <a:latin typeface="Times New Roman" charset="0"/>
                <a:ea typeface="楷体_GB2312" charset="0"/>
              </a:rPr>
              <a:t>域的指针指向其“前驱”，</a:t>
            </a:r>
          </a:p>
          <a:p>
            <a:pPr>
              <a:lnSpc>
                <a:spcPct val="120000"/>
              </a:lnSpc>
            </a:pPr>
            <a:r>
              <a:rPr kumimoji="1" lang="zh-CN" altLang="en-US" sz="4000">
                <a:solidFill>
                  <a:schemeClr val="tx2"/>
                </a:solidFill>
                <a:latin typeface="Times New Roman" charset="0"/>
                <a:ea typeface="楷体_GB2312" charset="0"/>
              </a:rPr>
              <a:t>   且左标志的值为“</a:t>
            </a:r>
            <a:r>
              <a:rPr kumimoji="1" lang="zh-CN" altLang="en-US" sz="4000">
                <a:solidFill>
                  <a:srgbClr val="FF3300"/>
                </a:solidFill>
                <a:latin typeface="Times New Roman" charset="0"/>
                <a:ea typeface="楷体_GB2312" charset="0"/>
              </a:rPr>
              <a:t>线索 </a:t>
            </a:r>
            <a:r>
              <a:rPr kumimoji="1" lang="en-US" altLang="zh-CN" sz="4000">
                <a:solidFill>
                  <a:srgbClr val="FF3300"/>
                </a:solidFill>
                <a:latin typeface="Times New Roman" charset="0"/>
                <a:ea typeface="楷体_GB2312" charset="0"/>
              </a:rPr>
              <a:t>Thread</a:t>
            </a:r>
            <a:r>
              <a:rPr kumimoji="1" lang="en-US" altLang="zh-CN" sz="4000">
                <a:solidFill>
                  <a:schemeClr val="tx2"/>
                </a:solidFill>
                <a:latin typeface="Times New Roman" charset="0"/>
                <a:ea typeface="楷体_GB2312" charset="0"/>
              </a:rPr>
              <a:t>”</a:t>
            </a:r>
            <a:r>
              <a:rPr kumimoji="1" lang="en-US" altLang="zh-CN" sz="2400">
                <a:latin typeface="Times New Roman" charset="0"/>
                <a:ea typeface="楷体_GB2312" charset="0"/>
              </a:rPr>
              <a:t> </a:t>
            </a:r>
            <a:r>
              <a:rPr kumimoji="1" lang="zh-CN" altLang="en-US" sz="4000">
                <a:solidFill>
                  <a:schemeClr val="tx2"/>
                </a:solidFill>
                <a:latin typeface="Times New Roman" charset="0"/>
                <a:ea typeface="楷体_GB2312" charset="0"/>
              </a:rPr>
              <a:t>。</a:t>
            </a:r>
          </a:p>
        </p:txBody>
      </p:sp>
      <p:pic>
        <p:nvPicPr>
          <p:cNvPr id="248837" name="Picture 5" descr="Green B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743200"/>
            <a:ext cx="3048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4904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8835"/>
                                        </p:tgtEl>
                                        <p:attrNameLst>
                                          <p:attrName>style.visibility</p:attrName>
                                        </p:attrNameLst>
                                      </p:cBhvr>
                                      <p:to>
                                        <p:strVal val="visible"/>
                                      </p:to>
                                    </p:set>
                                    <p:animEffect transition="in" filter="checkerboard(across)">
                                      <p:cBhvr>
                                        <p:cTn id="7" dur="500"/>
                                        <p:tgtEl>
                                          <p:spTgt spid="248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4" fill="hold" grpId="0" nodeType="clickEffect">
                                  <p:stCondLst>
                                    <p:cond delay="0"/>
                                  </p:stCondLst>
                                  <p:childTnLst>
                                    <p:set>
                                      <p:cBhvr>
                                        <p:cTn id="11" dur="1" fill="hold">
                                          <p:stCondLst>
                                            <p:cond delay="0"/>
                                          </p:stCondLst>
                                        </p:cTn>
                                        <p:tgtEl>
                                          <p:spTgt spid="248836"/>
                                        </p:tgtEl>
                                        <p:attrNameLst>
                                          <p:attrName>style.visibility</p:attrName>
                                        </p:attrNameLst>
                                      </p:cBhvr>
                                      <p:to>
                                        <p:strVal val="visible"/>
                                      </p:to>
                                    </p:set>
                                    <p:anim calcmode="lin" valueType="num">
                                      <p:cBhvr>
                                        <p:cTn id="12" dur="500" fill="hold"/>
                                        <p:tgtEl>
                                          <p:spTgt spid="248836"/>
                                        </p:tgtEl>
                                        <p:attrNameLst>
                                          <p:attrName>ppt_x</p:attrName>
                                        </p:attrNameLst>
                                      </p:cBhvr>
                                      <p:tavLst>
                                        <p:tav tm="0">
                                          <p:val>
                                            <p:strVal val="#ppt_x"/>
                                          </p:val>
                                        </p:tav>
                                        <p:tav tm="100000">
                                          <p:val>
                                            <p:strVal val="#ppt_x"/>
                                          </p:val>
                                        </p:tav>
                                      </p:tavLst>
                                    </p:anim>
                                    <p:anim calcmode="lin" valueType="num">
                                      <p:cBhvr>
                                        <p:cTn id="13" dur="500" fill="hold"/>
                                        <p:tgtEl>
                                          <p:spTgt spid="248836"/>
                                        </p:tgtEl>
                                        <p:attrNameLst>
                                          <p:attrName>ppt_y</p:attrName>
                                        </p:attrNameLst>
                                      </p:cBhvr>
                                      <p:tavLst>
                                        <p:tav tm="0">
                                          <p:val>
                                            <p:strVal val="#ppt_y+#ppt_h/2"/>
                                          </p:val>
                                        </p:tav>
                                        <p:tav tm="100000">
                                          <p:val>
                                            <p:strVal val="#ppt_y"/>
                                          </p:val>
                                        </p:tav>
                                      </p:tavLst>
                                    </p:anim>
                                    <p:anim calcmode="lin" valueType="num">
                                      <p:cBhvr>
                                        <p:cTn id="14" dur="500" fill="hold"/>
                                        <p:tgtEl>
                                          <p:spTgt spid="248836"/>
                                        </p:tgtEl>
                                        <p:attrNameLst>
                                          <p:attrName>ppt_w</p:attrName>
                                        </p:attrNameLst>
                                      </p:cBhvr>
                                      <p:tavLst>
                                        <p:tav tm="0">
                                          <p:val>
                                            <p:strVal val="#ppt_w"/>
                                          </p:val>
                                        </p:tav>
                                        <p:tav tm="100000">
                                          <p:val>
                                            <p:strVal val="#ppt_w"/>
                                          </p:val>
                                        </p:tav>
                                      </p:tavLst>
                                    </p:anim>
                                    <p:anim calcmode="lin" valueType="num">
                                      <p:cBhvr>
                                        <p:cTn id="15" dur="500" fill="hold"/>
                                        <p:tgtEl>
                                          <p:spTgt spid="248836"/>
                                        </p:tgtEl>
                                        <p:attrNameLst>
                                          <p:attrName>ppt_h</p:attrName>
                                        </p:attrNameLst>
                                      </p:cBhvr>
                                      <p:tavLst>
                                        <p:tav tm="0">
                                          <p:val>
                                            <p:fltVal val="0"/>
                                          </p:val>
                                        </p:tav>
                                        <p:tav tm="100000">
                                          <p:val>
                                            <p:strVal val="#ppt_h"/>
                                          </p:val>
                                        </p:tav>
                                      </p:tavLst>
                                    </p:anim>
                                  </p:childTnLst>
                                </p:cTn>
                              </p:par>
                            </p:childTnLst>
                          </p:cTn>
                        </p:par>
                        <p:par>
                          <p:cTn id="16" fill="hold" nodeType="afterGroup">
                            <p:stCondLst>
                              <p:cond delay="500"/>
                            </p:stCondLst>
                            <p:childTnLst>
                              <p:par>
                                <p:cTn id="17" presetID="1" presetClass="entr" presetSubtype="0" fill="hold" nodeType="afterEffect">
                                  <p:stCondLst>
                                    <p:cond delay="0"/>
                                  </p:stCondLst>
                                  <p:childTnLst>
                                    <p:set>
                                      <p:cBhvr>
                                        <p:cTn id="18" dur="1" fill="hold">
                                          <p:stCondLst>
                                            <p:cond delay="499"/>
                                          </p:stCondLst>
                                        </p:cTn>
                                        <p:tgtEl>
                                          <p:spTgt spid="248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autoUpdateAnimBg="0"/>
      <p:bldP spid="248836"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ext Box 2"/>
          <p:cNvSpPr txBox="1">
            <a:spLocks noChangeArrowheads="1"/>
          </p:cNvSpPr>
          <p:nvPr/>
        </p:nvSpPr>
        <p:spPr bwMode="auto">
          <a:xfrm>
            <a:off x="1143000" y="1250950"/>
            <a:ext cx="7600950"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zh-CN" altLang="en-US" sz="3600" b="1">
                <a:solidFill>
                  <a:schemeClr val="bg2"/>
                </a:solidFill>
                <a:latin typeface="Times New Roman" charset="0"/>
                <a:ea typeface="楷体_GB2312" charset="0"/>
              </a:rPr>
              <a:t>若该结点的右子树不空，</a:t>
            </a:r>
            <a:endParaRPr kumimoji="1" lang="zh-CN" altLang="en-US" sz="3600">
              <a:latin typeface="Times New Roman" charset="0"/>
              <a:ea typeface="楷体_GB2312" charset="0"/>
            </a:endParaRPr>
          </a:p>
          <a:p>
            <a:pPr>
              <a:lnSpc>
                <a:spcPct val="125000"/>
              </a:lnSpc>
            </a:pPr>
            <a:r>
              <a:rPr kumimoji="1" lang="zh-CN" altLang="en-US" sz="3600">
                <a:solidFill>
                  <a:schemeClr val="tx2"/>
                </a:solidFill>
                <a:latin typeface="Times New Roman" charset="0"/>
                <a:ea typeface="楷体_GB2312" charset="0"/>
              </a:rPr>
              <a:t>则</a:t>
            </a:r>
            <a:r>
              <a:rPr kumimoji="1" lang="en-US" altLang="zh-CN" sz="3600">
                <a:solidFill>
                  <a:schemeClr val="tx2"/>
                </a:solidFill>
                <a:latin typeface="Times New Roman" charset="0"/>
                <a:ea typeface="楷体_GB2312" charset="0"/>
              </a:rPr>
              <a:t>rchild</a:t>
            </a:r>
            <a:r>
              <a:rPr kumimoji="1" lang="zh-CN" altLang="en-US" sz="3600">
                <a:solidFill>
                  <a:schemeClr val="tx2"/>
                </a:solidFill>
                <a:latin typeface="Times New Roman" charset="0"/>
                <a:ea typeface="楷体_GB2312" charset="0"/>
              </a:rPr>
              <a:t>域的指针指向其右子树，</a:t>
            </a:r>
          </a:p>
          <a:p>
            <a:pPr>
              <a:lnSpc>
                <a:spcPct val="125000"/>
              </a:lnSpc>
            </a:pPr>
            <a:r>
              <a:rPr kumimoji="1" lang="zh-CN" altLang="en-US" sz="3600">
                <a:solidFill>
                  <a:schemeClr val="tx2"/>
                </a:solidFill>
                <a:latin typeface="Times New Roman" charset="0"/>
                <a:ea typeface="楷体_GB2312" charset="0"/>
              </a:rPr>
              <a:t>   且右标志域的值为 “</a:t>
            </a:r>
            <a:r>
              <a:rPr kumimoji="1" lang="zh-CN" altLang="en-US" sz="3600">
                <a:solidFill>
                  <a:srgbClr val="000099"/>
                </a:solidFill>
                <a:latin typeface="Times New Roman" charset="0"/>
                <a:ea typeface="楷体_GB2312" charset="0"/>
              </a:rPr>
              <a:t>指针 </a:t>
            </a:r>
            <a:r>
              <a:rPr kumimoji="1" lang="en-US" altLang="zh-CN" sz="3600">
                <a:solidFill>
                  <a:srgbClr val="000099"/>
                </a:solidFill>
                <a:latin typeface="Times New Roman" charset="0"/>
                <a:ea typeface="楷体_GB2312" charset="0"/>
              </a:rPr>
              <a:t>Link</a:t>
            </a:r>
            <a:r>
              <a:rPr kumimoji="1" lang="en-US" altLang="zh-CN" sz="3600">
                <a:solidFill>
                  <a:schemeClr val="tx2"/>
                </a:solidFill>
                <a:latin typeface="Times New Roman" charset="0"/>
                <a:ea typeface="楷体_GB2312" charset="0"/>
              </a:rPr>
              <a:t>”</a:t>
            </a:r>
            <a:r>
              <a:rPr kumimoji="1" lang="zh-CN" altLang="en-US" sz="3600">
                <a:solidFill>
                  <a:schemeClr val="tx2"/>
                </a:solidFill>
                <a:latin typeface="Times New Roman" charset="0"/>
                <a:ea typeface="楷体_GB2312" charset="0"/>
              </a:rPr>
              <a:t>；</a:t>
            </a:r>
          </a:p>
          <a:p>
            <a:pPr>
              <a:lnSpc>
                <a:spcPct val="125000"/>
              </a:lnSpc>
            </a:pPr>
            <a:r>
              <a:rPr kumimoji="1" lang="zh-CN" altLang="en-US" sz="3600">
                <a:solidFill>
                  <a:schemeClr val="tx2"/>
                </a:solidFill>
                <a:latin typeface="Times New Roman" charset="0"/>
                <a:ea typeface="楷体_GB2312" charset="0"/>
              </a:rPr>
              <a:t>否则，</a:t>
            </a:r>
            <a:r>
              <a:rPr kumimoji="1" lang="en-US" altLang="zh-CN" sz="3600">
                <a:solidFill>
                  <a:schemeClr val="tx2"/>
                </a:solidFill>
                <a:latin typeface="Times New Roman" charset="0"/>
                <a:ea typeface="楷体_GB2312" charset="0"/>
              </a:rPr>
              <a:t>rchild</a:t>
            </a:r>
            <a:r>
              <a:rPr kumimoji="1" lang="zh-CN" altLang="en-US" sz="3600">
                <a:solidFill>
                  <a:schemeClr val="tx2"/>
                </a:solidFill>
                <a:latin typeface="Times New Roman" charset="0"/>
                <a:ea typeface="楷体_GB2312" charset="0"/>
              </a:rPr>
              <a:t>域的指针指向其“后继”，</a:t>
            </a:r>
          </a:p>
          <a:p>
            <a:pPr>
              <a:lnSpc>
                <a:spcPct val="125000"/>
              </a:lnSpc>
            </a:pPr>
            <a:r>
              <a:rPr kumimoji="1" lang="zh-CN" altLang="en-US" sz="3600">
                <a:solidFill>
                  <a:schemeClr val="tx2"/>
                </a:solidFill>
                <a:latin typeface="Times New Roman" charset="0"/>
                <a:ea typeface="楷体_GB2312" charset="0"/>
              </a:rPr>
              <a:t>   且右标志的值为“</a:t>
            </a:r>
            <a:r>
              <a:rPr kumimoji="1" lang="zh-CN" altLang="en-US" sz="3600">
                <a:solidFill>
                  <a:srgbClr val="FF3300"/>
                </a:solidFill>
                <a:latin typeface="Times New Roman" charset="0"/>
                <a:ea typeface="楷体_GB2312" charset="0"/>
              </a:rPr>
              <a:t>线索 </a:t>
            </a:r>
            <a:r>
              <a:rPr kumimoji="1" lang="en-US" altLang="zh-CN" sz="3600">
                <a:solidFill>
                  <a:srgbClr val="FF3300"/>
                </a:solidFill>
                <a:latin typeface="Times New Roman" charset="0"/>
                <a:ea typeface="楷体_GB2312" charset="0"/>
              </a:rPr>
              <a:t>Thread</a:t>
            </a:r>
            <a:r>
              <a:rPr kumimoji="1" lang="en-US" altLang="zh-CN" sz="3600">
                <a:solidFill>
                  <a:schemeClr val="tx2"/>
                </a:solidFill>
                <a:latin typeface="Times New Roman" charset="0"/>
                <a:ea typeface="楷体_GB2312" charset="0"/>
              </a:rPr>
              <a:t>”</a:t>
            </a:r>
            <a:r>
              <a:rPr kumimoji="1" lang="zh-CN" altLang="en-US" sz="3600">
                <a:solidFill>
                  <a:schemeClr val="tx2"/>
                </a:solidFill>
                <a:latin typeface="Times New Roman" charset="0"/>
                <a:ea typeface="楷体_GB2312" charset="0"/>
              </a:rPr>
              <a:t>。</a:t>
            </a:r>
            <a:r>
              <a:rPr kumimoji="1" lang="zh-CN" altLang="en-US" sz="2000">
                <a:latin typeface="Times New Roman" charset="0"/>
                <a:ea typeface="楷体_GB2312" charset="0"/>
              </a:rPr>
              <a:t> </a:t>
            </a:r>
          </a:p>
        </p:txBody>
      </p:sp>
      <p:pic>
        <p:nvPicPr>
          <p:cNvPr id="249859" name="Picture 3" descr="Green B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49860" name="Text Box 4"/>
          <p:cNvSpPr txBox="1">
            <a:spLocks noChangeArrowheads="1"/>
          </p:cNvSpPr>
          <p:nvPr/>
        </p:nvSpPr>
        <p:spPr bwMode="auto">
          <a:xfrm>
            <a:off x="1185863" y="5086350"/>
            <a:ext cx="8153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en-US" sz="3600" b="1">
                <a:solidFill>
                  <a:schemeClr val="bg2"/>
                </a:solidFill>
                <a:latin typeface="Times New Roman" charset="0"/>
                <a:ea typeface="楷体_GB2312" charset="0"/>
              </a:rPr>
              <a:t>如此定义的二叉树的存储结构称作“</a:t>
            </a:r>
            <a:r>
              <a:rPr kumimoji="1" lang="zh-CN" altLang="en-US" sz="3600" b="1">
                <a:solidFill>
                  <a:srgbClr val="990000"/>
                </a:solidFill>
                <a:latin typeface="Times New Roman" charset="0"/>
                <a:ea typeface="楷体_GB2312" charset="0"/>
              </a:rPr>
              <a:t>线索链表</a:t>
            </a:r>
            <a:r>
              <a:rPr kumimoji="1" lang="zh-CN" altLang="en-US" sz="3600" b="1">
                <a:solidFill>
                  <a:schemeClr val="bg2"/>
                </a:solidFill>
                <a:latin typeface="Times New Roman" charset="0"/>
                <a:ea typeface="楷体_GB2312" charset="0"/>
              </a:rPr>
              <a:t>”。</a:t>
            </a:r>
            <a:endParaRPr kumimoji="1" lang="zh-CN" altLang="en-US" sz="2000">
              <a:latin typeface="Times New Roman" charset="0"/>
              <a:ea typeface="楷体_GB2312" charset="0"/>
            </a:endParaRPr>
          </a:p>
        </p:txBody>
      </p:sp>
    </p:spTree>
    <p:extLst>
      <p:ext uri="{BB962C8B-B14F-4D97-AF65-F5344CB8AC3E}">
        <p14:creationId xmlns:p14="http://schemas.microsoft.com/office/powerpoint/2010/main" val="13614026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nodeType="afterEffect">
                                  <p:stCondLst>
                                    <p:cond delay="0"/>
                                  </p:stCondLst>
                                  <p:childTnLst>
                                    <p:set>
                                      <p:cBhvr>
                                        <p:cTn id="6" dur="1" fill="hold">
                                          <p:stCondLst>
                                            <p:cond delay="0"/>
                                          </p:stCondLst>
                                        </p:cTn>
                                        <p:tgtEl>
                                          <p:spTgt spid="249859"/>
                                        </p:tgtEl>
                                        <p:attrNameLst>
                                          <p:attrName>style.visibility</p:attrName>
                                        </p:attrNameLst>
                                      </p:cBhvr>
                                      <p:to>
                                        <p:strVal val="visible"/>
                                      </p:to>
                                    </p:set>
                                    <p:anim calcmode="lin" valueType="num">
                                      <p:cBhvr additive="base">
                                        <p:cTn id="7" dur="500" fill="hold"/>
                                        <p:tgtEl>
                                          <p:spTgt spid="249859"/>
                                        </p:tgtEl>
                                        <p:attrNameLst>
                                          <p:attrName>ppt_x</p:attrName>
                                        </p:attrNameLst>
                                      </p:cBhvr>
                                      <p:tavLst>
                                        <p:tav tm="0">
                                          <p:val>
                                            <p:strVal val="0-#ppt_w/2"/>
                                          </p:val>
                                        </p:tav>
                                        <p:tav tm="100000">
                                          <p:val>
                                            <p:strVal val="#ppt_x"/>
                                          </p:val>
                                        </p:tav>
                                      </p:tavLst>
                                    </p:anim>
                                    <p:anim calcmode="lin" valueType="num">
                                      <p:cBhvr additive="base">
                                        <p:cTn id="8" dur="500" fill="hold"/>
                                        <p:tgtEl>
                                          <p:spTgt spid="24985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ext Box 2"/>
          <p:cNvSpPr txBox="1">
            <a:spLocks noChangeArrowheads="1"/>
          </p:cNvSpPr>
          <p:nvPr/>
        </p:nvSpPr>
        <p:spPr bwMode="auto">
          <a:xfrm>
            <a:off x="190500" y="2843213"/>
            <a:ext cx="8953500" cy="339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000099"/>
                </a:solidFill>
                <a:latin typeface="Times New Roman" charset="0"/>
              </a:rPr>
              <a:t>typedef struct</a:t>
            </a:r>
            <a:r>
              <a:rPr kumimoji="1" lang="en-US" altLang="zh-CN" sz="3600" b="1">
                <a:solidFill>
                  <a:srgbClr val="CC6600"/>
                </a:solidFill>
                <a:latin typeface="Times New Roman" charset="0"/>
              </a:rPr>
              <a:t> </a:t>
            </a:r>
            <a:r>
              <a:rPr kumimoji="1" lang="en-US" altLang="zh-CN" sz="3600">
                <a:solidFill>
                  <a:srgbClr val="CC6600"/>
                </a:solidFill>
                <a:latin typeface="Times New Roman" charset="0"/>
              </a:rPr>
              <a:t>BiThrNod </a:t>
            </a:r>
            <a:r>
              <a:rPr kumimoji="1" lang="en-US" altLang="zh-CN" sz="3600" b="1">
                <a:solidFill>
                  <a:srgbClr val="000099"/>
                </a:solidFill>
                <a:latin typeface="Times New Roman" charset="0"/>
              </a:rPr>
              <a:t>{</a:t>
            </a:r>
            <a:endParaRPr kumimoji="1" lang="en-US" altLang="zh-CN" sz="3600">
              <a:solidFill>
                <a:srgbClr val="000099"/>
              </a:solidFill>
              <a:latin typeface="Times New Roman" charset="0"/>
            </a:endParaRPr>
          </a:p>
          <a:p>
            <a:pPr>
              <a:lnSpc>
                <a:spcPct val="125000"/>
              </a:lnSpc>
            </a:pPr>
            <a:r>
              <a:rPr kumimoji="1" lang="en-US" altLang="zh-CN" sz="3600">
                <a:latin typeface="Times New Roman" charset="0"/>
              </a:rPr>
              <a:t>   </a:t>
            </a:r>
            <a:r>
              <a:rPr kumimoji="1" lang="en-US" altLang="zh-CN" sz="3600">
                <a:solidFill>
                  <a:srgbClr val="990099"/>
                </a:solidFill>
                <a:latin typeface="Times New Roman" charset="0"/>
              </a:rPr>
              <a:t>TElemType        data;</a:t>
            </a:r>
          </a:p>
          <a:p>
            <a:pPr>
              <a:lnSpc>
                <a:spcPct val="125000"/>
              </a:lnSpc>
            </a:pPr>
            <a:r>
              <a:rPr kumimoji="1" lang="en-US" altLang="zh-CN" sz="3600">
                <a:solidFill>
                  <a:srgbClr val="990099"/>
                </a:solidFill>
                <a:latin typeface="Times New Roman" charset="0"/>
              </a:rPr>
              <a:t>   </a:t>
            </a:r>
            <a:r>
              <a:rPr kumimoji="1" lang="en-US" altLang="zh-CN" sz="3600" b="1">
                <a:solidFill>
                  <a:srgbClr val="990099"/>
                </a:solidFill>
                <a:latin typeface="Times New Roman" charset="0"/>
              </a:rPr>
              <a:t>struct</a:t>
            </a:r>
            <a:r>
              <a:rPr kumimoji="1" lang="en-US" altLang="zh-CN" sz="3600">
                <a:solidFill>
                  <a:srgbClr val="990099"/>
                </a:solidFill>
                <a:latin typeface="Times New Roman" charset="0"/>
              </a:rPr>
              <a:t> BiThrNode  </a:t>
            </a:r>
            <a:r>
              <a:rPr kumimoji="1" lang="en-US" altLang="zh-CN" sz="3600" b="1">
                <a:solidFill>
                  <a:srgbClr val="990099"/>
                </a:solidFill>
                <a:latin typeface="Times New Roman" charset="0"/>
              </a:rPr>
              <a:t>*</a:t>
            </a:r>
            <a:r>
              <a:rPr kumimoji="1" lang="en-US" altLang="zh-CN" sz="3600">
                <a:solidFill>
                  <a:srgbClr val="990099"/>
                </a:solidFill>
                <a:latin typeface="Times New Roman" charset="0"/>
              </a:rPr>
              <a:t>lchild, </a:t>
            </a:r>
            <a:r>
              <a:rPr kumimoji="1" lang="en-US" altLang="zh-CN" sz="3600" b="1">
                <a:solidFill>
                  <a:srgbClr val="990099"/>
                </a:solidFill>
                <a:latin typeface="Times New Roman" charset="0"/>
              </a:rPr>
              <a:t>*</a:t>
            </a:r>
            <a:r>
              <a:rPr kumimoji="1" lang="en-US" altLang="zh-CN" sz="3600">
                <a:solidFill>
                  <a:srgbClr val="990099"/>
                </a:solidFill>
                <a:latin typeface="Times New Roman" charset="0"/>
              </a:rPr>
              <a:t>rchild;  </a:t>
            </a:r>
            <a:r>
              <a:rPr kumimoji="1" lang="en-US" altLang="zh-CN" sz="2800">
                <a:solidFill>
                  <a:srgbClr val="990099"/>
                </a:solidFill>
                <a:latin typeface="Times New Roman" charset="0"/>
              </a:rPr>
              <a:t>// </a:t>
            </a:r>
            <a:r>
              <a:rPr kumimoji="1" lang="zh-CN" altLang="en-US" sz="2800">
                <a:solidFill>
                  <a:srgbClr val="990099"/>
                </a:solidFill>
                <a:latin typeface="Times New Roman" charset="0"/>
              </a:rPr>
              <a:t>左右指针</a:t>
            </a:r>
          </a:p>
          <a:p>
            <a:pPr>
              <a:lnSpc>
                <a:spcPct val="125000"/>
              </a:lnSpc>
            </a:pPr>
            <a:r>
              <a:rPr kumimoji="1" lang="zh-CN" altLang="en-US" sz="3600">
                <a:solidFill>
                  <a:srgbClr val="990099"/>
                </a:solidFill>
                <a:latin typeface="Times New Roman" charset="0"/>
              </a:rPr>
              <a:t>   </a:t>
            </a:r>
            <a:r>
              <a:rPr kumimoji="1" lang="en-US" altLang="zh-CN" sz="3600">
                <a:solidFill>
                  <a:srgbClr val="FF3300"/>
                </a:solidFill>
                <a:latin typeface="Times New Roman" charset="0"/>
              </a:rPr>
              <a:t>PointerThr</a:t>
            </a:r>
            <a:r>
              <a:rPr kumimoji="1" lang="en-US" altLang="zh-CN" sz="3600">
                <a:solidFill>
                  <a:srgbClr val="990099"/>
                </a:solidFill>
                <a:latin typeface="Times New Roman" charset="0"/>
              </a:rPr>
              <a:t>         LTag, RTag;    </a:t>
            </a:r>
            <a:r>
              <a:rPr kumimoji="1" lang="en-US" altLang="zh-CN" sz="2800">
                <a:solidFill>
                  <a:srgbClr val="990099"/>
                </a:solidFill>
                <a:latin typeface="Times New Roman" charset="0"/>
              </a:rPr>
              <a:t>// </a:t>
            </a:r>
            <a:r>
              <a:rPr kumimoji="1" lang="zh-CN" altLang="en-US" sz="2800">
                <a:solidFill>
                  <a:srgbClr val="990099"/>
                </a:solidFill>
                <a:latin typeface="Times New Roman" charset="0"/>
              </a:rPr>
              <a:t>左右标志</a:t>
            </a:r>
            <a:endParaRPr kumimoji="1" lang="zh-CN" altLang="en-US" sz="3600">
              <a:solidFill>
                <a:srgbClr val="0066CC"/>
              </a:solidFill>
              <a:latin typeface="Times New Roman" charset="0"/>
            </a:endParaRPr>
          </a:p>
          <a:p>
            <a:pPr>
              <a:lnSpc>
                <a:spcPct val="125000"/>
              </a:lnSpc>
            </a:pPr>
            <a:r>
              <a:rPr kumimoji="1" lang="en-US" altLang="zh-CN" sz="3600" b="1">
                <a:solidFill>
                  <a:srgbClr val="000099"/>
                </a:solidFill>
                <a:latin typeface="Times New Roman" charset="0"/>
              </a:rPr>
              <a:t>}</a:t>
            </a:r>
            <a:r>
              <a:rPr kumimoji="1" lang="en-US" altLang="zh-CN" sz="3600">
                <a:solidFill>
                  <a:srgbClr val="000099"/>
                </a:solidFill>
                <a:latin typeface="Times New Roman" charset="0"/>
              </a:rPr>
              <a:t> BiThrNode, </a:t>
            </a:r>
            <a:r>
              <a:rPr kumimoji="1" lang="en-US" altLang="zh-CN" sz="3600" b="1">
                <a:solidFill>
                  <a:srgbClr val="000099"/>
                </a:solidFill>
                <a:latin typeface="Times New Roman" charset="0"/>
              </a:rPr>
              <a:t>*</a:t>
            </a:r>
            <a:r>
              <a:rPr kumimoji="1" lang="en-US" altLang="zh-CN" sz="3600">
                <a:solidFill>
                  <a:srgbClr val="000099"/>
                </a:solidFill>
                <a:latin typeface="Times New Roman" charset="0"/>
              </a:rPr>
              <a:t>BiThrTree;</a:t>
            </a:r>
          </a:p>
        </p:txBody>
      </p:sp>
      <p:sp>
        <p:nvSpPr>
          <p:cNvPr id="250883" name="Text Box 3"/>
          <p:cNvSpPr txBox="1">
            <a:spLocks noChangeArrowheads="1"/>
          </p:cNvSpPr>
          <p:nvPr/>
        </p:nvSpPr>
        <p:spPr bwMode="auto">
          <a:xfrm>
            <a:off x="1447800" y="228600"/>
            <a:ext cx="5772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a:solidFill>
                  <a:srgbClr val="990033"/>
                </a:solidFill>
                <a:latin typeface="Times New Roman" charset="0"/>
                <a:ea typeface="楷体_GB2312" charset="0"/>
              </a:rPr>
              <a:t>线索链表</a:t>
            </a:r>
            <a:r>
              <a:rPr kumimoji="1" lang="zh-CN" altLang="en-US" sz="4400">
                <a:solidFill>
                  <a:srgbClr val="000099"/>
                </a:solidFill>
                <a:latin typeface="Times New Roman" charset="0"/>
                <a:ea typeface="楷体_GB2312" charset="0"/>
              </a:rPr>
              <a:t>的类型描述：</a:t>
            </a:r>
            <a:endParaRPr kumimoji="1" lang="zh-CN" altLang="en-US" sz="2400">
              <a:latin typeface="Times New Roman" charset="0"/>
              <a:ea typeface="楷体_GB2312" charset="0"/>
            </a:endParaRPr>
          </a:p>
        </p:txBody>
      </p:sp>
      <p:sp>
        <p:nvSpPr>
          <p:cNvPr id="250884" name="Text Box 4"/>
          <p:cNvSpPr txBox="1">
            <a:spLocks noChangeArrowheads="1"/>
          </p:cNvSpPr>
          <p:nvPr/>
        </p:nvSpPr>
        <p:spPr bwMode="auto">
          <a:xfrm>
            <a:off x="0" y="1143000"/>
            <a:ext cx="907732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4000" b="1">
                <a:latin typeface="Times New Roman" charset="0"/>
              </a:rPr>
              <a:t>  </a:t>
            </a:r>
            <a:r>
              <a:rPr kumimoji="1" lang="en-US" altLang="zh-CN" sz="4000" b="1">
                <a:solidFill>
                  <a:srgbClr val="000099"/>
                </a:solidFill>
                <a:latin typeface="Times New Roman" charset="0"/>
              </a:rPr>
              <a:t>typedef</a:t>
            </a:r>
            <a:r>
              <a:rPr kumimoji="1" lang="en-US" altLang="zh-CN" sz="4000">
                <a:latin typeface="Times New Roman" charset="0"/>
              </a:rPr>
              <a:t> </a:t>
            </a:r>
            <a:r>
              <a:rPr kumimoji="1" lang="en-US" altLang="zh-CN" sz="4000">
                <a:solidFill>
                  <a:srgbClr val="CC6600"/>
                </a:solidFill>
                <a:latin typeface="Times New Roman" charset="0"/>
              </a:rPr>
              <a:t>enum </a:t>
            </a:r>
            <a:r>
              <a:rPr kumimoji="1" lang="en-US" altLang="zh-CN" sz="4000">
                <a:solidFill>
                  <a:srgbClr val="000099"/>
                </a:solidFill>
                <a:latin typeface="Times New Roman" charset="0"/>
              </a:rPr>
              <a:t>{</a:t>
            </a:r>
            <a:r>
              <a:rPr kumimoji="1" lang="en-US" altLang="zh-CN" sz="4000">
                <a:latin typeface="Times New Roman" charset="0"/>
              </a:rPr>
              <a:t> </a:t>
            </a:r>
            <a:r>
              <a:rPr kumimoji="1" lang="en-US" altLang="zh-CN" sz="4000">
                <a:solidFill>
                  <a:srgbClr val="990000"/>
                </a:solidFill>
                <a:latin typeface="Times New Roman" charset="0"/>
              </a:rPr>
              <a:t>Link, Thread</a:t>
            </a:r>
            <a:r>
              <a:rPr kumimoji="1" lang="en-US" altLang="zh-CN" sz="4000">
                <a:latin typeface="Times New Roman" charset="0"/>
              </a:rPr>
              <a:t> </a:t>
            </a:r>
            <a:r>
              <a:rPr kumimoji="1" lang="en-US" altLang="zh-CN" sz="4000">
                <a:solidFill>
                  <a:srgbClr val="000099"/>
                </a:solidFill>
                <a:latin typeface="Times New Roman" charset="0"/>
              </a:rPr>
              <a:t>} </a:t>
            </a:r>
            <a:r>
              <a:rPr kumimoji="1" lang="en-US" altLang="zh-CN" sz="3200">
                <a:solidFill>
                  <a:srgbClr val="FF3300"/>
                </a:solidFill>
                <a:latin typeface="Times New Roman" charset="0"/>
              </a:rPr>
              <a:t>PointerThr</a:t>
            </a:r>
            <a:r>
              <a:rPr kumimoji="1" lang="en-US" altLang="zh-CN" sz="3200">
                <a:solidFill>
                  <a:srgbClr val="000099"/>
                </a:solidFill>
                <a:latin typeface="Times New Roman" charset="0"/>
              </a:rPr>
              <a:t>;</a:t>
            </a:r>
            <a:r>
              <a:rPr kumimoji="1" lang="en-US" altLang="zh-CN" sz="4000">
                <a:latin typeface="Times New Roman" charset="0"/>
              </a:rPr>
              <a:t>  </a:t>
            </a:r>
          </a:p>
          <a:p>
            <a:pPr>
              <a:lnSpc>
                <a:spcPct val="120000"/>
              </a:lnSpc>
            </a:pPr>
            <a:r>
              <a:rPr kumimoji="1" lang="en-US" altLang="zh-CN" sz="4000">
                <a:latin typeface="Times New Roman" charset="0"/>
              </a:rPr>
              <a:t>     </a:t>
            </a:r>
            <a:r>
              <a:rPr kumimoji="1" lang="en-US" altLang="zh-CN" sz="4000">
                <a:solidFill>
                  <a:srgbClr val="000099"/>
                </a:solidFill>
                <a:latin typeface="Times New Roman" charset="0"/>
              </a:rPr>
              <a:t>// Link</a:t>
            </a:r>
            <a:r>
              <a:rPr kumimoji="1" lang="en-US" altLang="zh-CN" sz="4000" b="1">
                <a:solidFill>
                  <a:srgbClr val="000099"/>
                </a:solidFill>
                <a:latin typeface="Times New Roman" charset="0"/>
              </a:rPr>
              <a:t>==</a:t>
            </a:r>
            <a:r>
              <a:rPr kumimoji="1" lang="en-US" altLang="zh-CN" sz="4000">
                <a:solidFill>
                  <a:srgbClr val="000099"/>
                </a:solidFill>
                <a:latin typeface="Times New Roman" charset="0"/>
              </a:rPr>
              <a:t>0:</a:t>
            </a:r>
            <a:r>
              <a:rPr kumimoji="1" lang="zh-CN" altLang="en-US" sz="4000">
                <a:solidFill>
                  <a:srgbClr val="000099"/>
                </a:solidFill>
                <a:latin typeface="Times New Roman" charset="0"/>
              </a:rPr>
              <a:t>指针，</a:t>
            </a:r>
            <a:r>
              <a:rPr kumimoji="1" lang="en-US" altLang="zh-CN" sz="4000">
                <a:solidFill>
                  <a:srgbClr val="000099"/>
                </a:solidFill>
                <a:latin typeface="Times New Roman" charset="0"/>
              </a:rPr>
              <a:t>Thread</a:t>
            </a:r>
            <a:r>
              <a:rPr kumimoji="1" lang="en-US" altLang="zh-CN" sz="4000" b="1">
                <a:solidFill>
                  <a:srgbClr val="000099"/>
                </a:solidFill>
                <a:latin typeface="Times New Roman" charset="0"/>
              </a:rPr>
              <a:t>==</a:t>
            </a:r>
            <a:r>
              <a:rPr kumimoji="1" lang="en-US" altLang="zh-CN" sz="4000">
                <a:solidFill>
                  <a:srgbClr val="000099"/>
                </a:solidFill>
                <a:latin typeface="Times New Roman" charset="0"/>
              </a:rPr>
              <a:t>1:</a:t>
            </a:r>
            <a:r>
              <a:rPr kumimoji="1" lang="zh-CN" altLang="en-US" sz="4000">
                <a:solidFill>
                  <a:srgbClr val="000099"/>
                </a:solidFill>
                <a:latin typeface="Times New Roman" charset="0"/>
              </a:rPr>
              <a:t>线索</a:t>
            </a:r>
            <a:endParaRPr kumimoji="1" lang="zh-CN" altLang="en-US" sz="4000">
              <a:latin typeface="Times New Roman" charset="0"/>
            </a:endParaRPr>
          </a:p>
        </p:txBody>
      </p:sp>
      <p:sp>
        <p:nvSpPr>
          <p:cNvPr id="250885" name="AutoShape 5">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036978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250884"/>
                                        </p:tgtEl>
                                        <p:attrNameLst>
                                          <p:attrName>style.visibility</p:attrName>
                                        </p:attrNameLst>
                                      </p:cBhvr>
                                      <p:to>
                                        <p:strVal val="visible"/>
                                      </p:to>
                                    </p:set>
                                    <p:anim calcmode="lin" valueType="num">
                                      <p:cBhvr>
                                        <p:cTn id="7" dur="500" fill="hold"/>
                                        <p:tgtEl>
                                          <p:spTgt spid="250884"/>
                                        </p:tgtEl>
                                        <p:attrNameLst>
                                          <p:attrName>ppt_x</p:attrName>
                                        </p:attrNameLst>
                                      </p:cBhvr>
                                      <p:tavLst>
                                        <p:tav tm="0">
                                          <p:val>
                                            <p:strVal val="#ppt_x"/>
                                          </p:val>
                                        </p:tav>
                                        <p:tav tm="100000">
                                          <p:val>
                                            <p:strVal val="#ppt_x"/>
                                          </p:val>
                                        </p:tav>
                                      </p:tavLst>
                                    </p:anim>
                                    <p:anim calcmode="lin" valueType="num">
                                      <p:cBhvr>
                                        <p:cTn id="8" dur="500" fill="hold"/>
                                        <p:tgtEl>
                                          <p:spTgt spid="250884"/>
                                        </p:tgtEl>
                                        <p:attrNameLst>
                                          <p:attrName>ppt_y</p:attrName>
                                        </p:attrNameLst>
                                      </p:cBhvr>
                                      <p:tavLst>
                                        <p:tav tm="0">
                                          <p:val>
                                            <p:strVal val="#ppt_y+#ppt_h/2"/>
                                          </p:val>
                                        </p:tav>
                                        <p:tav tm="100000">
                                          <p:val>
                                            <p:strVal val="#ppt_y"/>
                                          </p:val>
                                        </p:tav>
                                      </p:tavLst>
                                    </p:anim>
                                    <p:anim calcmode="lin" valueType="num">
                                      <p:cBhvr>
                                        <p:cTn id="9" dur="500" fill="hold"/>
                                        <p:tgtEl>
                                          <p:spTgt spid="250884"/>
                                        </p:tgtEl>
                                        <p:attrNameLst>
                                          <p:attrName>ppt_w</p:attrName>
                                        </p:attrNameLst>
                                      </p:cBhvr>
                                      <p:tavLst>
                                        <p:tav tm="0">
                                          <p:val>
                                            <p:strVal val="#ppt_w"/>
                                          </p:val>
                                        </p:tav>
                                        <p:tav tm="100000">
                                          <p:val>
                                            <p:strVal val="#ppt_w"/>
                                          </p:val>
                                        </p:tav>
                                      </p:tavLst>
                                    </p:anim>
                                    <p:anim calcmode="lin" valueType="num">
                                      <p:cBhvr>
                                        <p:cTn id="10" dur="500" fill="hold"/>
                                        <p:tgtEl>
                                          <p:spTgt spid="250884"/>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4" fill="hold" grpId="0" nodeType="clickEffect">
                                  <p:stCondLst>
                                    <p:cond delay="0"/>
                                  </p:stCondLst>
                                  <p:childTnLst>
                                    <p:set>
                                      <p:cBhvr>
                                        <p:cTn id="14" dur="1" fill="hold">
                                          <p:stCondLst>
                                            <p:cond delay="0"/>
                                          </p:stCondLst>
                                        </p:cTn>
                                        <p:tgtEl>
                                          <p:spTgt spid="250882"/>
                                        </p:tgtEl>
                                        <p:attrNameLst>
                                          <p:attrName>style.visibility</p:attrName>
                                        </p:attrNameLst>
                                      </p:cBhvr>
                                      <p:to>
                                        <p:strVal val="visible"/>
                                      </p:to>
                                    </p:set>
                                    <p:anim calcmode="lin" valueType="num">
                                      <p:cBhvr>
                                        <p:cTn id="15" dur="500" fill="hold"/>
                                        <p:tgtEl>
                                          <p:spTgt spid="250882"/>
                                        </p:tgtEl>
                                        <p:attrNameLst>
                                          <p:attrName>ppt_x</p:attrName>
                                        </p:attrNameLst>
                                      </p:cBhvr>
                                      <p:tavLst>
                                        <p:tav tm="0">
                                          <p:val>
                                            <p:strVal val="#ppt_x"/>
                                          </p:val>
                                        </p:tav>
                                        <p:tav tm="100000">
                                          <p:val>
                                            <p:strVal val="#ppt_x"/>
                                          </p:val>
                                        </p:tav>
                                      </p:tavLst>
                                    </p:anim>
                                    <p:anim calcmode="lin" valueType="num">
                                      <p:cBhvr>
                                        <p:cTn id="16" dur="500" fill="hold"/>
                                        <p:tgtEl>
                                          <p:spTgt spid="250882"/>
                                        </p:tgtEl>
                                        <p:attrNameLst>
                                          <p:attrName>ppt_y</p:attrName>
                                        </p:attrNameLst>
                                      </p:cBhvr>
                                      <p:tavLst>
                                        <p:tav tm="0">
                                          <p:val>
                                            <p:strVal val="#ppt_y+#ppt_h/2"/>
                                          </p:val>
                                        </p:tav>
                                        <p:tav tm="100000">
                                          <p:val>
                                            <p:strVal val="#ppt_y"/>
                                          </p:val>
                                        </p:tav>
                                      </p:tavLst>
                                    </p:anim>
                                    <p:anim calcmode="lin" valueType="num">
                                      <p:cBhvr>
                                        <p:cTn id="17" dur="500" fill="hold"/>
                                        <p:tgtEl>
                                          <p:spTgt spid="250882"/>
                                        </p:tgtEl>
                                        <p:attrNameLst>
                                          <p:attrName>ppt_w</p:attrName>
                                        </p:attrNameLst>
                                      </p:cBhvr>
                                      <p:tavLst>
                                        <p:tav tm="0">
                                          <p:val>
                                            <p:strVal val="#ppt_w"/>
                                          </p:val>
                                        </p:tav>
                                        <p:tav tm="100000">
                                          <p:val>
                                            <p:strVal val="#ppt_w"/>
                                          </p:val>
                                        </p:tav>
                                      </p:tavLst>
                                    </p:anim>
                                    <p:anim calcmode="lin" valueType="num">
                                      <p:cBhvr>
                                        <p:cTn id="18" dur="500" fill="hold"/>
                                        <p:tgtEl>
                                          <p:spTgt spid="250882"/>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250885"/>
                                        </p:tgtEl>
                                        <p:attrNameLst>
                                          <p:attrName>style.visibility</p:attrName>
                                        </p:attrNameLst>
                                      </p:cBhvr>
                                      <p:to>
                                        <p:strVal val="visible"/>
                                      </p:to>
                                    </p:set>
                                    <p:anim calcmode="lin" valueType="num">
                                      <p:cBhvr additive="base">
                                        <p:cTn id="22" dur="500" fill="hold"/>
                                        <p:tgtEl>
                                          <p:spTgt spid="250885"/>
                                        </p:tgtEl>
                                        <p:attrNameLst>
                                          <p:attrName>ppt_x</p:attrName>
                                        </p:attrNameLst>
                                      </p:cBhvr>
                                      <p:tavLst>
                                        <p:tav tm="0">
                                          <p:val>
                                            <p:strVal val="1+#ppt_w/2"/>
                                          </p:val>
                                        </p:tav>
                                        <p:tav tm="100000">
                                          <p:val>
                                            <p:strVal val="#ppt_x"/>
                                          </p:val>
                                        </p:tav>
                                      </p:tavLst>
                                    </p:anim>
                                    <p:anim calcmode="lin" valueType="num">
                                      <p:cBhvr additive="base">
                                        <p:cTn id="23" dur="500" fill="hold"/>
                                        <p:tgtEl>
                                          <p:spTgt spid="250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autoUpdateAnimBg="0"/>
      <p:bldP spid="250884" grpId="0" autoUpdateAnimBg="0"/>
      <p:bldP spid="250885"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5090" name="Object 2"/>
          <p:cNvGraphicFramePr>
            <a:graphicFrameLocks noChangeAspect="1"/>
          </p:cNvGraphicFramePr>
          <p:nvPr/>
        </p:nvGraphicFramePr>
        <p:xfrm>
          <a:off x="381000" y="2209800"/>
          <a:ext cx="8763000" cy="3500438"/>
        </p:xfrm>
        <a:graphic>
          <a:graphicData uri="http://schemas.openxmlformats.org/presentationml/2006/ole">
            <mc:AlternateContent xmlns:mc="http://schemas.openxmlformats.org/markup-compatibility/2006">
              <mc:Choice xmlns:v="urn:schemas-microsoft-com:vml" Requires="v">
                <p:oleObj spid="_x0000_s896002" name="Image" r:id="rId3" imgW="5515244" imgH="2203988" progId="Photoshop.Image.5">
                  <p:embed/>
                </p:oleObj>
              </mc:Choice>
              <mc:Fallback>
                <p:oleObj name="Image" r:id="rId3" imgW="5515244" imgH="2203988" progId="Photoshop.Image.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09800"/>
                        <a:ext cx="8763000" cy="35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870906424"/>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body" idx="1"/>
          </p:nvPr>
        </p:nvSpPr>
        <p:spPr>
          <a:xfrm>
            <a:off x="1066800" y="381000"/>
            <a:ext cx="7772400" cy="5257800"/>
          </a:xfrm>
        </p:spPr>
        <p:txBody>
          <a:bodyPr/>
          <a:lstStyle/>
          <a:p>
            <a:r>
              <a:rPr lang="en-US" altLang="zh-CN">
                <a:latin typeface="楷体_GB2312" charset="0"/>
                <a:ea typeface="楷体_GB2312" charset="0"/>
              </a:rPr>
              <a:t>  </a:t>
            </a:r>
            <a:r>
              <a:rPr lang="zh-CN" altLang="en-US">
                <a:latin typeface="楷体_GB2312" charset="0"/>
                <a:ea typeface="楷体_GB2312" charset="0"/>
              </a:rPr>
              <a:t>模仿线性表的存储结构</a:t>
            </a:r>
            <a:r>
              <a:rPr lang="en-US" altLang="zh-CN">
                <a:latin typeface="楷体_GB2312" charset="0"/>
                <a:ea typeface="楷体_GB2312" charset="0"/>
              </a:rPr>
              <a:t>,</a:t>
            </a:r>
            <a:r>
              <a:rPr lang="zh-CN" altLang="en-US">
                <a:latin typeface="楷体_GB2312" charset="0"/>
                <a:ea typeface="楷体_GB2312" charset="0"/>
              </a:rPr>
              <a:t>在二叉树的线索链表上也添加一个头结点</a:t>
            </a:r>
            <a:r>
              <a:rPr lang="en-US" altLang="zh-CN">
                <a:latin typeface="楷体_GB2312" charset="0"/>
                <a:ea typeface="楷体_GB2312" charset="0"/>
              </a:rPr>
              <a:t>,</a:t>
            </a:r>
            <a:r>
              <a:rPr lang="zh-CN" altLang="en-US">
                <a:latin typeface="楷体_GB2312" charset="0"/>
                <a:ea typeface="楷体_GB2312" charset="0"/>
              </a:rPr>
              <a:t>令其</a:t>
            </a:r>
            <a:r>
              <a:rPr lang="en-US" altLang="zh-CN">
                <a:latin typeface="楷体_GB2312" charset="0"/>
                <a:ea typeface="楷体_GB2312" charset="0"/>
              </a:rPr>
              <a:t>lchild</a:t>
            </a:r>
            <a:r>
              <a:rPr lang="zh-CN" altLang="en-US">
                <a:latin typeface="楷体_GB2312" charset="0"/>
                <a:ea typeface="楷体_GB2312" charset="0"/>
              </a:rPr>
              <a:t>域的指针指向二叉树的根结点</a:t>
            </a:r>
            <a:r>
              <a:rPr lang="en-US" altLang="zh-CN">
                <a:latin typeface="楷体_GB2312" charset="0"/>
                <a:ea typeface="楷体_GB2312" charset="0"/>
              </a:rPr>
              <a:t>,</a:t>
            </a:r>
            <a:r>
              <a:rPr lang="zh-CN" altLang="en-US">
                <a:latin typeface="楷体_GB2312" charset="0"/>
                <a:ea typeface="楷体_GB2312" charset="0"/>
              </a:rPr>
              <a:t>其</a:t>
            </a:r>
            <a:r>
              <a:rPr lang="en-US" altLang="zh-CN">
                <a:latin typeface="楷体_GB2312" charset="0"/>
                <a:ea typeface="楷体_GB2312" charset="0"/>
              </a:rPr>
              <a:t>rchild</a:t>
            </a:r>
            <a:r>
              <a:rPr lang="zh-CN" altLang="en-US">
                <a:latin typeface="楷体_GB2312" charset="0"/>
                <a:ea typeface="楷体_GB2312" charset="0"/>
              </a:rPr>
              <a:t>域的指针指向中序遍历时访问的最后一个结点</a:t>
            </a:r>
            <a:r>
              <a:rPr lang="en-US" altLang="zh-CN">
                <a:latin typeface="楷体_GB2312" charset="0"/>
                <a:ea typeface="楷体_GB2312" charset="0"/>
              </a:rPr>
              <a:t>;</a:t>
            </a:r>
            <a:r>
              <a:rPr lang="zh-CN" altLang="en-US">
                <a:latin typeface="楷体_GB2312" charset="0"/>
                <a:ea typeface="楷体_GB2312" charset="0"/>
              </a:rPr>
              <a:t>同时</a:t>
            </a:r>
            <a:r>
              <a:rPr lang="en-US" altLang="zh-CN">
                <a:latin typeface="楷体_GB2312" charset="0"/>
                <a:ea typeface="楷体_GB2312" charset="0"/>
              </a:rPr>
              <a:t>,</a:t>
            </a:r>
            <a:r>
              <a:rPr lang="zh-CN" altLang="en-US">
                <a:latin typeface="楷体_GB2312" charset="0"/>
                <a:ea typeface="楷体_GB2312" charset="0"/>
              </a:rPr>
              <a:t>令二叉树中序序列中的第一个结点</a:t>
            </a:r>
            <a:r>
              <a:rPr lang="en-US" altLang="zh-CN">
                <a:latin typeface="楷体_GB2312" charset="0"/>
                <a:ea typeface="楷体_GB2312" charset="0"/>
              </a:rPr>
              <a:t>lchild</a:t>
            </a:r>
            <a:r>
              <a:rPr lang="zh-CN" altLang="en-US">
                <a:latin typeface="楷体_GB2312" charset="0"/>
                <a:ea typeface="楷体_GB2312" charset="0"/>
              </a:rPr>
              <a:t>域 指针的和最后一个结点</a:t>
            </a:r>
            <a:r>
              <a:rPr lang="en-US" altLang="zh-CN">
                <a:latin typeface="楷体_GB2312" charset="0"/>
                <a:ea typeface="楷体_GB2312" charset="0"/>
              </a:rPr>
              <a:t>rchild</a:t>
            </a:r>
            <a:r>
              <a:rPr lang="zh-CN" altLang="en-US">
                <a:latin typeface="楷体_GB2312" charset="0"/>
                <a:ea typeface="楷体_GB2312" charset="0"/>
              </a:rPr>
              <a:t>域的指针均指向头结点</a:t>
            </a:r>
            <a:r>
              <a:rPr lang="en-US" altLang="zh-CN">
                <a:latin typeface="楷体_GB2312" charset="0"/>
                <a:ea typeface="楷体_GB2312" charset="0"/>
              </a:rPr>
              <a:t>;</a:t>
            </a:r>
            <a:r>
              <a:rPr lang="zh-CN" altLang="en-US">
                <a:latin typeface="楷体_GB2312" charset="0"/>
                <a:ea typeface="楷体_GB2312" charset="0"/>
              </a:rPr>
              <a:t>就像为二叉树建立了一个双向线索链表</a:t>
            </a:r>
            <a:r>
              <a:rPr lang="en-US" altLang="zh-CN">
                <a:latin typeface="楷体_GB2312" charset="0"/>
                <a:ea typeface="楷体_GB2312" charset="0"/>
              </a:rPr>
              <a:t>, </a:t>
            </a:r>
            <a:r>
              <a:rPr lang="zh-CN" altLang="en-US">
                <a:latin typeface="楷体_GB2312" charset="0"/>
                <a:ea typeface="楷体_GB2312" charset="0"/>
              </a:rPr>
              <a:t>就好比人在一个圆圈上走路</a:t>
            </a:r>
            <a:r>
              <a:rPr lang="en-US" altLang="zh-CN">
                <a:latin typeface="楷体_GB2312" charset="0"/>
                <a:ea typeface="楷体_GB2312" charset="0"/>
              </a:rPr>
              <a:t>,</a:t>
            </a:r>
            <a:r>
              <a:rPr lang="zh-CN" altLang="en-US">
                <a:latin typeface="楷体_GB2312" charset="0"/>
                <a:ea typeface="楷体_GB2312" charset="0"/>
              </a:rPr>
              <a:t>有可能存在好走的可能性</a:t>
            </a:r>
          </a:p>
        </p:txBody>
      </p:sp>
    </p:spTree>
    <p:extLst>
      <p:ext uri="{BB962C8B-B14F-4D97-AF65-F5344CB8AC3E}">
        <p14:creationId xmlns:p14="http://schemas.microsoft.com/office/powerpoint/2010/main" val="1487421288"/>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Text Box 2"/>
          <p:cNvSpPr txBox="1">
            <a:spLocks noChangeArrowheads="1"/>
          </p:cNvSpPr>
          <p:nvPr/>
        </p:nvSpPr>
        <p:spPr bwMode="auto">
          <a:xfrm>
            <a:off x="1905000" y="5257800"/>
            <a:ext cx="5791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a:spcBef>
                <a:spcPct val="50000"/>
              </a:spcBef>
            </a:pPr>
            <a:r>
              <a:rPr kumimoji="1" lang="en-US" altLang="zh-CN" sz="2000">
                <a:latin typeface="Times New Roman" charset="0"/>
              </a:rPr>
              <a:t>                          </a:t>
            </a:r>
            <a:r>
              <a:rPr kumimoji="1" lang="zh-CN" altLang="en-US" sz="2000">
                <a:latin typeface="Times New Roman" charset="0"/>
              </a:rPr>
              <a:t>线索二叉树</a:t>
            </a:r>
          </a:p>
          <a:p>
            <a:pPr algn="just">
              <a:spcBef>
                <a:spcPct val="50000"/>
              </a:spcBef>
            </a:pPr>
            <a:r>
              <a:rPr kumimoji="1" lang="zh-CN" altLang="en-US" sz="2000">
                <a:latin typeface="Times New Roman" charset="0"/>
              </a:rPr>
              <a:t>（</a:t>
            </a:r>
            <a:r>
              <a:rPr kumimoji="1" lang="en-US" altLang="zh-CN" sz="2000">
                <a:latin typeface="Times New Roman" charset="0"/>
              </a:rPr>
              <a:t>a</a:t>
            </a:r>
            <a:r>
              <a:rPr kumimoji="1" lang="zh-CN" altLang="en-US" sz="2000">
                <a:latin typeface="Times New Roman" charset="0"/>
              </a:rPr>
              <a:t>）中序线索二叉树；（</a:t>
            </a:r>
            <a:r>
              <a:rPr kumimoji="1" lang="en-US" altLang="zh-CN" sz="2000">
                <a:latin typeface="Times New Roman" charset="0"/>
              </a:rPr>
              <a:t>b</a:t>
            </a:r>
            <a:r>
              <a:rPr kumimoji="1" lang="zh-CN" altLang="en-US" sz="2000">
                <a:latin typeface="Times New Roman" charset="0"/>
              </a:rPr>
              <a:t>）前序线索二叉树；</a:t>
            </a:r>
          </a:p>
          <a:p>
            <a:pPr algn="just">
              <a:spcBef>
                <a:spcPct val="50000"/>
              </a:spcBef>
            </a:pPr>
            <a:r>
              <a:rPr kumimoji="1" lang="zh-CN" altLang="en-US" sz="2000">
                <a:latin typeface="Times New Roman" charset="0"/>
              </a:rPr>
              <a:t>（</a:t>
            </a:r>
            <a:r>
              <a:rPr kumimoji="1" lang="en-US" altLang="zh-CN" sz="2000">
                <a:latin typeface="Times New Roman" charset="0"/>
              </a:rPr>
              <a:t>c</a:t>
            </a:r>
            <a:r>
              <a:rPr kumimoji="1" lang="zh-CN" altLang="en-US" sz="2000">
                <a:latin typeface="Times New Roman" charset="0"/>
              </a:rPr>
              <a:t>）后序线索二叉树 </a:t>
            </a:r>
          </a:p>
        </p:txBody>
      </p:sp>
      <p:graphicFrame>
        <p:nvGraphicFramePr>
          <p:cNvPr id="347139" name="Object 3"/>
          <p:cNvGraphicFramePr>
            <a:graphicFrameLocks noChangeAspect="1"/>
          </p:cNvGraphicFramePr>
          <p:nvPr/>
        </p:nvGraphicFramePr>
        <p:xfrm>
          <a:off x="1219200" y="381000"/>
          <a:ext cx="5257800" cy="4848225"/>
        </p:xfrm>
        <a:graphic>
          <a:graphicData uri="http://schemas.openxmlformats.org/presentationml/2006/ole">
            <mc:AlternateContent xmlns:mc="http://schemas.openxmlformats.org/markup-compatibility/2006">
              <mc:Choice xmlns:v="urn:schemas-microsoft-com:vml" Requires="v">
                <p:oleObj spid="_x0000_s898050" name="VISIO" r:id="rId3" imgW="3115800" imgH="2873160" progId="Visio.Drawing.4">
                  <p:embed/>
                </p:oleObj>
              </mc:Choice>
              <mc:Fallback>
                <p:oleObj name="VISIO" r:id="rId3" imgW="3115800" imgH="2873160" progId="Visio.Drawing.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1000"/>
                        <a:ext cx="5257800"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021795330"/>
      </p:ext>
    </p:extLst>
  </p:cSld>
  <p:clrMapOvr>
    <a:masterClrMapping/>
  </p:clrMapOvr>
  <p:transition spd="med">
    <p:checke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ext Box 2"/>
          <p:cNvSpPr txBox="1">
            <a:spLocks noChangeArrowheads="1"/>
          </p:cNvSpPr>
          <p:nvPr/>
        </p:nvSpPr>
        <p:spPr bwMode="auto">
          <a:xfrm>
            <a:off x="1905000" y="5257800"/>
            <a:ext cx="5791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a:spcBef>
                <a:spcPct val="50000"/>
              </a:spcBef>
            </a:pPr>
            <a:r>
              <a:rPr kumimoji="1" lang="en-US" altLang="zh-CN" sz="2000">
                <a:latin typeface="Times New Roman" charset="0"/>
              </a:rPr>
              <a:t>                  </a:t>
            </a:r>
            <a:r>
              <a:rPr kumimoji="1" lang="zh-CN" altLang="en-US" sz="2000">
                <a:latin typeface="Times New Roman" charset="0"/>
              </a:rPr>
              <a:t>线索二叉树</a:t>
            </a:r>
          </a:p>
          <a:p>
            <a:pPr algn="just">
              <a:spcBef>
                <a:spcPct val="50000"/>
              </a:spcBef>
            </a:pPr>
            <a:r>
              <a:rPr kumimoji="1" lang="zh-CN" altLang="en-US" sz="2000">
                <a:latin typeface="Times New Roman" charset="0"/>
              </a:rPr>
              <a:t>（</a:t>
            </a:r>
            <a:r>
              <a:rPr kumimoji="1" lang="en-US" altLang="zh-CN" sz="2000">
                <a:latin typeface="Times New Roman" charset="0"/>
              </a:rPr>
              <a:t>a</a:t>
            </a:r>
            <a:r>
              <a:rPr kumimoji="1" lang="zh-CN" altLang="en-US" sz="2000">
                <a:latin typeface="Times New Roman" charset="0"/>
              </a:rPr>
              <a:t>）中序线索二叉树；（</a:t>
            </a:r>
            <a:r>
              <a:rPr kumimoji="1" lang="en-US" altLang="zh-CN" sz="2000">
                <a:latin typeface="Times New Roman" charset="0"/>
              </a:rPr>
              <a:t>b</a:t>
            </a:r>
            <a:r>
              <a:rPr kumimoji="1" lang="zh-CN" altLang="en-US" sz="2000">
                <a:latin typeface="Times New Roman" charset="0"/>
              </a:rPr>
              <a:t>）前序线索二叉树；</a:t>
            </a:r>
          </a:p>
          <a:p>
            <a:pPr algn="just">
              <a:spcBef>
                <a:spcPct val="50000"/>
              </a:spcBef>
            </a:pPr>
            <a:r>
              <a:rPr kumimoji="1" lang="zh-CN" altLang="en-US" sz="2000">
                <a:latin typeface="Times New Roman" charset="0"/>
              </a:rPr>
              <a:t>（</a:t>
            </a:r>
            <a:r>
              <a:rPr kumimoji="1" lang="en-US" altLang="zh-CN" sz="2000">
                <a:latin typeface="Times New Roman" charset="0"/>
              </a:rPr>
              <a:t>c</a:t>
            </a:r>
            <a:r>
              <a:rPr kumimoji="1" lang="zh-CN" altLang="en-US" sz="2000">
                <a:latin typeface="Times New Roman" charset="0"/>
              </a:rPr>
              <a:t>）后序线索二叉树 </a:t>
            </a:r>
          </a:p>
        </p:txBody>
      </p:sp>
      <p:graphicFrame>
        <p:nvGraphicFramePr>
          <p:cNvPr id="348163" name="Object 3"/>
          <p:cNvGraphicFramePr>
            <a:graphicFrameLocks noChangeAspect="1"/>
          </p:cNvGraphicFramePr>
          <p:nvPr/>
        </p:nvGraphicFramePr>
        <p:xfrm>
          <a:off x="1900238" y="304800"/>
          <a:ext cx="4652962" cy="4800600"/>
        </p:xfrm>
        <a:graphic>
          <a:graphicData uri="http://schemas.openxmlformats.org/presentationml/2006/ole">
            <mc:AlternateContent xmlns:mc="http://schemas.openxmlformats.org/markup-compatibility/2006">
              <mc:Choice xmlns:v="urn:schemas-microsoft-com:vml" Requires="v">
                <p:oleObj spid="_x0000_s899074" name="VISIO" r:id="rId3" imgW="2645280" imgH="2729160" progId="Visio.Drawing.4">
                  <p:embed/>
                </p:oleObj>
              </mc:Choice>
              <mc:Fallback>
                <p:oleObj name="VISIO" r:id="rId3" imgW="2645280" imgH="2729160" progId="Visio.Drawing.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0238" y="304800"/>
                        <a:ext cx="4652962"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53810375"/>
      </p:ext>
    </p:extLst>
  </p:cSld>
  <p:clrMapOvr>
    <a:masterClrMapping/>
  </p:clrMapOvr>
  <p:transition spd="med">
    <p:checke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Text Box 2"/>
          <p:cNvSpPr txBox="1">
            <a:spLocks noChangeArrowheads="1"/>
          </p:cNvSpPr>
          <p:nvPr/>
        </p:nvSpPr>
        <p:spPr bwMode="auto">
          <a:xfrm>
            <a:off x="1905000" y="5257800"/>
            <a:ext cx="5791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just">
              <a:spcBef>
                <a:spcPct val="50000"/>
              </a:spcBef>
            </a:pPr>
            <a:r>
              <a:rPr kumimoji="1" lang="en-US" altLang="zh-CN" sz="2000">
                <a:latin typeface="Times New Roman" charset="0"/>
              </a:rPr>
              <a:t>                         </a:t>
            </a:r>
            <a:r>
              <a:rPr kumimoji="1" lang="zh-CN" altLang="en-US" sz="2000">
                <a:latin typeface="Times New Roman" charset="0"/>
              </a:rPr>
              <a:t>线索二叉树</a:t>
            </a:r>
          </a:p>
          <a:p>
            <a:pPr algn="just">
              <a:spcBef>
                <a:spcPct val="50000"/>
              </a:spcBef>
            </a:pPr>
            <a:r>
              <a:rPr kumimoji="1" lang="zh-CN" altLang="en-US" sz="2000">
                <a:latin typeface="Times New Roman" charset="0"/>
              </a:rPr>
              <a:t>（</a:t>
            </a:r>
            <a:r>
              <a:rPr kumimoji="1" lang="en-US" altLang="zh-CN" sz="2000">
                <a:latin typeface="Times New Roman" charset="0"/>
              </a:rPr>
              <a:t>a</a:t>
            </a:r>
            <a:r>
              <a:rPr kumimoji="1" lang="zh-CN" altLang="en-US" sz="2000">
                <a:latin typeface="Times New Roman" charset="0"/>
              </a:rPr>
              <a:t>）中序线索二叉树；（</a:t>
            </a:r>
            <a:r>
              <a:rPr kumimoji="1" lang="en-US" altLang="zh-CN" sz="2000">
                <a:latin typeface="Times New Roman" charset="0"/>
              </a:rPr>
              <a:t>b</a:t>
            </a:r>
            <a:r>
              <a:rPr kumimoji="1" lang="zh-CN" altLang="en-US" sz="2000">
                <a:latin typeface="Times New Roman" charset="0"/>
              </a:rPr>
              <a:t>）前序线索二叉树；</a:t>
            </a:r>
          </a:p>
          <a:p>
            <a:pPr algn="just">
              <a:spcBef>
                <a:spcPct val="50000"/>
              </a:spcBef>
            </a:pPr>
            <a:r>
              <a:rPr kumimoji="1" lang="zh-CN" altLang="en-US" sz="2000">
                <a:latin typeface="Times New Roman" charset="0"/>
              </a:rPr>
              <a:t>（</a:t>
            </a:r>
            <a:r>
              <a:rPr kumimoji="1" lang="en-US" altLang="zh-CN" sz="2000">
                <a:latin typeface="Times New Roman" charset="0"/>
              </a:rPr>
              <a:t>c</a:t>
            </a:r>
            <a:r>
              <a:rPr kumimoji="1" lang="zh-CN" altLang="en-US" sz="2000">
                <a:latin typeface="Times New Roman" charset="0"/>
              </a:rPr>
              <a:t>）后序线索二叉树 </a:t>
            </a:r>
          </a:p>
        </p:txBody>
      </p:sp>
      <p:graphicFrame>
        <p:nvGraphicFramePr>
          <p:cNvPr id="349187" name="Object 3"/>
          <p:cNvGraphicFramePr>
            <a:graphicFrameLocks noChangeAspect="1"/>
          </p:cNvGraphicFramePr>
          <p:nvPr/>
        </p:nvGraphicFramePr>
        <p:xfrm>
          <a:off x="1600200" y="381000"/>
          <a:ext cx="5257800" cy="4819650"/>
        </p:xfrm>
        <a:graphic>
          <a:graphicData uri="http://schemas.openxmlformats.org/presentationml/2006/ole">
            <mc:AlternateContent xmlns:mc="http://schemas.openxmlformats.org/markup-compatibility/2006">
              <mc:Choice xmlns:v="urn:schemas-microsoft-com:vml" Requires="v">
                <p:oleObj spid="_x0000_s900098" name="VISIO" r:id="rId3" imgW="2976480" imgH="2729160" progId="Visio.Drawing.4">
                  <p:embed/>
                </p:oleObj>
              </mc:Choice>
              <mc:Fallback>
                <p:oleObj name="VISIO" r:id="rId3" imgW="2976480" imgH="2729160" progId="Visio.Drawing.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81000"/>
                        <a:ext cx="5257800"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64288525"/>
      </p:ext>
    </p:extLst>
  </p:cSld>
  <p:clrMapOvr>
    <a:masterClrMapping/>
  </p:clrMapOvr>
  <p:transition spd="med">
    <p:checke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2"/>
          <p:cNvSpPr txBox="1">
            <a:spLocks noChangeArrowheads="1"/>
          </p:cNvSpPr>
          <p:nvPr/>
        </p:nvSpPr>
        <p:spPr bwMode="auto">
          <a:xfrm>
            <a:off x="1524000" y="228600"/>
            <a:ext cx="6450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二、线索链表的遍历算法</a:t>
            </a:r>
            <a:r>
              <a:rPr kumimoji="1" lang="en-US" altLang="zh-CN" sz="2400" b="1">
                <a:solidFill>
                  <a:srgbClr val="0000FF"/>
                </a:solidFill>
                <a:latin typeface="Times New Roman" charset="0"/>
                <a:ea typeface="楷体_GB2312" charset="0"/>
              </a:rPr>
              <a:t>:</a:t>
            </a:r>
            <a:endParaRPr kumimoji="1" lang="en-US" altLang="zh-CN" sz="2400">
              <a:latin typeface="Times New Roman" charset="0"/>
            </a:endParaRPr>
          </a:p>
        </p:txBody>
      </p:sp>
      <p:sp>
        <p:nvSpPr>
          <p:cNvPr id="251907" name="Text Box 3"/>
          <p:cNvSpPr txBox="1">
            <a:spLocks noChangeArrowheads="1"/>
          </p:cNvSpPr>
          <p:nvPr/>
        </p:nvSpPr>
        <p:spPr bwMode="auto">
          <a:xfrm>
            <a:off x="357188" y="4191000"/>
            <a:ext cx="8558212"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4000" b="1">
                <a:latin typeface="Times New Roman" charset="0"/>
                <a:ea typeface="楷体_GB2312" charset="0"/>
              </a:rPr>
              <a:t> </a:t>
            </a:r>
            <a:r>
              <a:rPr kumimoji="1" lang="en-US" altLang="zh-CN" sz="4000" b="1">
                <a:solidFill>
                  <a:schemeClr val="tx2"/>
                </a:solidFill>
                <a:latin typeface="Times New Roman" charset="0"/>
                <a:ea typeface="楷体_GB2312" charset="0"/>
              </a:rPr>
              <a:t>for ( </a:t>
            </a:r>
            <a:r>
              <a:rPr kumimoji="1" lang="en-US" altLang="zh-CN" sz="4000" b="1">
                <a:solidFill>
                  <a:srgbClr val="990000"/>
                </a:solidFill>
                <a:latin typeface="Times New Roman" charset="0"/>
                <a:ea typeface="楷体_GB2312" charset="0"/>
              </a:rPr>
              <a:t>p =</a:t>
            </a:r>
            <a:r>
              <a:rPr kumimoji="1" lang="en-US" altLang="zh-CN" sz="4000" b="1">
                <a:solidFill>
                  <a:schemeClr val="tx2"/>
                </a:solidFill>
                <a:latin typeface="Times New Roman" charset="0"/>
                <a:ea typeface="楷体_GB2312" charset="0"/>
              </a:rPr>
              <a:t> </a:t>
            </a:r>
            <a:r>
              <a:rPr kumimoji="1" lang="en-US" altLang="zh-CN" sz="4000" b="1">
                <a:solidFill>
                  <a:srgbClr val="990000"/>
                </a:solidFill>
                <a:latin typeface="Times New Roman" charset="0"/>
                <a:ea typeface="楷体_GB2312" charset="0"/>
              </a:rPr>
              <a:t>firstNode(T)</a:t>
            </a:r>
            <a:r>
              <a:rPr kumimoji="1" lang="en-US" altLang="zh-CN" sz="4000" b="1">
                <a:solidFill>
                  <a:schemeClr val="tx2"/>
                </a:solidFill>
                <a:latin typeface="Times New Roman" charset="0"/>
                <a:ea typeface="楷体_GB2312" charset="0"/>
              </a:rPr>
              <a:t>; p; </a:t>
            </a:r>
            <a:r>
              <a:rPr kumimoji="1" lang="en-US" altLang="zh-CN" sz="4000" b="1">
                <a:solidFill>
                  <a:srgbClr val="990000"/>
                </a:solidFill>
                <a:latin typeface="Times New Roman" charset="0"/>
                <a:ea typeface="楷体_GB2312" charset="0"/>
              </a:rPr>
              <a:t>p = Succ(p)</a:t>
            </a:r>
            <a:r>
              <a:rPr kumimoji="1" lang="en-US" altLang="zh-CN" sz="4000" b="1">
                <a:solidFill>
                  <a:schemeClr val="tx2"/>
                </a:solidFill>
                <a:latin typeface="Times New Roman" charset="0"/>
                <a:ea typeface="楷体_GB2312" charset="0"/>
              </a:rPr>
              <a:t> )</a:t>
            </a:r>
          </a:p>
          <a:p>
            <a:pPr>
              <a:lnSpc>
                <a:spcPct val="125000"/>
              </a:lnSpc>
            </a:pPr>
            <a:r>
              <a:rPr kumimoji="1" lang="en-US" altLang="zh-CN" sz="4000" b="1">
                <a:solidFill>
                  <a:schemeClr val="tx2"/>
                </a:solidFill>
                <a:latin typeface="Times New Roman" charset="0"/>
                <a:ea typeface="楷体_GB2312" charset="0"/>
              </a:rPr>
              <a:t>      Visit (p);</a:t>
            </a:r>
            <a:endParaRPr kumimoji="1" lang="en-US" altLang="zh-CN" sz="2400">
              <a:solidFill>
                <a:schemeClr val="tx2"/>
              </a:solidFill>
              <a:latin typeface="Times New Roman" charset="0"/>
            </a:endParaRPr>
          </a:p>
        </p:txBody>
      </p:sp>
      <p:sp>
        <p:nvSpPr>
          <p:cNvPr id="251908" name="Text Box 4"/>
          <p:cNvSpPr txBox="1">
            <a:spLocks noChangeArrowheads="1"/>
          </p:cNvSpPr>
          <p:nvPr/>
        </p:nvSpPr>
        <p:spPr bwMode="auto">
          <a:xfrm>
            <a:off x="555625" y="1676400"/>
            <a:ext cx="8283575" cy="206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spcBef>
                <a:spcPct val="50000"/>
              </a:spcBef>
            </a:pPr>
            <a:r>
              <a:rPr kumimoji="1" lang="zh-CN" altLang="en-US" sz="3600">
                <a:solidFill>
                  <a:schemeClr val="tx2"/>
                </a:solidFill>
                <a:latin typeface="Times New Roman" charset="0"/>
                <a:ea typeface="楷体_GB2312" charset="0"/>
              </a:rPr>
              <a:t>由于在线索链表中添加了遍历中得到的“前驱”和“后继”的信息，从而简化了遍历的算法。</a:t>
            </a:r>
          </a:p>
        </p:txBody>
      </p:sp>
    </p:spTree>
    <p:extLst>
      <p:ext uri="{BB962C8B-B14F-4D97-AF65-F5344CB8AC3E}">
        <p14:creationId xmlns:p14="http://schemas.microsoft.com/office/powerpoint/2010/main" val="486624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51906"/>
                                        </p:tgtEl>
                                        <p:attrNameLst>
                                          <p:attrName>style.visibility</p:attrName>
                                        </p:attrNameLst>
                                      </p:cBhvr>
                                      <p:to>
                                        <p:strVal val="visible"/>
                                      </p:to>
                                    </p:set>
                                    <p:anim calcmode="lin" valueType="num">
                                      <p:cBhvr additive="base">
                                        <p:cTn id="7" dur="500" fill="hold"/>
                                        <p:tgtEl>
                                          <p:spTgt spid="251906"/>
                                        </p:tgtEl>
                                        <p:attrNameLst>
                                          <p:attrName>ppt_x</p:attrName>
                                        </p:attrNameLst>
                                      </p:cBhvr>
                                      <p:tavLst>
                                        <p:tav tm="0">
                                          <p:val>
                                            <p:strVal val="#ppt_x"/>
                                          </p:val>
                                        </p:tav>
                                        <p:tav tm="100000">
                                          <p:val>
                                            <p:strVal val="#ppt_x"/>
                                          </p:val>
                                        </p:tav>
                                      </p:tavLst>
                                    </p:anim>
                                    <p:anim calcmode="lin" valueType="num">
                                      <p:cBhvr additive="base">
                                        <p:cTn id="8" dur="500" fill="hold"/>
                                        <p:tgtEl>
                                          <p:spTgt spid="25190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51908"/>
                                        </p:tgtEl>
                                        <p:attrNameLst>
                                          <p:attrName>style.visibility</p:attrName>
                                        </p:attrNameLst>
                                      </p:cBhvr>
                                      <p:to>
                                        <p:strVal val="visible"/>
                                      </p:to>
                                    </p:set>
                                    <p:animEffect transition="in" filter="box(in)">
                                      <p:cBhvr>
                                        <p:cTn id="13" dur="500"/>
                                        <p:tgtEl>
                                          <p:spTgt spid="25190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51907"/>
                                        </p:tgtEl>
                                        <p:attrNameLst>
                                          <p:attrName>style.visibility</p:attrName>
                                        </p:attrNameLst>
                                      </p:cBhvr>
                                      <p:to>
                                        <p:strVal val="visible"/>
                                      </p:to>
                                    </p:set>
                                    <p:animEffect transition="in" filter="blinds(horizontal)">
                                      <p:cBhvr>
                                        <p:cTn id="18" dur="500"/>
                                        <p:tgtEl>
                                          <p:spTgt spid="251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autoUpdateAnimBg="0"/>
      <p:bldP spid="251907" grpId="0" autoUpdateAnimBg="0"/>
      <p:bldP spid="251908"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Text Box 2"/>
          <p:cNvSpPr txBox="1">
            <a:spLocks noChangeArrowheads="1"/>
          </p:cNvSpPr>
          <p:nvPr/>
        </p:nvSpPr>
        <p:spPr bwMode="auto">
          <a:xfrm>
            <a:off x="1295400" y="134938"/>
            <a:ext cx="7543800"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en-US" sz="3600" b="1">
                <a:solidFill>
                  <a:srgbClr val="800000"/>
                </a:solidFill>
                <a:latin typeface="Times New Roman" charset="0"/>
                <a:ea typeface="楷体_GB2312" charset="0"/>
              </a:rPr>
              <a:t>例如</a:t>
            </a:r>
            <a:r>
              <a:rPr kumimoji="1" lang="en-US" altLang="zh-CN" sz="3600" b="1">
                <a:solidFill>
                  <a:srgbClr val="800000"/>
                </a:solidFill>
                <a:latin typeface="Times New Roman" charset="0"/>
                <a:ea typeface="楷体_GB2312" charset="0"/>
              </a:rPr>
              <a:t>:</a:t>
            </a:r>
            <a:r>
              <a:rPr kumimoji="1" lang="zh-CN" altLang="en-US" sz="3600" b="1">
                <a:solidFill>
                  <a:srgbClr val="800000"/>
                </a:solidFill>
                <a:latin typeface="Times New Roman" charset="0"/>
                <a:ea typeface="楷体_GB2312" charset="0"/>
              </a:rPr>
              <a:t>对中序线索化链表的遍历算法</a:t>
            </a:r>
            <a:endParaRPr kumimoji="1" lang="zh-CN" altLang="en-US" sz="4000">
              <a:latin typeface="Times New Roman" charset="0"/>
            </a:endParaRPr>
          </a:p>
        </p:txBody>
      </p:sp>
      <p:sp>
        <p:nvSpPr>
          <p:cNvPr id="252931" name="Text Box 3"/>
          <p:cNvSpPr txBox="1">
            <a:spLocks noChangeArrowheads="1"/>
          </p:cNvSpPr>
          <p:nvPr/>
        </p:nvSpPr>
        <p:spPr bwMode="auto">
          <a:xfrm>
            <a:off x="152400" y="1600200"/>
            <a:ext cx="6931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latin typeface="Times New Roman" charset="0"/>
                <a:ea typeface="楷体_GB2312" charset="0"/>
              </a:rPr>
              <a:t> </a:t>
            </a:r>
            <a:r>
              <a:rPr kumimoji="1" lang="en-US" altLang="zh-CN" sz="4000" b="1">
                <a:solidFill>
                  <a:srgbClr val="008000"/>
                </a:solidFill>
                <a:latin typeface="楷体_GB2312" charset="0"/>
                <a:ea typeface="楷体_GB2312" charset="0"/>
              </a:rPr>
              <a:t>※ </a:t>
            </a:r>
            <a:r>
              <a:rPr kumimoji="1" lang="zh-CN" altLang="en-US" sz="4000" b="1">
                <a:solidFill>
                  <a:srgbClr val="008000"/>
                </a:solidFill>
                <a:latin typeface="隶书" charset="0"/>
                <a:ea typeface="隶书" charset="0"/>
              </a:rPr>
              <a:t>中序遍历的第一个结点 ？</a:t>
            </a:r>
            <a:endParaRPr kumimoji="1" lang="zh-CN" altLang="en-US" sz="2400">
              <a:solidFill>
                <a:srgbClr val="008000"/>
              </a:solidFill>
              <a:latin typeface="隶书" charset="0"/>
              <a:ea typeface="隶书" charset="0"/>
            </a:endParaRPr>
          </a:p>
        </p:txBody>
      </p:sp>
      <p:sp>
        <p:nvSpPr>
          <p:cNvPr id="252932" name="Text Box 4"/>
          <p:cNvSpPr txBox="1">
            <a:spLocks noChangeArrowheads="1"/>
          </p:cNvSpPr>
          <p:nvPr/>
        </p:nvSpPr>
        <p:spPr bwMode="auto">
          <a:xfrm>
            <a:off x="90488" y="3810000"/>
            <a:ext cx="8982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latin typeface="Times New Roman" charset="0"/>
                <a:ea typeface="楷体_GB2312" charset="0"/>
              </a:rPr>
              <a:t> </a:t>
            </a:r>
            <a:r>
              <a:rPr kumimoji="1" lang="en-US" altLang="zh-CN" sz="4000" b="1">
                <a:solidFill>
                  <a:srgbClr val="008000"/>
                </a:solidFill>
                <a:latin typeface="楷体_GB2312" charset="0"/>
                <a:ea typeface="楷体_GB2312" charset="0"/>
              </a:rPr>
              <a:t>※ </a:t>
            </a:r>
            <a:r>
              <a:rPr kumimoji="1" lang="zh-CN" altLang="en-US" sz="4000" b="1">
                <a:solidFill>
                  <a:srgbClr val="008000"/>
                </a:solidFill>
                <a:latin typeface="隶书" charset="0"/>
                <a:ea typeface="隶书" charset="0"/>
              </a:rPr>
              <a:t>在中序线索化链表中结点的后继 ？</a:t>
            </a:r>
            <a:endParaRPr kumimoji="1" lang="zh-CN" altLang="en-US" sz="4000">
              <a:latin typeface="Times New Roman" charset="0"/>
            </a:endParaRPr>
          </a:p>
        </p:txBody>
      </p:sp>
      <p:sp>
        <p:nvSpPr>
          <p:cNvPr id="252933" name="Text Box 5"/>
          <p:cNvSpPr txBox="1">
            <a:spLocks noChangeArrowheads="1"/>
          </p:cNvSpPr>
          <p:nvPr/>
        </p:nvSpPr>
        <p:spPr bwMode="auto">
          <a:xfrm>
            <a:off x="762000" y="2286000"/>
            <a:ext cx="80772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a:solidFill>
                  <a:srgbClr val="000099"/>
                </a:solidFill>
                <a:latin typeface="Times New Roman" charset="0"/>
                <a:ea typeface="楷体_GB2312" charset="0"/>
              </a:rPr>
              <a:t>左子树上处于</a:t>
            </a:r>
            <a:r>
              <a:rPr kumimoji="1" lang="zh-CN" altLang="en-US" sz="3600" b="1">
                <a:solidFill>
                  <a:srgbClr val="000099"/>
                </a:solidFill>
                <a:latin typeface="Times New Roman" charset="0"/>
                <a:ea typeface="楷体_GB2312" charset="0"/>
              </a:rPr>
              <a:t>“最左下”</a:t>
            </a:r>
            <a:r>
              <a:rPr kumimoji="1" lang="zh-CN" altLang="en-US" sz="3600">
                <a:solidFill>
                  <a:srgbClr val="000099"/>
                </a:solidFill>
                <a:latin typeface="Times New Roman" charset="0"/>
                <a:ea typeface="楷体_GB2312" charset="0"/>
              </a:rPr>
              <a:t>（没有左子树）的结点。</a:t>
            </a:r>
            <a:endParaRPr kumimoji="1" lang="zh-CN" altLang="en-US" sz="2400">
              <a:solidFill>
                <a:srgbClr val="000099"/>
              </a:solidFill>
              <a:latin typeface="Times New Roman" charset="0"/>
            </a:endParaRPr>
          </a:p>
        </p:txBody>
      </p:sp>
      <p:sp>
        <p:nvSpPr>
          <p:cNvPr id="252934" name="Text Box 6"/>
          <p:cNvSpPr txBox="1">
            <a:spLocks noChangeArrowheads="1"/>
          </p:cNvSpPr>
          <p:nvPr/>
        </p:nvSpPr>
        <p:spPr bwMode="auto">
          <a:xfrm>
            <a:off x="684213" y="4508500"/>
            <a:ext cx="8215312"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990000"/>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b="1">
                <a:solidFill>
                  <a:srgbClr val="990000"/>
                </a:solidFill>
                <a:latin typeface="Times New Roman" charset="0"/>
                <a:ea typeface="楷体_GB2312" charset="0"/>
              </a:rPr>
              <a:t>若</a:t>
            </a:r>
            <a:r>
              <a:rPr kumimoji="1" lang="zh-CN" altLang="en-US" sz="3600">
                <a:solidFill>
                  <a:srgbClr val="000099"/>
                </a:solidFill>
                <a:latin typeface="Times New Roman" charset="0"/>
                <a:ea typeface="楷体_GB2312" charset="0"/>
              </a:rPr>
              <a:t>无右子树，</a:t>
            </a:r>
            <a:r>
              <a:rPr kumimoji="1" lang="zh-CN" altLang="en-US" sz="3600" b="1">
                <a:solidFill>
                  <a:srgbClr val="990000"/>
                </a:solidFill>
                <a:latin typeface="Times New Roman" charset="0"/>
                <a:ea typeface="楷体_GB2312" charset="0"/>
              </a:rPr>
              <a:t>则为</a:t>
            </a:r>
            <a:r>
              <a:rPr kumimoji="1" lang="zh-CN" altLang="en-US" sz="3600" b="1">
                <a:solidFill>
                  <a:srgbClr val="000099"/>
                </a:solidFill>
                <a:latin typeface="Times New Roman" charset="0"/>
                <a:ea typeface="楷体_GB2312" charset="0"/>
              </a:rPr>
              <a:t>后继线索</a:t>
            </a:r>
            <a:r>
              <a:rPr kumimoji="1" lang="zh-CN" altLang="en-US" sz="3600">
                <a:solidFill>
                  <a:srgbClr val="000099"/>
                </a:solidFill>
                <a:latin typeface="Times New Roman" charset="0"/>
                <a:ea typeface="楷体_GB2312" charset="0"/>
              </a:rPr>
              <a:t>所指结点；</a:t>
            </a:r>
            <a:endParaRPr kumimoji="1" lang="zh-CN" altLang="en-US" sz="2400">
              <a:solidFill>
                <a:srgbClr val="000099"/>
              </a:solidFill>
              <a:latin typeface="Times New Roman" charset="0"/>
            </a:endParaRPr>
          </a:p>
        </p:txBody>
      </p:sp>
      <p:sp>
        <p:nvSpPr>
          <p:cNvPr id="252935" name="Rectangle 7"/>
          <p:cNvSpPr>
            <a:spLocks noChangeArrowheads="1"/>
          </p:cNvSpPr>
          <p:nvPr/>
        </p:nvSpPr>
        <p:spPr bwMode="auto">
          <a:xfrm>
            <a:off x="762000" y="5181600"/>
            <a:ext cx="74676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b="1">
                <a:solidFill>
                  <a:srgbClr val="990000"/>
                </a:solidFill>
                <a:latin typeface="Times New Roman" charset="0"/>
                <a:ea typeface="楷体_GB2312" charset="0"/>
              </a:rPr>
              <a:t>否则为</a:t>
            </a:r>
            <a:r>
              <a:rPr kumimoji="1" lang="zh-CN" altLang="en-US" sz="3600">
                <a:solidFill>
                  <a:srgbClr val="000099"/>
                </a:solidFill>
                <a:latin typeface="Times New Roman" charset="0"/>
                <a:ea typeface="楷体_GB2312" charset="0"/>
              </a:rPr>
              <a:t>对其</a:t>
            </a:r>
            <a:r>
              <a:rPr kumimoji="1" lang="zh-CN" altLang="en-US" sz="3600" b="1">
                <a:solidFill>
                  <a:srgbClr val="000099"/>
                </a:solidFill>
                <a:latin typeface="Times New Roman" charset="0"/>
                <a:ea typeface="楷体_GB2312" charset="0"/>
              </a:rPr>
              <a:t>右子树</a:t>
            </a:r>
            <a:r>
              <a:rPr kumimoji="1" lang="zh-CN" altLang="en-US" sz="3600">
                <a:solidFill>
                  <a:srgbClr val="000099"/>
                </a:solidFill>
                <a:latin typeface="Times New Roman" charset="0"/>
                <a:ea typeface="楷体_GB2312" charset="0"/>
              </a:rPr>
              <a:t>进行中序</a:t>
            </a:r>
            <a:r>
              <a:rPr kumimoji="1" lang="zh-CN" altLang="en-US" sz="3600" b="1">
                <a:solidFill>
                  <a:srgbClr val="000099"/>
                </a:solidFill>
                <a:latin typeface="Times New Roman" charset="0"/>
                <a:ea typeface="楷体_GB2312" charset="0"/>
              </a:rPr>
              <a:t>遍历</a:t>
            </a:r>
            <a:r>
              <a:rPr kumimoji="1" lang="zh-CN" altLang="en-US" sz="3600">
                <a:solidFill>
                  <a:srgbClr val="000099"/>
                </a:solidFill>
                <a:latin typeface="Times New Roman" charset="0"/>
                <a:ea typeface="楷体_GB2312" charset="0"/>
              </a:rPr>
              <a:t>时访问的</a:t>
            </a:r>
            <a:r>
              <a:rPr kumimoji="1" lang="zh-CN" altLang="en-US" sz="3600" b="1">
                <a:solidFill>
                  <a:srgbClr val="000099"/>
                </a:solidFill>
                <a:latin typeface="Times New Roman" charset="0"/>
                <a:ea typeface="楷体_GB2312" charset="0"/>
              </a:rPr>
              <a:t>第一个结点。</a:t>
            </a:r>
          </a:p>
        </p:txBody>
      </p:sp>
    </p:spTree>
    <p:extLst>
      <p:ext uri="{BB962C8B-B14F-4D97-AF65-F5344CB8AC3E}">
        <p14:creationId xmlns:p14="http://schemas.microsoft.com/office/powerpoint/2010/main" val="8214179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52930"/>
                                        </p:tgtEl>
                                        <p:attrNameLst>
                                          <p:attrName>style.visibility</p:attrName>
                                        </p:attrNameLst>
                                      </p:cBhvr>
                                      <p:to>
                                        <p:strVal val="visible"/>
                                      </p:to>
                                    </p:set>
                                    <p:anim calcmode="lin" valueType="num">
                                      <p:cBhvr additive="base">
                                        <p:cTn id="7" dur="500" fill="hold"/>
                                        <p:tgtEl>
                                          <p:spTgt spid="252930"/>
                                        </p:tgtEl>
                                        <p:attrNameLst>
                                          <p:attrName>ppt_x</p:attrName>
                                        </p:attrNameLst>
                                      </p:cBhvr>
                                      <p:tavLst>
                                        <p:tav tm="0">
                                          <p:val>
                                            <p:strVal val="#ppt_x"/>
                                          </p:val>
                                        </p:tav>
                                        <p:tav tm="100000">
                                          <p:val>
                                            <p:strVal val="#ppt_x"/>
                                          </p:val>
                                        </p:tav>
                                      </p:tavLst>
                                    </p:anim>
                                    <p:anim calcmode="lin" valueType="num">
                                      <p:cBhvr additive="base">
                                        <p:cTn id="8" dur="500" fill="hold"/>
                                        <p:tgtEl>
                                          <p:spTgt spid="25293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2931"/>
                                        </p:tgtEl>
                                        <p:attrNameLst>
                                          <p:attrName>style.visibility</p:attrName>
                                        </p:attrNameLst>
                                      </p:cBhvr>
                                      <p:to>
                                        <p:strVal val="visible"/>
                                      </p:to>
                                    </p:set>
                                    <p:animEffect transition="in" filter="wipe(left)">
                                      <p:cBhvr>
                                        <p:cTn id="13" dur="500"/>
                                        <p:tgtEl>
                                          <p:spTgt spid="25293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52932"/>
                                        </p:tgtEl>
                                        <p:attrNameLst>
                                          <p:attrName>style.visibility</p:attrName>
                                        </p:attrNameLst>
                                      </p:cBhvr>
                                      <p:to>
                                        <p:strVal val="visible"/>
                                      </p:to>
                                    </p:set>
                                    <p:anim calcmode="lin" valueType="num">
                                      <p:cBhvr additive="base">
                                        <p:cTn id="18" dur="500" fill="hold"/>
                                        <p:tgtEl>
                                          <p:spTgt spid="252932"/>
                                        </p:tgtEl>
                                        <p:attrNameLst>
                                          <p:attrName>ppt_x</p:attrName>
                                        </p:attrNameLst>
                                      </p:cBhvr>
                                      <p:tavLst>
                                        <p:tav tm="0">
                                          <p:val>
                                            <p:strVal val="0-#ppt_w/2"/>
                                          </p:val>
                                        </p:tav>
                                        <p:tav tm="100000">
                                          <p:val>
                                            <p:strVal val="#ppt_x"/>
                                          </p:val>
                                        </p:tav>
                                      </p:tavLst>
                                    </p:anim>
                                    <p:anim calcmode="lin" valueType="num">
                                      <p:cBhvr additive="base">
                                        <p:cTn id="19" dur="500" fill="hold"/>
                                        <p:tgtEl>
                                          <p:spTgt spid="252932"/>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iterate type="wd">
                                    <p:tmPct val="100000"/>
                                  </p:iterate>
                                  <p:childTnLst>
                                    <p:set>
                                      <p:cBhvr>
                                        <p:cTn id="23" dur="1" fill="hold">
                                          <p:stCondLst>
                                            <p:cond delay="0"/>
                                          </p:stCondLst>
                                        </p:cTn>
                                        <p:tgtEl>
                                          <p:spTgt spid="252933"/>
                                        </p:tgtEl>
                                        <p:attrNameLst>
                                          <p:attrName>style.visibility</p:attrName>
                                        </p:attrNameLst>
                                      </p:cBhvr>
                                      <p:to>
                                        <p:strVal val="visible"/>
                                      </p:to>
                                    </p:set>
                                    <p:animEffect transition="in" filter="wipe(left)">
                                      <p:cBhvr>
                                        <p:cTn id="24" dur="300"/>
                                        <p:tgtEl>
                                          <p:spTgt spid="25293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iterate type="wd">
                                    <p:tmPct val="100000"/>
                                  </p:iterate>
                                  <p:childTnLst>
                                    <p:set>
                                      <p:cBhvr>
                                        <p:cTn id="28" dur="1" fill="hold">
                                          <p:stCondLst>
                                            <p:cond delay="0"/>
                                          </p:stCondLst>
                                        </p:cTn>
                                        <p:tgtEl>
                                          <p:spTgt spid="252934"/>
                                        </p:tgtEl>
                                        <p:attrNameLst>
                                          <p:attrName>style.visibility</p:attrName>
                                        </p:attrNameLst>
                                      </p:cBhvr>
                                      <p:to>
                                        <p:strVal val="visible"/>
                                      </p:to>
                                    </p:set>
                                    <p:animEffect transition="in" filter="wipe(left)">
                                      <p:cBhvr>
                                        <p:cTn id="29" dur="300"/>
                                        <p:tgtEl>
                                          <p:spTgt spid="25293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iterate type="wd">
                                    <p:tmPct val="100000"/>
                                  </p:iterate>
                                  <p:childTnLst>
                                    <p:set>
                                      <p:cBhvr>
                                        <p:cTn id="33" dur="1" fill="hold">
                                          <p:stCondLst>
                                            <p:cond delay="0"/>
                                          </p:stCondLst>
                                        </p:cTn>
                                        <p:tgtEl>
                                          <p:spTgt spid="252935"/>
                                        </p:tgtEl>
                                        <p:attrNameLst>
                                          <p:attrName>style.visibility</p:attrName>
                                        </p:attrNameLst>
                                      </p:cBhvr>
                                      <p:to>
                                        <p:strVal val="visible"/>
                                      </p:to>
                                    </p:set>
                                    <p:animEffect transition="in" filter="wipe(left)">
                                      <p:cBhvr>
                                        <p:cTn id="34" dur="300"/>
                                        <p:tgtEl>
                                          <p:spTgt spid="252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utoUpdateAnimBg="0"/>
      <p:bldP spid="252931" grpId="0" autoUpdateAnimBg="0"/>
      <p:bldP spid="252932" grpId="0" autoUpdateAnimBg="0"/>
      <p:bldP spid="252933" grpId="0" autoUpdateAnimBg="0"/>
      <p:bldP spid="252934" grpId="0" autoUpdateAnimBg="0"/>
      <p:bldP spid="252935"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ext Box 2"/>
          <p:cNvSpPr txBox="1">
            <a:spLocks noChangeArrowheads="1"/>
          </p:cNvSpPr>
          <p:nvPr/>
        </p:nvSpPr>
        <p:spPr bwMode="auto">
          <a:xfrm>
            <a:off x="457200" y="1049338"/>
            <a:ext cx="8610600" cy="573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2800" b="1">
                <a:solidFill>
                  <a:srgbClr val="990000"/>
                </a:solidFill>
                <a:latin typeface="Times New Roman" charset="0"/>
                <a:ea typeface="楷体_GB2312" charset="0"/>
              </a:rPr>
              <a:t>void</a:t>
            </a:r>
            <a:r>
              <a:rPr kumimoji="1" lang="en-US" altLang="zh-CN" sz="2800">
                <a:solidFill>
                  <a:srgbClr val="990000"/>
                </a:solidFill>
                <a:latin typeface="Times New Roman" charset="0"/>
                <a:ea typeface="楷体_GB2312" charset="0"/>
              </a:rPr>
              <a:t> InOrderTraverse_Thr(BiThrTree T, </a:t>
            </a:r>
          </a:p>
          <a:p>
            <a:pPr>
              <a:lnSpc>
                <a:spcPct val="120000"/>
              </a:lnSpc>
            </a:pPr>
            <a:r>
              <a:rPr kumimoji="1" lang="en-US" altLang="zh-CN" sz="2800">
                <a:solidFill>
                  <a:srgbClr val="990000"/>
                </a:solidFill>
                <a:latin typeface="Times New Roman" charset="0"/>
                <a:ea typeface="楷体_GB2312" charset="0"/>
              </a:rPr>
              <a:t>                                  </a:t>
            </a:r>
            <a:r>
              <a:rPr kumimoji="1" lang="en-US" altLang="zh-CN" sz="2800" b="1">
                <a:solidFill>
                  <a:srgbClr val="990000"/>
                </a:solidFill>
                <a:latin typeface="Times New Roman" charset="0"/>
                <a:ea typeface="楷体_GB2312" charset="0"/>
              </a:rPr>
              <a:t>void</a:t>
            </a:r>
            <a:r>
              <a:rPr kumimoji="1" lang="en-US" altLang="zh-CN" sz="2800">
                <a:solidFill>
                  <a:srgbClr val="990000"/>
                </a:solidFill>
                <a:latin typeface="Times New Roman" charset="0"/>
                <a:ea typeface="楷体_GB2312" charset="0"/>
              </a:rPr>
              <a:t> (</a:t>
            </a:r>
            <a:r>
              <a:rPr kumimoji="1" lang="en-US" altLang="zh-CN" sz="2800" b="1">
                <a:solidFill>
                  <a:srgbClr val="990000"/>
                </a:solidFill>
                <a:latin typeface="Times New Roman" charset="0"/>
                <a:ea typeface="楷体_GB2312" charset="0"/>
              </a:rPr>
              <a:t>*</a:t>
            </a:r>
            <a:r>
              <a:rPr kumimoji="1" lang="en-US" altLang="zh-CN" sz="2800">
                <a:solidFill>
                  <a:srgbClr val="990000"/>
                </a:solidFill>
                <a:latin typeface="Times New Roman" charset="0"/>
                <a:ea typeface="楷体_GB2312" charset="0"/>
              </a:rPr>
              <a:t>Visit)(TElemType e)) </a:t>
            </a:r>
            <a:r>
              <a:rPr kumimoji="1" lang="en-US" altLang="zh-CN" sz="2800" b="1">
                <a:solidFill>
                  <a:srgbClr val="990000"/>
                </a:solidFill>
                <a:latin typeface="Times New Roman" charset="0"/>
                <a:ea typeface="楷体_GB2312" charset="0"/>
              </a:rPr>
              <a:t>{</a:t>
            </a:r>
            <a:endParaRPr kumimoji="1" lang="en-US" altLang="zh-CN" sz="2800">
              <a:solidFill>
                <a:srgbClr val="990000"/>
              </a:solidFill>
              <a:latin typeface="Times New Roman" charset="0"/>
              <a:ea typeface="楷体_GB2312" charset="0"/>
            </a:endParaRPr>
          </a:p>
          <a:p>
            <a:pPr>
              <a:lnSpc>
                <a:spcPct val="120000"/>
              </a:lnSpc>
            </a:pPr>
            <a:r>
              <a:rPr kumimoji="1" lang="en-US" altLang="zh-CN" sz="2800">
                <a:solidFill>
                  <a:srgbClr val="990000"/>
                </a:solidFill>
                <a:latin typeface="Times New Roman" charset="0"/>
                <a:ea typeface="楷体_GB2312" charset="0"/>
              </a:rPr>
              <a:t>  p = T-&gt;lchild;       </a:t>
            </a:r>
            <a:r>
              <a:rPr kumimoji="1" lang="en-US" altLang="zh-CN" sz="2000">
                <a:solidFill>
                  <a:srgbClr val="990000"/>
                </a:solidFill>
                <a:latin typeface="Times New Roman" charset="0"/>
                <a:ea typeface="楷体_GB2312" charset="0"/>
              </a:rPr>
              <a:t>// p</a:t>
            </a:r>
            <a:r>
              <a:rPr kumimoji="1" lang="zh-CN" altLang="en-US" sz="2000">
                <a:solidFill>
                  <a:srgbClr val="990000"/>
                </a:solidFill>
                <a:latin typeface="Times New Roman" charset="0"/>
                <a:ea typeface="楷体_GB2312" charset="0"/>
              </a:rPr>
              <a:t>指向根结点</a:t>
            </a:r>
          </a:p>
          <a:p>
            <a:pPr>
              <a:lnSpc>
                <a:spcPct val="120000"/>
              </a:lnSpc>
            </a:pPr>
            <a:r>
              <a:rPr kumimoji="1" lang="zh-CN" altLang="en-US" sz="2800">
                <a:solidFill>
                  <a:srgbClr val="990000"/>
                </a:solidFill>
                <a:latin typeface="Times New Roman" charset="0"/>
                <a:ea typeface="楷体_GB2312" charset="0"/>
              </a:rPr>
              <a:t>  </a:t>
            </a:r>
            <a:r>
              <a:rPr kumimoji="1" lang="en-US" altLang="zh-CN" sz="2800" b="1">
                <a:solidFill>
                  <a:srgbClr val="990000"/>
                </a:solidFill>
                <a:latin typeface="Times New Roman" charset="0"/>
                <a:ea typeface="楷体_GB2312" charset="0"/>
              </a:rPr>
              <a:t>while</a:t>
            </a:r>
            <a:r>
              <a:rPr kumimoji="1" lang="en-US" altLang="zh-CN" sz="2800">
                <a:solidFill>
                  <a:srgbClr val="990000"/>
                </a:solidFill>
                <a:latin typeface="Times New Roman" charset="0"/>
                <a:ea typeface="楷体_GB2312" charset="0"/>
              </a:rPr>
              <a:t> (p </a:t>
            </a:r>
            <a:r>
              <a:rPr kumimoji="1" lang="en-US" altLang="zh-CN" sz="2800" b="1">
                <a:solidFill>
                  <a:srgbClr val="990000"/>
                </a:solidFill>
                <a:latin typeface="Times New Roman" charset="0"/>
                <a:ea typeface="楷体_GB2312" charset="0"/>
              </a:rPr>
              <a:t>!=</a:t>
            </a:r>
            <a:r>
              <a:rPr kumimoji="1" lang="en-US" altLang="zh-CN" sz="2800">
                <a:solidFill>
                  <a:srgbClr val="990000"/>
                </a:solidFill>
                <a:latin typeface="Times New Roman" charset="0"/>
                <a:ea typeface="楷体_GB2312" charset="0"/>
              </a:rPr>
              <a:t> T) </a:t>
            </a:r>
            <a:r>
              <a:rPr kumimoji="1" lang="en-US" altLang="zh-CN" sz="2800" b="1">
                <a:solidFill>
                  <a:srgbClr val="990000"/>
                </a:solidFill>
                <a:latin typeface="Times New Roman" charset="0"/>
                <a:ea typeface="楷体_GB2312" charset="0"/>
              </a:rPr>
              <a:t>{</a:t>
            </a:r>
            <a:r>
              <a:rPr kumimoji="1" lang="en-US" altLang="zh-CN" sz="2800">
                <a:solidFill>
                  <a:srgbClr val="990000"/>
                </a:solidFill>
                <a:latin typeface="Times New Roman" charset="0"/>
                <a:ea typeface="楷体_GB2312" charset="0"/>
              </a:rPr>
              <a:t>     </a:t>
            </a:r>
            <a:r>
              <a:rPr kumimoji="1" lang="en-US" altLang="zh-CN" sz="2000">
                <a:solidFill>
                  <a:srgbClr val="990000"/>
                </a:solidFill>
                <a:latin typeface="Times New Roman" charset="0"/>
                <a:ea typeface="楷体_GB2312" charset="0"/>
              </a:rPr>
              <a:t>// </a:t>
            </a:r>
            <a:r>
              <a:rPr kumimoji="1" lang="zh-CN" altLang="en-US" sz="2000">
                <a:solidFill>
                  <a:srgbClr val="990000"/>
                </a:solidFill>
                <a:latin typeface="Times New Roman" charset="0"/>
                <a:ea typeface="楷体_GB2312" charset="0"/>
              </a:rPr>
              <a:t>空树或遍历结束时，</a:t>
            </a:r>
            <a:r>
              <a:rPr kumimoji="1" lang="en-US" altLang="zh-CN" sz="2000">
                <a:solidFill>
                  <a:srgbClr val="990000"/>
                </a:solidFill>
                <a:latin typeface="Times New Roman" charset="0"/>
                <a:ea typeface="楷体_GB2312" charset="0"/>
              </a:rPr>
              <a:t>p==T</a:t>
            </a:r>
            <a:endParaRPr kumimoji="1" lang="en-US" altLang="zh-CN" sz="2800">
              <a:solidFill>
                <a:srgbClr val="990000"/>
              </a:solidFill>
              <a:latin typeface="Times New Roman" charset="0"/>
              <a:ea typeface="楷体_GB2312" charset="0"/>
            </a:endParaRPr>
          </a:p>
          <a:p>
            <a:pPr>
              <a:lnSpc>
                <a:spcPct val="120000"/>
              </a:lnSpc>
            </a:pPr>
            <a:r>
              <a:rPr kumimoji="1" lang="en-US" altLang="zh-CN" sz="2800" b="1">
                <a:solidFill>
                  <a:srgbClr val="990000"/>
                </a:solidFill>
                <a:latin typeface="Times New Roman" charset="0"/>
                <a:ea typeface="楷体_GB2312" charset="0"/>
              </a:rPr>
              <a:t>     while</a:t>
            </a:r>
            <a:r>
              <a:rPr kumimoji="1" lang="en-US" altLang="zh-CN" sz="2800">
                <a:solidFill>
                  <a:srgbClr val="990000"/>
                </a:solidFill>
                <a:latin typeface="Times New Roman" charset="0"/>
                <a:ea typeface="楷体_GB2312" charset="0"/>
              </a:rPr>
              <a:t> (p-&gt;LTag==Link)  p = p-&gt;lchild;  // </a:t>
            </a:r>
            <a:r>
              <a:rPr kumimoji="1" lang="zh-CN" altLang="en-US" sz="2000">
                <a:solidFill>
                  <a:srgbClr val="990000"/>
                </a:solidFill>
                <a:latin typeface="Times New Roman" charset="0"/>
                <a:ea typeface="楷体_GB2312" charset="0"/>
              </a:rPr>
              <a:t>第</a:t>
            </a:r>
            <a:r>
              <a:rPr kumimoji="1" lang="zh-CN" altLang="zh-CN" sz="2000">
                <a:solidFill>
                  <a:srgbClr val="990000"/>
                </a:solidFill>
                <a:latin typeface="Times New Roman" charset="0"/>
                <a:ea typeface="楷体_GB2312" charset="0"/>
              </a:rPr>
              <a:t>一个结点</a:t>
            </a:r>
            <a:endParaRPr kumimoji="1" lang="zh-CN" altLang="en-US" sz="2800">
              <a:solidFill>
                <a:srgbClr val="990000"/>
              </a:solidFill>
              <a:latin typeface="Times New Roman" charset="0"/>
              <a:ea typeface="楷体_GB2312" charset="0"/>
            </a:endParaRPr>
          </a:p>
          <a:p>
            <a:pPr>
              <a:lnSpc>
                <a:spcPct val="120000"/>
              </a:lnSpc>
            </a:pPr>
            <a:r>
              <a:rPr kumimoji="1" lang="zh-CN" altLang="en-US" sz="2800" b="1">
                <a:solidFill>
                  <a:srgbClr val="990000"/>
                </a:solidFill>
                <a:latin typeface="Times New Roman" charset="0"/>
                <a:ea typeface="楷体_GB2312" charset="0"/>
              </a:rPr>
              <a:t>            </a:t>
            </a:r>
            <a:r>
              <a:rPr kumimoji="1" lang="en-US" altLang="zh-CN" sz="2800">
                <a:solidFill>
                  <a:srgbClr val="990000"/>
                </a:solidFill>
                <a:latin typeface="Times New Roman" charset="0"/>
                <a:ea typeface="楷体_GB2312" charset="0"/>
              </a:rPr>
              <a:t>Visit(p-&gt;data);</a:t>
            </a:r>
            <a:r>
              <a:rPr kumimoji="1" lang="en-US" altLang="zh-CN" sz="2800" b="1">
                <a:solidFill>
                  <a:srgbClr val="990000"/>
                </a:solidFill>
                <a:latin typeface="Times New Roman" charset="0"/>
                <a:ea typeface="楷体_GB2312" charset="0"/>
              </a:rPr>
              <a:t> </a:t>
            </a:r>
          </a:p>
          <a:p>
            <a:pPr>
              <a:lnSpc>
                <a:spcPct val="120000"/>
              </a:lnSpc>
            </a:pPr>
            <a:r>
              <a:rPr kumimoji="1" lang="en-US" altLang="zh-CN" sz="2800" b="1">
                <a:solidFill>
                  <a:srgbClr val="990000"/>
                </a:solidFill>
                <a:latin typeface="Times New Roman" charset="0"/>
                <a:ea typeface="楷体_GB2312" charset="0"/>
              </a:rPr>
              <a:t>        while</a:t>
            </a:r>
            <a:r>
              <a:rPr kumimoji="1" lang="en-US" altLang="zh-CN" sz="2800">
                <a:solidFill>
                  <a:srgbClr val="990000"/>
                </a:solidFill>
                <a:latin typeface="Times New Roman" charset="0"/>
                <a:ea typeface="楷体_GB2312" charset="0"/>
              </a:rPr>
              <a:t> (p-&gt;RTag==Thread </a:t>
            </a:r>
            <a:r>
              <a:rPr kumimoji="1" lang="en-US" altLang="zh-CN" sz="2800" b="1">
                <a:solidFill>
                  <a:srgbClr val="990000"/>
                </a:solidFill>
                <a:latin typeface="Times New Roman" charset="0"/>
                <a:ea typeface="楷体_GB2312" charset="0"/>
              </a:rPr>
              <a:t>&amp;&amp;</a:t>
            </a:r>
            <a:r>
              <a:rPr kumimoji="1" lang="en-US" altLang="zh-CN" sz="2800">
                <a:solidFill>
                  <a:srgbClr val="990000"/>
                </a:solidFill>
                <a:latin typeface="Times New Roman" charset="0"/>
                <a:ea typeface="楷体_GB2312" charset="0"/>
              </a:rPr>
              <a:t> p-&gt;rchild</a:t>
            </a:r>
            <a:r>
              <a:rPr kumimoji="1" lang="en-US" altLang="zh-CN" sz="2800" b="1">
                <a:solidFill>
                  <a:srgbClr val="990000"/>
                </a:solidFill>
                <a:latin typeface="Times New Roman" charset="0"/>
                <a:ea typeface="楷体_GB2312" charset="0"/>
              </a:rPr>
              <a:t>!</a:t>
            </a:r>
            <a:r>
              <a:rPr kumimoji="1" lang="en-US" altLang="zh-CN" sz="2800">
                <a:solidFill>
                  <a:srgbClr val="990000"/>
                </a:solidFill>
                <a:latin typeface="Times New Roman" charset="0"/>
                <a:ea typeface="楷体_GB2312" charset="0"/>
              </a:rPr>
              <a:t>=T) </a:t>
            </a:r>
            <a:r>
              <a:rPr kumimoji="1" lang="en-US" altLang="zh-CN" sz="2800" b="1">
                <a:solidFill>
                  <a:srgbClr val="990000"/>
                </a:solidFill>
                <a:latin typeface="Times New Roman" charset="0"/>
                <a:ea typeface="楷体_GB2312" charset="0"/>
              </a:rPr>
              <a:t>{</a:t>
            </a:r>
            <a:endParaRPr kumimoji="1" lang="en-US" altLang="zh-CN" sz="2800">
              <a:solidFill>
                <a:srgbClr val="990000"/>
              </a:solidFill>
              <a:latin typeface="Times New Roman" charset="0"/>
              <a:ea typeface="楷体_GB2312" charset="0"/>
            </a:endParaRPr>
          </a:p>
          <a:p>
            <a:pPr>
              <a:lnSpc>
                <a:spcPct val="120000"/>
              </a:lnSpc>
            </a:pPr>
            <a:r>
              <a:rPr kumimoji="1" lang="en-US" altLang="zh-CN" sz="2800">
                <a:solidFill>
                  <a:srgbClr val="990000"/>
                </a:solidFill>
                <a:latin typeface="Times New Roman" charset="0"/>
                <a:ea typeface="楷体_GB2312" charset="0"/>
              </a:rPr>
              <a:t>         p = p-&gt;rchild;  Visit(p-&gt;data);      </a:t>
            </a:r>
            <a:r>
              <a:rPr kumimoji="1" lang="en-US" altLang="zh-CN" sz="2000">
                <a:solidFill>
                  <a:srgbClr val="990000"/>
                </a:solidFill>
                <a:latin typeface="Times New Roman" charset="0"/>
                <a:ea typeface="楷体_GB2312" charset="0"/>
              </a:rPr>
              <a:t>// </a:t>
            </a:r>
            <a:r>
              <a:rPr kumimoji="1" lang="zh-CN" altLang="en-US" sz="2000">
                <a:solidFill>
                  <a:srgbClr val="990000"/>
                </a:solidFill>
                <a:latin typeface="Times New Roman" charset="0"/>
                <a:ea typeface="楷体_GB2312" charset="0"/>
              </a:rPr>
              <a:t>访问后继结点</a:t>
            </a:r>
          </a:p>
          <a:p>
            <a:pPr>
              <a:lnSpc>
                <a:spcPct val="120000"/>
              </a:lnSpc>
            </a:pPr>
            <a:r>
              <a:rPr kumimoji="1" lang="zh-CN" altLang="en-US" sz="2800">
                <a:solidFill>
                  <a:srgbClr val="990000"/>
                </a:solidFill>
                <a:latin typeface="Times New Roman" charset="0"/>
                <a:ea typeface="楷体_GB2312" charset="0"/>
              </a:rPr>
              <a:t>     </a:t>
            </a:r>
            <a:r>
              <a:rPr kumimoji="1" lang="en-US" altLang="zh-CN" sz="2800" b="1">
                <a:solidFill>
                  <a:srgbClr val="990000"/>
                </a:solidFill>
                <a:latin typeface="Times New Roman" charset="0"/>
                <a:ea typeface="楷体_GB2312" charset="0"/>
              </a:rPr>
              <a:t>}</a:t>
            </a:r>
            <a:endParaRPr kumimoji="1" lang="en-US" altLang="zh-CN" sz="2800">
              <a:solidFill>
                <a:srgbClr val="990000"/>
              </a:solidFill>
              <a:latin typeface="Times New Roman" charset="0"/>
              <a:ea typeface="楷体_GB2312" charset="0"/>
            </a:endParaRPr>
          </a:p>
          <a:p>
            <a:pPr>
              <a:lnSpc>
                <a:spcPct val="120000"/>
              </a:lnSpc>
            </a:pPr>
            <a:r>
              <a:rPr kumimoji="1" lang="en-US" altLang="zh-CN" sz="2800">
                <a:solidFill>
                  <a:srgbClr val="990000"/>
                </a:solidFill>
                <a:latin typeface="Times New Roman" charset="0"/>
                <a:ea typeface="楷体_GB2312" charset="0"/>
              </a:rPr>
              <a:t>     p = p-&gt;rchild;          </a:t>
            </a:r>
            <a:r>
              <a:rPr kumimoji="1" lang="en-US" altLang="zh-CN" sz="2000">
                <a:solidFill>
                  <a:srgbClr val="990000"/>
                </a:solidFill>
                <a:latin typeface="Times New Roman" charset="0"/>
                <a:ea typeface="楷体_GB2312" charset="0"/>
              </a:rPr>
              <a:t>// p</a:t>
            </a:r>
            <a:r>
              <a:rPr kumimoji="1" lang="zh-CN" altLang="en-US" sz="2000">
                <a:solidFill>
                  <a:srgbClr val="990000"/>
                </a:solidFill>
                <a:latin typeface="Times New Roman" charset="0"/>
                <a:ea typeface="楷体_GB2312" charset="0"/>
              </a:rPr>
              <a:t>进至其右子树根</a:t>
            </a:r>
          </a:p>
          <a:p>
            <a:pPr>
              <a:lnSpc>
                <a:spcPct val="120000"/>
              </a:lnSpc>
            </a:pPr>
            <a:r>
              <a:rPr kumimoji="1" lang="zh-CN" altLang="en-US" sz="2800">
                <a:solidFill>
                  <a:srgbClr val="990000"/>
                </a:solidFill>
                <a:latin typeface="Times New Roman" charset="0"/>
                <a:ea typeface="楷体_GB2312" charset="0"/>
              </a:rPr>
              <a:t>  </a:t>
            </a:r>
            <a:r>
              <a:rPr kumimoji="1" lang="en-US" altLang="zh-CN" sz="2800" b="1">
                <a:solidFill>
                  <a:srgbClr val="990000"/>
                </a:solidFill>
                <a:latin typeface="Times New Roman" charset="0"/>
                <a:ea typeface="楷体_GB2312" charset="0"/>
              </a:rPr>
              <a:t>}}</a:t>
            </a:r>
            <a:r>
              <a:rPr kumimoji="1" lang="en-US" altLang="zh-CN" sz="2800">
                <a:solidFill>
                  <a:srgbClr val="990000"/>
                </a:solidFill>
                <a:latin typeface="Times New Roman" charset="0"/>
                <a:ea typeface="楷体_GB2312" charset="0"/>
              </a:rPr>
              <a:t> // InOrderTraverse_Thr</a:t>
            </a:r>
          </a:p>
        </p:txBody>
      </p:sp>
      <p:sp>
        <p:nvSpPr>
          <p:cNvPr id="253955" name="AutoShape 3">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90912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53955"/>
                                        </p:tgtEl>
                                        <p:attrNameLst>
                                          <p:attrName>style.visibility</p:attrName>
                                        </p:attrNameLst>
                                      </p:cBhvr>
                                      <p:to>
                                        <p:strVal val="visible"/>
                                      </p:to>
                                    </p:set>
                                    <p:anim calcmode="lin" valueType="num">
                                      <p:cBhvr additive="base">
                                        <p:cTn id="7" dur="500" fill="hold"/>
                                        <p:tgtEl>
                                          <p:spTgt spid="253955"/>
                                        </p:tgtEl>
                                        <p:attrNameLst>
                                          <p:attrName>ppt_x</p:attrName>
                                        </p:attrNameLst>
                                      </p:cBhvr>
                                      <p:tavLst>
                                        <p:tav tm="0">
                                          <p:val>
                                            <p:strVal val="1+#ppt_w/2"/>
                                          </p:val>
                                        </p:tav>
                                        <p:tav tm="100000">
                                          <p:val>
                                            <p:strVal val="#ppt_x"/>
                                          </p:val>
                                        </p:tav>
                                      </p:tavLst>
                                    </p:anim>
                                    <p:anim calcmode="lin" valueType="num">
                                      <p:cBhvr additive="base">
                                        <p:cTn id="8" dur="500" fill="hold"/>
                                        <p:tgtEl>
                                          <p:spTgt spid="2539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685800" y="1676400"/>
            <a:ext cx="7964488"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4000" b="1">
                <a:solidFill>
                  <a:srgbClr val="800000"/>
                </a:solidFill>
                <a:latin typeface="Times New Roman" charset="0"/>
                <a:ea typeface="楷体_GB2312" charset="0"/>
              </a:rPr>
              <a:t>        </a:t>
            </a:r>
            <a:r>
              <a:rPr kumimoji="1" lang="zh-CN" altLang="en-US" sz="4000" b="1">
                <a:solidFill>
                  <a:srgbClr val="800000"/>
                </a:solidFill>
                <a:latin typeface="Times New Roman" charset="0"/>
                <a:ea typeface="楷体_GB2312" charset="0"/>
              </a:rPr>
              <a:t>在中序遍历过程中修改结点的</a:t>
            </a:r>
          </a:p>
          <a:p>
            <a:pPr>
              <a:lnSpc>
                <a:spcPct val="125000"/>
              </a:lnSpc>
            </a:pPr>
            <a:r>
              <a:rPr kumimoji="1" lang="zh-CN" altLang="en-US" sz="4000" b="1">
                <a:solidFill>
                  <a:srgbClr val="800000"/>
                </a:solidFill>
                <a:latin typeface="Times New Roman" charset="0"/>
                <a:ea typeface="楷体_GB2312" charset="0"/>
              </a:rPr>
              <a:t>左、右指针域，以保存当前访问结</a:t>
            </a:r>
          </a:p>
          <a:p>
            <a:pPr>
              <a:lnSpc>
                <a:spcPct val="125000"/>
              </a:lnSpc>
            </a:pPr>
            <a:r>
              <a:rPr kumimoji="1" lang="zh-CN" altLang="en-US" sz="4000" b="1">
                <a:solidFill>
                  <a:srgbClr val="800000"/>
                </a:solidFill>
                <a:latin typeface="Times New Roman" charset="0"/>
                <a:ea typeface="楷体_GB2312" charset="0"/>
              </a:rPr>
              <a:t>点的“前驱”和“后继”信息。遍历过</a:t>
            </a:r>
          </a:p>
          <a:p>
            <a:pPr>
              <a:lnSpc>
                <a:spcPct val="125000"/>
              </a:lnSpc>
            </a:pPr>
            <a:r>
              <a:rPr kumimoji="1" lang="zh-CN" altLang="en-US" sz="4000" b="1">
                <a:solidFill>
                  <a:srgbClr val="800000"/>
                </a:solidFill>
                <a:latin typeface="Times New Roman" charset="0"/>
                <a:ea typeface="楷体_GB2312" charset="0"/>
              </a:rPr>
              <a:t>程中，附设指针</a:t>
            </a:r>
            <a:r>
              <a:rPr kumimoji="1" lang="en-US" altLang="zh-CN" sz="4000" b="1">
                <a:solidFill>
                  <a:srgbClr val="800000"/>
                </a:solidFill>
                <a:latin typeface="Times New Roman" charset="0"/>
                <a:ea typeface="楷体_GB2312" charset="0"/>
              </a:rPr>
              <a:t>pre,  </a:t>
            </a:r>
            <a:r>
              <a:rPr kumimoji="1" lang="zh-CN" altLang="en-US" sz="4000" b="1">
                <a:solidFill>
                  <a:srgbClr val="800000"/>
                </a:solidFill>
                <a:latin typeface="Times New Roman" charset="0"/>
                <a:ea typeface="楷体_GB2312" charset="0"/>
              </a:rPr>
              <a:t>并始终保持指</a:t>
            </a:r>
          </a:p>
          <a:p>
            <a:pPr>
              <a:lnSpc>
                <a:spcPct val="125000"/>
              </a:lnSpc>
            </a:pPr>
            <a:r>
              <a:rPr kumimoji="1" lang="zh-CN" altLang="en-US" sz="4000" b="1">
                <a:solidFill>
                  <a:srgbClr val="800000"/>
                </a:solidFill>
                <a:latin typeface="Times New Roman" charset="0"/>
                <a:ea typeface="楷体_GB2312" charset="0"/>
              </a:rPr>
              <a:t>针</a:t>
            </a:r>
            <a:r>
              <a:rPr kumimoji="1" lang="en-US" altLang="zh-CN" sz="4000" b="1">
                <a:solidFill>
                  <a:srgbClr val="800000"/>
                </a:solidFill>
                <a:latin typeface="Times New Roman" charset="0"/>
                <a:ea typeface="楷体_GB2312" charset="0"/>
              </a:rPr>
              <a:t>pre</a:t>
            </a:r>
            <a:r>
              <a:rPr kumimoji="1" lang="zh-CN" altLang="en-US" sz="4000" b="1">
                <a:solidFill>
                  <a:srgbClr val="800000"/>
                </a:solidFill>
                <a:latin typeface="Times New Roman" charset="0"/>
                <a:ea typeface="楷体_GB2312" charset="0"/>
              </a:rPr>
              <a:t>指向当前访问的、指针</a:t>
            </a:r>
            <a:r>
              <a:rPr kumimoji="1" lang="en-US" altLang="zh-CN" sz="4000" b="1">
                <a:solidFill>
                  <a:srgbClr val="800000"/>
                </a:solidFill>
                <a:latin typeface="Times New Roman" charset="0"/>
                <a:ea typeface="楷体_GB2312" charset="0"/>
              </a:rPr>
              <a:t>p</a:t>
            </a:r>
            <a:r>
              <a:rPr kumimoji="1" lang="zh-CN" altLang="en-US" sz="4000" b="1">
                <a:solidFill>
                  <a:srgbClr val="800000"/>
                </a:solidFill>
                <a:latin typeface="Times New Roman" charset="0"/>
                <a:ea typeface="楷体_GB2312" charset="0"/>
              </a:rPr>
              <a:t>所指</a:t>
            </a:r>
          </a:p>
          <a:p>
            <a:pPr>
              <a:lnSpc>
                <a:spcPct val="125000"/>
              </a:lnSpc>
            </a:pPr>
            <a:r>
              <a:rPr kumimoji="1" lang="zh-CN" altLang="en-US" sz="4000" b="1">
                <a:solidFill>
                  <a:srgbClr val="800000"/>
                </a:solidFill>
                <a:latin typeface="Times New Roman" charset="0"/>
                <a:ea typeface="楷体_GB2312" charset="0"/>
              </a:rPr>
              <a:t>结点的前驱。</a:t>
            </a:r>
            <a:endParaRPr kumimoji="1" lang="zh-CN" altLang="en-US" sz="4000">
              <a:latin typeface="Times New Roman" charset="0"/>
            </a:endParaRPr>
          </a:p>
        </p:txBody>
      </p:sp>
      <p:sp>
        <p:nvSpPr>
          <p:cNvPr id="254979" name="Text Box 3"/>
          <p:cNvSpPr txBox="1">
            <a:spLocks noChangeArrowheads="1"/>
          </p:cNvSpPr>
          <p:nvPr/>
        </p:nvSpPr>
        <p:spPr bwMode="auto">
          <a:xfrm>
            <a:off x="1447800" y="152400"/>
            <a:ext cx="69246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0000FF"/>
                </a:solidFill>
                <a:latin typeface="Times New Roman" charset="0"/>
                <a:ea typeface="楷体_GB2312" charset="0"/>
              </a:rPr>
              <a:t>三、如何建立线索链表？</a:t>
            </a:r>
            <a:endParaRPr kumimoji="1" lang="zh-CN" altLang="en-US" sz="2400">
              <a:latin typeface="Times New Roman" charset="0"/>
            </a:endParaRPr>
          </a:p>
        </p:txBody>
      </p:sp>
    </p:spTree>
    <p:extLst>
      <p:ext uri="{BB962C8B-B14F-4D97-AF65-F5344CB8AC3E}">
        <p14:creationId xmlns:p14="http://schemas.microsoft.com/office/powerpoint/2010/main" val="5613267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254978"/>
                                        </p:tgtEl>
                                        <p:attrNameLst>
                                          <p:attrName>style.visibility</p:attrName>
                                        </p:attrNameLst>
                                      </p:cBhvr>
                                      <p:to>
                                        <p:strVal val="visible"/>
                                      </p:to>
                                    </p:set>
                                    <p:animEffect transition="in" filter="strips(upLeft)">
                                      <p:cBhvr>
                                        <p:cTn id="7" dur="500"/>
                                        <p:tgtEl>
                                          <p:spTgt spid="254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2"/>
          <p:cNvSpPr txBox="1">
            <a:spLocks noChangeArrowheads="1"/>
          </p:cNvSpPr>
          <p:nvPr/>
        </p:nvSpPr>
        <p:spPr bwMode="auto">
          <a:xfrm>
            <a:off x="304800" y="1016000"/>
            <a:ext cx="8763000" cy="599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3200" b="1">
                <a:solidFill>
                  <a:schemeClr val="tx2"/>
                </a:solidFill>
                <a:latin typeface="Times New Roman" charset="0"/>
                <a:ea typeface="楷体_GB2312" charset="0"/>
              </a:rPr>
              <a:t>void</a:t>
            </a:r>
            <a:r>
              <a:rPr kumimoji="1" lang="en-US" altLang="zh-CN" sz="3200">
                <a:latin typeface="Times New Roman" charset="0"/>
                <a:ea typeface="楷体_GB2312" charset="0"/>
              </a:rPr>
              <a:t> </a:t>
            </a:r>
            <a:r>
              <a:rPr kumimoji="1" lang="en-US" altLang="zh-CN" sz="3200">
                <a:solidFill>
                  <a:srgbClr val="0000FF"/>
                </a:solidFill>
                <a:latin typeface="Times New Roman" charset="0"/>
                <a:ea typeface="楷体_GB2312" charset="0"/>
              </a:rPr>
              <a:t>InThreading(BiThrTree p)</a:t>
            </a:r>
            <a:r>
              <a:rPr kumimoji="1" lang="en-US" altLang="zh-CN" sz="3200">
                <a:latin typeface="Times New Roman" charset="0"/>
                <a:ea typeface="楷体_GB2312" charset="0"/>
              </a:rPr>
              <a:t> </a:t>
            </a:r>
            <a:r>
              <a:rPr kumimoji="1" lang="en-US" altLang="zh-CN" sz="3200" b="1">
                <a:solidFill>
                  <a:schemeClr val="tx2"/>
                </a:solidFill>
                <a:latin typeface="Times New Roman" charset="0"/>
                <a:ea typeface="楷体_GB2312" charset="0"/>
              </a:rPr>
              <a:t>{</a:t>
            </a:r>
            <a:endParaRPr kumimoji="1" lang="en-US" altLang="zh-CN" sz="3200">
              <a:latin typeface="Times New Roman" charset="0"/>
              <a:ea typeface="楷体_GB2312" charset="0"/>
            </a:endParaRPr>
          </a:p>
          <a:p>
            <a:pPr>
              <a:lnSpc>
                <a:spcPct val="110000"/>
              </a:lnSpc>
            </a:pPr>
            <a:r>
              <a:rPr kumimoji="1" lang="en-US" altLang="zh-CN" sz="3200">
                <a:latin typeface="Times New Roman" charset="0"/>
                <a:ea typeface="楷体_GB2312" charset="0"/>
              </a:rPr>
              <a:t>  </a:t>
            </a:r>
            <a:r>
              <a:rPr kumimoji="1" lang="en-US" altLang="zh-CN" sz="3200" b="1">
                <a:solidFill>
                  <a:schemeClr val="tx2"/>
                </a:solidFill>
                <a:latin typeface="Times New Roman" charset="0"/>
                <a:ea typeface="楷体_GB2312" charset="0"/>
              </a:rPr>
              <a:t>if</a:t>
            </a:r>
            <a:r>
              <a:rPr kumimoji="1" lang="en-US" altLang="zh-CN" sz="3200">
                <a:solidFill>
                  <a:schemeClr val="tx2"/>
                </a:solidFill>
                <a:latin typeface="Times New Roman" charset="0"/>
                <a:ea typeface="楷体_GB2312" charset="0"/>
              </a:rPr>
              <a:t> (p) </a:t>
            </a:r>
            <a:r>
              <a:rPr kumimoji="1" lang="en-US" altLang="zh-CN" sz="3200" b="1">
                <a:solidFill>
                  <a:schemeClr val="tx2"/>
                </a:solidFill>
                <a:latin typeface="Times New Roman" charset="0"/>
                <a:ea typeface="楷体_GB2312" charset="0"/>
              </a:rPr>
              <a:t>{    // </a:t>
            </a:r>
            <a:r>
              <a:rPr kumimoji="1" lang="zh-CN" altLang="en-US" sz="2800">
                <a:solidFill>
                  <a:schemeClr val="tx2"/>
                </a:solidFill>
                <a:latin typeface="Times New Roman" charset="0"/>
                <a:ea typeface="楷体_GB2312" charset="0"/>
              </a:rPr>
              <a:t>对以</a:t>
            </a:r>
            <a:r>
              <a:rPr kumimoji="1" lang="en-US" altLang="zh-CN" sz="2800">
                <a:solidFill>
                  <a:schemeClr val="tx2"/>
                </a:solidFill>
                <a:latin typeface="Times New Roman" charset="0"/>
                <a:ea typeface="楷体_GB2312" charset="0"/>
              </a:rPr>
              <a:t>p</a:t>
            </a:r>
            <a:r>
              <a:rPr kumimoji="1" lang="zh-CN" altLang="en-US" sz="2800">
                <a:solidFill>
                  <a:schemeClr val="tx2"/>
                </a:solidFill>
                <a:latin typeface="Times New Roman" charset="0"/>
                <a:ea typeface="楷体_GB2312" charset="0"/>
              </a:rPr>
              <a:t>为根的非空二叉树进行线索化</a:t>
            </a:r>
            <a:endParaRPr kumimoji="1" lang="zh-CN" altLang="en-US" sz="3200">
              <a:solidFill>
                <a:schemeClr val="tx2"/>
              </a:solidFill>
              <a:latin typeface="Times New Roman" charset="0"/>
              <a:ea typeface="楷体_GB2312" charset="0"/>
            </a:endParaRPr>
          </a:p>
          <a:p>
            <a:pPr>
              <a:lnSpc>
                <a:spcPct val="110000"/>
              </a:lnSpc>
            </a:pPr>
            <a:r>
              <a:rPr kumimoji="1" lang="zh-CN" altLang="en-US" sz="3200">
                <a:latin typeface="Times New Roman" charset="0"/>
                <a:ea typeface="楷体_GB2312" charset="0"/>
              </a:rPr>
              <a:t>    </a:t>
            </a:r>
            <a:r>
              <a:rPr kumimoji="1" lang="en-US" altLang="zh-CN" sz="3200">
                <a:solidFill>
                  <a:srgbClr val="0000FF"/>
                </a:solidFill>
                <a:latin typeface="Times New Roman" charset="0"/>
                <a:ea typeface="楷体_GB2312" charset="0"/>
              </a:rPr>
              <a:t>InThreading(p-&gt;lchild)</a:t>
            </a:r>
            <a:r>
              <a:rPr kumimoji="1" lang="en-US" altLang="zh-CN" sz="3200">
                <a:solidFill>
                  <a:srgbClr val="0033CC"/>
                </a:solidFill>
                <a:latin typeface="Times New Roman" charset="0"/>
                <a:ea typeface="楷体_GB2312" charset="0"/>
              </a:rPr>
              <a:t>;</a:t>
            </a:r>
            <a:r>
              <a:rPr kumimoji="1" lang="en-US" altLang="zh-CN" sz="3200">
                <a:latin typeface="Times New Roman" charset="0"/>
                <a:ea typeface="楷体_GB2312" charset="0"/>
              </a:rPr>
              <a:t>      </a:t>
            </a:r>
            <a:r>
              <a:rPr kumimoji="1" lang="en-US" altLang="zh-CN" sz="2800">
                <a:solidFill>
                  <a:schemeClr val="tx2"/>
                </a:solidFill>
                <a:latin typeface="Times New Roman" charset="0"/>
                <a:ea typeface="楷体_GB2312" charset="0"/>
              </a:rPr>
              <a:t>// </a:t>
            </a:r>
            <a:r>
              <a:rPr kumimoji="1" lang="zh-CN" altLang="en-US" sz="2800">
                <a:solidFill>
                  <a:schemeClr val="tx2"/>
                </a:solidFill>
                <a:latin typeface="Times New Roman" charset="0"/>
                <a:ea typeface="楷体_GB2312" charset="0"/>
              </a:rPr>
              <a:t>左子树线索化</a:t>
            </a:r>
            <a:endParaRPr kumimoji="1" lang="zh-CN" altLang="en-US" sz="3200">
              <a:latin typeface="Times New Roman" charset="0"/>
              <a:ea typeface="楷体_GB2312" charset="0"/>
            </a:endParaRPr>
          </a:p>
          <a:p>
            <a:pPr>
              <a:lnSpc>
                <a:spcPct val="110000"/>
              </a:lnSpc>
            </a:pPr>
            <a:r>
              <a:rPr kumimoji="1" lang="zh-CN" altLang="en-US" sz="3200">
                <a:latin typeface="Times New Roman" charset="0"/>
                <a:ea typeface="楷体_GB2312" charset="0"/>
              </a:rPr>
              <a:t>    </a:t>
            </a:r>
            <a:r>
              <a:rPr kumimoji="1" lang="en-US" altLang="zh-CN" sz="3200" b="1">
                <a:solidFill>
                  <a:srgbClr val="800000"/>
                </a:solidFill>
                <a:latin typeface="Times New Roman" charset="0"/>
                <a:ea typeface="楷体_GB2312" charset="0"/>
              </a:rPr>
              <a:t>if</a:t>
            </a:r>
            <a:r>
              <a:rPr kumimoji="1" lang="en-US" altLang="zh-CN" sz="3200">
                <a:solidFill>
                  <a:srgbClr val="800000"/>
                </a:solidFill>
                <a:latin typeface="Times New Roman" charset="0"/>
                <a:ea typeface="楷体_GB2312" charset="0"/>
              </a:rPr>
              <a:t> (</a:t>
            </a:r>
            <a:r>
              <a:rPr kumimoji="1" lang="en-US" altLang="zh-CN" sz="3200" b="1">
                <a:solidFill>
                  <a:srgbClr val="800000"/>
                </a:solidFill>
                <a:latin typeface="Times New Roman" charset="0"/>
                <a:ea typeface="楷体_GB2312" charset="0"/>
              </a:rPr>
              <a:t>!</a:t>
            </a:r>
            <a:r>
              <a:rPr kumimoji="1" lang="en-US" altLang="zh-CN" sz="3200">
                <a:solidFill>
                  <a:srgbClr val="800000"/>
                </a:solidFill>
                <a:latin typeface="Times New Roman" charset="0"/>
                <a:ea typeface="楷体_GB2312" charset="0"/>
              </a:rPr>
              <a:t>p-&gt;lchild)      </a:t>
            </a:r>
            <a:r>
              <a:rPr kumimoji="1" lang="en-US" altLang="zh-CN" sz="2800">
                <a:solidFill>
                  <a:schemeClr val="tx2"/>
                </a:solidFill>
                <a:latin typeface="Times New Roman" charset="0"/>
                <a:ea typeface="楷体_GB2312" charset="0"/>
              </a:rPr>
              <a:t>// </a:t>
            </a:r>
            <a:r>
              <a:rPr kumimoji="1" lang="zh-CN" altLang="en-US" sz="2800">
                <a:solidFill>
                  <a:schemeClr val="tx2"/>
                </a:solidFill>
                <a:latin typeface="Times New Roman" charset="0"/>
                <a:ea typeface="楷体_GB2312" charset="0"/>
              </a:rPr>
              <a:t>建前驱线索</a:t>
            </a:r>
            <a:endParaRPr kumimoji="1" lang="zh-CN" altLang="en-US" sz="3200">
              <a:solidFill>
                <a:srgbClr val="800000"/>
              </a:solidFill>
              <a:latin typeface="Times New Roman" charset="0"/>
              <a:ea typeface="楷体_GB2312" charset="0"/>
            </a:endParaRPr>
          </a:p>
          <a:p>
            <a:pPr>
              <a:lnSpc>
                <a:spcPct val="110000"/>
              </a:lnSpc>
            </a:pPr>
            <a:r>
              <a:rPr kumimoji="1" lang="zh-CN" altLang="en-US" sz="3200">
                <a:solidFill>
                  <a:srgbClr val="800000"/>
                </a:solidFill>
                <a:latin typeface="Times New Roman" charset="0"/>
                <a:ea typeface="楷体_GB2312" charset="0"/>
              </a:rPr>
              <a:t>      </a:t>
            </a:r>
            <a:r>
              <a:rPr kumimoji="1" lang="en-US" altLang="zh-CN" sz="3200" b="1">
                <a:solidFill>
                  <a:srgbClr val="800000"/>
                </a:solidFill>
                <a:latin typeface="Times New Roman" charset="0"/>
                <a:ea typeface="楷体_GB2312" charset="0"/>
              </a:rPr>
              <a:t>{</a:t>
            </a:r>
            <a:r>
              <a:rPr kumimoji="1" lang="en-US" altLang="zh-CN" sz="3200">
                <a:solidFill>
                  <a:srgbClr val="800000"/>
                </a:solidFill>
                <a:latin typeface="Times New Roman" charset="0"/>
                <a:ea typeface="楷体_GB2312" charset="0"/>
              </a:rPr>
              <a:t> p-&gt;LTag = Thread;    </a:t>
            </a:r>
            <a:r>
              <a:rPr kumimoji="1" lang="en-US" altLang="zh-CN" sz="2800">
                <a:solidFill>
                  <a:srgbClr val="800000"/>
                </a:solidFill>
                <a:latin typeface="Times New Roman" charset="0"/>
                <a:ea typeface="楷体_GB2312" charset="0"/>
              </a:rPr>
              <a:t>p-&gt;lchild = pre; </a:t>
            </a:r>
            <a:r>
              <a:rPr kumimoji="1" lang="en-US" altLang="zh-CN" sz="2800" b="1">
                <a:solidFill>
                  <a:srgbClr val="800000"/>
                </a:solidFill>
                <a:latin typeface="Times New Roman" charset="0"/>
                <a:ea typeface="楷体_GB2312" charset="0"/>
              </a:rPr>
              <a:t>}</a:t>
            </a:r>
            <a:endParaRPr kumimoji="1" lang="en-US" altLang="zh-CN" sz="3200">
              <a:latin typeface="Times New Roman" charset="0"/>
              <a:ea typeface="楷体_GB2312" charset="0"/>
            </a:endParaRPr>
          </a:p>
          <a:p>
            <a:pPr>
              <a:lnSpc>
                <a:spcPct val="110000"/>
              </a:lnSpc>
            </a:pPr>
            <a:r>
              <a:rPr kumimoji="1" lang="en-US" altLang="zh-CN" sz="3200">
                <a:latin typeface="Times New Roman" charset="0"/>
                <a:ea typeface="楷体_GB2312" charset="0"/>
              </a:rPr>
              <a:t>    </a:t>
            </a:r>
            <a:r>
              <a:rPr kumimoji="1" lang="en-US" altLang="zh-CN" sz="3200" b="1">
                <a:solidFill>
                  <a:srgbClr val="800000"/>
                </a:solidFill>
                <a:latin typeface="Times New Roman" charset="0"/>
                <a:ea typeface="楷体_GB2312" charset="0"/>
              </a:rPr>
              <a:t>if</a:t>
            </a:r>
            <a:r>
              <a:rPr kumimoji="1" lang="en-US" altLang="zh-CN" sz="3200">
                <a:solidFill>
                  <a:srgbClr val="800000"/>
                </a:solidFill>
                <a:latin typeface="Times New Roman" charset="0"/>
                <a:ea typeface="楷体_GB2312" charset="0"/>
              </a:rPr>
              <a:t> (</a:t>
            </a:r>
            <a:r>
              <a:rPr kumimoji="1" lang="en-US" altLang="zh-CN" sz="3200" b="1">
                <a:solidFill>
                  <a:srgbClr val="800000"/>
                </a:solidFill>
                <a:latin typeface="Times New Roman" charset="0"/>
                <a:ea typeface="楷体_GB2312" charset="0"/>
              </a:rPr>
              <a:t>!</a:t>
            </a:r>
            <a:r>
              <a:rPr kumimoji="1" lang="en-US" altLang="zh-CN" sz="3200">
                <a:solidFill>
                  <a:srgbClr val="800000"/>
                </a:solidFill>
                <a:latin typeface="Times New Roman" charset="0"/>
                <a:ea typeface="楷体_GB2312" charset="0"/>
              </a:rPr>
              <a:t>pre-&gt;rchild)   </a:t>
            </a:r>
            <a:r>
              <a:rPr kumimoji="1" lang="en-US" altLang="zh-CN" sz="2800">
                <a:solidFill>
                  <a:schemeClr val="tx2"/>
                </a:solidFill>
                <a:latin typeface="Times New Roman" charset="0"/>
                <a:ea typeface="楷体_GB2312" charset="0"/>
              </a:rPr>
              <a:t>// </a:t>
            </a:r>
            <a:r>
              <a:rPr kumimoji="1" lang="zh-CN" altLang="en-US" sz="2800">
                <a:solidFill>
                  <a:schemeClr val="tx2"/>
                </a:solidFill>
                <a:latin typeface="Times New Roman" charset="0"/>
                <a:ea typeface="楷体_GB2312" charset="0"/>
              </a:rPr>
              <a:t>建后继线索</a:t>
            </a:r>
            <a:endParaRPr kumimoji="1" lang="zh-CN" altLang="en-US" sz="2800">
              <a:latin typeface="Times New Roman" charset="0"/>
              <a:ea typeface="楷体_GB2312" charset="0"/>
            </a:endParaRPr>
          </a:p>
          <a:p>
            <a:pPr>
              <a:lnSpc>
                <a:spcPct val="110000"/>
              </a:lnSpc>
            </a:pPr>
            <a:r>
              <a:rPr kumimoji="1" lang="zh-CN" altLang="en-US" sz="3200">
                <a:solidFill>
                  <a:srgbClr val="800000"/>
                </a:solidFill>
                <a:latin typeface="Times New Roman" charset="0"/>
                <a:ea typeface="楷体_GB2312" charset="0"/>
              </a:rPr>
              <a:t>      </a:t>
            </a:r>
            <a:r>
              <a:rPr kumimoji="1" lang="en-US" altLang="zh-CN" sz="3200" b="1">
                <a:solidFill>
                  <a:srgbClr val="800000"/>
                </a:solidFill>
                <a:latin typeface="Times New Roman" charset="0"/>
                <a:ea typeface="楷体_GB2312" charset="0"/>
              </a:rPr>
              <a:t>{</a:t>
            </a:r>
            <a:r>
              <a:rPr kumimoji="1" lang="en-US" altLang="zh-CN" sz="3200">
                <a:solidFill>
                  <a:srgbClr val="800000"/>
                </a:solidFill>
                <a:latin typeface="Times New Roman" charset="0"/>
                <a:ea typeface="楷体_GB2312" charset="0"/>
              </a:rPr>
              <a:t> pre-&gt;RTag = Thread;   </a:t>
            </a:r>
            <a:r>
              <a:rPr kumimoji="1" lang="en-US" altLang="zh-CN" sz="2800">
                <a:solidFill>
                  <a:srgbClr val="800000"/>
                </a:solidFill>
                <a:latin typeface="Times New Roman" charset="0"/>
                <a:ea typeface="楷体_GB2312" charset="0"/>
              </a:rPr>
              <a:t>pre-&gt;rchild = p; </a:t>
            </a:r>
            <a:r>
              <a:rPr kumimoji="1" lang="en-US" altLang="zh-CN" sz="2800" b="1">
                <a:solidFill>
                  <a:srgbClr val="800000"/>
                </a:solidFill>
                <a:latin typeface="Times New Roman" charset="0"/>
                <a:ea typeface="楷体_GB2312" charset="0"/>
              </a:rPr>
              <a:t>}</a:t>
            </a:r>
            <a:r>
              <a:rPr kumimoji="1" lang="en-US" altLang="zh-CN" sz="2800">
                <a:latin typeface="Times New Roman" charset="0"/>
                <a:ea typeface="楷体_GB2312" charset="0"/>
              </a:rPr>
              <a:t> </a:t>
            </a:r>
          </a:p>
          <a:p>
            <a:pPr>
              <a:lnSpc>
                <a:spcPct val="110000"/>
              </a:lnSpc>
            </a:pPr>
            <a:r>
              <a:rPr kumimoji="1" lang="en-US" altLang="zh-CN" sz="3200" b="1">
                <a:solidFill>
                  <a:srgbClr val="800080"/>
                </a:solidFill>
                <a:latin typeface="Times New Roman" charset="0"/>
                <a:ea typeface="楷体_GB2312" charset="0"/>
              </a:rPr>
              <a:t>    pre = p</a:t>
            </a:r>
            <a:r>
              <a:rPr kumimoji="1" lang="en-US" altLang="zh-CN" sz="3200">
                <a:latin typeface="Times New Roman" charset="0"/>
                <a:ea typeface="楷体_GB2312" charset="0"/>
              </a:rPr>
              <a:t>;             </a:t>
            </a:r>
            <a:r>
              <a:rPr kumimoji="1" lang="en-US" altLang="zh-CN" sz="2800">
                <a:solidFill>
                  <a:schemeClr val="tx2"/>
                </a:solidFill>
                <a:latin typeface="Times New Roman" charset="0"/>
                <a:ea typeface="楷体_GB2312" charset="0"/>
              </a:rPr>
              <a:t>// </a:t>
            </a:r>
            <a:r>
              <a:rPr kumimoji="1" lang="zh-CN" altLang="en-US" sz="2800">
                <a:solidFill>
                  <a:schemeClr val="tx2"/>
                </a:solidFill>
                <a:latin typeface="Times New Roman" charset="0"/>
                <a:ea typeface="楷体_GB2312" charset="0"/>
              </a:rPr>
              <a:t>保持 </a:t>
            </a:r>
            <a:r>
              <a:rPr kumimoji="1" lang="en-US" altLang="zh-CN" sz="2800">
                <a:solidFill>
                  <a:schemeClr val="tx2"/>
                </a:solidFill>
                <a:latin typeface="Times New Roman" charset="0"/>
                <a:ea typeface="楷体_GB2312" charset="0"/>
              </a:rPr>
              <a:t>pre </a:t>
            </a:r>
            <a:r>
              <a:rPr kumimoji="1" lang="zh-CN" altLang="en-US" sz="2800">
                <a:solidFill>
                  <a:schemeClr val="tx2"/>
                </a:solidFill>
                <a:latin typeface="Times New Roman" charset="0"/>
                <a:ea typeface="楷体_GB2312" charset="0"/>
              </a:rPr>
              <a:t>指向 </a:t>
            </a:r>
            <a:r>
              <a:rPr kumimoji="1" lang="en-US" altLang="zh-CN" sz="2800">
                <a:solidFill>
                  <a:schemeClr val="tx2"/>
                </a:solidFill>
                <a:latin typeface="Times New Roman" charset="0"/>
                <a:ea typeface="楷体_GB2312" charset="0"/>
              </a:rPr>
              <a:t>p </a:t>
            </a:r>
            <a:r>
              <a:rPr kumimoji="1" lang="zh-CN" altLang="en-US" sz="2800">
                <a:solidFill>
                  <a:schemeClr val="tx2"/>
                </a:solidFill>
                <a:latin typeface="Times New Roman" charset="0"/>
                <a:ea typeface="楷体_GB2312" charset="0"/>
              </a:rPr>
              <a:t>的前驱</a:t>
            </a:r>
          </a:p>
          <a:p>
            <a:pPr>
              <a:lnSpc>
                <a:spcPct val="110000"/>
              </a:lnSpc>
            </a:pPr>
            <a:r>
              <a:rPr kumimoji="1" lang="zh-CN" altLang="en-US" sz="3200">
                <a:latin typeface="Times New Roman" charset="0"/>
                <a:ea typeface="楷体_GB2312" charset="0"/>
              </a:rPr>
              <a:t>    </a:t>
            </a:r>
            <a:r>
              <a:rPr kumimoji="1" lang="en-US" altLang="zh-CN" sz="3200">
                <a:solidFill>
                  <a:srgbClr val="0000FF"/>
                </a:solidFill>
                <a:latin typeface="Times New Roman" charset="0"/>
                <a:ea typeface="楷体_GB2312" charset="0"/>
              </a:rPr>
              <a:t>InThreading(p-&gt;rchild)</a:t>
            </a:r>
            <a:r>
              <a:rPr kumimoji="1" lang="en-US" altLang="zh-CN" sz="3200">
                <a:solidFill>
                  <a:srgbClr val="0033CC"/>
                </a:solidFill>
                <a:latin typeface="Times New Roman" charset="0"/>
                <a:ea typeface="楷体_GB2312" charset="0"/>
              </a:rPr>
              <a:t>;</a:t>
            </a:r>
            <a:r>
              <a:rPr kumimoji="1" lang="en-US" altLang="zh-CN" sz="3200">
                <a:latin typeface="Times New Roman" charset="0"/>
                <a:ea typeface="楷体_GB2312" charset="0"/>
              </a:rPr>
              <a:t>      </a:t>
            </a:r>
            <a:r>
              <a:rPr kumimoji="1" lang="en-US" altLang="zh-CN" sz="2800">
                <a:solidFill>
                  <a:schemeClr val="tx2"/>
                </a:solidFill>
                <a:latin typeface="Times New Roman" charset="0"/>
                <a:ea typeface="楷体_GB2312" charset="0"/>
              </a:rPr>
              <a:t>// </a:t>
            </a:r>
            <a:r>
              <a:rPr kumimoji="1" lang="zh-CN" altLang="en-US" sz="2800">
                <a:solidFill>
                  <a:schemeClr val="tx2"/>
                </a:solidFill>
                <a:latin typeface="Times New Roman" charset="0"/>
                <a:ea typeface="楷体_GB2312" charset="0"/>
              </a:rPr>
              <a:t>右子树线索化</a:t>
            </a:r>
            <a:endParaRPr kumimoji="1" lang="zh-CN" altLang="en-US" sz="3200">
              <a:latin typeface="Times New Roman" charset="0"/>
              <a:ea typeface="楷体_GB2312" charset="0"/>
            </a:endParaRPr>
          </a:p>
          <a:p>
            <a:pPr>
              <a:lnSpc>
                <a:spcPct val="110000"/>
              </a:lnSpc>
            </a:pPr>
            <a:r>
              <a:rPr kumimoji="1" lang="zh-CN" altLang="en-US" sz="3200">
                <a:latin typeface="Times New Roman" charset="0"/>
                <a:ea typeface="楷体_GB2312" charset="0"/>
              </a:rPr>
              <a:t>  </a:t>
            </a:r>
            <a:r>
              <a:rPr kumimoji="1" lang="en-US" altLang="zh-CN" sz="3200" b="1">
                <a:solidFill>
                  <a:schemeClr val="tx2"/>
                </a:solidFill>
                <a:latin typeface="Times New Roman" charset="0"/>
                <a:ea typeface="楷体_GB2312" charset="0"/>
              </a:rPr>
              <a:t>} // </a:t>
            </a:r>
            <a:r>
              <a:rPr kumimoji="1" lang="en-US" altLang="zh-CN" sz="3200">
                <a:solidFill>
                  <a:schemeClr val="tx2"/>
                </a:solidFill>
                <a:latin typeface="Times New Roman" charset="0"/>
                <a:ea typeface="楷体_GB2312" charset="0"/>
              </a:rPr>
              <a:t>if</a:t>
            </a:r>
          </a:p>
          <a:p>
            <a:pPr>
              <a:lnSpc>
                <a:spcPct val="110000"/>
              </a:lnSpc>
            </a:pPr>
            <a:r>
              <a:rPr kumimoji="1" lang="en-US" altLang="zh-CN" sz="3200" b="1">
                <a:solidFill>
                  <a:schemeClr val="tx2"/>
                </a:solidFill>
                <a:latin typeface="Times New Roman" charset="0"/>
                <a:ea typeface="楷体_GB2312" charset="0"/>
              </a:rPr>
              <a:t>}</a:t>
            </a:r>
            <a:r>
              <a:rPr kumimoji="1" lang="en-US" altLang="zh-CN" sz="3200">
                <a:solidFill>
                  <a:schemeClr val="tx2"/>
                </a:solidFill>
                <a:latin typeface="Times New Roman" charset="0"/>
                <a:ea typeface="楷体_GB2312" charset="0"/>
              </a:rPr>
              <a:t> // InThreading</a:t>
            </a:r>
          </a:p>
        </p:txBody>
      </p:sp>
    </p:spTree>
    <p:extLst>
      <p:ext uri="{BB962C8B-B14F-4D97-AF65-F5344CB8AC3E}">
        <p14:creationId xmlns:p14="http://schemas.microsoft.com/office/powerpoint/2010/main" val="262596881"/>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152400" y="1152525"/>
            <a:ext cx="9296400" cy="534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3200" b="1">
                <a:solidFill>
                  <a:schemeClr val="tx2"/>
                </a:solidFill>
                <a:latin typeface="Times New Roman" charset="0"/>
                <a:ea typeface="楷体_GB2312" charset="0"/>
              </a:rPr>
              <a:t>Status</a:t>
            </a:r>
            <a:r>
              <a:rPr kumimoji="1" lang="en-US" altLang="zh-CN" sz="3200">
                <a:solidFill>
                  <a:schemeClr val="tx2"/>
                </a:solidFill>
                <a:latin typeface="Times New Roman" charset="0"/>
                <a:ea typeface="楷体_GB2312" charset="0"/>
              </a:rPr>
              <a:t> InOrderThreading(BiThrTree </a:t>
            </a:r>
            <a:r>
              <a:rPr kumimoji="1" lang="en-US" altLang="zh-CN" sz="3200" b="1">
                <a:solidFill>
                  <a:schemeClr val="tx2"/>
                </a:solidFill>
                <a:latin typeface="Times New Roman" charset="0"/>
                <a:ea typeface="楷体_GB2312" charset="0"/>
              </a:rPr>
              <a:t>&amp;</a:t>
            </a:r>
            <a:r>
              <a:rPr kumimoji="1" lang="en-US" altLang="zh-CN" sz="3200">
                <a:solidFill>
                  <a:schemeClr val="tx2"/>
                </a:solidFill>
                <a:latin typeface="Times New Roman" charset="0"/>
                <a:ea typeface="楷体_GB2312" charset="0"/>
              </a:rPr>
              <a:t>Thrt,</a:t>
            </a:r>
          </a:p>
          <a:p>
            <a:pPr>
              <a:lnSpc>
                <a:spcPct val="120000"/>
              </a:lnSpc>
            </a:pPr>
            <a:r>
              <a:rPr kumimoji="1" lang="en-US" altLang="zh-CN" sz="3200">
                <a:solidFill>
                  <a:schemeClr val="tx2"/>
                </a:solidFill>
                <a:latin typeface="Times New Roman" charset="0"/>
                <a:ea typeface="楷体_GB2312" charset="0"/>
              </a:rPr>
              <a:t>                    BiThrTree T) </a:t>
            </a:r>
            <a:r>
              <a:rPr kumimoji="1" lang="en-US" altLang="zh-CN" sz="3200" b="1">
                <a:solidFill>
                  <a:schemeClr val="tx2"/>
                </a:solidFill>
                <a:latin typeface="Times New Roman" charset="0"/>
                <a:ea typeface="楷体_GB2312" charset="0"/>
              </a:rPr>
              <a:t>{ // </a:t>
            </a:r>
            <a:r>
              <a:rPr kumimoji="1" lang="zh-CN" altLang="en-US" sz="2800">
                <a:solidFill>
                  <a:schemeClr val="tx2"/>
                </a:solidFill>
                <a:latin typeface="Times New Roman" charset="0"/>
                <a:ea typeface="楷体_GB2312" charset="0"/>
              </a:rPr>
              <a:t>构建中序线索链表</a:t>
            </a:r>
            <a:endParaRPr kumimoji="1" lang="zh-CN" altLang="en-US" sz="3200">
              <a:solidFill>
                <a:schemeClr val="tx2"/>
              </a:solidFill>
              <a:latin typeface="Times New Roman" charset="0"/>
              <a:ea typeface="楷体_GB2312" charset="0"/>
            </a:endParaRPr>
          </a:p>
          <a:p>
            <a:pPr>
              <a:lnSpc>
                <a:spcPct val="120000"/>
              </a:lnSpc>
            </a:pPr>
            <a:r>
              <a:rPr kumimoji="1" lang="zh-CN" altLang="en-US" sz="3200" b="1">
                <a:solidFill>
                  <a:schemeClr val="tx2"/>
                </a:solidFill>
                <a:latin typeface="Times New Roman" charset="0"/>
                <a:ea typeface="楷体_GB2312" charset="0"/>
              </a:rPr>
              <a:t>   </a:t>
            </a:r>
            <a:r>
              <a:rPr kumimoji="1" lang="en-US" altLang="zh-CN" sz="3200" b="1">
                <a:solidFill>
                  <a:schemeClr val="tx2"/>
                </a:solidFill>
                <a:latin typeface="Times New Roman" charset="0"/>
                <a:ea typeface="楷体_GB2312" charset="0"/>
              </a:rPr>
              <a:t>if</a:t>
            </a:r>
            <a:r>
              <a:rPr kumimoji="1" lang="en-US" altLang="zh-CN" sz="3200">
                <a:solidFill>
                  <a:schemeClr val="tx2"/>
                </a:solidFill>
                <a:latin typeface="Times New Roman" charset="0"/>
                <a:ea typeface="楷体_GB2312" charset="0"/>
              </a:rPr>
              <a:t> (</a:t>
            </a:r>
            <a:r>
              <a:rPr kumimoji="1" lang="en-US" altLang="zh-CN" sz="3200" b="1">
                <a:solidFill>
                  <a:schemeClr val="tx2"/>
                </a:solidFill>
                <a:latin typeface="Times New Roman" charset="0"/>
                <a:ea typeface="楷体_GB2312" charset="0"/>
              </a:rPr>
              <a:t>!</a:t>
            </a:r>
            <a:r>
              <a:rPr kumimoji="1" lang="en-US" altLang="zh-CN" sz="3200">
                <a:solidFill>
                  <a:schemeClr val="tx2"/>
                </a:solidFill>
                <a:latin typeface="Times New Roman" charset="0"/>
                <a:ea typeface="楷体_GB2312" charset="0"/>
              </a:rPr>
              <a:t>(</a:t>
            </a:r>
            <a:r>
              <a:rPr kumimoji="1" lang="en-US" altLang="zh-CN" sz="3200">
                <a:solidFill>
                  <a:srgbClr val="990033"/>
                </a:solidFill>
                <a:latin typeface="Times New Roman" charset="0"/>
                <a:ea typeface="楷体_GB2312" charset="0"/>
              </a:rPr>
              <a:t>Thrt</a:t>
            </a:r>
            <a:r>
              <a:rPr kumimoji="1" lang="en-US" altLang="zh-CN" sz="3200">
                <a:latin typeface="Times New Roman" charset="0"/>
                <a:ea typeface="楷体_GB2312" charset="0"/>
              </a:rPr>
              <a:t> = </a:t>
            </a:r>
            <a:r>
              <a:rPr kumimoji="1" lang="en-US" altLang="zh-CN" sz="3200">
                <a:solidFill>
                  <a:schemeClr val="tx2"/>
                </a:solidFill>
                <a:latin typeface="Times New Roman" charset="0"/>
                <a:ea typeface="楷体_GB2312" charset="0"/>
              </a:rPr>
              <a:t>(BiThrTree)</a:t>
            </a:r>
            <a:r>
              <a:rPr kumimoji="1" lang="en-US" altLang="zh-CN" sz="3200" b="1">
                <a:solidFill>
                  <a:schemeClr val="tx2"/>
                </a:solidFill>
                <a:latin typeface="Times New Roman" charset="0"/>
                <a:ea typeface="楷体_GB2312" charset="0"/>
              </a:rPr>
              <a:t>malloc</a:t>
            </a:r>
            <a:r>
              <a:rPr kumimoji="1" lang="en-US" altLang="zh-CN" sz="3200">
                <a:solidFill>
                  <a:schemeClr val="tx2"/>
                </a:solidFill>
                <a:latin typeface="Times New Roman" charset="0"/>
                <a:ea typeface="楷体_GB2312" charset="0"/>
              </a:rPr>
              <a:t>(</a:t>
            </a:r>
          </a:p>
          <a:p>
            <a:pPr>
              <a:lnSpc>
                <a:spcPct val="120000"/>
              </a:lnSpc>
            </a:pPr>
            <a:r>
              <a:rPr kumimoji="1" lang="en-US" altLang="zh-CN" sz="3200">
                <a:solidFill>
                  <a:schemeClr val="tx2"/>
                </a:solidFill>
                <a:latin typeface="Times New Roman" charset="0"/>
                <a:ea typeface="楷体_GB2312" charset="0"/>
              </a:rPr>
              <a:t>                                      </a:t>
            </a:r>
            <a:r>
              <a:rPr kumimoji="1" lang="en-US" altLang="zh-CN" sz="3200" b="1">
                <a:solidFill>
                  <a:schemeClr val="tx2"/>
                </a:solidFill>
                <a:latin typeface="Times New Roman" charset="0"/>
                <a:ea typeface="楷体_GB2312" charset="0"/>
              </a:rPr>
              <a:t>sizeof</a:t>
            </a:r>
            <a:r>
              <a:rPr kumimoji="1" lang="en-US" altLang="zh-CN" sz="3200">
                <a:solidFill>
                  <a:schemeClr val="tx2"/>
                </a:solidFill>
                <a:latin typeface="Times New Roman" charset="0"/>
                <a:ea typeface="楷体_GB2312" charset="0"/>
              </a:rPr>
              <a:t>( BiThrNode))))</a:t>
            </a:r>
          </a:p>
          <a:p>
            <a:pPr>
              <a:lnSpc>
                <a:spcPct val="120000"/>
              </a:lnSpc>
            </a:pPr>
            <a:r>
              <a:rPr kumimoji="1" lang="en-US" altLang="zh-CN" sz="3200">
                <a:solidFill>
                  <a:schemeClr val="tx2"/>
                </a:solidFill>
                <a:latin typeface="Times New Roman" charset="0"/>
                <a:ea typeface="楷体_GB2312" charset="0"/>
              </a:rPr>
              <a:t>       </a:t>
            </a:r>
            <a:r>
              <a:rPr kumimoji="1" lang="en-US" altLang="zh-CN" sz="3200" b="1">
                <a:solidFill>
                  <a:schemeClr val="tx2"/>
                </a:solidFill>
                <a:latin typeface="Times New Roman" charset="0"/>
                <a:ea typeface="楷体_GB2312" charset="0"/>
              </a:rPr>
              <a:t>exit </a:t>
            </a:r>
            <a:r>
              <a:rPr kumimoji="1" lang="en-US" altLang="zh-CN" sz="3200">
                <a:solidFill>
                  <a:schemeClr val="tx2"/>
                </a:solidFill>
                <a:latin typeface="Times New Roman" charset="0"/>
                <a:ea typeface="楷体_GB2312" charset="0"/>
              </a:rPr>
              <a:t>(OVERFLOW);</a:t>
            </a:r>
            <a:endParaRPr kumimoji="1" lang="en-US" altLang="zh-CN" sz="3200">
              <a:latin typeface="Times New Roman" charset="0"/>
              <a:ea typeface="楷体_GB2312" charset="0"/>
            </a:endParaRPr>
          </a:p>
          <a:p>
            <a:pPr>
              <a:lnSpc>
                <a:spcPct val="120000"/>
              </a:lnSpc>
            </a:pPr>
            <a:r>
              <a:rPr kumimoji="1" lang="en-US" altLang="zh-CN" sz="3200">
                <a:latin typeface="Times New Roman" charset="0"/>
                <a:ea typeface="楷体_GB2312" charset="0"/>
              </a:rPr>
              <a:t>   </a:t>
            </a:r>
            <a:r>
              <a:rPr kumimoji="1" lang="en-US" altLang="zh-CN" sz="3200">
                <a:solidFill>
                  <a:srgbClr val="990033"/>
                </a:solidFill>
                <a:latin typeface="Times New Roman" charset="0"/>
                <a:ea typeface="楷体_GB2312" charset="0"/>
              </a:rPr>
              <a:t>Thrt-&gt;LTag = Link;  Thrt-&gt;RTag =Thread; </a:t>
            </a:r>
          </a:p>
          <a:p>
            <a:pPr>
              <a:lnSpc>
                <a:spcPct val="120000"/>
              </a:lnSpc>
            </a:pPr>
            <a:r>
              <a:rPr kumimoji="1" lang="en-US" altLang="zh-CN" sz="3200">
                <a:solidFill>
                  <a:srgbClr val="990033"/>
                </a:solidFill>
                <a:latin typeface="Times New Roman" charset="0"/>
                <a:ea typeface="楷体_GB2312" charset="0"/>
              </a:rPr>
              <a:t>   Thrt-&gt;rchild = Thrt;</a:t>
            </a:r>
            <a:r>
              <a:rPr kumimoji="1" lang="en-US" altLang="zh-CN" sz="3200">
                <a:latin typeface="Times New Roman" charset="0"/>
                <a:ea typeface="楷体_GB2312" charset="0"/>
              </a:rPr>
              <a:t>      </a:t>
            </a:r>
            <a:r>
              <a:rPr kumimoji="1" lang="en-US" altLang="zh-CN" sz="3200">
                <a:solidFill>
                  <a:schemeClr val="tx2"/>
                </a:solidFill>
                <a:latin typeface="Times New Roman" charset="0"/>
                <a:ea typeface="楷体_GB2312" charset="0"/>
              </a:rPr>
              <a:t>// </a:t>
            </a:r>
            <a:r>
              <a:rPr kumimoji="1" lang="zh-CN" altLang="en-US" sz="3200">
                <a:solidFill>
                  <a:schemeClr val="tx2"/>
                </a:solidFill>
                <a:latin typeface="Times New Roman" charset="0"/>
                <a:ea typeface="楷体_GB2312" charset="0"/>
              </a:rPr>
              <a:t>添加头结点</a:t>
            </a:r>
            <a:endParaRPr kumimoji="1" lang="zh-CN" altLang="en-US" sz="3200" b="1">
              <a:solidFill>
                <a:schemeClr val="tx2"/>
              </a:solidFill>
              <a:latin typeface="Times New Roman" charset="0"/>
              <a:ea typeface="楷体_GB2312" charset="0"/>
            </a:endParaRPr>
          </a:p>
          <a:p>
            <a:pPr>
              <a:lnSpc>
                <a:spcPct val="120000"/>
              </a:lnSpc>
            </a:pPr>
            <a:r>
              <a:rPr kumimoji="1" lang="zh-CN" altLang="en-US" sz="3200" b="1">
                <a:solidFill>
                  <a:schemeClr val="tx2"/>
                </a:solidFill>
                <a:latin typeface="Times New Roman" charset="0"/>
                <a:ea typeface="楷体_GB2312" charset="0"/>
              </a:rPr>
              <a:t>   </a:t>
            </a:r>
            <a:r>
              <a:rPr kumimoji="1" lang="en-US" altLang="zh-CN" sz="3200" b="1">
                <a:solidFill>
                  <a:schemeClr val="tx2"/>
                </a:solidFill>
                <a:latin typeface="Times New Roman" charset="0"/>
                <a:ea typeface="楷体_GB2312" charset="0"/>
              </a:rPr>
              <a:t>return</a:t>
            </a:r>
            <a:r>
              <a:rPr kumimoji="1" lang="en-US" altLang="zh-CN" sz="3200">
                <a:solidFill>
                  <a:schemeClr val="tx2"/>
                </a:solidFill>
                <a:latin typeface="Times New Roman" charset="0"/>
                <a:ea typeface="楷体_GB2312" charset="0"/>
              </a:rPr>
              <a:t> OK;</a:t>
            </a:r>
          </a:p>
          <a:p>
            <a:pPr>
              <a:lnSpc>
                <a:spcPct val="120000"/>
              </a:lnSpc>
            </a:pPr>
            <a:r>
              <a:rPr kumimoji="1" lang="en-US" altLang="zh-CN" sz="3200" b="1">
                <a:solidFill>
                  <a:schemeClr val="tx2"/>
                </a:solidFill>
                <a:latin typeface="Times New Roman" charset="0"/>
                <a:ea typeface="楷体_GB2312" charset="0"/>
              </a:rPr>
              <a:t>}</a:t>
            </a:r>
            <a:r>
              <a:rPr kumimoji="1" lang="en-US" altLang="zh-CN" sz="3200">
                <a:solidFill>
                  <a:schemeClr val="tx2"/>
                </a:solidFill>
                <a:latin typeface="Times New Roman" charset="0"/>
                <a:ea typeface="楷体_GB2312" charset="0"/>
              </a:rPr>
              <a:t> // InOrderThreading</a:t>
            </a:r>
            <a:r>
              <a:rPr kumimoji="1" lang="en-US" altLang="zh-CN" sz="3200">
                <a:latin typeface="Times New Roman" charset="0"/>
                <a:ea typeface="楷体_GB2312" charset="0"/>
              </a:rPr>
              <a:t>                  </a:t>
            </a:r>
          </a:p>
        </p:txBody>
      </p:sp>
      <p:sp>
        <p:nvSpPr>
          <p:cNvPr id="257027" name="Text Box 3">
            <a:hlinkClick r:id="" action="ppaction://hlinkshowjump?jump=nextslide" highlightClick="1"/>
          </p:cNvPr>
          <p:cNvSpPr txBox="1">
            <a:spLocks noChangeArrowheads="1"/>
          </p:cNvSpPr>
          <p:nvPr/>
        </p:nvSpPr>
        <p:spPr bwMode="auto">
          <a:xfrm>
            <a:off x="457200" y="4983163"/>
            <a:ext cx="3733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200" b="1">
                <a:solidFill>
                  <a:srgbClr val="003399"/>
                </a:solidFill>
                <a:latin typeface="Times New Roman" charset="0"/>
              </a:rPr>
              <a:t>        …   … </a:t>
            </a:r>
          </a:p>
        </p:txBody>
      </p:sp>
      <p:sp>
        <p:nvSpPr>
          <p:cNvPr id="257028" name="AutoShape 4">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799411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57026"/>
                                        </p:tgtEl>
                                        <p:attrNameLst>
                                          <p:attrName>style.visibility</p:attrName>
                                        </p:attrNameLst>
                                      </p:cBhvr>
                                      <p:to>
                                        <p:strVal val="visible"/>
                                      </p:to>
                                    </p:set>
                                    <p:animEffect transition="in" filter="barn(inHorizontal)">
                                      <p:cBhvr>
                                        <p:cTn id="7" dur="500"/>
                                        <p:tgtEl>
                                          <p:spTgt spid="257026"/>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57027"/>
                                        </p:tgtEl>
                                        <p:attrNameLst>
                                          <p:attrName>style.visibility</p:attrName>
                                        </p:attrNameLst>
                                      </p:cBhvr>
                                      <p:to>
                                        <p:strVal val="visible"/>
                                      </p:to>
                                    </p:set>
                                  </p:childTnLst>
                                </p:cTn>
                              </p:par>
                            </p:childTnLst>
                          </p:cTn>
                        </p:par>
                        <p:par>
                          <p:cTn id="11" fill="hold" nodeType="afterGroup">
                            <p:stCondLst>
                              <p:cond delay="1000"/>
                            </p:stCondLst>
                            <p:childTnLst>
                              <p:par>
                                <p:cTn id="12" presetID="2" presetClass="entr" presetSubtype="6" fill="hold" grpId="0" nodeType="afterEffect">
                                  <p:stCondLst>
                                    <p:cond delay="0"/>
                                  </p:stCondLst>
                                  <p:childTnLst>
                                    <p:set>
                                      <p:cBhvr>
                                        <p:cTn id="13" dur="1" fill="hold">
                                          <p:stCondLst>
                                            <p:cond delay="0"/>
                                          </p:stCondLst>
                                        </p:cTn>
                                        <p:tgtEl>
                                          <p:spTgt spid="257028"/>
                                        </p:tgtEl>
                                        <p:attrNameLst>
                                          <p:attrName>style.visibility</p:attrName>
                                        </p:attrNameLst>
                                      </p:cBhvr>
                                      <p:to>
                                        <p:strVal val="visible"/>
                                      </p:to>
                                    </p:set>
                                    <p:anim calcmode="lin" valueType="num">
                                      <p:cBhvr additive="base">
                                        <p:cTn id="14" dur="500" fill="hold"/>
                                        <p:tgtEl>
                                          <p:spTgt spid="257028"/>
                                        </p:tgtEl>
                                        <p:attrNameLst>
                                          <p:attrName>ppt_x</p:attrName>
                                        </p:attrNameLst>
                                      </p:cBhvr>
                                      <p:tavLst>
                                        <p:tav tm="0">
                                          <p:val>
                                            <p:strVal val="1+#ppt_w/2"/>
                                          </p:val>
                                        </p:tav>
                                        <p:tav tm="100000">
                                          <p:val>
                                            <p:strVal val="#ppt_x"/>
                                          </p:val>
                                        </p:tav>
                                      </p:tavLst>
                                    </p:anim>
                                    <p:anim calcmode="lin" valueType="num">
                                      <p:cBhvr additive="base">
                                        <p:cTn id="15" dur="500" fill="hold"/>
                                        <p:tgtEl>
                                          <p:spTgt spid="257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autoUpdateAnimBg="0"/>
      <p:bldP spid="257027" grpId="0" autoUpdateAnimBg="0"/>
      <p:bldP spid="257028"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ChangeArrowheads="1"/>
          </p:cNvSpPr>
          <p:nvPr/>
        </p:nvSpPr>
        <p:spPr bwMode="auto">
          <a:xfrm>
            <a:off x="228600" y="1109663"/>
            <a:ext cx="7908925"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3600" b="1">
                <a:solidFill>
                  <a:schemeClr val="tx2"/>
                </a:solidFill>
                <a:latin typeface="Times New Roman" charset="0"/>
                <a:ea typeface="楷体_GB2312" charset="0"/>
              </a:rPr>
              <a:t>if</a:t>
            </a:r>
            <a:r>
              <a:rPr kumimoji="1" lang="en-US" altLang="zh-CN" sz="3600">
                <a:solidFill>
                  <a:schemeClr val="tx2"/>
                </a:solidFill>
                <a:latin typeface="Times New Roman" charset="0"/>
                <a:ea typeface="楷体_GB2312" charset="0"/>
              </a:rPr>
              <a:t> (</a:t>
            </a:r>
            <a:r>
              <a:rPr kumimoji="1" lang="en-US" altLang="zh-CN" sz="3600" b="1">
                <a:solidFill>
                  <a:schemeClr val="tx2"/>
                </a:solidFill>
                <a:latin typeface="Times New Roman" charset="0"/>
                <a:ea typeface="楷体_GB2312" charset="0"/>
              </a:rPr>
              <a:t>!</a:t>
            </a:r>
            <a:r>
              <a:rPr kumimoji="1" lang="en-US" altLang="zh-CN" sz="3600">
                <a:solidFill>
                  <a:schemeClr val="tx2"/>
                </a:solidFill>
                <a:latin typeface="Times New Roman" charset="0"/>
                <a:ea typeface="楷体_GB2312" charset="0"/>
              </a:rPr>
              <a:t>T)</a:t>
            </a:r>
            <a:r>
              <a:rPr kumimoji="1" lang="en-US" altLang="zh-CN" sz="3600">
                <a:latin typeface="Times New Roman" charset="0"/>
                <a:ea typeface="楷体_GB2312" charset="0"/>
              </a:rPr>
              <a:t>  </a:t>
            </a:r>
            <a:r>
              <a:rPr kumimoji="1" lang="en-US" altLang="zh-CN" sz="3600">
                <a:solidFill>
                  <a:srgbClr val="990033"/>
                </a:solidFill>
                <a:latin typeface="Times New Roman" charset="0"/>
                <a:ea typeface="楷体_GB2312" charset="0"/>
              </a:rPr>
              <a:t>Thrt-&gt;lchild = Thrt;</a:t>
            </a:r>
            <a:r>
              <a:rPr kumimoji="1" lang="en-US" altLang="zh-CN" sz="3600">
                <a:latin typeface="Times New Roman" charset="0"/>
                <a:ea typeface="楷体_GB2312" charset="0"/>
              </a:rPr>
              <a:t> </a:t>
            </a:r>
          </a:p>
          <a:p>
            <a:pPr>
              <a:lnSpc>
                <a:spcPct val="125000"/>
              </a:lnSpc>
            </a:pPr>
            <a:r>
              <a:rPr kumimoji="1" lang="en-US" altLang="zh-CN" sz="3600" b="1">
                <a:solidFill>
                  <a:schemeClr val="tx2"/>
                </a:solidFill>
                <a:latin typeface="Times New Roman" charset="0"/>
                <a:ea typeface="楷体_GB2312" charset="0"/>
              </a:rPr>
              <a:t>else {             </a:t>
            </a:r>
          </a:p>
          <a:p>
            <a:pPr>
              <a:lnSpc>
                <a:spcPct val="125000"/>
              </a:lnSpc>
            </a:pPr>
            <a:r>
              <a:rPr kumimoji="1" lang="en-US" altLang="zh-CN" sz="3600">
                <a:solidFill>
                  <a:srgbClr val="990033"/>
                </a:solidFill>
                <a:latin typeface="Times New Roman" charset="0"/>
                <a:ea typeface="楷体_GB2312" charset="0"/>
              </a:rPr>
              <a:t>   Thrt-&gt;lchild = T</a:t>
            </a:r>
            <a:r>
              <a:rPr kumimoji="1" lang="en-US" altLang="zh-CN" sz="3600">
                <a:solidFill>
                  <a:srgbClr val="990000"/>
                </a:solidFill>
                <a:latin typeface="Times New Roman" charset="0"/>
                <a:ea typeface="楷体_GB2312" charset="0"/>
              </a:rPr>
              <a:t>; </a:t>
            </a:r>
            <a:r>
              <a:rPr kumimoji="1" lang="en-US" altLang="zh-CN" sz="3600">
                <a:latin typeface="Times New Roman" charset="0"/>
                <a:ea typeface="楷体_GB2312" charset="0"/>
              </a:rPr>
              <a:t>  </a:t>
            </a:r>
            <a:r>
              <a:rPr kumimoji="1" lang="en-US" altLang="zh-CN" sz="3600" b="1">
                <a:solidFill>
                  <a:srgbClr val="800080"/>
                </a:solidFill>
                <a:latin typeface="Times New Roman" charset="0"/>
                <a:ea typeface="楷体_GB2312" charset="0"/>
              </a:rPr>
              <a:t>pre = Thrt;</a:t>
            </a:r>
            <a:endParaRPr kumimoji="1" lang="en-US" altLang="zh-CN" sz="3600">
              <a:latin typeface="Times New Roman" charset="0"/>
              <a:ea typeface="楷体_GB2312" charset="0"/>
            </a:endParaRPr>
          </a:p>
          <a:p>
            <a:pPr>
              <a:lnSpc>
                <a:spcPct val="125000"/>
              </a:lnSpc>
            </a:pPr>
            <a:r>
              <a:rPr kumimoji="1" lang="en-US" altLang="zh-CN" sz="3600" b="1">
                <a:solidFill>
                  <a:srgbClr val="CC0000"/>
                </a:solidFill>
                <a:latin typeface="Times New Roman" charset="0"/>
                <a:ea typeface="楷体_GB2312" charset="0"/>
              </a:rPr>
              <a:t>   InThreading(T)</a:t>
            </a:r>
            <a:r>
              <a:rPr kumimoji="1" lang="en-US" altLang="zh-CN" sz="3600">
                <a:solidFill>
                  <a:srgbClr val="CC0000"/>
                </a:solidFill>
                <a:latin typeface="Times New Roman" charset="0"/>
                <a:ea typeface="楷体_GB2312" charset="0"/>
              </a:rPr>
              <a:t>;</a:t>
            </a:r>
            <a:r>
              <a:rPr kumimoji="1" lang="en-US" altLang="zh-CN" sz="3600">
                <a:latin typeface="Times New Roman" charset="0"/>
                <a:ea typeface="楷体_GB2312" charset="0"/>
              </a:rPr>
              <a:t>                 </a:t>
            </a:r>
          </a:p>
          <a:p>
            <a:pPr>
              <a:lnSpc>
                <a:spcPct val="125000"/>
              </a:lnSpc>
            </a:pPr>
            <a:r>
              <a:rPr kumimoji="1" lang="en-US" altLang="zh-CN" sz="3600">
                <a:solidFill>
                  <a:srgbClr val="990099"/>
                </a:solidFill>
                <a:latin typeface="Times New Roman" charset="0"/>
                <a:ea typeface="楷体_GB2312" charset="0"/>
              </a:rPr>
              <a:t>   pre-&gt;rchild = Thrt;   </a:t>
            </a:r>
            <a:r>
              <a:rPr kumimoji="1" lang="en-US" altLang="zh-CN" sz="3200">
                <a:solidFill>
                  <a:schemeClr val="tx2"/>
                </a:solidFill>
                <a:latin typeface="Times New Roman" charset="0"/>
                <a:ea typeface="楷体_GB2312" charset="0"/>
              </a:rPr>
              <a:t>// </a:t>
            </a:r>
            <a:r>
              <a:rPr kumimoji="1" lang="zh-CN" altLang="en-US" sz="3200">
                <a:solidFill>
                  <a:schemeClr val="tx2"/>
                </a:solidFill>
                <a:latin typeface="Times New Roman" charset="0"/>
                <a:ea typeface="楷体_GB2312" charset="0"/>
              </a:rPr>
              <a:t>处理最后一个结点</a:t>
            </a:r>
            <a:endParaRPr kumimoji="1" lang="zh-CN" altLang="en-US" sz="3600">
              <a:solidFill>
                <a:srgbClr val="990099"/>
              </a:solidFill>
              <a:latin typeface="Times New Roman" charset="0"/>
              <a:ea typeface="楷体_GB2312" charset="0"/>
            </a:endParaRPr>
          </a:p>
          <a:p>
            <a:pPr>
              <a:lnSpc>
                <a:spcPct val="125000"/>
              </a:lnSpc>
            </a:pPr>
            <a:r>
              <a:rPr kumimoji="1" lang="zh-CN" altLang="en-US" sz="3600">
                <a:solidFill>
                  <a:srgbClr val="990099"/>
                </a:solidFill>
                <a:latin typeface="Times New Roman" charset="0"/>
                <a:ea typeface="楷体_GB2312" charset="0"/>
              </a:rPr>
              <a:t>   </a:t>
            </a:r>
            <a:r>
              <a:rPr kumimoji="1" lang="en-US" altLang="zh-CN" sz="3600">
                <a:solidFill>
                  <a:srgbClr val="990099"/>
                </a:solidFill>
                <a:latin typeface="Times New Roman" charset="0"/>
                <a:ea typeface="楷体_GB2312" charset="0"/>
              </a:rPr>
              <a:t>pre-&gt;RTag = Thread;</a:t>
            </a:r>
            <a:r>
              <a:rPr kumimoji="1" lang="en-US" altLang="zh-CN" sz="3600">
                <a:latin typeface="Times New Roman" charset="0"/>
                <a:ea typeface="楷体_GB2312" charset="0"/>
              </a:rPr>
              <a:t>    </a:t>
            </a:r>
          </a:p>
          <a:p>
            <a:pPr>
              <a:lnSpc>
                <a:spcPct val="125000"/>
              </a:lnSpc>
            </a:pPr>
            <a:r>
              <a:rPr kumimoji="1" lang="en-US" altLang="zh-CN" sz="3600">
                <a:solidFill>
                  <a:srgbClr val="990033"/>
                </a:solidFill>
                <a:latin typeface="Times New Roman" charset="0"/>
                <a:ea typeface="楷体_GB2312" charset="0"/>
              </a:rPr>
              <a:t>   Thrt-&gt;rchild = pre</a:t>
            </a:r>
            <a:r>
              <a:rPr kumimoji="1" lang="en-US" altLang="zh-CN" sz="3600">
                <a:solidFill>
                  <a:srgbClr val="990000"/>
                </a:solidFill>
                <a:latin typeface="Times New Roman" charset="0"/>
                <a:ea typeface="楷体_GB2312" charset="0"/>
              </a:rPr>
              <a:t>;</a:t>
            </a:r>
            <a:r>
              <a:rPr kumimoji="1" lang="en-US" altLang="zh-CN" sz="3600">
                <a:solidFill>
                  <a:schemeClr val="tx2"/>
                </a:solidFill>
                <a:latin typeface="Times New Roman" charset="0"/>
                <a:ea typeface="楷体_GB2312" charset="0"/>
              </a:rPr>
              <a:t>    </a:t>
            </a:r>
          </a:p>
          <a:p>
            <a:pPr>
              <a:lnSpc>
                <a:spcPct val="125000"/>
              </a:lnSpc>
            </a:pPr>
            <a:r>
              <a:rPr kumimoji="1" lang="en-US" altLang="zh-CN" sz="3600" b="1">
                <a:solidFill>
                  <a:schemeClr val="tx2"/>
                </a:solidFill>
                <a:latin typeface="Times New Roman" charset="0"/>
                <a:ea typeface="楷体_GB2312" charset="0"/>
              </a:rPr>
              <a:t>}</a:t>
            </a:r>
          </a:p>
        </p:txBody>
      </p:sp>
      <p:sp>
        <p:nvSpPr>
          <p:cNvPr id="258051" name="AutoShape 3">
            <a:hlinkClick r:id="" action="ppaction://hlinkshowjump?jump=lastslideviewed" highlightClick="1"/>
          </p:cNvPr>
          <p:cNvSpPr>
            <a:spLocks noChangeArrowheads="1"/>
          </p:cNvSpPr>
          <p:nvPr/>
        </p:nvSpPr>
        <p:spPr bwMode="auto">
          <a:xfrm>
            <a:off x="8458200" y="6172200"/>
            <a:ext cx="381000" cy="381000"/>
          </a:xfrm>
          <a:prstGeom prst="actionButtonReturn">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11235272"/>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r>
              <a:rPr lang="zh-CN" altLang="en-US" sz="2400"/>
              <a:t>后序线索二叉树 </a:t>
            </a:r>
            <a:r>
              <a:rPr lang="en-US" altLang="zh-CN" sz="2400"/>
              <a:t>vs </a:t>
            </a:r>
            <a:r>
              <a:rPr lang="zh-CN" altLang="en-US" sz="2400"/>
              <a:t>先序线索二叉树</a:t>
            </a:r>
            <a:r>
              <a:rPr lang="en-US" altLang="zh-CN" sz="2400"/>
              <a:t>(1)</a:t>
            </a:r>
          </a:p>
        </p:txBody>
      </p:sp>
      <p:sp>
        <p:nvSpPr>
          <p:cNvPr id="358403" name="Rectangle 3"/>
          <p:cNvSpPr>
            <a:spLocks noGrp="1" noChangeArrowheads="1"/>
          </p:cNvSpPr>
          <p:nvPr>
            <p:ph type="body" idx="1"/>
          </p:nvPr>
        </p:nvSpPr>
        <p:spPr>
          <a:xfrm>
            <a:off x="152400" y="990600"/>
            <a:ext cx="8991600" cy="1600200"/>
          </a:xfrm>
        </p:spPr>
        <p:txBody>
          <a:bodyPr/>
          <a:lstStyle/>
          <a:p>
            <a:pPr lvl="1"/>
            <a:r>
              <a:rPr lang="zh-CN" altLang="en-US"/>
              <a:t>后序线索二叉树 与 先序线索二叉树 互为对称</a:t>
            </a:r>
          </a:p>
          <a:p>
            <a:pPr lvl="2"/>
            <a:r>
              <a:rPr lang="zh-CN" altLang="en-US"/>
              <a:t>后序线索二叉树 </a:t>
            </a:r>
            <a:br>
              <a:rPr lang="zh-CN" altLang="en-US"/>
            </a:br>
            <a:r>
              <a:rPr lang="zh-CN" altLang="en-US">
                <a:ea typeface="黑体" charset="-122"/>
              </a:rPr>
              <a:t>第一个结点</a:t>
            </a:r>
            <a:r>
              <a:rPr lang="zh-CN" altLang="en-US">
                <a:ea typeface="楷体_GB2312" charset="0"/>
              </a:rPr>
              <a:t>：未必是树中最左下的结点，但一定是叶结点；</a:t>
            </a:r>
            <a:br>
              <a:rPr lang="zh-CN" altLang="en-US">
                <a:ea typeface="楷体_GB2312" charset="0"/>
              </a:rPr>
            </a:br>
            <a:r>
              <a:rPr lang="zh-CN" altLang="en-US">
                <a:ea typeface="黑体" charset="-122"/>
              </a:rPr>
              <a:t>最后一个结点</a:t>
            </a:r>
            <a:r>
              <a:rPr lang="zh-CN" altLang="en-US">
                <a:ea typeface="楷体_GB2312" charset="0"/>
              </a:rPr>
              <a:t>：根结点</a:t>
            </a:r>
          </a:p>
        </p:txBody>
      </p:sp>
      <p:sp>
        <p:nvSpPr>
          <p:cNvPr id="358404"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zh-CN" altLang="zh-CN"/>
          </a:p>
        </p:txBody>
      </p:sp>
      <p:sp>
        <p:nvSpPr>
          <p:cNvPr id="358405" name="Text Box 5"/>
          <p:cNvSpPr txBox="1">
            <a:spLocks noChangeArrowheads="1"/>
          </p:cNvSpPr>
          <p:nvPr/>
        </p:nvSpPr>
        <p:spPr bwMode="auto">
          <a:xfrm>
            <a:off x="1824038" y="6140450"/>
            <a:ext cx="2328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kumimoji="1" lang="zh-CN" altLang="en-US" sz="2400" b="1">
                <a:latin typeface="Times New Roman" charset="0"/>
                <a:ea typeface="楷体_GB2312" charset="0"/>
              </a:rPr>
              <a:t>后序线索二叉树</a:t>
            </a:r>
          </a:p>
        </p:txBody>
      </p:sp>
      <p:sp>
        <p:nvSpPr>
          <p:cNvPr id="358406" name="Text Box 6"/>
          <p:cNvSpPr txBox="1">
            <a:spLocks noChangeArrowheads="1"/>
          </p:cNvSpPr>
          <p:nvPr/>
        </p:nvSpPr>
        <p:spPr bwMode="auto">
          <a:xfrm>
            <a:off x="5410200" y="6140450"/>
            <a:ext cx="232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kumimoji="1" lang="zh-CN" altLang="en-US" sz="2400" b="1">
                <a:latin typeface="Times New Roman" charset="0"/>
                <a:ea typeface="楷体_GB2312" charset="0"/>
              </a:rPr>
              <a:t>先序线索二叉树</a:t>
            </a:r>
          </a:p>
        </p:txBody>
      </p:sp>
      <p:grpSp>
        <p:nvGrpSpPr>
          <p:cNvPr id="358407" name="Group 7"/>
          <p:cNvGrpSpPr>
            <a:grpSpLocks/>
          </p:cNvGrpSpPr>
          <p:nvPr/>
        </p:nvGrpSpPr>
        <p:grpSpPr bwMode="auto">
          <a:xfrm>
            <a:off x="1828800" y="3397250"/>
            <a:ext cx="2616200" cy="2819400"/>
            <a:chOff x="1008" y="2544"/>
            <a:chExt cx="1648" cy="1776"/>
          </a:xfrm>
        </p:grpSpPr>
        <p:grpSp>
          <p:nvGrpSpPr>
            <p:cNvPr id="358408" name="Group 8"/>
            <p:cNvGrpSpPr>
              <a:grpSpLocks/>
            </p:cNvGrpSpPr>
            <p:nvPr/>
          </p:nvGrpSpPr>
          <p:grpSpPr bwMode="auto">
            <a:xfrm>
              <a:off x="1056" y="2544"/>
              <a:ext cx="1392" cy="1680"/>
              <a:chOff x="768" y="2600"/>
              <a:chExt cx="1392" cy="1680"/>
            </a:xfrm>
          </p:grpSpPr>
          <p:sp>
            <p:nvSpPr>
              <p:cNvPr id="358409" name="Oval 9"/>
              <p:cNvSpPr>
                <a:spLocks noChangeArrowheads="1"/>
              </p:cNvSpPr>
              <p:nvPr/>
            </p:nvSpPr>
            <p:spPr bwMode="auto">
              <a:xfrm>
                <a:off x="1344" y="260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58410" name="Oval 10"/>
              <p:cNvSpPr>
                <a:spLocks noChangeArrowheads="1"/>
              </p:cNvSpPr>
              <p:nvPr/>
            </p:nvSpPr>
            <p:spPr bwMode="auto">
              <a:xfrm>
                <a:off x="768"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58411" name="Oval 11"/>
              <p:cNvSpPr>
                <a:spLocks noChangeArrowheads="1"/>
              </p:cNvSpPr>
              <p:nvPr/>
            </p:nvSpPr>
            <p:spPr bwMode="auto">
              <a:xfrm>
                <a:off x="1920"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58412" name="Oval 12"/>
              <p:cNvSpPr>
                <a:spLocks noChangeArrowheads="1"/>
              </p:cNvSpPr>
              <p:nvPr/>
            </p:nvSpPr>
            <p:spPr bwMode="auto">
              <a:xfrm>
                <a:off x="1536" y="3504"/>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58413" name="Oval 13"/>
              <p:cNvSpPr>
                <a:spLocks noChangeArrowheads="1"/>
              </p:cNvSpPr>
              <p:nvPr/>
            </p:nvSpPr>
            <p:spPr bwMode="auto">
              <a:xfrm>
                <a:off x="1152" y="3512"/>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58414" name="Oval 14"/>
              <p:cNvSpPr>
                <a:spLocks noChangeArrowheads="1"/>
              </p:cNvSpPr>
              <p:nvPr/>
            </p:nvSpPr>
            <p:spPr bwMode="auto">
              <a:xfrm>
                <a:off x="912" y="404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58415" name="Line 15"/>
              <p:cNvSpPr>
                <a:spLocks noChangeShapeType="1"/>
              </p:cNvSpPr>
              <p:nvPr/>
            </p:nvSpPr>
            <p:spPr bwMode="auto">
              <a:xfrm flipH="1">
                <a:off x="960" y="2792"/>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16" name="Line 16"/>
              <p:cNvSpPr>
                <a:spLocks noChangeShapeType="1"/>
              </p:cNvSpPr>
              <p:nvPr/>
            </p:nvSpPr>
            <p:spPr bwMode="auto">
              <a:xfrm>
                <a:off x="1536" y="2792"/>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17" name="Line 17"/>
              <p:cNvSpPr>
                <a:spLocks noChangeShapeType="1"/>
              </p:cNvSpPr>
              <p:nvPr/>
            </p:nvSpPr>
            <p:spPr bwMode="auto">
              <a:xfrm flipH="1">
                <a:off x="1728" y="3264"/>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18" name="Line 18"/>
              <p:cNvSpPr>
                <a:spLocks noChangeShapeType="1"/>
              </p:cNvSpPr>
              <p:nvPr/>
            </p:nvSpPr>
            <p:spPr bwMode="auto">
              <a:xfrm>
                <a:off x="960" y="3272"/>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19" name="Line 19"/>
              <p:cNvSpPr>
                <a:spLocks noChangeShapeType="1"/>
              </p:cNvSpPr>
              <p:nvPr/>
            </p:nvSpPr>
            <p:spPr bwMode="auto">
              <a:xfrm flipH="1">
                <a:off x="1056" y="3704"/>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58420" name="Freeform 20"/>
            <p:cNvSpPr>
              <a:spLocks/>
            </p:cNvSpPr>
            <p:nvPr/>
          </p:nvSpPr>
          <p:spPr bwMode="auto">
            <a:xfrm>
              <a:off x="1008" y="4029"/>
              <a:ext cx="240" cy="291"/>
            </a:xfrm>
            <a:custGeom>
              <a:avLst/>
              <a:gdLst>
                <a:gd name="T0" fmla="*/ 261 w 261"/>
                <a:gd name="T1" fmla="*/ 183 h 330"/>
                <a:gd name="T2" fmla="*/ 219 w 261"/>
                <a:gd name="T3" fmla="*/ 276 h 330"/>
                <a:gd name="T4" fmla="*/ 97 w 261"/>
                <a:gd name="T5" fmla="*/ 284 h 330"/>
                <a:gd name="T6" fmla="*/ 0 w 261"/>
                <a:gd name="T7" fmla="*/ 0 h 330"/>
              </a:gdLst>
              <a:ahLst/>
              <a:cxnLst>
                <a:cxn ang="0">
                  <a:pos x="T0" y="T1"/>
                </a:cxn>
                <a:cxn ang="0">
                  <a:pos x="T2" y="T3"/>
                </a:cxn>
                <a:cxn ang="0">
                  <a:pos x="T4" y="T5"/>
                </a:cxn>
                <a:cxn ang="0">
                  <a:pos x="T6" y="T7"/>
                </a:cxn>
              </a:cxnLst>
              <a:rect l="0" t="0" r="r" b="b"/>
              <a:pathLst>
                <a:path w="261" h="330">
                  <a:moveTo>
                    <a:pt x="261" y="183"/>
                  </a:moveTo>
                  <a:cubicBezTo>
                    <a:pt x="254" y="198"/>
                    <a:pt x="246" y="259"/>
                    <a:pt x="219" y="276"/>
                  </a:cubicBezTo>
                  <a:cubicBezTo>
                    <a:pt x="192" y="293"/>
                    <a:pt x="133" y="330"/>
                    <a:pt x="97" y="284"/>
                  </a:cubicBezTo>
                  <a:cubicBezTo>
                    <a:pt x="61" y="238"/>
                    <a:pt x="20" y="59"/>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21" name="Freeform 21"/>
            <p:cNvSpPr>
              <a:spLocks/>
            </p:cNvSpPr>
            <p:nvPr/>
          </p:nvSpPr>
          <p:spPr bwMode="auto">
            <a:xfrm>
              <a:off x="1136" y="3261"/>
              <a:ext cx="300" cy="341"/>
            </a:xfrm>
            <a:custGeom>
              <a:avLst/>
              <a:gdLst>
                <a:gd name="T0" fmla="*/ 0 w 300"/>
                <a:gd name="T1" fmla="*/ 0 h 341"/>
                <a:gd name="T2" fmla="*/ 89 w 300"/>
                <a:gd name="T3" fmla="*/ 211 h 341"/>
                <a:gd name="T4" fmla="*/ 300 w 300"/>
                <a:gd name="T5" fmla="*/ 341 h 341"/>
              </a:gdLst>
              <a:ahLst/>
              <a:cxnLst>
                <a:cxn ang="0">
                  <a:pos x="T0" y="T1"/>
                </a:cxn>
                <a:cxn ang="0">
                  <a:pos x="T2" y="T3"/>
                </a:cxn>
                <a:cxn ang="0">
                  <a:pos x="T4" y="T5"/>
                </a:cxn>
              </a:cxnLst>
              <a:rect l="0" t="0" r="r" b="b"/>
              <a:pathLst>
                <a:path w="300" h="341">
                  <a:moveTo>
                    <a:pt x="0" y="0"/>
                  </a:moveTo>
                  <a:cubicBezTo>
                    <a:pt x="15" y="35"/>
                    <a:pt x="39" y="154"/>
                    <a:pt x="89" y="211"/>
                  </a:cubicBezTo>
                  <a:cubicBezTo>
                    <a:pt x="139" y="268"/>
                    <a:pt x="256" y="314"/>
                    <a:pt x="300" y="341"/>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22" name="Freeform 22"/>
            <p:cNvSpPr>
              <a:spLocks/>
            </p:cNvSpPr>
            <p:nvPr/>
          </p:nvSpPr>
          <p:spPr bwMode="auto">
            <a:xfrm>
              <a:off x="1314" y="3123"/>
              <a:ext cx="558" cy="627"/>
            </a:xfrm>
            <a:custGeom>
              <a:avLst/>
              <a:gdLst>
                <a:gd name="T0" fmla="*/ 558 w 558"/>
                <a:gd name="T1" fmla="*/ 542 h 627"/>
                <a:gd name="T2" fmla="*/ 528 w 558"/>
                <a:gd name="T3" fmla="*/ 625 h 627"/>
                <a:gd name="T4" fmla="*/ 463 w 558"/>
                <a:gd name="T5" fmla="*/ 528 h 627"/>
                <a:gd name="T6" fmla="*/ 455 w 558"/>
                <a:gd name="T7" fmla="*/ 398 h 627"/>
                <a:gd name="T8" fmla="*/ 341 w 558"/>
                <a:gd name="T9" fmla="*/ 236 h 627"/>
                <a:gd name="T10" fmla="*/ 0 w 558"/>
                <a:gd name="T11" fmla="*/ 0 h 627"/>
              </a:gdLst>
              <a:ahLst/>
              <a:cxnLst>
                <a:cxn ang="0">
                  <a:pos x="T0" y="T1"/>
                </a:cxn>
                <a:cxn ang="0">
                  <a:pos x="T2" y="T3"/>
                </a:cxn>
                <a:cxn ang="0">
                  <a:pos x="T4" y="T5"/>
                </a:cxn>
                <a:cxn ang="0">
                  <a:pos x="T6" y="T7"/>
                </a:cxn>
                <a:cxn ang="0">
                  <a:pos x="T8" y="T9"/>
                </a:cxn>
                <a:cxn ang="0">
                  <a:pos x="T10" y="T11"/>
                </a:cxn>
              </a:cxnLst>
              <a:rect l="0" t="0" r="r" b="b"/>
              <a:pathLst>
                <a:path w="558" h="627">
                  <a:moveTo>
                    <a:pt x="558" y="542"/>
                  </a:moveTo>
                  <a:cubicBezTo>
                    <a:pt x="553" y="556"/>
                    <a:pt x="544" y="627"/>
                    <a:pt x="528" y="625"/>
                  </a:cubicBezTo>
                  <a:cubicBezTo>
                    <a:pt x="512" y="623"/>
                    <a:pt x="475" y="566"/>
                    <a:pt x="463" y="528"/>
                  </a:cubicBezTo>
                  <a:cubicBezTo>
                    <a:pt x="451" y="490"/>
                    <a:pt x="475" y="447"/>
                    <a:pt x="455" y="398"/>
                  </a:cubicBezTo>
                  <a:cubicBezTo>
                    <a:pt x="430" y="390"/>
                    <a:pt x="417" y="302"/>
                    <a:pt x="341" y="236"/>
                  </a:cubicBezTo>
                  <a:cubicBezTo>
                    <a:pt x="265" y="170"/>
                    <a:pt x="71" y="49"/>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23" name="Freeform 23"/>
            <p:cNvSpPr>
              <a:spLocks/>
            </p:cNvSpPr>
            <p:nvPr/>
          </p:nvSpPr>
          <p:spPr bwMode="auto">
            <a:xfrm>
              <a:off x="1898" y="2669"/>
              <a:ext cx="758" cy="547"/>
            </a:xfrm>
            <a:custGeom>
              <a:avLst/>
              <a:gdLst>
                <a:gd name="T0" fmla="*/ 550 w 758"/>
                <a:gd name="T1" fmla="*/ 547 h 547"/>
                <a:gd name="T2" fmla="*/ 666 w 758"/>
                <a:gd name="T3" fmla="*/ 430 h 547"/>
                <a:gd name="T4" fmla="*/ 0 w 758"/>
                <a:gd name="T5" fmla="*/ 0 h 547"/>
              </a:gdLst>
              <a:ahLst/>
              <a:cxnLst>
                <a:cxn ang="0">
                  <a:pos x="T0" y="T1"/>
                </a:cxn>
                <a:cxn ang="0">
                  <a:pos x="T2" y="T3"/>
                </a:cxn>
                <a:cxn ang="0">
                  <a:pos x="T4" y="T5"/>
                </a:cxn>
              </a:cxnLst>
              <a:rect l="0" t="0" r="r" b="b"/>
              <a:pathLst>
                <a:path w="758" h="547">
                  <a:moveTo>
                    <a:pt x="550" y="547"/>
                  </a:moveTo>
                  <a:cubicBezTo>
                    <a:pt x="569" y="528"/>
                    <a:pt x="758" y="521"/>
                    <a:pt x="666" y="430"/>
                  </a:cubicBezTo>
                  <a:cubicBezTo>
                    <a:pt x="574" y="339"/>
                    <a:pt x="139" y="90"/>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24" name="Freeform 24"/>
            <p:cNvSpPr>
              <a:spLocks/>
            </p:cNvSpPr>
            <p:nvPr/>
          </p:nvSpPr>
          <p:spPr bwMode="auto">
            <a:xfrm>
              <a:off x="1395" y="3707"/>
              <a:ext cx="155" cy="535"/>
            </a:xfrm>
            <a:custGeom>
              <a:avLst/>
              <a:gdLst>
                <a:gd name="T0" fmla="*/ 0 w 155"/>
                <a:gd name="T1" fmla="*/ 487 h 535"/>
                <a:gd name="T2" fmla="*/ 65 w 155"/>
                <a:gd name="T3" fmla="*/ 520 h 535"/>
                <a:gd name="T4" fmla="*/ 106 w 155"/>
                <a:gd name="T5" fmla="*/ 398 h 535"/>
                <a:gd name="T6" fmla="*/ 155 w 155"/>
                <a:gd name="T7" fmla="*/ 0 h 535"/>
              </a:gdLst>
              <a:ahLst/>
              <a:cxnLst>
                <a:cxn ang="0">
                  <a:pos x="T0" y="T1"/>
                </a:cxn>
                <a:cxn ang="0">
                  <a:pos x="T2" y="T3"/>
                </a:cxn>
                <a:cxn ang="0">
                  <a:pos x="T4" y="T5"/>
                </a:cxn>
                <a:cxn ang="0">
                  <a:pos x="T6" y="T7"/>
                </a:cxn>
              </a:cxnLst>
              <a:rect l="0" t="0" r="r" b="b"/>
              <a:pathLst>
                <a:path w="155" h="535">
                  <a:moveTo>
                    <a:pt x="0" y="487"/>
                  </a:moveTo>
                  <a:cubicBezTo>
                    <a:pt x="9" y="492"/>
                    <a:pt x="47" y="535"/>
                    <a:pt x="65" y="520"/>
                  </a:cubicBezTo>
                  <a:cubicBezTo>
                    <a:pt x="83" y="505"/>
                    <a:pt x="91" y="485"/>
                    <a:pt x="106" y="398"/>
                  </a:cubicBezTo>
                  <a:cubicBezTo>
                    <a:pt x="121" y="311"/>
                    <a:pt x="145" y="83"/>
                    <a:pt x="155"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25" name="Freeform 25"/>
            <p:cNvSpPr>
              <a:spLocks/>
            </p:cNvSpPr>
            <p:nvPr/>
          </p:nvSpPr>
          <p:spPr bwMode="auto">
            <a:xfrm>
              <a:off x="1290" y="3180"/>
              <a:ext cx="448" cy="483"/>
            </a:xfrm>
            <a:custGeom>
              <a:avLst/>
              <a:gdLst>
                <a:gd name="T0" fmla="*/ 342 w 448"/>
                <a:gd name="T1" fmla="*/ 483 h 483"/>
                <a:gd name="T2" fmla="*/ 438 w 448"/>
                <a:gd name="T3" fmla="*/ 430 h 483"/>
                <a:gd name="T4" fmla="*/ 284 w 448"/>
                <a:gd name="T5" fmla="*/ 195 h 483"/>
                <a:gd name="T6" fmla="*/ 0 w 448"/>
                <a:gd name="T7" fmla="*/ 0 h 483"/>
              </a:gdLst>
              <a:ahLst/>
              <a:cxnLst>
                <a:cxn ang="0">
                  <a:pos x="T0" y="T1"/>
                </a:cxn>
                <a:cxn ang="0">
                  <a:pos x="T2" y="T3"/>
                </a:cxn>
                <a:cxn ang="0">
                  <a:pos x="T4" y="T5"/>
                </a:cxn>
                <a:cxn ang="0">
                  <a:pos x="T6" y="T7"/>
                </a:cxn>
              </a:cxnLst>
              <a:rect l="0" t="0" r="r" b="b"/>
              <a:pathLst>
                <a:path w="448" h="483">
                  <a:moveTo>
                    <a:pt x="342" y="483"/>
                  </a:moveTo>
                  <a:cubicBezTo>
                    <a:pt x="358" y="474"/>
                    <a:pt x="448" y="478"/>
                    <a:pt x="438" y="430"/>
                  </a:cubicBezTo>
                  <a:cubicBezTo>
                    <a:pt x="428" y="382"/>
                    <a:pt x="357" y="267"/>
                    <a:pt x="284" y="195"/>
                  </a:cubicBezTo>
                  <a:cubicBezTo>
                    <a:pt x="211" y="123"/>
                    <a:pt x="59" y="41"/>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26" name="Freeform 26"/>
            <p:cNvSpPr>
              <a:spLocks/>
            </p:cNvSpPr>
            <p:nvPr/>
          </p:nvSpPr>
          <p:spPr bwMode="auto">
            <a:xfrm>
              <a:off x="2036" y="3264"/>
              <a:ext cx="268" cy="445"/>
            </a:xfrm>
            <a:custGeom>
              <a:avLst/>
              <a:gdLst>
                <a:gd name="T0" fmla="*/ 0 w 268"/>
                <a:gd name="T1" fmla="*/ 395 h 445"/>
                <a:gd name="T2" fmla="*/ 106 w 268"/>
                <a:gd name="T3" fmla="*/ 379 h 445"/>
                <a:gd name="T4" fmla="*/ 268 w 268"/>
                <a:gd name="T5" fmla="*/ 0 h 445"/>
              </a:gdLst>
              <a:ahLst/>
              <a:cxnLst>
                <a:cxn ang="0">
                  <a:pos x="T0" y="T1"/>
                </a:cxn>
                <a:cxn ang="0">
                  <a:pos x="T2" y="T3"/>
                </a:cxn>
                <a:cxn ang="0">
                  <a:pos x="T4" y="T5"/>
                </a:cxn>
              </a:cxnLst>
              <a:rect l="0" t="0" r="r" b="b"/>
              <a:pathLst>
                <a:path w="268" h="445">
                  <a:moveTo>
                    <a:pt x="0" y="395"/>
                  </a:moveTo>
                  <a:cubicBezTo>
                    <a:pt x="18" y="392"/>
                    <a:pt x="61" y="445"/>
                    <a:pt x="106" y="379"/>
                  </a:cubicBezTo>
                  <a:cubicBezTo>
                    <a:pt x="151" y="313"/>
                    <a:pt x="234" y="79"/>
                    <a:pt x="268"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grpSp>
        <p:nvGrpSpPr>
          <p:cNvPr id="358427" name="Group 27"/>
          <p:cNvGrpSpPr>
            <a:grpSpLocks/>
          </p:cNvGrpSpPr>
          <p:nvPr/>
        </p:nvGrpSpPr>
        <p:grpSpPr bwMode="auto">
          <a:xfrm>
            <a:off x="5486400" y="3397250"/>
            <a:ext cx="2390775" cy="2760663"/>
            <a:chOff x="942" y="2540"/>
            <a:chExt cx="1506" cy="1739"/>
          </a:xfrm>
        </p:grpSpPr>
        <p:grpSp>
          <p:nvGrpSpPr>
            <p:cNvPr id="358428" name="Group 28"/>
            <p:cNvGrpSpPr>
              <a:grpSpLocks/>
            </p:cNvGrpSpPr>
            <p:nvPr/>
          </p:nvGrpSpPr>
          <p:grpSpPr bwMode="auto">
            <a:xfrm>
              <a:off x="1056" y="2540"/>
              <a:ext cx="1392" cy="1680"/>
              <a:chOff x="768" y="2600"/>
              <a:chExt cx="1392" cy="1680"/>
            </a:xfrm>
          </p:grpSpPr>
          <p:sp>
            <p:nvSpPr>
              <p:cNvPr id="358429" name="Oval 29"/>
              <p:cNvSpPr>
                <a:spLocks noChangeArrowheads="1"/>
              </p:cNvSpPr>
              <p:nvPr/>
            </p:nvSpPr>
            <p:spPr bwMode="auto">
              <a:xfrm>
                <a:off x="1344" y="260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58430" name="Oval 30"/>
              <p:cNvSpPr>
                <a:spLocks noChangeArrowheads="1"/>
              </p:cNvSpPr>
              <p:nvPr/>
            </p:nvSpPr>
            <p:spPr bwMode="auto">
              <a:xfrm>
                <a:off x="768"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58431" name="Oval 31"/>
              <p:cNvSpPr>
                <a:spLocks noChangeArrowheads="1"/>
              </p:cNvSpPr>
              <p:nvPr/>
            </p:nvSpPr>
            <p:spPr bwMode="auto">
              <a:xfrm>
                <a:off x="1920"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58432" name="Oval 32"/>
              <p:cNvSpPr>
                <a:spLocks noChangeArrowheads="1"/>
              </p:cNvSpPr>
              <p:nvPr/>
            </p:nvSpPr>
            <p:spPr bwMode="auto">
              <a:xfrm>
                <a:off x="1536" y="3504"/>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58433" name="Oval 33"/>
              <p:cNvSpPr>
                <a:spLocks noChangeArrowheads="1"/>
              </p:cNvSpPr>
              <p:nvPr/>
            </p:nvSpPr>
            <p:spPr bwMode="auto">
              <a:xfrm>
                <a:off x="1152" y="3512"/>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58434" name="Oval 34"/>
              <p:cNvSpPr>
                <a:spLocks noChangeArrowheads="1"/>
              </p:cNvSpPr>
              <p:nvPr/>
            </p:nvSpPr>
            <p:spPr bwMode="auto">
              <a:xfrm>
                <a:off x="912" y="404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58435" name="Line 35"/>
              <p:cNvSpPr>
                <a:spLocks noChangeShapeType="1"/>
              </p:cNvSpPr>
              <p:nvPr/>
            </p:nvSpPr>
            <p:spPr bwMode="auto">
              <a:xfrm flipH="1">
                <a:off x="960" y="2792"/>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36" name="Line 36"/>
              <p:cNvSpPr>
                <a:spLocks noChangeShapeType="1"/>
              </p:cNvSpPr>
              <p:nvPr/>
            </p:nvSpPr>
            <p:spPr bwMode="auto">
              <a:xfrm>
                <a:off x="1536" y="2792"/>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37" name="Line 37"/>
              <p:cNvSpPr>
                <a:spLocks noChangeShapeType="1"/>
              </p:cNvSpPr>
              <p:nvPr/>
            </p:nvSpPr>
            <p:spPr bwMode="auto">
              <a:xfrm flipH="1">
                <a:off x="1728" y="3264"/>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38" name="Line 38"/>
              <p:cNvSpPr>
                <a:spLocks noChangeShapeType="1"/>
              </p:cNvSpPr>
              <p:nvPr/>
            </p:nvSpPr>
            <p:spPr bwMode="auto">
              <a:xfrm>
                <a:off x="960" y="3272"/>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8439" name="Line 39"/>
              <p:cNvSpPr>
                <a:spLocks noChangeShapeType="1"/>
              </p:cNvSpPr>
              <p:nvPr/>
            </p:nvSpPr>
            <p:spPr bwMode="auto">
              <a:xfrm flipH="1">
                <a:off x="1056" y="3704"/>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58440" name="Freeform 40"/>
            <p:cNvSpPr>
              <a:spLocks/>
            </p:cNvSpPr>
            <p:nvPr/>
          </p:nvSpPr>
          <p:spPr bwMode="auto">
            <a:xfrm>
              <a:off x="1065" y="3586"/>
              <a:ext cx="363" cy="692"/>
            </a:xfrm>
            <a:custGeom>
              <a:avLst/>
              <a:gdLst>
                <a:gd name="T0" fmla="*/ 183 w 363"/>
                <a:gd name="T1" fmla="*/ 600 h 692"/>
                <a:gd name="T2" fmla="*/ 30 w 363"/>
                <a:gd name="T3" fmla="*/ 592 h 692"/>
                <a:gd name="T4" fmla="*/ 363 w 363"/>
                <a:gd name="T5" fmla="*/ 0 h 692"/>
              </a:gdLst>
              <a:ahLst/>
              <a:cxnLst>
                <a:cxn ang="0">
                  <a:pos x="T0" y="T1"/>
                </a:cxn>
                <a:cxn ang="0">
                  <a:pos x="T2" y="T3"/>
                </a:cxn>
                <a:cxn ang="0">
                  <a:pos x="T4" y="T5"/>
                </a:cxn>
              </a:cxnLst>
              <a:rect l="0" t="0" r="r" b="b"/>
              <a:pathLst>
                <a:path w="363" h="692">
                  <a:moveTo>
                    <a:pt x="183" y="600"/>
                  </a:moveTo>
                  <a:cubicBezTo>
                    <a:pt x="158" y="599"/>
                    <a:pt x="0" y="692"/>
                    <a:pt x="30" y="592"/>
                  </a:cubicBezTo>
                  <a:cubicBezTo>
                    <a:pt x="60" y="492"/>
                    <a:pt x="294" y="123"/>
                    <a:pt x="363"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41" name="Freeform 41"/>
            <p:cNvSpPr>
              <a:spLocks/>
            </p:cNvSpPr>
            <p:nvPr/>
          </p:nvSpPr>
          <p:spPr bwMode="auto">
            <a:xfrm>
              <a:off x="942" y="2661"/>
              <a:ext cx="681" cy="673"/>
            </a:xfrm>
            <a:custGeom>
              <a:avLst/>
              <a:gdLst>
                <a:gd name="T0" fmla="*/ 194 w 681"/>
                <a:gd name="T1" fmla="*/ 596 h 673"/>
                <a:gd name="T2" fmla="*/ 105 w 681"/>
                <a:gd name="T3" fmla="*/ 633 h 673"/>
                <a:gd name="T4" fmla="*/ 96 w 681"/>
                <a:gd name="T5" fmla="*/ 357 h 673"/>
                <a:gd name="T6" fmla="*/ 681 w 681"/>
                <a:gd name="T7" fmla="*/ 0 h 673"/>
              </a:gdLst>
              <a:ahLst/>
              <a:cxnLst>
                <a:cxn ang="0">
                  <a:pos x="T0" y="T1"/>
                </a:cxn>
                <a:cxn ang="0">
                  <a:pos x="T2" y="T3"/>
                </a:cxn>
                <a:cxn ang="0">
                  <a:pos x="T4" y="T5"/>
                </a:cxn>
                <a:cxn ang="0">
                  <a:pos x="T6" y="T7"/>
                </a:cxn>
              </a:cxnLst>
              <a:rect l="0" t="0" r="r" b="b"/>
              <a:pathLst>
                <a:path w="681" h="673">
                  <a:moveTo>
                    <a:pt x="194" y="596"/>
                  </a:moveTo>
                  <a:cubicBezTo>
                    <a:pt x="179" y="602"/>
                    <a:pt x="121" y="673"/>
                    <a:pt x="105" y="633"/>
                  </a:cubicBezTo>
                  <a:cubicBezTo>
                    <a:pt x="89" y="593"/>
                    <a:pt x="0" y="463"/>
                    <a:pt x="96" y="357"/>
                  </a:cubicBezTo>
                  <a:cubicBezTo>
                    <a:pt x="192" y="251"/>
                    <a:pt x="559" y="74"/>
                    <a:pt x="681"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42" name="Freeform 42"/>
            <p:cNvSpPr>
              <a:spLocks/>
            </p:cNvSpPr>
            <p:nvPr/>
          </p:nvSpPr>
          <p:spPr bwMode="auto">
            <a:xfrm>
              <a:off x="1764" y="3148"/>
              <a:ext cx="451" cy="617"/>
            </a:xfrm>
            <a:custGeom>
              <a:avLst/>
              <a:gdLst>
                <a:gd name="T0" fmla="*/ 108 w 451"/>
                <a:gd name="T1" fmla="*/ 513 h 617"/>
                <a:gd name="T2" fmla="*/ 37 w 451"/>
                <a:gd name="T3" fmla="*/ 576 h 617"/>
                <a:gd name="T4" fmla="*/ 69 w 451"/>
                <a:gd name="T5" fmla="*/ 267 h 617"/>
                <a:gd name="T6" fmla="*/ 451 w 451"/>
                <a:gd name="T7" fmla="*/ 0 h 617"/>
              </a:gdLst>
              <a:ahLst/>
              <a:cxnLst>
                <a:cxn ang="0">
                  <a:pos x="T0" y="T1"/>
                </a:cxn>
                <a:cxn ang="0">
                  <a:pos x="T2" y="T3"/>
                </a:cxn>
                <a:cxn ang="0">
                  <a:pos x="T4" y="T5"/>
                </a:cxn>
                <a:cxn ang="0">
                  <a:pos x="T6" y="T7"/>
                </a:cxn>
              </a:cxnLst>
              <a:rect l="0" t="0" r="r" b="b"/>
              <a:pathLst>
                <a:path w="451" h="617">
                  <a:moveTo>
                    <a:pt x="108" y="513"/>
                  </a:moveTo>
                  <a:cubicBezTo>
                    <a:pt x="96" y="523"/>
                    <a:pt x="43" y="617"/>
                    <a:pt x="37" y="576"/>
                  </a:cubicBezTo>
                  <a:cubicBezTo>
                    <a:pt x="31" y="535"/>
                    <a:pt x="0" y="363"/>
                    <a:pt x="69" y="267"/>
                  </a:cubicBezTo>
                  <a:cubicBezTo>
                    <a:pt x="131" y="168"/>
                    <a:pt x="372" y="56"/>
                    <a:pt x="451"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43" name="Freeform 43"/>
            <p:cNvSpPr>
              <a:spLocks/>
            </p:cNvSpPr>
            <p:nvPr/>
          </p:nvSpPr>
          <p:spPr bwMode="auto">
            <a:xfrm>
              <a:off x="2069" y="3253"/>
              <a:ext cx="324" cy="292"/>
            </a:xfrm>
            <a:custGeom>
              <a:avLst/>
              <a:gdLst>
                <a:gd name="T0" fmla="*/ 324 w 324"/>
                <a:gd name="T1" fmla="*/ 0 h 292"/>
                <a:gd name="T2" fmla="*/ 259 w 324"/>
                <a:gd name="T3" fmla="*/ 146 h 292"/>
                <a:gd name="T4" fmla="*/ 0 w 324"/>
                <a:gd name="T5" fmla="*/ 292 h 292"/>
              </a:gdLst>
              <a:ahLst/>
              <a:cxnLst>
                <a:cxn ang="0">
                  <a:pos x="T0" y="T1"/>
                </a:cxn>
                <a:cxn ang="0">
                  <a:pos x="T2" y="T3"/>
                </a:cxn>
                <a:cxn ang="0">
                  <a:pos x="T4" y="T5"/>
                </a:cxn>
              </a:cxnLst>
              <a:rect l="0" t="0" r="r" b="b"/>
              <a:pathLst>
                <a:path w="324" h="292">
                  <a:moveTo>
                    <a:pt x="324" y="0"/>
                  </a:moveTo>
                  <a:cubicBezTo>
                    <a:pt x="312" y="24"/>
                    <a:pt x="313" y="97"/>
                    <a:pt x="259" y="146"/>
                  </a:cubicBezTo>
                  <a:cubicBezTo>
                    <a:pt x="205" y="195"/>
                    <a:pt x="54" y="262"/>
                    <a:pt x="0" y="292"/>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44" name="Freeform 44"/>
            <p:cNvSpPr>
              <a:spLocks/>
            </p:cNvSpPr>
            <p:nvPr/>
          </p:nvSpPr>
          <p:spPr bwMode="auto">
            <a:xfrm>
              <a:off x="1395" y="3058"/>
              <a:ext cx="828" cy="1221"/>
            </a:xfrm>
            <a:custGeom>
              <a:avLst/>
              <a:gdLst>
                <a:gd name="T0" fmla="*/ 0 w 828"/>
                <a:gd name="T1" fmla="*/ 1088 h 1221"/>
                <a:gd name="T2" fmla="*/ 130 w 828"/>
                <a:gd name="T3" fmla="*/ 1177 h 1221"/>
                <a:gd name="T4" fmla="*/ 292 w 828"/>
                <a:gd name="T5" fmla="*/ 820 h 1221"/>
                <a:gd name="T6" fmla="*/ 365 w 828"/>
                <a:gd name="T7" fmla="*/ 252 h 1221"/>
                <a:gd name="T8" fmla="*/ 828 w 828"/>
                <a:gd name="T9" fmla="*/ 0 h 1221"/>
              </a:gdLst>
              <a:ahLst/>
              <a:cxnLst>
                <a:cxn ang="0">
                  <a:pos x="T0" y="T1"/>
                </a:cxn>
                <a:cxn ang="0">
                  <a:pos x="T2" y="T3"/>
                </a:cxn>
                <a:cxn ang="0">
                  <a:pos x="T4" y="T5"/>
                </a:cxn>
                <a:cxn ang="0">
                  <a:pos x="T6" y="T7"/>
                </a:cxn>
                <a:cxn ang="0">
                  <a:pos x="T8" y="T9"/>
                </a:cxn>
              </a:cxnLst>
              <a:rect l="0" t="0" r="r" b="b"/>
              <a:pathLst>
                <a:path w="828" h="1221">
                  <a:moveTo>
                    <a:pt x="0" y="1088"/>
                  </a:moveTo>
                  <a:cubicBezTo>
                    <a:pt x="22" y="1103"/>
                    <a:pt x="82" y="1221"/>
                    <a:pt x="130" y="1177"/>
                  </a:cubicBezTo>
                  <a:cubicBezTo>
                    <a:pt x="178" y="1133"/>
                    <a:pt x="253" y="974"/>
                    <a:pt x="292" y="820"/>
                  </a:cubicBezTo>
                  <a:cubicBezTo>
                    <a:pt x="331" y="666"/>
                    <a:pt x="276" y="389"/>
                    <a:pt x="365" y="252"/>
                  </a:cubicBezTo>
                  <a:cubicBezTo>
                    <a:pt x="454" y="115"/>
                    <a:pt x="732" y="52"/>
                    <a:pt x="828"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45" name="Freeform 45"/>
            <p:cNvSpPr>
              <a:spLocks/>
            </p:cNvSpPr>
            <p:nvPr/>
          </p:nvSpPr>
          <p:spPr bwMode="auto">
            <a:xfrm>
              <a:off x="1428" y="3675"/>
              <a:ext cx="195" cy="365"/>
            </a:xfrm>
            <a:custGeom>
              <a:avLst/>
              <a:gdLst>
                <a:gd name="T0" fmla="*/ 195 w 195"/>
                <a:gd name="T1" fmla="*/ 0 h 365"/>
                <a:gd name="T2" fmla="*/ 130 w 195"/>
                <a:gd name="T3" fmla="*/ 252 h 365"/>
                <a:gd name="T4" fmla="*/ 0 w 195"/>
                <a:gd name="T5" fmla="*/ 365 h 365"/>
              </a:gdLst>
              <a:ahLst/>
              <a:cxnLst>
                <a:cxn ang="0">
                  <a:pos x="T0" y="T1"/>
                </a:cxn>
                <a:cxn ang="0">
                  <a:pos x="T2" y="T3"/>
                </a:cxn>
                <a:cxn ang="0">
                  <a:pos x="T4" y="T5"/>
                </a:cxn>
              </a:cxnLst>
              <a:rect l="0" t="0" r="r" b="b"/>
              <a:pathLst>
                <a:path w="195" h="365">
                  <a:moveTo>
                    <a:pt x="195" y="0"/>
                  </a:moveTo>
                  <a:cubicBezTo>
                    <a:pt x="184" y="43"/>
                    <a:pt x="162" y="191"/>
                    <a:pt x="130" y="252"/>
                  </a:cubicBezTo>
                  <a:cubicBezTo>
                    <a:pt x="98" y="313"/>
                    <a:pt x="27" y="342"/>
                    <a:pt x="0" y="365"/>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8446" name="Freeform 46"/>
            <p:cNvSpPr>
              <a:spLocks/>
            </p:cNvSpPr>
            <p:nvPr/>
          </p:nvSpPr>
          <p:spPr bwMode="auto">
            <a:xfrm>
              <a:off x="2020" y="3634"/>
              <a:ext cx="292" cy="108"/>
            </a:xfrm>
            <a:custGeom>
              <a:avLst/>
              <a:gdLst>
                <a:gd name="T0" fmla="*/ 0 w 292"/>
                <a:gd name="T1" fmla="*/ 9 h 108"/>
                <a:gd name="T2" fmla="*/ 114 w 292"/>
                <a:gd name="T3" fmla="*/ 106 h 108"/>
                <a:gd name="T4" fmla="*/ 292 w 292"/>
                <a:gd name="T5" fmla="*/ 0 h 108"/>
              </a:gdLst>
              <a:ahLst/>
              <a:cxnLst>
                <a:cxn ang="0">
                  <a:pos x="T0" y="T1"/>
                </a:cxn>
                <a:cxn ang="0">
                  <a:pos x="T2" y="T3"/>
                </a:cxn>
                <a:cxn ang="0">
                  <a:pos x="T4" y="T5"/>
                </a:cxn>
              </a:cxnLst>
              <a:rect l="0" t="0" r="r" b="b"/>
              <a:pathLst>
                <a:path w="292" h="108">
                  <a:moveTo>
                    <a:pt x="0" y="9"/>
                  </a:moveTo>
                  <a:cubicBezTo>
                    <a:pt x="19" y="25"/>
                    <a:pt x="65" y="108"/>
                    <a:pt x="114" y="106"/>
                  </a:cubicBezTo>
                  <a:cubicBezTo>
                    <a:pt x="163" y="104"/>
                    <a:pt x="255" y="22"/>
                    <a:pt x="292"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960364464"/>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r>
              <a:rPr lang="zh-CN" altLang="en-US" sz="2400"/>
              <a:t>后序线索二叉树 </a:t>
            </a:r>
            <a:r>
              <a:rPr lang="en-US" altLang="zh-CN" sz="2400"/>
              <a:t>vs </a:t>
            </a:r>
            <a:r>
              <a:rPr lang="zh-CN" altLang="en-US" sz="2400"/>
              <a:t>先序线索二叉树</a:t>
            </a:r>
            <a:r>
              <a:rPr lang="en-US" altLang="zh-CN" sz="2400"/>
              <a:t>(2)</a:t>
            </a:r>
          </a:p>
        </p:txBody>
      </p:sp>
      <p:sp>
        <p:nvSpPr>
          <p:cNvPr id="359427" name="Rectangle 3"/>
          <p:cNvSpPr>
            <a:spLocks noGrp="1" noChangeArrowheads="1"/>
          </p:cNvSpPr>
          <p:nvPr>
            <p:ph type="body" idx="1"/>
          </p:nvPr>
        </p:nvSpPr>
        <p:spPr>
          <a:xfrm>
            <a:off x="-304800" y="1066800"/>
            <a:ext cx="10591800" cy="838200"/>
          </a:xfrm>
        </p:spPr>
        <p:txBody>
          <a:bodyPr>
            <a:normAutofit lnSpcReduction="10000"/>
          </a:bodyPr>
          <a:lstStyle/>
          <a:p>
            <a:pPr lvl="2">
              <a:lnSpc>
                <a:spcPct val="120000"/>
              </a:lnSpc>
            </a:pPr>
            <a:r>
              <a:rPr lang="zh-CN" altLang="en-US"/>
              <a:t>如何在后序线索二叉树上找结点的前驱？ </a:t>
            </a:r>
            <a:br>
              <a:rPr lang="zh-CN" altLang="en-US"/>
            </a:br>
            <a:endParaRPr lang="zh-CN" altLang="en-US">
              <a:ea typeface="楷体_GB2312" charset="0"/>
            </a:endParaRPr>
          </a:p>
        </p:txBody>
      </p:sp>
      <p:sp>
        <p:nvSpPr>
          <p:cNvPr id="359428"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359429" name="Group 5"/>
          <p:cNvGrpSpPr>
            <a:grpSpLocks/>
          </p:cNvGrpSpPr>
          <p:nvPr/>
        </p:nvGrpSpPr>
        <p:grpSpPr bwMode="auto">
          <a:xfrm>
            <a:off x="4859338" y="3789363"/>
            <a:ext cx="3524250" cy="2730500"/>
            <a:chOff x="3540" y="2600"/>
            <a:chExt cx="2220" cy="1720"/>
          </a:xfrm>
        </p:grpSpPr>
        <p:grpSp>
          <p:nvGrpSpPr>
            <p:cNvPr id="359430" name="Group 6"/>
            <p:cNvGrpSpPr>
              <a:grpSpLocks/>
            </p:cNvGrpSpPr>
            <p:nvPr/>
          </p:nvGrpSpPr>
          <p:grpSpPr bwMode="auto">
            <a:xfrm>
              <a:off x="3732" y="2600"/>
              <a:ext cx="1824" cy="1680"/>
              <a:chOff x="3648" y="2496"/>
              <a:chExt cx="1824" cy="1680"/>
            </a:xfrm>
          </p:grpSpPr>
          <p:sp>
            <p:nvSpPr>
              <p:cNvPr id="359431" name="Oval 7"/>
              <p:cNvSpPr>
                <a:spLocks noChangeArrowheads="1"/>
              </p:cNvSpPr>
              <p:nvPr/>
            </p:nvSpPr>
            <p:spPr bwMode="auto">
              <a:xfrm>
                <a:off x="4656" y="249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59432" name="Oval 8"/>
              <p:cNvSpPr>
                <a:spLocks noChangeArrowheads="1"/>
              </p:cNvSpPr>
              <p:nvPr/>
            </p:nvSpPr>
            <p:spPr bwMode="auto">
              <a:xfrm>
                <a:off x="4080"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59433" name="Oval 9"/>
              <p:cNvSpPr>
                <a:spLocks noChangeArrowheads="1"/>
              </p:cNvSpPr>
              <p:nvPr/>
            </p:nvSpPr>
            <p:spPr bwMode="auto">
              <a:xfrm>
                <a:off x="5232"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59434" name="Oval 10"/>
              <p:cNvSpPr>
                <a:spLocks noChangeArrowheads="1"/>
              </p:cNvSpPr>
              <p:nvPr/>
            </p:nvSpPr>
            <p:spPr bwMode="auto">
              <a:xfrm>
                <a:off x="3648" y="345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59435" name="Oval 11"/>
              <p:cNvSpPr>
                <a:spLocks noChangeArrowheads="1"/>
              </p:cNvSpPr>
              <p:nvPr/>
            </p:nvSpPr>
            <p:spPr bwMode="auto">
              <a:xfrm>
                <a:off x="4464" y="3408"/>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59436" name="Oval 12"/>
              <p:cNvSpPr>
                <a:spLocks noChangeArrowheads="1"/>
              </p:cNvSpPr>
              <p:nvPr/>
            </p:nvSpPr>
            <p:spPr bwMode="auto">
              <a:xfrm>
                <a:off x="4224"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59437" name="Oval 13"/>
              <p:cNvSpPr>
                <a:spLocks noChangeArrowheads="1"/>
              </p:cNvSpPr>
              <p:nvPr/>
            </p:nvSpPr>
            <p:spPr bwMode="auto">
              <a:xfrm>
                <a:off x="4752"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7</a:t>
                </a:r>
              </a:p>
            </p:txBody>
          </p:sp>
          <p:sp>
            <p:nvSpPr>
              <p:cNvPr id="359438" name="Line 14"/>
              <p:cNvSpPr>
                <a:spLocks noChangeShapeType="1"/>
              </p:cNvSpPr>
              <p:nvPr/>
            </p:nvSpPr>
            <p:spPr bwMode="auto">
              <a:xfrm flipH="1">
                <a:off x="4272" y="2688"/>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39" name="Line 15"/>
              <p:cNvSpPr>
                <a:spLocks noChangeShapeType="1"/>
              </p:cNvSpPr>
              <p:nvPr/>
            </p:nvSpPr>
            <p:spPr bwMode="auto">
              <a:xfrm>
                <a:off x="4848" y="2688"/>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40" name="Line 16"/>
              <p:cNvSpPr>
                <a:spLocks noChangeShapeType="1"/>
              </p:cNvSpPr>
              <p:nvPr/>
            </p:nvSpPr>
            <p:spPr bwMode="auto">
              <a:xfrm flipH="1">
                <a:off x="3840" y="3168"/>
                <a:ext cx="288"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41" name="Line 17"/>
              <p:cNvSpPr>
                <a:spLocks noChangeShapeType="1"/>
              </p:cNvSpPr>
              <p:nvPr/>
            </p:nvSpPr>
            <p:spPr bwMode="auto">
              <a:xfrm>
                <a:off x="4272" y="3168"/>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42" name="Line 18"/>
              <p:cNvSpPr>
                <a:spLocks noChangeShapeType="1"/>
              </p:cNvSpPr>
              <p:nvPr/>
            </p:nvSpPr>
            <p:spPr bwMode="auto">
              <a:xfrm flipH="1">
                <a:off x="4368" y="3600"/>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43" name="Line 19"/>
              <p:cNvSpPr>
                <a:spLocks noChangeShapeType="1"/>
              </p:cNvSpPr>
              <p:nvPr/>
            </p:nvSpPr>
            <p:spPr bwMode="auto">
              <a:xfrm>
                <a:off x="4656" y="3600"/>
                <a:ext cx="192"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59444" name="Freeform 20"/>
            <p:cNvSpPr>
              <a:spLocks/>
            </p:cNvSpPr>
            <p:nvPr/>
          </p:nvSpPr>
          <p:spPr bwMode="auto">
            <a:xfrm>
              <a:off x="3540" y="3608"/>
              <a:ext cx="240" cy="291"/>
            </a:xfrm>
            <a:custGeom>
              <a:avLst/>
              <a:gdLst>
                <a:gd name="T0" fmla="*/ 261 w 261"/>
                <a:gd name="T1" fmla="*/ 183 h 330"/>
                <a:gd name="T2" fmla="*/ 219 w 261"/>
                <a:gd name="T3" fmla="*/ 276 h 330"/>
                <a:gd name="T4" fmla="*/ 97 w 261"/>
                <a:gd name="T5" fmla="*/ 284 h 330"/>
                <a:gd name="T6" fmla="*/ 0 w 261"/>
                <a:gd name="T7" fmla="*/ 0 h 330"/>
              </a:gdLst>
              <a:ahLst/>
              <a:cxnLst>
                <a:cxn ang="0">
                  <a:pos x="T0" y="T1"/>
                </a:cxn>
                <a:cxn ang="0">
                  <a:pos x="T2" y="T3"/>
                </a:cxn>
                <a:cxn ang="0">
                  <a:pos x="T4" y="T5"/>
                </a:cxn>
                <a:cxn ang="0">
                  <a:pos x="T6" y="T7"/>
                </a:cxn>
              </a:cxnLst>
              <a:rect l="0" t="0" r="r" b="b"/>
              <a:pathLst>
                <a:path w="261" h="330">
                  <a:moveTo>
                    <a:pt x="261" y="183"/>
                  </a:moveTo>
                  <a:cubicBezTo>
                    <a:pt x="254" y="198"/>
                    <a:pt x="246" y="259"/>
                    <a:pt x="219" y="276"/>
                  </a:cubicBezTo>
                  <a:cubicBezTo>
                    <a:pt x="192" y="293"/>
                    <a:pt x="133" y="330"/>
                    <a:pt x="97" y="284"/>
                  </a:cubicBezTo>
                  <a:cubicBezTo>
                    <a:pt x="61" y="238"/>
                    <a:pt x="20" y="59"/>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45" name="Freeform 21"/>
            <p:cNvSpPr>
              <a:spLocks/>
            </p:cNvSpPr>
            <p:nvPr/>
          </p:nvSpPr>
          <p:spPr bwMode="auto">
            <a:xfrm>
              <a:off x="4984" y="2742"/>
              <a:ext cx="776" cy="604"/>
            </a:xfrm>
            <a:custGeom>
              <a:avLst/>
              <a:gdLst>
                <a:gd name="T0" fmla="*/ 524 w 776"/>
                <a:gd name="T1" fmla="*/ 547 h 604"/>
                <a:gd name="T2" fmla="*/ 617 w 776"/>
                <a:gd name="T3" fmla="*/ 576 h 604"/>
                <a:gd name="T4" fmla="*/ 673 w 776"/>
                <a:gd name="T5" fmla="*/ 381 h 604"/>
                <a:gd name="T6" fmla="*/ 0 w 776"/>
                <a:gd name="T7" fmla="*/ 0 h 604"/>
              </a:gdLst>
              <a:ahLst/>
              <a:cxnLst>
                <a:cxn ang="0">
                  <a:pos x="T0" y="T1"/>
                </a:cxn>
                <a:cxn ang="0">
                  <a:pos x="T2" y="T3"/>
                </a:cxn>
                <a:cxn ang="0">
                  <a:pos x="T4" y="T5"/>
                </a:cxn>
                <a:cxn ang="0">
                  <a:pos x="T6" y="T7"/>
                </a:cxn>
              </a:cxnLst>
              <a:rect l="0" t="0" r="r" b="b"/>
              <a:pathLst>
                <a:path w="776" h="604">
                  <a:moveTo>
                    <a:pt x="524" y="547"/>
                  </a:moveTo>
                  <a:cubicBezTo>
                    <a:pt x="539" y="552"/>
                    <a:pt x="592" y="604"/>
                    <a:pt x="617" y="576"/>
                  </a:cubicBezTo>
                  <a:cubicBezTo>
                    <a:pt x="641" y="591"/>
                    <a:pt x="776" y="477"/>
                    <a:pt x="673" y="381"/>
                  </a:cubicBezTo>
                  <a:cubicBezTo>
                    <a:pt x="570" y="285"/>
                    <a:pt x="140" y="79"/>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46" name="Freeform 22"/>
            <p:cNvSpPr>
              <a:spLocks/>
            </p:cNvSpPr>
            <p:nvPr/>
          </p:nvSpPr>
          <p:spPr bwMode="auto">
            <a:xfrm>
              <a:off x="4530" y="4243"/>
              <a:ext cx="376" cy="77"/>
            </a:xfrm>
            <a:custGeom>
              <a:avLst/>
              <a:gdLst>
                <a:gd name="T0" fmla="*/ 376 w 376"/>
                <a:gd name="T1" fmla="*/ 24 h 77"/>
                <a:gd name="T2" fmla="*/ 194 w 376"/>
                <a:gd name="T3" fmla="*/ 73 h 77"/>
                <a:gd name="T4" fmla="*/ 0 w 376"/>
                <a:gd name="T5" fmla="*/ 0 h 77"/>
              </a:gdLst>
              <a:ahLst/>
              <a:cxnLst>
                <a:cxn ang="0">
                  <a:pos x="T0" y="T1"/>
                </a:cxn>
                <a:cxn ang="0">
                  <a:pos x="T2" y="T3"/>
                </a:cxn>
                <a:cxn ang="0">
                  <a:pos x="T4" y="T5"/>
                </a:cxn>
              </a:cxnLst>
              <a:rect l="0" t="0" r="r" b="b"/>
              <a:pathLst>
                <a:path w="376" h="77">
                  <a:moveTo>
                    <a:pt x="376" y="24"/>
                  </a:moveTo>
                  <a:cubicBezTo>
                    <a:pt x="346" y="32"/>
                    <a:pt x="257" y="77"/>
                    <a:pt x="194" y="73"/>
                  </a:cubicBezTo>
                  <a:cubicBezTo>
                    <a:pt x="131" y="69"/>
                    <a:pt x="40" y="15"/>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47" name="Freeform 23"/>
            <p:cNvSpPr>
              <a:spLocks/>
            </p:cNvSpPr>
            <p:nvPr/>
          </p:nvSpPr>
          <p:spPr bwMode="auto">
            <a:xfrm>
              <a:off x="4404" y="3224"/>
              <a:ext cx="1002" cy="156"/>
            </a:xfrm>
            <a:custGeom>
              <a:avLst/>
              <a:gdLst>
                <a:gd name="T0" fmla="*/ 1002 w 1002"/>
                <a:gd name="T1" fmla="*/ 86 h 156"/>
                <a:gd name="T2" fmla="*/ 880 w 1002"/>
                <a:gd name="T3" fmla="*/ 151 h 156"/>
                <a:gd name="T4" fmla="*/ 491 w 1002"/>
                <a:gd name="T5" fmla="*/ 118 h 156"/>
                <a:gd name="T6" fmla="*/ 0 w 1002"/>
                <a:gd name="T7" fmla="*/ 0 h 156"/>
              </a:gdLst>
              <a:ahLst/>
              <a:cxnLst>
                <a:cxn ang="0">
                  <a:pos x="T0" y="T1"/>
                </a:cxn>
                <a:cxn ang="0">
                  <a:pos x="T2" y="T3"/>
                </a:cxn>
                <a:cxn ang="0">
                  <a:pos x="T4" y="T5"/>
                </a:cxn>
                <a:cxn ang="0">
                  <a:pos x="T6" y="T7"/>
                </a:cxn>
              </a:cxnLst>
              <a:rect l="0" t="0" r="r" b="b"/>
              <a:pathLst>
                <a:path w="1002" h="156">
                  <a:moveTo>
                    <a:pt x="1002" y="86"/>
                  </a:moveTo>
                  <a:cubicBezTo>
                    <a:pt x="982" y="97"/>
                    <a:pt x="965" y="146"/>
                    <a:pt x="880" y="151"/>
                  </a:cubicBezTo>
                  <a:cubicBezTo>
                    <a:pt x="795" y="156"/>
                    <a:pt x="638" y="143"/>
                    <a:pt x="491" y="118"/>
                  </a:cubicBezTo>
                  <a:cubicBezTo>
                    <a:pt x="344" y="93"/>
                    <a:pt x="102" y="25"/>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48" name="Freeform 24"/>
            <p:cNvSpPr>
              <a:spLocks/>
            </p:cNvSpPr>
            <p:nvPr/>
          </p:nvSpPr>
          <p:spPr bwMode="auto">
            <a:xfrm>
              <a:off x="3865" y="3797"/>
              <a:ext cx="494" cy="512"/>
            </a:xfrm>
            <a:custGeom>
              <a:avLst/>
              <a:gdLst>
                <a:gd name="T0" fmla="*/ 494 w 494"/>
                <a:gd name="T1" fmla="*/ 446 h 512"/>
                <a:gd name="T2" fmla="*/ 413 w 494"/>
                <a:gd name="T3" fmla="*/ 494 h 512"/>
                <a:gd name="T4" fmla="*/ 235 w 494"/>
                <a:gd name="T5" fmla="*/ 430 h 512"/>
                <a:gd name="T6" fmla="*/ 0 w 494"/>
                <a:gd name="T7" fmla="*/ 0 h 512"/>
              </a:gdLst>
              <a:ahLst/>
              <a:cxnLst>
                <a:cxn ang="0">
                  <a:pos x="T0" y="T1"/>
                </a:cxn>
                <a:cxn ang="0">
                  <a:pos x="T2" y="T3"/>
                </a:cxn>
                <a:cxn ang="0">
                  <a:pos x="T4" y="T5"/>
                </a:cxn>
                <a:cxn ang="0">
                  <a:pos x="T6" y="T7"/>
                </a:cxn>
              </a:cxnLst>
              <a:rect l="0" t="0" r="r" b="b"/>
              <a:pathLst>
                <a:path w="494" h="512">
                  <a:moveTo>
                    <a:pt x="494" y="446"/>
                  </a:moveTo>
                  <a:cubicBezTo>
                    <a:pt x="481" y="453"/>
                    <a:pt x="456" y="497"/>
                    <a:pt x="413" y="494"/>
                  </a:cubicBezTo>
                  <a:cubicBezTo>
                    <a:pt x="380" y="489"/>
                    <a:pt x="304" y="512"/>
                    <a:pt x="235" y="430"/>
                  </a:cubicBezTo>
                  <a:cubicBezTo>
                    <a:pt x="166" y="348"/>
                    <a:pt x="49" y="90"/>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49" name="Freeform 25"/>
            <p:cNvSpPr>
              <a:spLocks/>
            </p:cNvSpPr>
            <p:nvPr/>
          </p:nvSpPr>
          <p:spPr bwMode="auto">
            <a:xfrm>
              <a:off x="4781" y="3667"/>
              <a:ext cx="440" cy="618"/>
            </a:xfrm>
            <a:custGeom>
              <a:avLst/>
              <a:gdLst>
                <a:gd name="T0" fmla="*/ 276 w 440"/>
                <a:gd name="T1" fmla="*/ 584 h 618"/>
                <a:gd name="T2" fmla="*/ 349 w 440"/>
                <a:gd name="T3" fmla="*/ 592 h 618"/>
                <a:gd name="T4" fmla="*/ 382 w 440"/>
                <a:gd name="T5" fmla="*/ 430 h 618"/>
                <a:gd name="T6" fmla="*/ 0 w 440"/>
                <a:gd name="T7" fmla="*/ 0 h 618"/>
              </a:gdLst>
              <a:ahLst/>
              <a:cxnLst>
                <a:cxn ang="0">
                  <a:pos x="T0" y="T1"/>
                </a:cxn>
                <a:cxn ang="0">
                  <a:pos x="T2" y="T3"/>
                </a:cxn>
                <a:cxn ang="0">
                  <a:pos x="T4" y="T5"/>
                </a:cxn>
                <a:cxn ang="0">
                  <a:pos x="T6" y="T7"/>
                </a:cxn>
              </a:cxnLst>
              <a:rect l="0" t="0" r="r" b="b"/>
              <a:pathLst>
                <a:path w="440" h="618">
                  <a:moveTo>
                    <a:pt x="276" y="584"/>
                  </a:moveTo>
                  <a:cubicBezTo>
                    <a:pt x="288" y="585"/>
                    <a:pt x="331" y="618"/>
                    <a:pt x="349" y="592"/>
                  </a:cubicBezTo>
                  <a:cubicBezTo>
                    <a:pt x="367" y="566"/>
                    <a:pt x="440" y="529"/>
                    <a:pt x="382" y="430"/>
                  </a:cubicBezTo>
                  <a:cubicBezTo>
                    <a:pt x="324" y="331"/>
                    <a:pt x="80" y="90"/>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50" name="Freeform 26"/>
            <p:cNvSpPr>
              <a:spLocks/>
            </p:cNvSpPr>
            <p:nvPr/>
          </p:nvSpPr>
          <p:spPr bwMode="auto">
            <a:xfrm>
              <a:off x="4554" y="4178"/>
              <a:ext cx="284" cy="33"/>
            </a:xfrm>
            <a:custGeom>
              <a:avLst/>
              <a:gdLst>
                <a:gd name="T0" fmla="*/ 0 w 284"/>
                <a:gd name="T1" fmla="*/ 0 h 33"/>
                <a:gd name="T2" fmla="*/ 130 w 284"/>
                <a:gd name="T3" fmla="*/ 32 h 33"/>
                <a:gd name="T4" fmla="*/ 284 w 284"/>
                <a:gd name="T5" fmla="*/ 8 h 33"/>
              </a:gdLst>
              <a:ahLst/>
              <a:cxnLst>
                <a:cxn ang="0">
                  <a:pos x="T0" y="T1"/>
                </a:cxn>
                <a:cxn ang="0">
                  <a:pos x="T2" y="T3"/>
                </a:cxn>
                <a:cxn ang="0">
                  <a:pos x="T4" y="T5"/>
                </a:cxn>
              </a:cxnLst>
              <a:rect l="0" t="0" r="r" b="b"/>
              <a:pathLst>
                <a:path w="284" h="33">
                  <a:moveTo>
                    <a:pt x="0" y="0"/>
                  </a:moveTo>
                  <a:cubicBezTo>
                    <a:pt x="22" y="5"/>
                    <a:pt x="83" y="31"/>
                    <a:pt x="130" y="32"/>
                  </a:cubicBezTo>
                  <a:cubicBezTo>
                    <a:pt x="177" y="33"/>
                    <a:pt x="252" y="13"/>
                    <a:pt x="284" y="8"/>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51" name="Freeform 27"/>
            <p:cNvSpPr>
              <a:spLocks/>
            </p:cNvSpPr>
            <p:nvPr/>
          </p:nvSpPr>
          <p:spPr bwMode="auto">
            <a:xfrm>
              <a:off x="3905" y="3772"/>
              <a:ext cx="403" cy="417"/>
            </a:xfrm>
            <a:custGeom>
              <a:avLst/>
              <a:gdLst>
                <a:gd name="T0" fmla="*/ 0 w 403"/>
                <a:gd name="T1" fmla="*/ 0 h 417"/>
                <a:gd name="T2" fmla="*/ 122 w 403"/>
                <a:gd name="T3" fmla="*/ 252 h 417"/>
                <a:gd name="T4" fmla="*/ 260 w 403"/>
                <a:gd name="T5" fmla="*/ 390 h 417"/>
                <a:gd name="T6" fmla="*/ 403 w 403"/>
                <a:gd name="T7" fmla="*/ 412 h 417"/>
              </a:gdLst>
              <a:ahLst/>
              <a:cxnLst>
                <a:cxn ang="0">
                  <a:pos x="T0" y="T1"/>
                </a:cxn>
                <a:cxn ang="0">
                  <a:pos x="T2" y="T3"/>
                </a:cxn>
                <a:cxn ang="0">
                  <a:pos x="T4" y="T5"/>
                </a:cxn>
                <a:cxn ang="0">
                  <a:pos x="T6" y="T7"/>
                </a:cxn>
              </a:cxnLst>
              <a:rect l="0" t="0" r="r" b="b"/>
              <a:pathLst>
                <a:path w="403" h="417">
                  <a:moveTo>
                    <a:pt x="0" y="0"/>
                  </a:moveTo>
                  <a:cubicBezTo>
                    <a:pt x="20" y="42"/>
                    <a:pt x="79" y="187"/>
                    <a:pt x="122" y="252"/>
                  </a:cubicBezTo>
                  <a:cubicBezTo>
                    <a:pt x="122" y="252"/>
                    <a:pt x="213" y="363"/>
                    <a:pt x="260" y="390"/>
                  </a:cubicBezTo>
                  <a:cubicBezTo>
                    <a:pt x="307" y="417"/>
                    <a:pt x="373" y="408"/>
                    <a:pt x="403" y="412"/>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grpSp>
        <p:nvGrpSpPr>
          <p:cNvPr id="359452" name="Group 28"/>
          <p:cNvGrpSpPr>
            <a:grpSpLocks/>
          </p:cNvGrpSpPr>
          <p:nvPr/>
        </p:nvGrpSpPr>
        <p:grpSpPr bwMode="auto">
          <a:xfrm>
            <a:off x="1763713" y="3789363"/>
            <a:ext cx="2616200" cy="2819400"/>
            <a:chOff x="1008" y="2544"/>
            <a:chExt cx="1648" cy="1776"/>
          </a:xfrm>
        </p:grpSpPr>
        <p:grpSp>
          <p:nvGrpSpPr>
            <p:cNvPr id="359453" name="Group 29"/>
            <p:cNvGrpSpPr>
              <a:grpSpLocks/>
            </p:cNvGrpSpPr>
            <p:nvPr/>
          </p:nvGrpSpPr>
          <p:grpSpPr bwMode="auto">
            <a:xfrm>
              <a:off x="1056" y="2544"/>
              <a:ext cx="1392" cy="1680"/>
              <a:chOff x="768" y="2600"/>
              <a:chExt cx="1392" cy="1680"/>
            </a:xfrm>
          </p:grpSpPr>
          <p:sp>
            <p:nvSpPr>
              <p:cNvPr id="359454" name="Oval 30"/>
              <p:cNvSpPr>
                <a:spLocks noChangeArrowheads="1"/>
              </p:cNvSpPr>
              <p:nvPr/>
            </p:nvSpPr>
            <p:spPr bwMode="auto">
              <a:xfrm>
                <a:off x="1344" y="260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59455" name="Oval 31"/>
              <p:cNvSpPr>
                <a:spLocks noChangeArrowheads="1"/>
              </p:cNvSpPr>
              <p:nvPr/>
            </p:nvSpPr>
            <p:spPr bwMode="auto">
              <a:xfrm>
                <a:off x="768"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59456" name="Oval 32"/>
              <p:cNvSpPr>
                <a:spLocks noChangeArrowheads="1"/>
              </p:cNvSpPr>
              <p:nvPr/>
            </p:nvSpPr>
            <p:spPr bwMode="auto">
              <a:xfrm>
                <a:off x="1920"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59457" name="Oval 33"/>
              <p:cNvSpPr>
                <a:spLocks noChangeArrowheads="1"/>
              </p:cNvSpPr>
              <p:nvPr/>
            </p:nvSpPr>
            <p:spPr bwMode="auto">
              <a:xfrm>
                <a:off x="1536" y="3504"/>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59458" name="Oval 34"/>
              <p:cNvSpPr>
                <a:spLocks noChangeArrowheads="1"/>
              </p:cNvSpPr>
              <p:nvPr/>
            </p:nvSpPr>
            <p:spPr bwMode="auto">
              <a:xfrm>
                <a:off x="1152" y="3512"/>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59459" name="Oval 35"/>
              <p:cNvSpPr>
                <a:spLocks noChangeArrowheads="1"/>
              </p:cNvSpPr>
              <p:nvPr/>
            </p:nvSpPr>
            <p:spPr bwMode="auto">
              <a:xfrm>
                <a:off x="912" y="404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59460" name="Line 36"/>
              <p:cNvSpPr>
                <a:spLocks noChangeShapeType="1"/>
              </p:cNvSpPr>
              <p:nvPr/>
            </p:nvSpPr>
            <p:spPr bwMode="auto">
              <a:xfrm flipH="1">
                <a:off x="960" y="2792"/>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61" name="Line 37"/>
              <p:cNvSpPr>
                <a:spLocks noChangeShapeType="1"/>
              </p:cNvSpPr>
              <p:nvPr/>
            </p:nvSpPr>
            <p:spPr bwMode="auto">
              <a:xfrm>
                <a:off x="1536" y="2792"/>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62" name="Line 38"/>
              <p:cNvSpPr>
                <a:spLocks noChangeShapeType="1"/>
              </p:cNvSpPr>
              <p:nvPr/>
            </p:nvSpPr>
            <p:spPr bwMode="auto">
              <a:xfrm flipH="1">
                <a:off x="1728" y="3264"/>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63" name="Line 39"/>
              <p:cNvSpPr>
                <a:spLocks noChangeShapeType="1"/>
              </p:cNvSpPr>
              <p:nvPr/>
            </p:nvSpPr>
            <p:spPr bwMode="auto">
              <a:xfrm>
                <a:off x="960" y="3272"/>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9464" name="Line 40"/>
              <p:cNvSpPr>
                <a:spLocks noChangeShapeType="1"/>
              </p:cNvSpPr>
              <p:nvPr/>
            </p:nvSpPr>
            <p:spPr bwMode="auto">
              <a:xfrm flipH="1">
                <a:off x="1056" y="3704"/>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59465" name="Freeform 41"/>
            <p:cNvSpPr>
              <a:spLocks/>
            </p:cNvSpPr>
            <p:nvPr/>
          </p:nvSpPr>
          <p:spPr bwMode="auto">
            <a:xfrm>
              <a:off x="1008" y="4029"/>
              <a:ext cx="240" cy="291"/>
            </a:xfrm>
            <a:custGeom>
              <a:avLst/>
              <a:gdLst>
                <a:gd name="T0" fmla="*/ 261 w 261"/>
                <a:gd name="T1" fmla="*/ 183 h 330"/>
                <a:gd name="T2" fmla="*/ 219 w 261"/>
                <a:gd name="T3" fmla="*/ 276 h 330"/>
                <a:gd name="T4" fmla="*/ 97 w 261"/>
                <a:gd name="T5" fmla="*/ 284 h 330"/>
                <a:gd name="T6" fmla="*/ 0 w 261"/>
                <a:gd name="T7" fmla="*/ 0 h 330"/>
              </a:gdLst>
              <a:ahLst/>
              <a:cxnLst>
                <a:cxn ang="0">
                  <a:pos x="T0" y="T1"/>
                </a:cxn>
                <a:cxn ang="0">
                  <a:pos x="T2" y="T3"/>
                </a:cxn>
                <a:cxn ang="0">
                  <a:pos x="T4" y="T5"/>
                </a:cxn>
                <a:cxn ang="0">
                  <a:pos x="T6" y="T7"/>
                </a:cxn>
              </a:cxnLst>
              <a:rect l="0" t="0" r="r" b="b"/>
              <a:pathLst>
                <a:path w="261" h="330">
                  <a:moveTo>
                    <a:pt x="261" y="183"/>
                  </a:moveTo>
                  <a:cubicBezTo>
                    <a:pt x="254" y="198"/>
                    <a:pt x="246" y="259"/>
                    <a:pt x="219" y="276"/>
                  </a:cubicBezTo>
                  <a:cubicBezTo>
                    <a:pt x="192" y="293"/>
                    <a:pt x="133" y="330"/>
                    <a:pt x="97" y="284"/>
                  </a:cubicBezTo>
                  <a:cubicBezTo>
                    <a:pt x="61" y="238"/>
                    <a:pt x="20" y="59"/>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66" name="Freeform 42"/>
            <p:cNvSpPr>
              <a:spLocks/>
            </p:cNvSpPr>
            <p:nvPr/>
          </p:nvSpPr>
          <p:spPr bwMode="auto">
            <a:xfrm>
              <a:off x="1136" y="3261"/>
              <a:ext cx="300" cy="341"/>
            </a:xfrm>
            <a:custGeom>
              <a:avLst/>
              <a:gdLst>
                <a:gd name="T0" fmla="*/ 0 w 300"/>
                <a:gd name="T1" fmla="*/ 0 h 341"/>
                <a:gd name="T2" fmla="*/ 89 w 300"/>
                <a:gd name="T3" fmla="*/ 211 h 341"/>
                <a:gd name="T4" fmla="*/ 300 w 300"/>
                <a:gd name="T5" fmla="*/ 341 h 341"/>
              </a:gdLst>
              <a:ahLst/>
              <a:cxnLst>
                <a:cxn ang="0">
                  <a:pos x="T0" y="T1"/>
                </a:cxn>
                <a:cxn ang="0">
                  <a:pos x="T2" y="T3"/>
                </a:cxn>
                <a:cxn ang="0">
                  <a:pos x="T4" y="T5"/>
                </a:cxn>
              </a:cxnLst>
              <a:rect l="0" t="0" r="r" b="b"/>
              <a:pathLst>
                <a:path w="300" h="341">
                  <a:moveTo>
                    <a:pt x="0" y="0"/>
                  </a:moveTo>
                  <a:cubicBezTo>
                    <a:pt x="15" y="35"/>
                    <a:pt x="39" y="154"/>
                    <a:pt x="89" y="211"/>
                  </a:cubicBezTo>
                  <a:cubicBezTo>
                    <a:pt x="139" y="268"/>
                    <a:pt x="256" y="314"/>
                    <a:pt x="300" y="341"/>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67" name="Freeform 43"/>
            <p:cNvSpPr>
              <a:spLocks/>
            </p:cNvSpPr>
            <p:nvPr/>
          </p:nvSpPr>
          <p:spPr bwMode="auto">
            <a:xfrm>
              <a:off x="1314" y="3123"/>
              <a:ext cx="558" cy="627"/>
            </a:xfrm>
            <a:custGeom>
              <a:avLst/>
              <a:gdLst>
                <a:gd name="T0" fmla="*/ 558 w 558"/>
                <a:gd name="T1" fmla="*/ 542 h 627"/>
                <a:gd name="T2" fmla="*/ 528 w 558"/>
                <a:gd name="T3" fmla="*/ 625 h 627"/>
                <a:gd name="T4" fmla="*/ 463 w 558"/>
                <a:gd name="T5" fmla="*/ 528 h 627"/>
                <a:gd name="T6" fmla="*/ 455 w 558"/>
                <a:gd name="T7" fmla="*/ 398 h 627"/>
                <a:gd name="T8" fmla="*/ 341 w 558"/>
                <a:gd name="T9" fmla="*/ 236 h 627"/>
                <a:gd name="T10" fmla="*/ 0 w 558"/>
                <a:gd name="T11" fmla="*/ 0 h 627"/>
              </a:gdLst>
              <a:ahLst/>
              <a:cxnLst>
                <a:cxn ang="0">
                  <a:pos x="T0" y="T1"/>
                </a:cxn>
                <a:cxn ang="0">
                  <a:pos x="T2" y="T3"/>
                </a:cxn>
                <a:cxn ang="0">
                  <a:pos x="T4" y="T5"/>
                </a:cxn>
                <a:cxn ang="0">
                  <a:pos x="T6" y="T7"/>
                </a:cxn>
                <a:cxn ang="0">
                  <a:pos x="T8" y="T9"/>
                </a:cxn>
                <a:cxn ang="0">
                  <a:pos x="T10" y="T11"/>
                </a:cxn>
              </a:cxnLst>
              <a:rect l="0" t="0" r="r" b="b"/>
              <a:pathLst>
                <a:path w="558" h="627">
                  <a:moveTo>
                    <a:pt x="558" y="542"/>
                  </a:moveTo>
                  <a:cubicBezTo>
                    <a:pt x="553" y="556"/>
                    <a:pt x="544" y="627"/>
                    <a:pt x="528" y="625"/>
                  </a:cubicBezTo>
                  <a:cubicBezTo>
                    <a:pt x="512" y="623"/>
                    <a:pt x="475" y="566"/>
                    <a:pt x="463" y="528"/>
                  </a:cubicBezTo>
                  <a:cubicBezTo>
                    <a:pt x="451" y="490"/>
                    <a:pt x="475" y="447"/>
                    <a:pt x="455" y="398"/>
                  </a:cubicBezTo>
                  <a:cubicBezTo>
                    <a:pt x="430" y="390"/>
                    <a:pt x="417" y="302"/>
                    <a:pt x="341" y="236"/>
                  </a:cubicBezTo>
                  <a:cubicBezTo>
                    <a:pt x="265" y="170"/>
                    <a:pt x="71" y="49"/>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68" name="Freeform 44"/>
            <p:cNvSpPr>
              <a:spLocks/>
            </p:cNvSpPr>
            <p:nvPr/>
          </p:nvSpPr>
          <p:spPr bwMode="auto">
            <a:xfrm>
              <a:off x="1898" y="2669"/>
              <a:ext cx="758" cy="547"/>
            </a:xfrm>
            <a:custGeom>
              <a:avLst/>
              <a:gdLst>
                <a:gd name="T0" fmla="*/ 550 w 758"/>
                <a:gd name="T1" fmla="*/ 547 h 547"/>
                <a:gd name="T2" fmla="*/ 666 w 758"/>
                <a:gd name="T3" fmla="*/ 430 h 547"/>
                <a:gd name="T4" fmla="*/ 0 w 758"/>
                <a:gd name="T5" fmla="*/ 0 h 547"/>
              </a:gdLst>
              <a:ahLst/>
              <a:cxnLst>
                <a:cxn ang="0">
                  <a:pos x="T0" y="T1"/>
                </a:cxn>
                <a:cxn ang="0">
                  <a:pos x="T2" y="T3"/>
                </a:cxn>
                <a:cxn ang="0">
                  <a:pos x="T4" y="T5"/>
                </a:cxn>
              </a:cxnLst>
              <a:rect l="0" t="0" r="r" b="b"/>
              <a:pathLst>
                <a:path w="758" h="547">
                  <a:moveTo>
                    <a:pt x="550" y="547"/>
                  </a:moveTo>
                  <a:cubicBezTo>
                    <a:pt x="569" y="528"/>
                    <a:pt x="758" y="521"/>
                    <a:pt x="666" y="430"/>
                  </a:cubicBezTo>
                  <a:cubicBezTo>
                    <a:pt x="574" y="339"/>
                    <a:pt x="139" y="90"/>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69" name="Freeform 45"/>
            <p:cNvSpPr>
              <a:spLocks/>
            </p:cNvSpPr>
            <p:nvPr/>
          </p:nvSpPr>
          <p:spPr bwMode="auto">
            <a:xfrm>
              <a:off x="1395" y="3707"/>
              <a:ext cx="155" cy="535"/>
            </a:xfrm>
            <a:custGeom>
              <a:avLst/>
              <a:gdLst>
                <a:gd name="T0" fmla="*/ 0 w 155"/>
                <a:gd name="T1" fmla="*/ 487 h 535"/>
                <a:gd name="T2" fmla="*/ 65 w 155"/>
                <a:gd name="T3" fmla="*/ 520 h 535"/>
                <a:gd name="T4" fmla="*/ 106 w 155"/>
                <a:gd name="T5" fmla="*/ 398 h 535"/>
                <a:gd name="T6" fmla="*/ 155 w 155"/>
                <a:gd name="T7" fmla="*/ 0 h 535"/>
              </a:gdLst>
              <a:ahLst/>
              <a:cxnLst>
                <a:cxn ang="0">
                  <a:pos x="T0" y="T1"/>
                </a:cxn>
                <a:cxn ang="0">
                  <a:pos x="T2" y="T3"/>
                </a:cxn>
                <a:cxn ang="0">
                  <a:pos x="T4" y="T5"/>
                </a:cxn>
                <a:cxn ang="0">
                  <a:pos x="T6" y="T7"/>
                </a:cxn>
              </a:cxnLst>
              <a:rect l="0" t="0" r="r" b="b"/>
              <a:pathLst>
                <a:path w="155" h="535">
                  <a:moveTo>
                    <a:pt x="0" y="487"/>
                  </a:moveTo>
                  <a:cubicBezTo>
                    <a:pt x="9" y="492"/>
                    <a:pt x="47" y="535"/>
                    <a:pt x="65" y="520"/>
                  </a:cubicBezTo>
                  <a:cubicBezTo>
                    <a:pt x="83" y="505"/>
                    <a:pt x="91" y="485"/>
                    <a:pt x="106" y="398"/>
                  </a:cubicBezTo>
                  <a:cubicBezTo>
                    <a:pt x="121" y="311"/>
                    <a:pt x="145" y="83"/>
                    <a:pt x="155"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70" name="Freeform 46"/>
            <p:cNvSpPr>
              <a:spLocks/>
            </p:cNvSpPr>
            <p:nvPr/>
          </p:nvSpPr>
          <p:spPr bwMode="auto">
            <a:xfrm>
              <a:off x="1290" y="3180"/>
              <a:ext cx="448" cy="483"/>
            </a:xfrm>
            <a:custGeom>
              <a:avLst/>
              <a:gdLst>
                <a:gd name="T0" fmla="*/ 342 w 448"/>
                <a:gd name="T1" fmla="*/ 483 h 483"/>
                <a:gd name="T2" fmla="*/ 438 w 448"/>
                <a:gd name="T3" fmla="*/ 430 h 483"/>
                <a:gd name="T4" fmla="*/ 284 w 448"/>
                <a:gd name="T5" fmla="*/ 195 h 483"/>
                <a:gd name="T6" fmla="*/ 0 w 448"/>
                <a:gd name="T7" fmla="*/ 0 h 483"/>
              </a:gdLst>
              <a:ahLst/>
              <a:cxnLst>
                <a:cxn ang="0">
                  <a:pos x="T0" y="T1"/>
                </a:cxn>
                <a:cxn ang="0">
                  <a:pos x="T2" y="T3"/>
                </a:cxn>
                <a:cxn ang="0">
                  <a:pos x="T4" y="T5"/>
                </a:cxn>
                <a:cxn ang="0">
                  <a:pos x="T6" y="T7"/>
                </a:cxn>
              </a:cxnLst>
              <a:rect l="0" t="0" r="r" b="b"/>
              <a:pathLst>
                <a:path w="448" h="483">
                  <a:moveTo>
                    <a:pt x="342" y="483"/>
                  </a:moveTo>
                  <a:cubicBezTo>
                    <a:pt x="358" y="474"/>
                    <a:pt x="448" y="478"/>
                    <a:pt x="438" y="430"/>
                  </a:cubicBezTo>
                  <a:cubicBezTo>
                    <a:pt x="428" y="382"/>
                    <a:pt x="357" y="267"/>
                    <a:pt x="284" y="195"/>
                  </a:cubicBezTo>
                  <a:cubicBezTo>
                    <a:pt x="211" y="123"/>
                    <a:pt x="59" y="41"/>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59471" name="Freeform 47"/>
            <p:cNvSpPr>
              <a:spLocks/>
            </p:cNvSpPr>
            <p:nvPr/>
          </p:nvSpPr>
          <p:spPr bwMode="auto">
            <a:xfrm>
              <a:off x="2036" y="3264"/>
              <a:ext cx="268" cy="445"/>
            </a:xfrm>
            <a:custGeom>
              <a:avLst/>
              <a:gdLst>
                <a:gd name="T0" fmla="*/ 0 w 268"/>
                <a:gd name="T1" fmla="*/ 395 h 445"/>
                <a:gd name="T2" fmla="*/ 106 w 268"/>
                <a:gd name="T3" fmla="*/ 379 h 445"/>
                <a:gd name="T4" fmla="*/ 268 w 268"/>
                <a:gd name="T5" fmla="*/ 0 h 445"/>
              </a:gdLst>
              <a:ahLst/>
              <a:cxnLst>
                <a:cxn ang="0">
                  <a:pos x="T0" y="T1"/>
                </a:cxn>
                <a:cxn ang="0">
                  <a:pos x="T2" y="T3"/>
                </a:cxn>
                <a:cxn ang="0">
                  <a:pos x="T4" y="T5"/>
                </a:cxn>
              </a:cxnLst>
              <a:rect l="0" t="0" r="r" b="b"/>
              <a:pathLst>
                <a:path w="268" h="445">
                  <a:moveTo>
                    <a:pt x="0" y="395"/>
                  </a:moveTo>
                  <a:cubicBezTo>
                    <a:pt x="18" y="392"/>
                    <a:pt x="61" y="445"/>
                    <a:pt x="106" y="379"/>
                  </a:cubicBezTo>
                  <a:cubicBezTo>
                    <a:pt x="151" y="313"/>
                    <a:pt x="234" y="79"/>
                    <a:pt x="268"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sp>
        <p:nvSpPr>
          <p:cNvPr id="359472" name="Rectangle 48"/>
          <p:cNvSpPr>
            <a:spLocks noChangeArrowheads="1"/>
          </p:cNvSpPr>
          <p:nvPr/>
        </p:nvSpPr>
        <p:spPr bwMode="auto">
          <a:xfrm>
            <a:off x="-685800" y="1617663"/>
            <a:ext cx="10591800"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8" rIns="91436" bIns="45718"/>
          <a:lstStyle>
            <a:lvl1pPr marL="342900" indent="-342900">
              <a:spcBef>
                <a:spcPct val="20000"/>
              </a:spcBef>
              <a:buChar char="•"/>
              <a:defRPr sz="3600">
                <a:solidFill>
                  <a:schemeClr val="tx1"/>
                </a:solidFill>
                <a:latin typeface="Arial" charset="0"/>
                <a:ea typeface="宋体" charset="-122"/>
              </a:defRPr>
            </a:lvl1pPr>
            <a:lvl2pPr marL="742950" indent="-285750">
              <a:spcBef>
                <a:spcPct val="20000"/>
              </a:spcBef>
              <a:buChar char="–"/>
              <a:defRPr sz="3200">
                <a:solidFill>
                  <a:schemeClr val="tx1"/>
                </a:solidFill>
                <a:latin typeface="Arial" charset="0"/>
                <a:ea typeface="宋体" charset="-122"/>
              </a:defRPr>
            </a:lvl2pPr>
            <a:lvl3pPr marL="1143000" indent="-228600">
              <a:spcBef>
                <a:spcPct val="20000"/>
              </a:spcBef>
              <a:buChar char="•"/>
              <a:defRPr sz="2800">
                <a:solidFill>
                  <a:schemeClr val="tx1"/>
                </a:solidFill>
                <a:latin typeface="Arial" charset="0"/>
                <a:ea typeface="宋体" charset="-122"/>
              </a:defRPr>
            </a:lvl3pPr>
            <a:lvl4pPr marL="1600200" indent="-228600">
              <a:spcBef>
                <a:spcPct val="20000"/>
              </a:spcBef>
              <a:buChar char="–"/>
              <a:defRPr sz="24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lvl="2">
              <a:lnSpc>
                <a:spcPct val="120000"/>
              </a:lnSpc>
              <a:buFontTx/>
              <a:buNone/>
            </a:pPr>
            <a:r>
              <a:rPr lang="en-US" altLang="zh-CN">
                <a:ea typeface="楷体_GB2312" charset="0"/>
              </a:rPr>
              <a:t>a) </a:t>
            </a:r>
            <a:r>
              <a:rPr lang="zh-CN" altLang="en-US">
                <a:ea typeface="楷体_GB2312" charset="0"/>
              </a:rPr>
              <a:t>若该结点</a:t>
            </a:r>
            <a:r>
              <a:rPr lang="zh-CN" altLang="en-US" u="sng">
                <a:ea typeface="楷体_GB2312" charset="0"/>
              </a:rPr>
              <a:t>无左孩子</a:t>
            </a:r>
            <a:r>
              <a:rPr lang="zh-CN" altLang="en-US">
                <a:ea typeface="楷体_GB2312" charset="0"/>
              </a:rPr>
              <a:t>，则其</a:t>
            </a:r>
            <a:r>
              <a:rPr lang="zh-CN" altLang="en-US" u="sng">
                <a:ea typeface="楷体_GB2312" charset="0"/>
              </a:rPr>
              <a:t>前驱由</a:t>
            </a:r>
            <a:r>
              <a:rPr lang="en-US" altLang="zh-CN" u="sng">
                <a:ea typeface="楷体_GB2312" charset="0"/>
              </a:rPr>
              <a:t>lchild</a:t>
            </a:r>
            <a:r>
              <a:rPr lang="zh-CN" altLang="en-US" u="sng">
                <a:ea typeface="楷体_GB2312" charset="0"/>
              </a:rPr>
              <a:t>指向</a:t>
            </a:r>
            <a:r>
              <a:rPr lang="zh-CN" altLang="en-US">
                <a:ea typeface="楷体_GB2312" charset="0"/>
              </a:rPr>
              <a:t>。</a:t>
            </a:r>
          </a:p>
        </p:txBody>
      </p:sp>
      <p:sp>
        <p:nvSpPr>
          <p:cNvPr id="359473" name="Rectangle 49"/>
          <p:cNvSpPr>
            <a:spLocks noChangeArrowheads="1"/>
          </p:cNvSpPr>
          <p:nvPr/>
        </p:nvSpPr>
        <p:spPr bwMode="auto">
          <a:xfrm>
            <a:off x="-685800" y="2209800"/>
            <a:ext cx="10591800"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8" rIns="91436" bIns="45718"/>
          <a:lstStyle>
            <a:lvl1pPr marL="342900" indent="-342900">
              <a:spcBef>
                <a:spcPct val="20000"/>
              </a:spcBef>
              <a:buChar char="•"/>
              <a:defRPr sz="3600">
                <a:solidFill>
                  <a:schemeClr val="tx1"/>
                </a:solidFill>
                <a:latin typeface="Arial" charset="0"/>
                <a:ea typeface="宋体" charset="-122"/>
              </a:defRPr>
            </a:lvl1pPr>
            <a:lvl2pPr marL="742950" indent="-285750">
              <a:spcBef>
                <a:spcPct val="20000"/>
              </a:spcBef>
              <a:buChar char="–"/>
              <a:defRPr sz="3200">
                <a:solidFill>
                  <a:schemeClr val="tx1"/>
                </a:solidFill>
                <a:latin typeface="Arial" charset="0"/>
                <a:ea typeface="宋体" charset="-122"/>
              </a:defRPr>
            </a:lvl2pPr>
            <a:lvl3pPr marL="1143000" indent="-228600">
              <a:spcBef>
                <a:spcPct val="20000"/>
              </a:spcBef>
              <a:buChar char="•"/>
              <a:defRPr sz="2800">
                <a:solidFill>
                  <a:schemeClr val="tx1"/>
                </a:solidFill>
                <a:latin typeface="Arial" charset="0"/>
                <a:ea typeface="宋体" charset="-122"/>
              </a:defRPr>
            </a:lvl3pPr>
            <a:lvl4pPr marL="1600200" indent="-228600">
              <a:spcBef>
                <a:spcPct val="20000"/>
              </a:spcBef>
              <a:buChar char="–"/>
              <a:defRPr sz="24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lvl="2">
              <a:lnSpc>
                <a:spcPct val="120000"/>
              </a:lnSpc>
              <a:buFontTx/>
              <a:buNone/>
            </a:pPr>
            <a:r>
              <a:rPr lang="en-US" altLang="zh-CN">
                <a:ea typeface="楷体_GB2312" charset="0"/>
              </a:rPr>
              <a:t>b) </a:t>
            </a:r>
            <a:r>
              <a:rPr lang="zh-CN" altLang="en-US">
                <a:ea typeface="楷体_GB2312" charset="0"/>
              </a:rPr>
              <a:t>若该结点</a:t>
            </a:r>
            <a:r>
              <a:rPr lang="zh-CN" altLang="en-US" u="sng">
                <a:ea typeface="楷体_GB2312" charset="0"/>
              </a:rPr>
              <a:t>有左孩子且有右孩子</a:t>
            </a:r>
            <a:r>
              <a:rPr lang="zh-CN" altLang="en-US">
                <a:ea typeface="楷体_GB2312" charset="0"/>
              </a:rPr>
              <a:t>，则其</a:t>
            </a:r>
            <a:r>
              <a:rPr lang="zh-CN" altLang="en-US" u="sng">
                <a:ea typeface="楷体_GB2312" charset="0"/>
              </a:rPr>
              <a:t>前驱</a:t>
            </a:r>
            <a:r>
              <a:rPr lang="zh-CN" altLang="en-US">
                <a:ea typeface="楷体_GB2312" charset="0"/>
              </a:rPr>
              <a:t>为</a:t>
            </a:r>
            <a:r>
              <a:rPr lang="zh-CN" altLang="en-US" u="sng">
                <a:ea typeface="楷体_GB2312" charset="0"/>
              </a:rPr>
              <a:t>其右孩子</a:t>
            </a:r>
            <a:r>
              <a:rPr lang="zh-CN" altLang="en-US">
                <a:ea typeface="楷体_GB2312" charset="0"/>
              </a:rPr>
              <a:t>；</a:t>
            </a:r>
            <a:br>
              <a:rPr lang="zh-CN" altLang="en-US">
                <a:ea typeface="楷体_GB2312" charset="0"/>
              </a:rPr>
            </a:br>
            <a:endParaRPr lang="zh-CN" altLang="en-US">
              <a:ea typeface="楷体_GB2312" charset="0"/>
            </a:endParaRPr>
          </a:p>
        </p:txBody>
      </p:sp>
      <p:sp>
        <p:nvSpPr>
          <p:cNvPr id="359474" name="Rectangle 50"/>
          <p:cNvSpPr>
            <a:spLocks noChangeArrowheads="1"/>
          </p:cNvSpPr>
          <p:nvPr/>
        </p:nvSpPr>
        <p:spPr bwMode="auto">
          <a:xfrm>
            <a:off x="-609600" y="2895600"/>
            <a:ext cx="1059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8" rIns="91436" bIns="45718"/>
          <a:lstStyle>
            <a:lvl1pPr marL="342900" indent="-342900">
              <a:spcBef>
                <a:spcPct val="20000"/>
              </a:spcBef>
              <a:buChar char="•"/>
              <a:defRPr sz="3600">
                <a:solidFill>
                  <a:schemeClr val="tx1"/>
                </a:solidFill>
                <a:latin typeface="Arial" charset="0"/>
                <a:ea typeface="宋体" charset="-122"/>
              </a:defRPr>
            </a:lvl1pPr>
            <a:lvl2pPr marL="742950" indent="-285750">
              <a:spcBef>
                <a:spcPct val="20000"/>
              </a:spcBef>
              <a:buChar char="–"/>
              <a:defRPr sz="3200">
                <a:solidFill>
                  <a:schemeClr val="tx1"/>
                </a:solidFill>
                <a:latin typeface="Arial" charset="0"/>
                <a:ea typeface="宋体" charset="-122"/>
              </a:defRPr>
            </a:lvl2pPr>
            <a:lvl3pPr marL="1143000" indent="-228600">
              <a:spcBef>
                <a:spcPct val="20000"/>
              </a:spcBef>
              <a:buChar char="•"/>
              <a:defRPr sz="2800">
                <a:solidFill>
                  <a:schemeClr val="tx1"/>
                </a:solidFill>
                <a:latin typeface="Arial" charset="0"/>
                <a:ea typeface="宋体" charset="-122"/>
              </a:defRPr>
            </a:lvl3pPr>
            <a:lvl4pPr marL="1600200" indent="-228600">
              <a:spcBef>
                <a:spcPct val="20000"/>
              </a:spcBef>
              <a:buChar char="–"/>
              <a:defRPr sz="2400">
                <a:solidFill>
                  <a:schemeClr val="tx1"/>
                </a:solidFill>
                <a:latin typeface="Arial" charset="0"/>
                <a:ea typeface="宋体" charset="-122"/>
              </a:defRPr>
            </a:lvl4pPr>
            <a:lvl5pPr marL="2057400" indent="-228600">
              <a:spcBef>
                <a:spcPct val="20000"/>
              </a:spcBef>
              <a:buChar char="»"/>
              <a:defRPr sz="2000">
                <a:solidFill>
                  <a:schemeClr val="tx1"/>
                </a:solidFill>
                <a:latin typeface="Arial" charset="0"/>
                <a:ea typeface="宋体" charset="-122"/>
              </a:defRPr>
            </a:lvl5pPr>
            <a:lvl6pPr marL="2514600" indent="-228600" fontAlgn="base">
              <a:spcBef>
                <a:spcPct val="20000"/>
              </a:spcBef>
              <a:spcAft>
                <a:spcPct val="0"/>
              </a:spcAft>
              <a:buChar char="»"/>
              <a:defRPr sz="2000">
                <a:solidFill>
                  <a:schemeClr val="tx1"/>
                </a:solidFill>
                <a:latin typeface="Arial" charset="0"/>
                <a:ea typeface="宋体" charset="-122"/>
              </a:defRPr>
            </a:lvl6pPr>
            <a:lvl7pPr marL="2971800" indent="-228600" fontAlgn="base">
              <a:spcBef>
                <a:spcPct val="20000"/>
              </a:spcBef>
              <a:spcAft>
                <a:spcPct val="0"/>
              </a:spcAft>
              <a:buChar char="»"/>
              <a:defRPr sz="2000">
                <a:solidFill>
                  <a:schemeClr val="tx1"/>
                </a:solidFill>
                <a:latin typeface="Arial" charset="0"/>
                <a:ea typeface="宋体" charset="-122"/>
              </a:defRPr>
            </a:lvl7pPr>
            <a:lvl8pPr marL="3429000" indent="-228600" fontAlgn="base">
              <a:spcBef>
                <a:spcPct val="20000"/>
              </a:spcBef>
              <a:spcAft>
                <a:spcPct val="0"/>
              </a:spcAft>
              <a:buChar char="»"/>
              <a:defRPr sz="2000">
                <a:solidFill>
                  <a:schemeClr val="tx1"/>
                </a:solidFill>
                <a:latin typeface="Arial" charset="0"/>
                <a:ea typeface="宋体" charset="-122"/>
              </a:defRPr>
            </a:lvl8pPr>
            <a:lvl9pPr marL="3886200" indent="-228600" fontAlgn="base">
              <a:spcBef>
                <a:spcPct val="20000"/>
              </a:spcBef>
              <a:spcAft>
                <a:spcPct val="0"/>
              </a:spcAft>
              <a:buChar char="»"/>
              <a:defRPr sz="2000">
                <a:solidFill>
                  <a:schemeClr val="tx1"/>
                </a:solidFill>
                <a:latin typeface="Arial" charset="0"/>
                <a:ea typeface="宋体" charset="-122"/>
              </a:defRPr>
            </a:lvl9pPr>
          </a:lstStyle>
          <a:p>
            <a:pPr lvl="2">
              <a:lnSpc>
                <a:spcPct val="120000"/>
              </a:lnSpc>
              <a:buFontTx/>
              <a:buNone/>
            </a:pPr>
            <a:r>
              <a:rPr lang="en-US" altLang="zh-CN">
                <a:ea typeface="楷体_GB2312" charset="0"/>
              </a:rPr>
              <a:t>c) </a:t>
            </a:r>
            <a:r>
              <a:rPr lang="zh-CN" altLang="en-US">
                <a:ea typeface="楷体_GB2312" charset="0"/>
              </a:rPr>
              <a:t>若该结点</a:t>
            </a:r>
            <a:r>
              <a:rPr lang="zh-CN" altLang="en-US" u="sng">
                <a:ea typeface="楷体_GB2312" charset="0"/>
              </a:rPr>
              <a:t>有左孩子且无右孩子</a:t>
            </a:r>
            <a:r>
              <a:rPr lang="zh-CN" altLang="en-US">
                <a:ea typeface="楷体_GB2312" charset="0"/>
              </a:rPr>
              <a:t>，则其</a:t>
            </a:r>
            <a:r>
              <a:rPr lang="zh-CN" altLang="en-US" u="sng">
                <a:ea typeface="楷体_GB2312" charset="0"/>
              </a:rPr>
              <a:t>前驱</a:t>
            </a:r>
            <a:r>
              <a:rPr lang="zh-CN" altLang="en-US">
                <a:ea typeface="楷体_GB2312" charset="0"/>
              </a:rPr>
              <a:t>为</a:t>
            </a:r>
            <a:r>
              <a:rPr lang="zh-CN" altLang="en-US" u="sng">
                <a:ea typeface="楷体_GB2312" charset="0"/>
              </a:rPr>
              <a:t>其左孩子</a:t>
            </a:r>
            <a:r>
              <a:rPr lang="zh-CN" altLang="en-US">
                <a:ea typeface="楷体_GB2312" charset="0"/>
              </a:rPr>
              <a:t>。</a:t>
            </a:r>
          </a:p>
        </p:txBody>
      </p:sp>
    </p:spTree>
    <p:extLst>
      <p:ext uri="{BB962C8B-B14F-4D97-AF65-F5344CB8AC3E}">
        <p14:creationId xmlns:p14="http://schemas.microsoft.com/office/powerpoint/2010/main" val="358455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9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72" grpId="0"/>
      <p:bldP spid="359473" grpId="0"/>
      <p:bldP spid="359474"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zh-CN" altLang="en-US" sz="2400"/>
              <a:t>后序线索二叉树 </a:t>
            </a:r>
            <a:r>
              <a:rPr lang="en-US" altLang="zh-CN" sz="2400"/>
              <a:t>vs </a:t>
            </a:r>
            <a:r>
              <a:rPr lang="zh-CN" altLang="en-US" sz="2400"/>
              <a:t>先序线索二叉树</a:t>
            </a:r>
            <a:r>
              <a:rPr lang="en-US" altLang="zh-CN" sz="2400"/>
              <a:t>(3)</a:t>
            </a:r>
          </a:p>
        </p:txBody>
      </p:sp>
      <p:sp>
        <p:nvSpPr>
          <p:cNvPr id="360451" name="Rectangle 3"/>
          <p:cNvSpPr>
            <a:spLocks noGrp="1" noChangeArrowheads="1"/>
          </p:cNvSpPr>
          <p:nvPr>
            <p:ph type="body" idx="1"/>
          </p:nvPr>
        </p:nvSpPr>
        <p:spPr>
          <a:xfrm>
            <a:off x="1066800" y="1066800"/>
            <a:ext cx="7391400" cy="685800"/>
          </a:xfrm>
        </p:spPr>
        <p:txBody>
          <a:bodyPr/>
          <a:lstStyle/>
          <a:p>
            <a:pPr>
              <a:lnSpc>
                <a:spcPct val="120000"/>
              </a:lnSpc>
            </a:pPr>
            <a:r>
              <a:rPr lang="zh-CN" altLang="en-US" sz="2800"/>
              <a:t>如何在先序线索二叉树上找结点的后继？ </a:t>
            </a:r>
            <a:endParaRPr lang="zh-CN" altLang="en-US" sz="2800">
              <a:ea typeface="楷体_GB2312" charset="0"/>
            </a:endParaRPr>
          </a:p>
        </p:txBody>
      </p:sp>
      <p:sp>
        <p:nvSpPr>
          <p:cNvPr id="360452"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360453" name="Group 5"/>
          <p:cNvGrpSpPr>
            <a:grpSpLocks/>
          </p:cNvGrpSpPr>
          <p:nvPr/>
        </p:nvGrpSpPr>
        <p:grpSpPr bwMode="auto">
          <a:xfrm>
            <a:off x="4824413" y="3824288"/>
            <a:ext cx="3394075" cy="2730500"/>
            <a:chOff x="0" y="1392"/>
            <a:chExt cx="2138" cy="1720"/>
          </a:xfrm>
        </p:grpSpPr>
        <p:grpSp>
          <p:nvGrpSpPr>
            <p:cNvPr id="360454" name="Group 6"/>
            <p:cNvGrpSpPr>
              <a:grpSpLocks/>
            </p:cNvGrpSpPr>
            <p:nvPr/>
          </p:nvGrpSpPr>
          <p:grpSpPr bwMode="auto">
            <a:xfrm>
              <a:off x="164" y="1392"/>
              <a:ext cx="1824" cy="1680"/>
              <a:chOff x="3648" y="2496"/>
              <a:chExt cx="1824" cy="1680"/>
            </a:xfrm>
          </p:grpSpPr>
          <p:sp>
            <p:nvSpPr>
              <p:cNvPr id="360455" name="Oval 7"/>
              <p:cNvSpPr>
                <a:spLocks noChangeArrowheads="1"/>
              </p:cNvSpPr>
              <p:nvPr/>
            </p:nvSpPr>
            <p:spPr bwMode="auto">
              <a:xfrm>
                <a:off x="4656" y="249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60456" name="Oval 8"/>
              <p:cNvSpPr>
                <a:spLocks noChangeArrowheads="1"/>
              </p:cNvSpPr>
              <p:nvPr/>
            </p:nvSpPr>
            <p:spPr bwMode="auto">
              <a:xfrm>
                <a:off x="4080"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60457" name="Oval 9"/>
              <p:cNvSpPr>
                <a:spLocks noChangeArrowheads="1"/>
              </p:cNvSpPr>
              <p:nvPr/>
            </p:nvSpPr>
            <p:spPr bwMode="auto">
              <a:xfrm>
                <a:off x="5232"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60458" name="Oval 10"/>
              <p:cNvSpPr>
                <a:spLocks noChangeArrowheads="1"/>
              </p:cNvSpPr>
              <p:nvPr/>
            </p:nvSpPr>
            <p:spPr bwMode="auto">
              <a:xfrm>
                <a:off x="3648" y="345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60459" name="Oval 11"/>
              <p:cNvSpPr>
                <a:spLocks noChangeArrowheads="1"/>
              </p:cNvSpPr>
              <p:nvPr/>
            </p:nvSpPr>
            <p:spPr bwMode="auto">
              <a:xfrm>
                <a:off x="4464" y="3408"/>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60460" name="Oval 12"/>
              <p:cNvSpPr>
                <a:spLocks noChangeArrowheads="1"/>
              </p:cNvSpPr>
              <p:nvPr/>
            </p:nvSpPr>
            <p:spPr bwMode="auto">
              <a:xfrm>
                <a:off x="4224"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60461" name="Oval 13"/>
              <p:cNvSpPr>
                <a:spLocks noChangeArrowheads="1"/>
              </p:cNvSpPr>
              <p:nvPr/>
            </p:nvSpPr>
            <p:spPr bwMode="auto">
              <a:xfrm>
                <a:off x="4752"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7</a:t>
                </a:r>
              </a:p>
            </p:txBody>
          </p:sp>
          <p:sp>
            <p:nvSpPr>
              <p:cNvPr id="360462" name="Line 14"/>
              <p:cNvSpPr>
                <a:spLocks noChangeShapeType="1"/>
              </p:cNvSpPr>
              <p:nvPr/>
            </p:nvSpPr>
            <p:spPr bwMode="auto">
              <a:xfrm flipH="1">
                <a:off x="4272" y="2688"/>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63" name="Line 15"/>
              <p:cNvSpPr>
                <a:spLocks noChangeShapeType="1"/>
              </p:cNvSpPr>
              <p:nvPr/>
            </p:nvSpPr>
            <p:spPr bwMode="auto">
              <a:xfrm>
                <a:off x="4848" y="2688"/>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64" name="Line 16"/>
              <p:cNvSpPr>
                <a:spLocks noChangeShapeType="1"/>
              </p:cNvSpPr>
              <p:nvPr/>
            </p:nvSpPr>
            <p:spPr bwMode="auto">
              <a:xfrm flipH="1">
                <a:off x="3840" y="3168"/>
                <a:ext cx="288"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65" name="Line 17"/>
              <p:cNvSpPr>
                <a:spLocks noChangeShapeType="1"/>
              </p:cNvSpPr>
              <p:nvPr/>
            </p:nvSpPr>
            <p:spPr bwMode="auto">
              <a:xfrm>
                <a:off x="4272" y="3168"/>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66" name="Line 18"/>
              <p:cNvSpPr>
                <a:spLocks noChangeShapeType="1"/>
              </p:cNvSpPr>
              <p:nvPr/>
            </p:nvSpPr>
            <p:spPr bwMode="auto">
              <a:xfrm flipH="1">
                <a:off x="4368" y="3600"/>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67" name="Line 19"/>
              <p:cNvSpPr>
                <a:spLocks noChangeShapeType="1"/>
              </p:cNvSpPr>
              <p:nvPr/>
            </p:nvSpPr>
            <p:spPr bwMode="auto">
              <a:xfrm>
                <a:off x="4656" y="3600"/>
                <a:ext cx="192"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60468" name="Freeform 20"/>
            <p:cNvSpPr>
              <a:spLocks/>
            </p:cNvSpPr>
            <p:nvPr/>
          </p:nvSpPr>
          <p:spPr bwMode="auto">
            <a:xfrm>
              <a:off x="0" y="1963"/>
              <a:ext cx="589" cy="626"/>
            </a:xfrm>
            <a:custGeom>
              <a:avLst/>
              <a:gdLst>
                <a:gd name="T0" fmla="*/ 212 w 589"/>
                <a:gd name="T1" fmla="*/ 598 h 626"/>
                <a:gd name="T2" fmla="*/ 126 w 589"/>
                <a:gd name="T3" fmla="*/ 609 h 626"/>
                <a:gd name="T4" fmla="*/ 77 w 589"/>
                <a:gd name="T5" fmla="*/ 495 h 626"/>
                <a:gd name="T6" fmla="*/ 589 w 589"/>
                <a:gd name="T7" fmla="*/ 0 h 626"/>
              </a:gdLst>
              <a:ahLst/>
              <a:cxnLst>
                <a:cxn ang="0">
                  <a:pos x="T0" y="T1"/>
                </a:cxn>
                <a:cxn ang="0">
                  <a:pos x="T2" y="T3"/>
                </a:cxn>
                <a:cxn ang="0">
                  <a:pos x="T4" y="T5"/>
                </a:cxn>
                <a:cxn ang="0">
                  <a:pos x="T6" y="T7"/>
                </a:cxn>
              </a:cxnLst>
              <a:rect l="0" t="0" r="r" b="b"/>
              <a:pathLst>
                <a:path w="589" h="626">
                  <a:moveTo>
                    <a:pt x="212" y="598"/>
                  </a:moveTo>
                  <a:cubicBezTo>
                    <a:pt x="198" y="600"/>
                    <a:pt x="148" y="626"/>
                    <a:pt x="126" y="609"/>
                  </a:cubicBezTo>
                  <a:cubicBezTo>
                    <a:pt x="104" y="592"/>
                    <a:pt x="0" y="596"/>
                    <a:pt x="77" y="495"/>
                  </a:cubicBezTo>
                  <a:cubicBezTo>
                    <a:pt x="154" y="394"/>
                    <a:pt x="482" y="103"/>
                    <a:pt x="589"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69" name="Freeform 21"/>
            <p:cNvSpPr>
              <a:spLocks/>
            </p:cNvSpPr>
            <p:nvPr/>
          </p:nvSpPr>
          <p:spPr bwMode="auto">
            <a:xfrm>
              <a:off x="1992" y="1882"/>
              <a:ext cx="146" cy="225"/>
            </a:xfrm>
            <a:custGeom>
              <a:avLst/>
              <a:gdLst>
                <a:gd name="T0" fmla="*/ 0 w 146"/>
                <a:gd name="T1" fmla="*/ 179 h 225"/>
                <a:gd name="T2" fmla="*/ 114 w 146"/>
                <a:gd name="T3" fmla="*/ 195 h 225"/>
                <a:gd name="T4" fmla="*/ 146 w 146"/>
                <a:gd name="T5" fmla="*/ 0 h 225"/>
              </a:gdLst>
              <a:ahLst/>
              <a:cxnLst>
                <a:cxn ang="0">
                  <a:pos x="T0" y="T1"/>
                </a:cxn>
                <a:cxn ang="0">
                  <a:pos x="T2" y="T3"/>
                </a:cxn>
                <a:cxn ang="0">
                  <a:pos x="T4" y="T5"/>
                </a:cxn>
              </a:cxnLst>
              <a:rect l="0" t="0" r="r" b="b"/>
              <a:pathLst>
                <a:path w="146" h="225">
                  <a:moveTo>
                    <a:pt x="0" y="179"/>
                  </a:moveTo>
                  <a:cubicBezTo>
                    <a:pt x="19" y="182"/>
                    <a:pt x="90" y="225"/>
                    <a:pt x="114" y="195"/>
                  </a:cubicBezTo>
                  <a:cubicBezTo>
                    <a:pt x="138" y="165"/>
                    <a:pt x="139" y="41"/>
                    <a:pt x="146"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70" name="Freeform 22"/>
            <p:cNvSpPr>
              <a:spLocks/>
            </p:cNvSpPr>
            <p:nvPr/>
          </p:nvSpPr>
          <p:spPr bwMode="auto">
            <a:xfrm>
              <a:off x="962" y="3035"/>
              <a:ext cx="376" cy="77"/>
            </a:xfrm>
            <a:custGeom>
              <a:avLst/>
              <a:gdLst>
                <a:gd name="T0" fmla="*/ 376 w 376"/>
                <a:gd name="T1" fmla="*/ 24 h 77"/>
                <a:gd name="T2" fmla="*/ 194 w 376"/>
                <a:gd name="T3" fmla="*/ 73 h 77"/>
                <a:gd name="T4" fmla="*/ 0 w 376"/>
                <a:gd name="T5" fmla="*/ 0 h 77"/>
              </a:gdLst>
              <a:ahLst/>
              <a:cxnLst>
                <a:cxn ang="0">
                  <a:pos x="T0" y="T1"/>
                </a:cxn>
                <a:cxn ang="0">
                  <a:pos x="T2" y="T3"/>
                </a:cxn>
                <a:cxn ang="0">
                  <a:pos x="T4" y="T5"/>
                </a:cxn>
              </a:cxnLst>
              <a:rect l="0" t="0" r="r" b="b"/>
              <a:pathLst>
                <a:path w="376" h="77">
                  <a:moveTo>
                    <a:pt x="376" y="24"/>
                  </a:moveTo>
                  <a:cubicBezTo>
                    <a:pt x="346" y="32"/>
                    <a:pt x="257" y="77"/>
                    <a:pt x="194" y="73"/>
                  </a:cubicBezTo>
                  <a:cubicBezTo>
                    <a:pt x="131" y="69"/>
                    <a:pt x="40" y="15"/>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71" name="Freeform 23"/>
            <p:cNvSpPr>
              <a:spLocks/>
            </p:cNvSpPr>
            <p:nvPr/>
          </p:nvSpPr>
          <p:spPr bwMode="auto">
            <a:xfrm>
              <a:off x="1497" y="2093"/>
              <a:ext cx="406" cy="993"/>
            </a:xfrm>
            <a:custGeom>
              <a:avLst/>
              <a:gdLst>
                <a:gd name="T0" fmla="*/ 406 w 406"/>
                <a:gd name="T1" fmla="*/ 0 h 993"/>
                <a:gd name="T2" fmla="*/ 365 w 406"/>
                <a:gd name="T3" fmla="*/ 349 h 993"/>
                <a:gd name="T4" fmla="*/ 187 w 406"/>
                <a:gd name="T5" fmla="*/ 892 h 993"/>
                <a:gd name="T6" fmla="*/ 0 w 406"/>
                <a:gd name="T7" fmla="*/ 957 h 993"/>
              </a:gdLst>
              <a:ahLst/>
              <a:cxnLst>
                <a:cxn ang="0">
                  <a:pos x="T0" y="T1"/>
                </a:cxn>
                <a:cxn ang="0">
                  <a:pos x="T2" y="T3"/>
                </a:cxn>
                <a:cxn ang="0">
                  <a:pos x="T4" y="T5"/>
                </a:cxn>
                <a:cxn ang="0">
                  <a:pos x="T6" y="T7"/>
                </a:cxn>
              </a:cxnLst>
              <a:rect l="0" t="0" r="r" b="b"/>
              <a:pathLst>
                <a:path w="406" h="993">
                  <a:moveTo>
                    <a:pt x="406" y="0"/>
                  </a:moveTo>
                  <a:cubicBezTo>
                    <a:pt x="399" y="58"/>
                    <a:pt x="401" y="200"/>
                    <a:pt x="365" y="349"/>
                  </a:cubicBezTo>
                  <a:cubicBezTo>
                    <a:pt x="329" y="498"/>
                    <a:pt x="248" y="791"/>
                    <a:pt x="187" y="892"/>
                  </a:cubicBezTo>
                  <a:cubicBezTo>
                    <a:pt x="126" y="993"/>
                    <a:pt x="39" y="944"/>
                    <a:pt x="0" y="957"/>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72" name="Freeform 24"/>
            <p:cNvSpPr>
              <a:spLocks/>
            </p:cNvSpPr>
            <p:nvPr/>
          </p:nvSpPr>
          <p:spPr bwMode="auto">
            <a:xfrm>
              <a:off x="622" y="2496"/>
              <a:ext cx="359" cy="597"/>
            </a:xfrm>
            <a:custGeom>
              <a:avLst/>
              <a:gdLst>
                <a:gd name="T0" fmla="*/ 186 w 359"/>
                <a:gd name="T1" fmla="*/ 562 h 597"/>
                <a:gd name="T2" fmla="*/ 72 w 359"/>
                <a:gd name="T3" fmla="*/ 571 h 597"/>
                <a:gd name="T4" fmla="*/ 48 w 359"/>
                <a:gd name="T5" fmla="*/ 408 h 597"/>
                <a:gd name="T6" fmla="*/ 359 w 359"/>
                <a:gd name="T7" fmla="*/ 0 h 597"/>
              </a:gdLst>
              <a:ahLst/>
              <a:cxnLst>
                <a:cxn ang="0">
                  <a:pos x="T0" y="T1"/>
                </a:cxn>
                <a:cxn ang="0">
                  <a:pos x="T2" y="T3"/>
                </a:cxn>
                <a:cxn ang="0">
                  <a:pos x="T4" y="T5"/>
                </a:cxn>
                <a:cxn ang="0">
                  <a:pos x="T6" y="T7"/>
                </a:cxn>
              </a:cxnLst>
              <a:rect l="0" t="0" r="r" b="b"/>
              <a:pathLst>
                <a:path w="359" h="597">
                  <a:moveTo>
                    <a:pt x="186" y="562"/>
                  </a:moveTo>
                  <a:cubicBezTo>
                    <a:pt x="165" y="547"/>
                    <a:pt x="95" y="597"/>
                    <a:pt x="72" y="571"/>
                  </a:cubicBezTo>
                  <a:cubicBezTo>
                    <a:pt x="49" y="545"/>
                    <a:pt x="0" y="503"/>
                    <a:pt x="48" y="408"/>
                  </a:cubicBezTo>
                  <a:cubicBezTo>
                    <a:pt x="96" y="313"/>
                    <a:pt x="294" y="85"/>
                    <a:pt x="359"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73" name="Freeform 25"/>
            <p:cNvSpPr>
              <a:spLocks/>
            </p:cNvSpPr>
            <p:nvPr/>
          </p:nvSpPr>
          <p:spPr bwMode="auto">
            <a:xfrm>
              <a:off x="1508" y="2109"/>
              <a:ext cx="330" cy="876"/>
            </a:xfrm>
            <a:custGeom>
              <a:avLst/>
              <a:gdLst>
                <a:gd name="T0" fmla="*/ 0 w 330"/>
                <a:gd name="T1" fmla="*/ 849 h 876"/>
                <a:gd name="T2" fmla="*/ 154 w 330"/>
                <a:gd name="T3" fmla="*/ 735 h 876"/>
                <a:gd name="T4" fmla="*/ 330 w 330"/>
                <a:gd name="T5" fmla="*/ 0 h 876"/>
              </a:gdLst>
              <a:ahLst/>
              <a:cxnLst>
                <a:cxn ang="0">
                  <a:pos x="T0" y="T1"/>
                </a:cxn>
                <a:cxn ang="0">
                  <a:pos x="T2" y="T3"/>
                </a:cxn>
                <a:cxn ang="0">
                  <a:pos x="T4" y="T5"/>
                </a:cxn>
              </a:cxnLst>
              <a:rect l="0" t="0" r="r" b="b"/>
              <a:pathLst>
                <a:path w="330" h="876">
                  <a:moveTo>
                    <a:pt x="0" y="849"/>
                  </a:moveTo>
                  <a:cubicBezTo>
                    <a:pt x="26" y="830"/>
                    <a:pt x="99" y="876"/>
                    <a:pt x="154" y="735"/>
                  </a:cubicBezTo>
                  <a:cubicBezTo>
                    <a:pt x="209" y="594"/>
                    <a:pt x="293" y="153"/>
                    <a:pt x="33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74" name="Freeform 26"/>
            <p:cNvSpPr>
              <a:spLocks/>
            </p:cNvSpPr>
            <p:nvPr/>
          </p:nvSpPr>
          <p:spPr bwMode="auto">
            <a:xfrm>
              <a:off x="986" y="2970"/>
              <a:ext cx="284" cy="33"/>
            </a:xfrm>
            <a:custGeom>
              <a:avLst/>
              <a:gdLst>
                <a:gd name="T0" fmla="*/ 0 w 284"/>
                <a:gd name="T1" fmla="*/ 0 h 33"/>
                <a:gd name="T2" fmla="*/ 130 w 284"/>
                <a:gd name="T3" fmla="*/ 32 h 33"/>
                <a:gd name="T4" fmla="*/ 284 w 284"/>
                <a:gd name="T5" fmla="*/ 8 h 33"/>
              </a:gdLst>
              <a:ahLst/>
              <a:cxnLst>
                <a:cxn ang="0">
                  <a:pos x="T0" y="T1"/>
                </a:cxn>
                <a:cxn ang="0">
                  <a:pos x="T2" y="T3"/>
                </a:cxn>
                <a:cxn ang="0">
                  <a:pos x="T4" y="T5"/>
                </a:cxn>
              </a:cxnLst>
              <a:rect l="0" t="0" r="r" b="b"/>
              <a:pathLst>
                <a:path w="284" h="33">
                  <a:moveTo>
                    <a:pt x="0" y="0"/>
                  </a:moveTo>
                  <a:cubicBezTo>
                    <a:pt x="22" y="5"/>
                    <a:pt x="83" y="31"/>
                    <a:pt x="130" y="32"/>
                  </a:cubicBezTo>
                  <a:cubicBezTo>
                    <a:pt x="177" y="33"/>
                    <a:pt x="252" y="13"/>
                    <a:pt x="284" y="8"/>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75" name="Freeform 27"/>
            <p:cNvSpPr>
              <a:spLocks/>
            </p:cNvSpPr>
            <p:nvPr/>
          </p:nvSpPr>
          <p:spPr bwMode="auto">
            <a:xfrm>
              <a:off x="337" y="2442"/>
              <a:ext cx="633" cy="150"/>
            </a:xfrm>
            <a:custGeom>
              <a:avLst/>
              <a:gdLst>
                <a:gd name="T0" fmla="*/ 0 w 633"/>
                <a:gd name="T1" fmla="*/ 122 h 150"/>
                <a:gd name="T2" fmla="*/ 195 w 633"/>
                <a:gd name="T3" fmla="*/ 150 h 150"/>
                <a:gd name="T4" fmla="*/ 430 w 633"/>
                <a:gd name="T5" fmla="*/ 122 h 150"/>
                <a:gd name="T6" fmla="*/ 633 w 633"/>
                <a:gd name="T7" fmla="*/ 0 h 150"/>
              </a:gdLst>
              <a:ahLst/>
              <a:cxnLst>
                <a:cxn ang="0">
                  <a:pos x="T0" y="T1"/>
                </a:cxn>
                <a:cxn ang="0">
                  <a:pos x="T2" y="T3"/>
                </a:cxn>
                <a:cxn ang="0">
                  <a:pos x="T4" y="T5"/>
                </a:cxn>
                <a:cxn ang="0">
                  <a:pos x="T6" y="T7"/>
                </a:cxn>
              </a:cxnLst>
              <a:rect l="0" t="0" r="r" b="b"/>
              <a:pathLst>
                <a:path w="633" h="150">
                  <a:moveTo>
                    <a:pt x="0" y="122"/>
                  </a:moveTo>
                  <a:cubicBezTo>
                    <a:pt x="32" y="127"/>
                    <a:pt x="123" y="150"/>
                    <a:pt x="195" y="150"/>
                  </a:cubicBezTo>
                  <a:cubicBezTo>
                    <a:pt x="195" y="150"/>
                    <a:pt x="357" y="147"/>
                    <a:pt x="430" y="122"/>
                  </a:cubicBezTo>
                  <a:cubicBezTo>
                    <a:pt x="503" y="97"/>
                    <a:pt x="591" y="25"/>
                    <a:pt x="633"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grpSp>
        <p:nvGrpSpPr>
          <p:cNvPr id="360476" name="Group 28"/>
          <p:cNvGrpSpPr>
            <a:grpSpLocks/>
          </p:cNvGrpSpPr>
          <p:nvPr/>
        </p:nvGrpSpPr>
        <p:grpSpPr bwMode="auto">
          <a:xfrm>
            <a:off x="1692275" y="3789363"/>
            <a:ext cx="2390775" cy="2760662"/>
            <a:chOff x="942" y="2540"/>
            <a:chExt cx="1506" cy="1739"/>
          </a:xfrm>
        </p:grpSpPr>
        <p:grpSp>
          <p:nvGrpSpPr>
            <p:cNvPr id="360477" name="Group 29"/>
            <p:cNvGrpSpPr>
              <a:grpSpLocks/>
            </p:cNvGrpSpPr>
            <p:nvPr/>
          </p:nvGrpSpPr>
          <p:grpSpPr bwMode="auto">
            <a:xfrm>
              <a:off x="1056" y="2540"/>
              <a:ext cx="1392" cy="1680"/>
              <a:chOff x="768" y="2600"/>
              <a:chExt cx="1392" cy="1680"/>
            </a:xfrm>
          </p:grpSpPr>
          <p:sp>
            <p:nvSpPr>
              <p:cNvPr id="360478" name="Oval 30"/>
              <p:cNvSpPr>
                <a:spLocks noChangeArrowheads="1"/>
              </p:cNvSpPr>
              <p:nvPr/>
            </p:nvSpPr>
            <p:spPr bwMode="auto">
              <a:xfrm>
                <a:off x="1344" y="260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60479" name="Oval 31"/>
              <p:cNvSpPr>
                <a:spLocks noChangeArrowheads="1"/>
              </p:cNvSpPr>
              <p:nvPr/>
            </p:nvSpPr>
            <p:spPr bwMode="auto">
              <a:xfrm>
                <a:off x="768"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60480" name="Oval 32"/>
              <p:cNvSpPr>
                <a:spLocks noChangeArrowheads="1"/>
              </p:cNvSpPr>
              <p:nvPr/>
            </p:nvSpPr>
            <p:spPr bwMode="auto">
              <a:xfrm>
                <a:off x="1920" y="308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60481" name="Oval 33"/>
              <p:cNvSpPr>
                <a:spLocks noChangeArrowheads="1"/>
              </p:cNvSpPr>
              <p:nvPr/>
            </p:nvSpPr>
            <p:spPr bwMode="auto">
              <a:xfrm>
                <a:off x="1536" y="3504"/>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60482" name="Oval 34"/>
              <p:cNvSpPr>
                <a:spLocks noChangeArrowheads="1"/>
              </p:cNvSpPr>
              <p:nvPr/>
            </p:nvSpPr>
            <p:spPr bwMode="auto">
              <a:xfrm>
                <a:off x="1152" y="3512"/>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60483" name="Oval 35"/>
              <p:cNvSpPr>
                <a:spLocks noChangeArrowheads="1"/>
              </p:cNvSpPr>
              <p:nvPr/>
            </p:nvSpPr>
            <p:spPr bwMode="auto">
              <a:xfrm>
                <a:off x="912" y="4040"/>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60484" name="Line 36"/>
              <p:cNvSpPr>
                <a:spLocks noChangeShapeType="1"/>
              </p:cNvSpPr>
              <p:nvPr/>
            </p:nvSpPr>
            <p:spPr bwMode="auto">
              <a:xfrm flipH="1">
                <a:off x="960" y="2792"/>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85" name="Line 37"/>
              <p:cNvSpPr>
                <a:spLocks noChangeShapeType="1"/>
              </p:cNvSpPr>
              <p:nvPr/>
            </p:nvSpPr>
            <p:spPr bwMode="auto">
              <a:xfrm>
                <a:off x="1536" y="2792"/>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86" name="Line 38"/>
              <p:cNvSpPr>
                <a:spLocks noChangeShapeType="1"/>
              </p:cNvSpPr>
              <p:nvPr/>
            </p:nvSpPr>
            <p:spPr bwMode="auto">
              <a:xfrm flipH="1">
                <a:off x="1728" y="3264"/>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87" name="Line 39"/>
              <p:cNvSpPr>
                <a:spLocks noChangeShapeType="1"/>
              </p:cNvSpPr>
              <p:nvPr/>
            </p:nvSpPr>
            <p:spPr bwMode="auto">
              <a:xfrm>
                <a:off x="960" y="3272"/>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0488" name="Line 40"/>
              <p:cNvSpPr>
                <a:spLocks noChangeShapeType="1"/>
              </p:cNvSpPr>
              <p:nvPr/>
            </p:nvSpPr>
            <p:spPr bwMode="auto">
              <a:xfrm flipH="1">
                <a:off x="1056" y="3704"/>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60489" name="Freeform 41"/>
            <p:cNvSpPr>
              <a:spLocks/>
            </p:cNvSpPr>
            <p:nvPr/>
          </p:nvSpPr>
          <p:spPr bwMode="auto">
            <a:xfrm>
              <a:off x="1065" y="3586"/>
              <a:ext cx="363" cy="692"/>
            </a:xfrm>
            <a:custGeom>
              <a:avLst/>
              <a:gdLst>
                <a:gd name="T0" fmla="*/ 183 w 363"/>
                <a:gd name="T1" fmla="*/ 600 h 692"/>
                <a:gd name="T2" fmla="*/ 30 w 363"/>
                <a:gd name="T3" fmla="*/ 592 h 692"/>
                <a:gd name="T4" fmla="*/ 363 w 363"/>
                <a:gd name="T5" fmla="*/ 0 h 692"/>
              </a:gdLst>
              <a:ahLst/>
              <a:cxnLst>
                <a:cxn ang="0">
                  <a:pos x="T0" y="T1"/>
                </a:cxn>
                <a:cxn ang="0">
                  <a:pos x="T2" y="T3"/>
                </a:cxn>
                <a:cxn ang="0">
                  <a:pos x="T4" y="T5"/>
                </a:cxn>
              </a:cxnLst>
              <a:rect l="0" t="0" r="r" b="b"/>
              <a:pathLst>
                <a:path w="363" h="692">
                  <a:moveTo>
                    <a:pt x="183" y="600"/>
                  </a:moveTo>
                  <a:cubicBezTo>
                    <a:pt x="158" y="599"/>
                    <a:pt x="0" y="692"/>
                    <a:pt x="30" y="592"/>
                  </a:cubicBezTo>
                  <a:cubicBezTo>
                    <a:pt x="60" y="492"/>
                    <a:pt x="294" y="123"/>
                    <a:pt x="363"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90" name="Freeform 42"/>
            <p:cNvSpPr>
              <a:spLocks/>
            </p:cNvSpPr>
            <p:nvPr/>
          </p:nvSpPr>
          <p:spPr bwMode="auto">
            <a:xfrm>
              <a:off x="942" y="2661"/>
              <a:ext cx="681" cy="673"/>
            </a:xfrm>
            <a:custGeom>
              <a:avLst/>
              <a:gdLst>
                <a:gd name="T0" fmla="*/ 194 w 681"/>
                <a:gd name="T1" fmla="*/ 596 h 673"/>
                <a:gd name="T2" fmla="*/ 105 w 681"/>
                <a:gd name="T3" fmla="*/ 633 h 673"/>
                <a:gd name="T4" fmla="*/ 96 w 681"/>
                <a:gd name="T5" fmla="*/ 357 h 673"/>
                <a:gd name="T6" fmla="*/ 681 w 681"/>
                <a:gd name="T7" fmla="*/ 0 h 673"/>
              </a:gdLst>
              <a:ahLst/>
              <a:cxnLst>
                <a:cxn ang="0">
                  <a:pos x="T0" y="T1"/>
                </a:cxn>
                <a:cxn ang="0">
                  <a:pos x="T2" y="T3"/>
                </a:cxn>
                <a:cxn ang="0">
                  <a:pos x="T4" y="T5"/>
                </a:cxn>
                <a:cxn ang="0">
                  <a:pos x="T6" y="T7"/>
                </a:cxn>
              </a:cxnLst>
              <a:rect l="0" t="0" r="r" b="b"/>
              <a:pathLst>
                <a:path w="681" h="673">
                  <a:moveTo>
                    <a:pt x="194" y="596"/>
                  </a:moveTo>
                  <a:cubicBezTo>
                    <a:pt x="179" y="602"/>
                    <a:pt x="121" y="673"/>
                    <a:pt x="105" y="633"/>
                  </a:cubicBezTo>
                  <a:cubicBezTo>
                    <a:pt x="89" y="593"/>
                    <a:pt x="0" y="463"/>
                    <a:pt x="96" y="357"/>
                  </a:cubicBezTo>
                  <a:cubicBezTo>
                    <a:pt x="192" y="251"/>
                    <a:pt x="559" y="74"/>
                    <a:pt x="681"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91" name="Freeform 43"/>
            <p:cNvSpPr>
              <a:spLocks/>
            </p:cNvSpPr>
            <p:nvPr/>
          </p:nvSpPr>
          <p:spPr bwMode="auto">
            <a:xfrm>
              <a:off x="1764" y="3148"/>
              <a:ext cx="451" cy="617"/>
            </a:xfrm>
            <a:custGeom>
              <a:avLst/>
              <a:gdLst>
                <a:gd name="T0" fmla="*/ 108 w 451"/>
                <a:gd name="T1" fmla="*/ 513 h 617"/>
                <a:gd name="T2" fmla="*/ 37 w 451"/>
                <a:gd name="T3" fmla="*/ 576 h 617"/>
                <a:gd name="T4" fmla="*/ 69 w 451"/>
                <a:gd name="T5" fmla="*/ 267 h 617"/>
                <a:gd name="T6" fmla="*/ 451 w 451"/>
                <a:gd name="T7" fmla="*/ 0 h 617"/>
              </a:gdLst>
              <a:ahLst/>
              <a:cxnLst>
                <a:cxn ang="0">
                  <a:pos x="T0" y="T1"/>
                </a:cxn>
                <a:cxn ang="0">
                  <a:pos x="T2" y="T3"/>
                </a:cxn>
                <a:cxn ang="0">
                  <a:pos x="T4" y="T5"/>
                </a:cxn>
                <a:cxn ang="0">
                  <a:pos x="T6" y="T7"/>
                </a:cxn>
              </a:cxnLst>
              <a:rect l="0" t="0" r="r" b="b"/>
              <a:pathLst>
                <a:path w="451" h="617">
                  <a:moveTo>
                    <a:pt x="108" y="513"/>
                  </a:moveTo>
                  <a:cubicBezTo>
                    <a:pt x="96" y="523"/>
                    <a:pt x="43" y="617"/>
                    <a:pt x="37" y="576"/>
                  </a:cubicBezTo>
                  <a:cubicBezTo>
                    <a:pt x="31" y="535"/>
                    <a:pt x="0" y="363"/>
                    <a:pt x="69" y="267"/>
                  </a:cubicBezTo>
                  <a:cubicBezTo>
                    <a:pt x="131" y="168"/>
                    <a:pt x="372" y="56"/>
                    <a:pt x="451"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92" name="Freeform 44"/>
            <p:cNvSpPr>
              <a:spLocks/>
            </p:cNvSpPr>
            <p:nvPr/>
          </p:nvSpPr>
          <p:spPr bwMode="auto">
            <a:xfrm>
              <a:off x="2069" y="3253"/>
              <a:ext cx="324" cy="292"/>
            </a:xfrm>
            <a:custGeom>
              <a:avLst/>
              <a:gdLst>
                <a:gd name="T0" fmla="*/ 324 w 324"/>
                <a:gd name="T1" fmla="*/ 0 h 292"/>
                <a:gd name="T2" fmla="*/ 259 w 324"/>
                <a:gd name="T3" fmla="*/ 146 h 292"/>
                <a:gd name="T4" fmla="*/ 0 w 324"/>
                <a:gd name="T5" fmla="*/ 292 h 292"/>
              </a:gdLst>
              <a:ahLst/>
              <a:cxnLst>
                <a:cxn ang="0">
                  <a:pos x="T0" y="T1"/>
                </a:cxn>
                <a:cxn ang="0">
                  <a:pos x="T2" y="T3"/>
                </a:cxn>
                <a:cxn ang="0">
                  <a:pos x="T4" y="T5"/>
                </a:cxn>
              </a:cxnLst>
              <a:rect l="0" t="0" r="r" b="b"/>
              <a:pathLst>
                <a:path w="324" h="292">
                  <a:moveTo>
                    <a:pt x="324" y="0"/>
                  </a:moveTo>
                  <a:cubicBezTo>
                    <a:pt x="312" y="24"/>
                    <a:pt x="313" y="97"/>
                    <a:pt x="259" y="146"/>
                  </a:cubicBezTo>
                  <a:cubicBezTo>
                    <a:pt x="205" y="195"/>
                    <a:pt x="54" y="262"/>
                    <a:pt x="0" y="292"/>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93" name="Freeform 45"/>
            <p:cNvSpPr>
              <a:spLocks/>
            </p:cNvSpPr>
            <p:nvPr/>
          </p:nvSpPr>
          <p:spPr bwMode="auto">
            <a:xfrm>
              <a:off x="1395" y="3058"/>
              <a:ext cx="828" cy="1221"/>
            </a:xfrm>
            <a:custGeom>
              <a:avLst/>
              <a:gdLst>
                <a:gd name="T0" fmla="*/ 0 w 828"/>
                <a:gd name="T1" fmla="*/ 1088 h 1221"/>
                <a:gd name="T2" fmla="*/ 130 w 828"/>
                <a:gd name="T3" fmla="*/ 1177 h 1221"/>
                <a:gd name="T4" fmla="*/ 292 w 828"/>
                <a:gd name="T5" fmla="*/ 820 h 1221"/>
                <a:gd name="T6" fmla="*/ 365 w 828"/>
                <a:gd name="T7" fmla="*/ 252 h 1221"/>
                <a:gd name="T8" fmla="*/ 828 w 828"/>
                <a:gd name="T9" fmla="*/ 0 h 1221"/>
              </a:gdLst>
              <a:ahLst/>
              <a:cxnLst>
                <a:cxn ang="0">
                  <a:pos x="T0" y="T1"/>
                </a:cxn>
                <a:cxn ang="0">
                  <a:pos x="T2" y="T3"/>
                </a:cxn>
                <a:cxn ang="0">
                  <a:pos x="T4" y="T5"/>
                </a:cxn>
                <a:cxn ang="0">
                  <a:pos x="T6" y="T7"/>
                </a:cxn>
                <a:cxn ang="0">
                  <a:pos x="T8" y="T9"/>
                </a:cxn>
              </a:cxnLst>
              <a:rect l="0" t="0" r="r" b="b"/>
              <a:pathLst>
                <a:path w="828" h="1221">
                  <a:moveTo>
                    <a:pt x="0" y="1088"/>
                  </a:moveTo>
                  <a:cubicBezTo>
                    <a:pt x="22" y="1103"/>
                    <a:pt x="82" y="1221"/>
                    <a:pt x="130" y="1177"/>
                  </a:cubicBezTo>
                  <a:cubicBezTo>
                    <a:pt x="178" y="1133"/>
                    <a:pt x="253" y="974"/>
                    <a:pt x="292" y="820"/>
                  </a:cubicBezTo>
                  <a:cubicBezTo>
                    <a:pt x="331" y="666"/>
                    <a:pt x="276" y="389"/>
                    <a:pt x="365" y="252"/>
                  </a:cubicBezTo>
                  <a:cubicBezTo>
                    <a:pt x="454" y="115"/>
                    <a:pt x="732" y="52"/>
                    <a:pt x="828"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94" name="Freeform 46"/>
            <p:cNvSpPr>
              <a:spLocks/>
            </p:cNvSpPr>
            <p:nvPr/>
          </p:nvSpPr>
          <p:spPr bwMode="auto">
            <a:xfrm>
              <a:off x="1428" y="3675"/>
              <a:ext cx="195" cy="365"/>
            </a:xfrm>
            <a:custGeom>
              <a:avLst/>
              <a:gdLst>
                <a:gd name="T0" fmla="*/ 195 w 195"/>
                <a:gd name="T1" fmla="*/ 0 h 365"/>
                <a:gd name="T2" fmla="*/ 130 w 195"/>
                <a:gd name="T3" fmla="*/ 252 h 365"/>
                <a:gd name="T4" fmla="*/ 0 w 195"/>
                <a:gd name="T5" fmla="*/ 365 h 365"/>
              </a:gdLst>
              <a:ahLst/>
              <a:cxnLst>
                <a:cxn ang="0">
                  <a:pos x="T0" y="T1"/>
                </a:cxn>
                <a:cxn ang="0">
                  <a:pos x="T2" y="T3"/>
                </a:cxn>
                <a:cxn ang="0">
                  <a:pos x="T4" y="T5"/>
                </a:cxn>
              </a:cxnLst>
              <a:rect l="0" t="0" r="r" b="b"/>
              <a:pathLst>
                <a:path w="195" h="365">
                  <a:moveTo>
                    <a:pt x="195" y="0"/>
                  </a:moveTo>
                  <a:cubicBezTo>
                    <a:pt x="184" y="43"/>
                    <a:pt x="162" y="191"/>
                    <a:pt x="130" y="252"/>
                  </a:cubicBezTo>
                  <a:cubicBezTo>
                    <a:pt x="98" y="313"/>
                    <a:pt x="27" y="342"/>
                    <a:pt x="0" y="365"/>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0495" name="Freeform 47"/>
            <p:cNvSpPr>
              <a:spLocks/>
            </p:cNvSpPr>
            <p:nvPr/>
          </p:nvSpPr>
          <p:spPr bwMode="auto">
            <a:xfrm>
              <a:off x="2020" y="3634"/>
              <a:ext cx="292" cy="108"/>
            </a:xfrm>
            <a:custGeom>
              <a:avLst/>
              <a:gdLst>
                <a:gd name="T0" fmla="*/ 0 w 292"/>
                <a:gd name="T1" fmla="*/ 9 h 108"/>
                <a:gd name="T2" fmla="*/ 114 w 292"/>
                <a:gd name="T3" fmla="*/ 106 h 108"/>
                <a:gd name="T4" fmla="*/ 292 w 292"/>
                <a:gd name="T5" fmla="*/ 0 h 108"/>
              </a:gdLst>
              <a:ahLst/>
              <a:cxnLst>
                <a:cxn ang="0">
                  <a:pos x="T0" y="T1"/>
                </a:cxn>
                <a:cxn ang="0">
                  <a:pos x="T2" y="T3"/>
                </a:cxn>
                <a:cxn ang="0">
                  <a:pos x="T4" y="T5"/>
                </a:cxn>
              </a:cxnLst>
              <a:rect l="0" t="0" r="r" b="b"/>
              <a:pathLst>
                <a:path w="292" h="108">
                  <a:moveTo>
                    <a:pt x="0" y="9"/>
                  </a:moveTo>
                  <a:cubicBezTo>
                    <a:pt x="19" y="25"/>
                    <a:pt x="65" y="108"/>
                    <a:pt x="114" y="106"/>
                  </a:cubicBezTo>
                  <a:cubicBezTo>
                    <a:pt x="163" y="104"/>
                    <a:pt x="255" y="22"/>
                    <a:pt x="292"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sp>
        <p:nvSpPr>
          <p:cNvPr id="360496" name="Text Box 48"/>
          <p:cNvSpPr txBox="1">
            <a:spLocks noChangeArrowheads="1"/>
          </p:cNvSpPr>
          <p:nvPr/>
        </p:nvSpPr>
        <p:spPr bwMode="auto">
          <a:xfrm>
            <a:off x="244475" y="1828800"/>
            <a:ext cx="7497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ea typeface="楷体_GB2312" charset="0"/>
              </a:rPr>
              <a:t>a) </a:t>
            </a:r>
            <a:r>
              <a:rPr lang="zh-CN" altLang="en-US" sz="2800">
                <a:ea typeface="楷体_GB2312" charset="0"/>
              </a:rPr>
              <a:t>若该结点</a:t>
            </a:r>
            <a:r>
              <a:rPr lang="zh-CN" altLang="en-US" sz="2800" u="sng">
                <a:ea typeface="楷体_GB2312" charset="0"/>
              </a:rPr>
              <a:t>无右孩子</a:t>
            </a:r>
            <a:r>
              <a:rPr lang="zh-CN" altLang="en-US" sz="2800">
                <a:ea typeface="楷体_GB2312" charset="0"/>
              </a:rPr>
              <a:t>，则其</a:t>
            </a:r>
            <a:r>
              <a:rPr lang="zh-CN" altLang="en-US" sz="2800" u="sng">
                <a:ea typeface="楷体_GB2312" charset="0"/>
              </a:rPr>
              <a:t>后继由</a:t>
            </a:r>
            <a:r>
              <a:rPr lang="en-US" altLang="zh-CN" sz="2800" u="sng">
                <a:ea typeface="楷体_GB2312" charset="0"/>
              </a:rPr>
              <a:t>rchild</a:t>
            </a:r>
            <a:r>
              <a:rPr lang="zh-CN" altLang="en-US" sz="2800" u="sng">
                <a:ea typeface="楷体_GB2312" charset="0"/>
              </a:rPr>
              <a:t>指向</a:t>
            </a:r>
            <a:r>
              <a:rPr lang="zh-CN" altLang="en-US" sz="2800">
                <a:ea typeface="楷体_GB2312" charset="0"/>
              </a:rPr>
              <a:t>。</a:t>
            </a:r>
          </a:p>
        </p:txBody>
      </p:sp>
      <p:sp>
        <p:nvSpPr>
          <p:cNvPr id="360497" name="Text Box 49"/>
          <p:cNvSpPr txBox="1">
            <a:spLocks noChangeArrowheads="1"/>
          </p:cNvSpPr>
          <p:nvPr/>
        </p:nvSpPr>
        <p:spPr bwMode="auto">
          <a:xfrm>
            <a:off x="228600" y="2427288"/>
            <a:ext cx="9134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ea typeface="楷体_GB2312" charset="0"/>
              </a:rPr>
              <a:t>b) </a:t>
            </a:r>
            <a:r>
              <a:rPr lang="zh-CN" altLang="en-US" sz="2800">
                <a:ea typeface="楷体_GB2312" charset="0"/>
              </a:rPr>
              <a:t>若该结点</a:t>
            </a:r>
            <a:r>
              <a:rPr lang="zh-CN" altLang="en-US" sz="2800" u="sng">
                <a:ea typeface="楷体_GB2312" charset="0"/>
              </a:rPr>
              <a:t>有右孩子且有左孩子</a:t>
            </a:r>
            <a:r>
              <a:rPr lang="zh-CN" altLang="en-US" sz="2800">
                <a:ea typeface="楷体_GB2312" charset="0"/>
              </a:rPr>
              <a:t>，则其</a:t>
            </a:r>
            <a:r>
              <a:rPr lang="zh-CN" altLang="en-US" sz="2800" u="sng">
                <a:ea typeface="楷体_GB2312" charset="0"/>
              </a:rPr>
              <a:t>后继</a:t>
            </a:r>
            <a:r>
              <a:rPr lang="zh-CN" altLang="en-US" sz="2800">
                <a:ea typeface="楷体_GB2312" charset="0"/>
              </a:rPr>
              <a:t>为</a:t>
            </a:r>
            <a:r>
              <a:rPr lang="zh-CN" altLang="en-US" sz="2800" u="sng">
                <a:ea typeface="楷体_GB2312" charset="0"/>
              </a:rPr>
              <a:t>其左孩子</a:t>
            </a:r>
            <a:r>
              <a:rPr lang="zh-CN" altLang="en-US" sz="2800">
                <a:ea typeface="楷体_GB2312" charset="0"/>
              </a:rPr>
              <a:t>；</a:t>
            </a:r>
          </a:p>
        </p:txBody>
      </p:sp>
      <p:sp>
        <p:nvSpPr>
          <p:cNvPr id="360498" name="Text Box 50"/>
          <p:cNvSpPr txBox="1">
            <a:spLocks noChangeArrowheads="1"/>
          </p:cNvSpPr>
          <p:nvPr/>
        </p:nvSpPr>
        <p:spPr bwMode="auto">
          <a:xfrm>
            <a:off x="258763" y="2960688"/>
            <a:ext cx="91138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2800">
                <a:ea typeface="楷体_GB2312" charset="0"/>
              </a:rPr>
              <a:t>c) </a:t>
            </a:r>
            <a:r>
              <a:rPr lang="zh-CN" altLang="en-US" sz="2800">
                <a:ea typeface="楷体_GB2312" charset="0"/>
              </a:rPr>
              <a:t>若该结点</a:t>
            </a:r>
            <a:r>
              <a:rPr lang="zh-CN" altLang="en-US" sz="2800" u="sng">
                <a:ea typeface="楷体_GB2312" charset="0"/>
              </a:rPr>
              <a:t>有右孩子且无左孩子</a:t>
            </a:r>
            <a:r>
              <a:rPr lang="zh-CN" altLang="en-US" sz="2800">
                <a:ea typeface="楷体_GB2312" charset="0"/>
              </a:rPr>
              <a:t>，则其</a:t>
            </a:r>
            <a:r>
              <a:rPr lang="zh-CN" altLang="en-US" sz="2800" u="sng">
                <a:ea typeface="楷体_GB2312" charset="0"/>
              </a:rPr>
              <a:t>后继</a:t>
            </a:r>
            <a:r>
              <a:rPr lang="zh-CN" altLang="en-US" sz="2800">
                <a:ea typeface="楷体_GB2312" charset="0"/>
              </a:rPr>
              <a:t>为</a:t>
            </a:r>
            <a:r>
              <a:rPr lang="zh-CN" altLang="en-US" sz="2800" u="sng">
                <a:ea typeface="楷体_GB2312" charset="0"/>
              </a:rPr>
              <a:t>其右孩子</a:t>
            </a:r>
            <a:r>
              <a:rPr lang="zh-CN" altLang="en-US" sz="2800">
                <a:ea typeface="楷体_GB2312" charset="0"/>
              </a:rPr>
              <a:t>。</a:t>
            </a:r>
          </a:p>
        </p:txBody>
      </p:sp>
    </p:spTree>
    <p:extLst>
      <p:ext uri="{BB962C8B-B14F-4D97-AF65-F5344CB8AC3E}">
        <p14:creationId xmlns:p14="http://schemas.microsoft.com/office/powerpoint/2010/main" val="13225334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04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049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0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96" grpId="0"/>
      <p:bldP spid="360497" grpId="0"/>
      <p:bldP spid="36049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r>
              <a:rPr lang="zh-CN" altLang="en-US" sz="2400"/>
              <a:t>后序线索二叉树 </a:t>
            </a:r>
            <a:r>
              <a:rPr lang="en-US" altLang="zh-CN" sz="2400"/>
              <a:t>vs </a:t>
            </a:r>
            <a:r>
              <a:rPr lang="zh-CN" altLang="en-US" sz="2400"/>
              <a:t>先序线索二叉树</a:t>
            </a:r>
            <a:r>
              <a:rPr lang="en-US" altLang="zh-CN" sz="2400"/>
              <a:t>(4)</a:t>
            </a:r>
          </a:p>
        </p:txBody>
      </p:sp>
      <p:sp>
        <p:nvSpPr>
          <p:cNvPr id="361475" name="Rectangle 3"/>
          <p:cNvSpPr>
            <a:spLocks noGrp="1" noChangeArrowheads="1"/>
          </p:cNvSpPr>
          <p:nvPr>
            <p:ph type="body" idx="1"/>
          </p:nvPr>
        </p:nvSpPr>
        <p:spPr>
          <a:xfrm>
            <a:off x="-762000" y="1066800"/>
            <a:ext cx="9906000" cy="4768850"/>
          </a:xfrm>
        </p:spPr>
        <p:txBody>
          <a:bodyPr/>
          <a:lstStyle/>
          <a:p>
            <a:pPr lvl="2">
              <a:lnSpc>
                <a:spcPct val="120000"/>
              </a:lnSpc>
            </a:pPr>
            <a:r>
              <a:rPr lang="zh-CN" altLang="en-US"/>
              <a:t>如何在后序线索二叉树上找结点的后继？ </a:t>
            </a:r>
            <a:r>
              <a:rPr lang="en-US" altLang="zh-CN">
                <a:solidFill>
                  <a:srgbClr val="FF3300"/>
                </a:solidFill>
              </a:rPr>
              <a:t>(</a:t>
            </a:r>
            <a:r>
              <a:rPr lang="zh-CN" altLang="en-US">
                <a:solidFill>
                  <a:srgbClr val="FF3300"/>
                </a:solidFill>
              </a:rPr>
              <a:t>复杂！</a:t>
            </a:r>
            <a:r>
              <a:rPr lang="zh-CN" altLang="en-US">
                <a:solidFill>
                  <a:srgbClr val="FF3300"/>
                </a:solidFill>
                <a:sym typeface="Wingdings" charset="2"/>
              </a:rPr>
              <a:t></a:t>
            </a:r>
            <a:r>
              <a:rPr lang="en-US" altLang="zh-CN">
                <a:solidFill>
                  <a:srgbClr val="FF3300"/>
                </a:solidFill>
              </a:rPr>
              <a:t>) </a:t>
            </a:r>
            <a:br>
              <a:rPr lang="en-US" altLang="zh-CN">
                <a:solidFill>
                  <a:srgbClr val="FF3300"/>
                </a:solidFill>
              </a:rPr>
            </a:br>
            <a:r>
              <a:rPr lang="en-US" altLang="zh-CN">
                <a:ea typeface="楷体_GB2312" charset="0"/>
              </a:rPr>
              <a:t>a) </a:t>
            </a:r>
            <a:r>
              <a:rPr lang="zh-CN" altLang="en-US">
                <a:ea typeface="楷体_GB2312" charset="0"/>
              </a:rPr>
              <a:t>若该结点是二叉树的</a:t>
            </a:r>
            <a:r>
              <a:rPr lang="zh-CN" altLang="en-US" u="sng">
                <a:ea typeface="楷体_GB2312" charset="0"/>
              </a:rPr>
              <a:t>根</a:t>
            </a:r>
            <a:r>
              <a:rPr lang="zh-CN" altLang="en-US">
                <a:ea typeface="楷体_GB2312" charset="0"/>
              </a:rPr>
              <a:t>，则其后继为</a:t>
            </a:r>
            <a:r>
              <a:rPr lang="zh-CN" altLang="en-US" u="sng">
                <a:ea typeface="楷体_GB2312" charset="0"/>
              </a:rPr>
              <a:t>空</a:t>
            </a:r>
            <a:r>
              <a:rPr lang="zh-CN" altLang="en-US">
                <a:ea typeface="楷体_GB2312" charset="0"/>
              </a:rPr>
              <a:t>；</a:t>
            </a:r>
            <a:br>
              <a:rPr lang="zh-CN" altLang="en-US">
                <a:ea typeface="楷体_GB2312" charset="0"/>
              </a:rPr>
            </a:br>
            <a:r>
              <a:rPr lang="en-US" altLang="zh-CN">
                <a:ea typeface="楷体_GB2312" charset="0"/>
              </a:rPr>
              <a:t>b) </a:t>
            </a:r>
            <a:r>
              <a:rPr lang="zh-CN" altLang="en-US">
                <a:ea typeface="楷体_GB2312" charset="0"/>
              </a:rPr>
              <a:t>若该结点是其</a:t>
            </a:r>
            <a:r>
              <a:rPr lang="zh-CN" altLang="en-US" u="sng">
                <a:ea typeface="楷体_GB2312" charset="0"/>
              </a:rPr>
              <a:t>双亲</a:t>
            </a:r>
            <a:r>
              <a:rPr lang="zh-CN" altLang="en-US">
                <a:ea typeface="楷体_GB2312" charset="0"/>
              </a:rPr>
              <a:t>的</a:t>
            </a:r>
            <a:r>
              <a:rPr lang="zh-CN" altLang="en-US" u="sng">
                <a:ea typeface="楷体_GB2312" charset="0"/>
              </a:rPr>
              <a:t>右</a:t>
            </a:r>
            <a:r>
              <a:rPr lang="zh-CN" altLang="en-US">
                <a:ea typeface="楷体_GB2312" charset="0"/>
              </a:rPr>
              <a:t>孩子或是其</a:t>
            </a:r>
            <a:br>
              <a:rPr lang="zh-CN" altLang="en-US">
                <a:ea typeface="楷体_GB2312" charset="0"/>
              </a:rPr>
            </a:br>
            <a:r>
              <a:rPr lang="zh-CN" altLang="en-US" u="sng">
                <a:ea typeface="楷体_GB2312" charset="0"/>
              </a:rPr>
              <a:t>双亲</a:t>
            </a:r>
            <a:r>
              <a:rPr lang="zh-CN" altLang="en-US">
                <a:ea typeface="楷体_GB2312" charset="0"/>
              </a:rPr>
              <a:t>的</a:t>
            </a:r>
            <a:r>
              <a:rPr lang="zh-CN" altLang="en-US" u="sng">
                <a:ea typeface="楷体_GB2312" charset="0"/>
              </a:rPr>
              <a:t>左</a:t>
            </a:r>
            <a:r>
              <a:rPr lang="zh-CN" altLang="en-US">
                <a:ea typeface="楷体_GB2312" charset="0"/>
              </a:rPr>
              <a:t>孩子且其</a:t>
            </a:r>
            <a:r>
              <a:rPr lang="zh-CN" altLang="en-US" u="sng">
                <a:ea typeface="楷体_GB2312" charset="0"/>
              </a:rPr>
              <a:t>双亲没有右</a:t>
            </a:r>
            <a:r>
              <a:rPr lang="zh-CN" altLang="en-US">
                <a:ea typeface="楷体_GB2312" charset="0"/>
              </a:rPr>
              <a:t>子树，</a:t>
            </a:r>
            <a:br>
              <a:rPr lang="zh-CN" altLang="en-US">
                <a:ea typeface="楷体_GB2312" charset="0"/>
              </a:rPr>
            </a:br>
            <a:r>
              <a:rPr lang="zh-CN" altLang="en-US">
                <a:ea typeface="楷体_GB2312" charset="0"/>
              </a:rPr>
              <a:t>则其后继为其</a:t>
            </a:r>
            <a:r>
              <a:rPr lang="zh-CN" altLang="en-US" u="sng">
                <a:ea typeface="楷体_GB2312" charset="0"/>
              </a:rPr>
              <a:t>双亲</a:t>
            </a:r>
            <a:r>
              <a:rPr lang="zh-CN" altLang="en-US">
                <a:ea typeface="楷体_GB2312" charset="0"/>
              </a:rPr>
              <a:t>；</a:t>
            </a:r>
            <a:br>
              <a:rPr lang="zh-CN" altLang="en-US">
                <a:ea typeface="楷体_GB2312" charset="0"/>
              </a:rPr>
            </a:br>
            <a:r>
              <a:rPr lang="en-US" altLang="zh-CN">
                <a:ea typeface="楷体_GB2312" charset="0"/>
              </a:rPr>
              <a:t>c) </a:t>
            </a:r>
            <a:r>
              <a:rPr lang="zh-CN" altLang="en-US">
                <a:ea typeface="楷体_GB2312" charset="0"/>
              </a:rPr>
              <a:t>若该结点是其</a:t>
            </a:r>
            <a:r>
              <a:rPr lang="zh-CN" altLang="en-US" u="sng">
                <a:ea typeface="楷体_GB2312" charset="0"/>
              </a:rPr>
              <a:t>双亲</a:t>
            </a:r>
            <a:r>
              <a:rPr lang="zh-CN" altLang="en-US">
                <a:ea typeface="楷体_GB2312" charset="0"/>
              </a:rPr>
              <a:t>的</a:t>
            </a:r>
            <a:r>
              <a:rPr lang="zh-CN" altLang="en-US" u="sng">
                <a:ea typeface="楷体_GB2312" charset="0"/>
              </a:rPr>
              <a:t>左</a:t>
            </a:r>
            <a:r>
              <a:rPr lang="zh-CN" altLang="en-US">
                <a:ea typeface="楷体_GB2312" charset="0"/>
              </a:rPr>
              <a:t>孩子且其</a:t>
            </a:r>
            <a:br>
              <a:rPr lang="zh-CN" altLang="en-US">
                <a:ea typeface="楷体_GB2312" charset="0"/>
              </a:rPr>
            </a:br>
            <a:r>
              <a:rPr lang="zh-CN" altLang="en-US" u="sng">
                <a:ea typeface="楷体_GB2312" charset="0"/>
              </a:rPr>
              <a:t>双亲</a:t>
            </a:r>
            <a:r>
              <a:rPr lang="zh-CN" altLang="en-US">
                <a:ea typeface="楷体_GB2312" charset="0"/>
              </a:rPr>
              <a:t>有</a:t>
            </a:r>
            <a:r>
              <a:rPr lang="zh-CN" altLang="en-US" u="sng">
                <a:ea typeface="楷体_GB2312" charset="0"/>
              </a:rPr>
              <a:t>右</a:t>
            </a:r>
            <a:r>
              <a:rPr lang="zh-CN" altLang="en-US">
                <a:ea typeface="楷体_GB2312" charset="0"/>
              </a:rPr>
              <a:t>子树，则其后继为其</a:t>
            </a:r>
            <a:r>
              <a:rPr lang="zh-CN" altLang="en-US" u="sng">
                <a:ea typeface="楷体_GB2312" charset="0"/>
              </a:rPr>
              <a:t>双亲</a:t>
            </a:r>
            <a:br>
              <a:rPr lang="zh-CN" altLang="en-US" u="sng">
                <a:ea typeface="楷体_GB2312" charset="0"/>
              </a:rPr>
            </a:br>
            <a:r>
              <a:rPr lang="zh-CN" altLang="en-US">
                <a:ea typeface="楷体_GB2312" charset="0"/>
              </a:rPr>
              <a:t>的</a:t>
            </a:r>
            <a:r>
              <a:rPr lang="zh-CN" altLang="en-US" u="sng">
                <a:ea typeface="楷体_GB2312" charset="0"/>
              </a:rPr>
              <a:t>右</a:t>
            </a:r>
            <a:r>
              <a:rPr lang="zh-CN" altLang="en-US">
                <a:ea typeface="楷体_GB2312" charset="0"/>
              </a:rPr>
              <a:t>子树中的</a:t>
            </a:r>
            <a:r>
              <a:rPr lang="zh-CN" altLang="en-US" u="sng">
                <a:ea typeface="楷体_GB2312" charset="0"/>
              </a:rPr>
              <a:t>后</a:t>
            </a:r>
            <a:r>
              <a:rPr lang="zh-CN" altLang="en-US">
                <a:ea typeface="楷体_GB2312" charset="0"/>
              </a:rPr>
              <a:t>序遍历列出的</a:t>
            </a:r>
            <a:r>
              <a:rPr lang="zh-CN" altLang="en-US" u="sng">
                <a:ea typeface="楷体_GB2312" charset="0"/>
              </a:rPr>
              <a:t>第一</a:t>
            </a:r>
            <a:br>
              <a:rPr lang="zh-CN" altLang="en-US" u="sng">
                <a:ea typeface="楷体_GB2312" charset="0"/>
              </a:rPr>
            </a:br>
            <a:r>
              <a:rPr lang="zh-CN" altLang="en-US" u="sng">
                <a:ea typeface="楷体_GB2312" charset="0"/>
              </a:rPr>
              <a:t>个</a:t>
            </a:r>
            <a:r>
              <a:rPr lang="zh-CN" altLang="en-US">
                <a:ea typeface="楷体_GB2312" charset="0"/>
              </a:rPr>
              <a:t>结点。 </a:t>
            </a:r>
            <a:br>
              <a:rPr lang="zh-CN" altLang="en-US">
                <a:ea typeface="楷体_GB2312" charset="0"/>
              </a:rPr>
            </a:br>
            <a:r>
              <a:rPr lang="zh-CN" altLang="en-US">
                <a:ea typeface="黑体" charset="-122"/>
              </a:rPr>
              <a:t>涉及求结点的双亲</a:t>
            </a:r>
            <a:r>
              <a:rPr lang="zh-CN" altLang="en-US">
                <a:ea typeface="楷体_GB2312" charset="0"/>
              </a:rPr>
              <a:t>：</a:t>
            </a:r>
            <a:br>
              <a:rPr lang="zh-CN" altLang="en-US">
                <a:ea typeface="楷体_GB2312" charset="0"/>
              </a:rPr>
            </a:br>
            <a:r>
              <a:rPr lang="zh-CN" altLang="en-US">
                <a:solidFill>
                  <a:srgbClr val="FF3300"/>
                </a:solidFill>
                <a:ea typeface="楷体_GB2312" charset="0"/>
              </a:rPr>
              <a:t>二叉链表</a:t>
            </a:r>
            <a:r>
              <a:rPr lang="zh-CN" altLang="en-US">
                <a:solidFill>
                  <a:srgbClr val="FF3300"/>
                </a:solidFill>
                <a:ea typeface="楷体_GB2312" charset="0"/>
                <a:sym typeface="Wingdings" charset="2"/>
              </a:rPr>
              <a:t>三叉链表</a:t>
            </a:r>
          </a:p>
        </p:txBody>
      </p:sp>
      <p:sp>
        <p:nvSpPr>
          <p:cNvPr id="361476"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361477" name="Group 5"/>
          <p:cNvGrpSpPr>
            <a:grpSpLocks/>
          </p:cNvGrpSpPr>
          <p:nvPr/>
        </p:nvGrpSpPr>
        <p:grpSpPr bwMode="auto">
          <a:xfrm>
            <a:off x="5924550" y="3429000"/>
            <a:ext cx="2895600" cy="2667000"/>
            <a:chOff x="3648" y="2496"/>
            <a:chExt cx="1824" cy="1680"/>
          </a:xfrm>
        </p:grpSpPr>
        <p:sp>
          <p:nvSpPr>
            <p:cNvPr id="361478" name="Oval 6"/>
            <p:cNvSpPr>
              <a:spLocks noChangeArrowheads="1"/>
            </p:cNvSpPr>
            <p:nvPr/>
          </p:nvSpPr>
          <p:spPr bwMode="auto">
            <a:xfrm>
              <a:off x="4656" y="249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61479" name="Oval 7"/>
            <p:cNvSpPr>
              <a:spLocks noChangeArrowheads="1"/>
            </p:cNvSpPr>
            <p:nvPr/>
          </p:nvSpPr>
          <p:spPr bwMode="auto">
            <a:xfrm>
              <a:off x="4080"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61480" name="Oval 8"/>
            <p:cNvSpPr>
              <a:spLocks noChangeArrowheads="1"/>
            </p:cNvSpPr>
            <p:nvPr/>
          </p:nvSpPr>
          <p:spPr bwMode="auto">
            <a:xfrm>
              <a:off x="5232"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61481" name="Oval 9"/>
            <p:cNvSpPr>
              <a:spLocks noChangeArrowheads="1"/>
            </p:cNvSpPr>
            <p:nvPr/>
          </p:nvSpPr>
          <p:spPr bwMode="auto">
            <a:xfrm>
              <a:off x="3648" y="345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61482" name="Oval 10"/>
            <p:cNvSpPr>
              <a:spLocks noChangeArrowheads="1"/>
            </p:cNvSpPr>
            <p:nvPr/>
          </p:nvSpPr>
          <p:spPr bwMode="auto">
            <a:xfrm>
              <a:off x="4464" y="3408"/>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61483" name="Oval 11"/>
            <p:cNvSpPr>
              <a:spLocks noChangeArrowheads="1"/>
            </p:cNvSpPr>
            <p:nvPr/>
          </p:nvSpPr>
          <p:spPr bwMode="auto">
            <a:xfrm>
              <a:off x="4224"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61484" name="Oval 12"/>
            <p:cNvSpPr>
              <a:spLocks noChangeArrowheads="1"/>
            </p:cNvSpPr>
            <p:nvPr/>
          </p:nvSpPr>
          <p:spPr bwMode="auto">
            <a:xfrm>
              <a:off x="4752"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7</a:t>
              </a:r>
            </a:p>
          </p:txBody>
        </p:sp>
        <p:sp>
          <p:nvSpPr>
            <p:cNvPr id="361485" name="Line 13"/>
            <p:cNvSpPr>
              <a:spLocks noChangeShapeType="1"/>
            </p:cNvSpPr>
            <p:nvPr/>
          </p:nvSpPr>
          <p:spPr bwMode="auto">
            <a:xfrm flipH="1">
              <a:off x="4272" y="2688"/>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1486" name="Line 14"/>
            <p:cNvSpPr>
              <a:spLocks noChangeShapeType="1"/>
            </p:cNvSpPr>
            <p:nvPr/>
          </p:nvSpPr>
          <p:spPr bwMode="auto">
            <a:xfrm>
              <a:off x="4848" y="2688"/>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1487" name="Line 15"/>
            <p:cNvSpPr>
              <a:spLocks noChangeShapeType="1"/>
            </p:cNvSpPr>
            <p:nvPr/>
          </p:nvSpPr>
          <p:spPr bwMode="auto">
            <a:xfrm flipH="1">
              <a:off x="3840" y="3168"/>
              <a:ext cx="288"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1488" name="Line 16"/>
            <p:cNvSpPr>
              <a:spLocks noChangeShapeType="1"/>
            </p:cNvSpPr>
            <p:nvPr/>
          </p:nvSpPr>
          <p:spPr bwMode="auto">
            <a:xfrm>
              <a:off x="4272" y="3168"/>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1489" name="Line 17"/>
            <p:cNvSpPr>
              <a:spLocks noChangeShapeType="1"/>
            </p:cNvSpPr>
            <p:nvPr/>
          </p:nvSpPr>
          <p:spPr bwMode="auto">
            <a:xfrm flipH="1">
              <a:off x="4368" y="3600"/>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1490" name="Line 18"/>
            <p:cNvSpPr>
              <a:spLocks noChangeShapeType="1"/>
            </p:cNvSpPr>
            <p:nvPr/>
          </p:nvSpPr>
          <p:spPr bwMode="auto">
            <a:xfrm>
              <a:off x="4656" y="3600"/>
              <a:ext cx="192"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61491" name="Freeform 19"/>
          <p:cNvSpPr>
            <a:spLocks/>
          </p:cNvSpPr>
          <p:nvPr/>
        </p:nvSpPr>
        <p:spPr bwMode="auto">
          <a:xfrm>
            <a:off x="5619750" y="5029200"/>
            <a:ext cx="381000" cy="461963"/>
          </a:xfrm>
          <a:custGeom>
            <a:avLst/>
            <a:gdLst>
              <a:gd name="T0" fmla="*/ 261 w 261"/>
              <a:gd name="T1" fmla="*/ 183 h 330"/>
              <a:gd name="T2" fmla="*/ 219 w 261"/>
              <a:gd name="T3" fmla="*/ 276 h 330"/>
              <a:gd name="T4" fmla="*/ 97 w 261"/>
              <a:gd name="T5" fmla="*/ 284 h 330"/>
              <a:gd name="T6" fmla="*/ 0 w 261"/>
              <a:gd name="T7" fmla="*/ 0 h 330"/>
            </a:gdLst>
            <a:ahLst/>
            <a:cxnLst>
              <a:cxn ang="0">
                <a:pos x="T0" y="T1"/>
              </a:cxn>
              <a:cxn ang="0">
                <a:pos x="T2" y="T3"/>
              </a:cxn>
              <a:cxn ang="0">
                <a:pos x="T4" y="T5"/>
              </a:cxn>
              <a:cxn ang="0">
                <a:pos x="T6" y="T7"/>
              </a:cxn>
            </a:cxnLst>
            <a:rect l="0" t="0" r="r" b="b"/>
            <a:pathLst>
              <a:path w="261" h="330">
                <a:moveTo>
                  <a:pt x="261" y="183"/>
                </a:moveTo>
                <a:cubicBezTo>
                  <a:pt x="254" y="198"/>
                  <a:pt x="246" y="259"/>
                  <a:pt x="219" y="276"/>
                </a:cubicBezTo>
                <a:cubicBezTo>
                  <a:pt x="192" y="293"/>
                  <a:pt x="133" y="330"/>
                  <a:pt x="97" y="284"/>
                </a:cubicBezTo>
                <a:cubicBezTo>
                  <a:pt x="61" y="238"/>
                  <a:pt x="20" y="59"/>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2" name="Freeform 20"/>
          <p:cNvSpPr>
            <a:spLocks/>
          </p:cNvSpPr>
          <p:nvPr/>
        </p:nvSpPr>
        <p:spPr bwMode="auto">
          <a:xfrm>
            <a:off x="7912100" y="3654425"/>
            <a:ext cx="1231900" cy="958850"/>
          </a:xfrm>
          <a:custGeom>
            <a:avLst/>
            <a:gdLst>
              <a:gd name="T0" fmla="*/ 524 w 776"/>
              <a:gd name="T1" fmla="*/ 547 h 604"/>
              <a:gd name="T2" fmla="*/ 617 w 776"/>
              <a:gd name="T3" fmla="*/ 576 h 604"/>
              <a:gd name="T4" fmla="*/ 673 w 776"/>
              <a:gd name="T5" fmla="*/ 381 h 604"/>
              <a:gd name="T6" fmla="*/ 0 w 776"/>
              <a:gd name="T7" fmla="*/ 0 h 604"/>
            </a:gdLst>
            <a:ahLst/>
            <a:cxnLst>
              <a:cxn ang="0">
                <a:pos x="T0" y="T1"/>
              </a:cxn>
              <a:cxn ang="0">
                <a:pos x="T2" y="T3"/>
              </a:cxn>
              <a:cxn ang="0">
                <a:pos x="T4" y="T5"/>
              </a:cxn>
              <a:cxn ang="0">
                <a:pos x="T6" y="T7"/>
              </a:cxn>
            </a:cxnLst>
            <a:rect l="0" t="0" r="r" b="b"/>
            <a:pathLst>
              <a:path w="776" h="604">
                <a:moveTo>
                  <a:pt x="524" y="547"/>
                </a:moveTo>
                <a:cubicBezTo>
                  <a:pt x="539" y="552"/>
                  <a:pt x="592" y="604"/>
                  <a:pt x="617" y="576"/>
                </a:cubicBezTo>
                <a:cubicBezTo>
                  <a:pt x="641" y="591"/>
                  <a:pt x="776" y="477"/>
                  <a:pt x="673" y="381"/>
                </a:cubicBezTo>
                <a:cubicBezTo>
                  <a:pt x="570" y="285"/>
                  <a:pt x="140" y="79"/>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3" name="Freeform 21"/>
          <p:cNvSpPr>
            <a:spLocks/>
          </p:cNvSpPr>
          <p:nvPr/>
        </p:nvSpPr>
        <p:spPr bwMode="auto">
          <a:xfrm>
            <a:off x="7191375" y="6037263"/>
            <a:ext cx="596900" cy="122237"/>
          </a:xfrm>
          <a:custGeom>
            <a:avLst/>
            <a:gdLst>
              <a:gd name="T0" fmla="*/ 376 w 376"/>
              <a:gd name="T1" fmla="*/ 24 h 77"/>
              <a:gd name="T2" fmla="*/ 194 w 376"/>
              <a:gd name="T3" fmla="*/ 73 h 77"/>
              <a:gd name="T4" fmla="*/ 0 w 376"/>
              <a:gd name="T5" fmla="*/ 0 h 77"/>
            </a:gdLst>
            <a:ahLst/>
            <a:cxnLst>
              <a:cxn ang="0">
                <a:pos x="T0" y="T1"/>
              </a:cxn>
              <a:cxn ang="0">
                <a:pos x="T2" y="T3"/>
              </a:cxn>
              <a:cxn ang="0">
                <a:pos x="T4" y="T5"/>
              </a:cxn>
            </a:cxnLst>
            <a:rect l="0" t="0" r="r" b="b"/>
            <a:pathLst>
              <a:path w="376" h="77">
                <a:moveTo>
                  <a:pt x="376" y="24"/>
                </a:moveTo>
                <a:cubicBezTo>
                  <a:pt x="346" y="32"/>
                  <a:pt x="257" y="77"/>
                  <a:pt x="194" y="73"/>
                </a:cubicBezTo>
                <a:cubicBezTo>
                  <a:pt x="131" y="69"/>
                  <a:pt x="40" y="15"/>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4" name="Freeform 22"/>
          <p:cNvSpPr>
            <a:spLocks/>
          </p:cNvSpPr>
          <p:nvPr/>
        </p:nvSpPr>
        <p:spPr bwMode="auto">
          <a:xfrm>
            <a:off x="6991350" y="4419600"/>
            <a:ext cx="1590675" cy="247650"/>
          </a:xfrm>
          <a:custGeom>
            <a:avLst/>
            <a:gdLst>
              <a:gd name="T0" fmla="*/ 1002 w 1002"/>
              <a:gd name="T1" fmla="*/ 86 h 156"/>
              <a:gd name="T2" fmla="*/ 880 w 1002"/>
              <a:gd name="T3" fmla="*/ 151 h 156"/>
              <a:gd name="T4" fmla="*/ 491 w 1002"/>
              <a:gd name="T5" fmla="*/ 118 h 156"/>
              <a:gd name="T6" fmla="*/ 0 w 1002"/>
              <a:gd name="T7" fmla="*/ 0 h 156"/>
            </a:gdLst>
            <a:ahLst/>
            <a:cxnLst>
              <a:cxn ang="0">
                <a:pos x="T0" y="T1"/>
              </a:cxn>
              <a:cxn ang="0">
                <a:pos x="T2" y="T3"/>
              </a:cxn>
              <a:cxn ang="0">
                <a:pos x="T4" y="T5"/>
              </a:cxn>
              <a:cxn ang="0">
                <a:pos x="T6" y="T7"/>
              </a:cxn>
            </a:cxnLst>
            <a:rect l="0" t="0" r="r" b="b"/>
            <a:pathLst>
              <a:path w="1002" h="156">
                <a:moveTo>
                  <a:pt x="1002" y="86"/>
                </a:moveTo>
                <a:cubicBezTo>
                  <a:pt x="982" y="97"/>
                  <a:pt x="965" y="146"/>
                  <a:pt x="880" y="151"/>
                </a:cubicBezTo>
                <a:cubicBezTo>
                  <a:pt x="795" y="156"/>
                  <a:pt x="638" y="143"/>
                  <a:pt x="491" y="118"/>
                </a:cubicBezTo>
                <a:cubicBezTo>
                  <a:pt x="344" y="93"/>
                  <a:pt x="102" y="25"/>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5" name="Freeform 23"/>
          <p:cNvSpPr>
            <a:spLocks/>
          </p:cNvSpPr>
          <p:nvPr/>
        </p:nvSpPr>
        <p:spPr bwMode="auto">
          <a:xfrm>
            <a:off x="6135688" y="5329238"/>
            <a:ext cx="784225" cy="812800"/>
          </a:xfrm>
          <a:custGeom>
            <a:avLst/>
            <a:gdLst>
              <a:gd name="T0" fmla="*/ 494 w 494"/>
              <a:gd name="T1" fmla="*/ 446 h 512"/>
              <a:gd name="T2" fmla="*/ 413 w 494"/>
              <a:gd name="T3" fmla="*/ 494 h 512"/>
              <a:gd name="T4" fmla="*/ 235 w 494"/>
              <a:gd name="T5" fmla="*/ 430 h 512"/>
              <a:gd name="T6" fmla="*/ 0 w 494"/>
              <a:gd name="T7" fmla="*/ 0 h 512"/>
            </a:gdLst>
            <a:ahLst/>
            <a:cxnLst>
              <a:cxn ang="0">
                <a:pos x="T0" y="T1"/>
              </a:cxn>
              <a:cxn ang="0">
                <a:pos x="T2" y="T3"/>
              </a:cxn>
              <a:cxn ang="0">
                <a:pos x="T4" y="T5"/>
              </a:cxn>
              <a:cxn ang="0">
                <a:pos x="T6" y="T7"/>
              </a:cxn>
            </a:cxnLst>
            <a:rect l="0" t="0" r="r" b="b"/>
            <a:pathLst>
              <a:path w="494" h="512">
                <a:moveTo>
                  <a:pt x="494" y="446"/>
                </a:moveTo>
                <a:cubicBezTo>
                  <a:pt x="481" y="453"/>
                  <a:pt x="456" y="497"/>
                  <a:pt x="413" y="494"/>
                </a:cubicBezTo>
                <a:cubicBezTo>
                  <a:pt x="380" y="489"/>
                  <a:pt x="304" y="512"/>
                  <a:pt x="235" y="430"/>
                </a:cubicBezTo>
                <a:cubicBezTo>
                  <a:pt x="166" y="348"/>
                  <a:pt x="49" y="90"/>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6" name="Freeform 24"/>
          <p:cNvSpPr>
            <a:spLocks/>
          </p:cNvSpPr>
          <p:nvPr/>
        </p:nvSpPr>
        <p:spPr bwMode="auto">
          <a:xfrm>
            <a:off x="7589838" y="5122863"/>
            <a:ext cx="698500" cy="981075"/>
          </a:xfrm>
          <a:custGeom>
            <a:avLst/>
            <a:gdLst>
              <a:gd name="T0" fmla="*/ 276 w 440"/>
              <a:gd name="T1" fmla="*/ 584 h 618"/>
              <a:gd name="T2" fmla="*/ 349 w 440"/>
              <a:gd name="T3" fmla="*/ 592 h 618"/>
              <a:gd name="T4" fmla="*/ 382 w 440"/>
              <a:gd name="T5" fmla="*/ 430 h 618"/>
              <a:gd name="T6" fmla="*/ 0 w 440"/>
              <a:gd name="T7" fmla="*/ 0 h 618"/>
            </a:gdLst>
            <a:ahLst/>
            <a:cxnLst>
              <a:cxn ang="0">
                <a:pos x="T0" y="T1"/>
              </a:cxn>
              <a:cxn ang="0">
                <a:pos x="T2" y="T3"/>
              </a:cxn>
              <a:cxn ang="0">
                <a:pos x="T4" y="T5"/>
              </a:cxn>
              <a:cxn ang="0">
                <a:pos x="T6" y="T7"/>
              </a:cxn>
            </a:cxnLst>
            <a:rect l="0" t="0" r="r" b="b"/>
            <a:pathLst>
              <a:path w="440" h="618">
                <a:moveTo>
                  <a:pt x="276" y="584"/>
                </a:moveTo>
                <a:cubicBezTo>
                  <a:pt x="288" y="585"/>
                  <a:pt x="331" y="618"/>
                  <a:pt x="349" y="592"/>
                </a:cubicBezTo>
                <a:cubicBezTo>
                  <a:pt x="367" y="566"/>
                  <a:pt x="440" y="529"/>
                  <a:pt x="382" y="430"/>
                </a:cubicBezTo>
                <a:cubicBezTo>
                  <a:pt x="324" y="331"/>
                  <a:pt x="80" y="90"/>
                  <a:pt x="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7" name="Freeform 25"/>
          <p:cNvSpPr>
            <a:spLocks/>
          </p:cNvSpPr>
          <p:nvPr/>
        </p:nvSpPr>
        <p:spPr bwMode="auto">
          <a:xfrm>
            <a:off x="7229475" y="5934075"/>
            <a:ext cx="450850" cy="52388"/>
          </a:xfrm>
          <a:custGeom>
            <a:avLst/>
            <a:gdLst>
              <a:gd name="T0" fmla="*/ 0 w 284"/>
              <a:gd name="T1" fmla="*/ 0 h 33"/>
              <a:gd name="T2" fmla="*/ 130 w 284"/>
              <a:gd name="T3" fmla="*/ 32 h 33"/>
              <a:gd name="T4" fmla="*/ 284 w 284"/>
              <a:gd name="T5" fmla="*/ 8 h 33"/>
            </a:gdLst>
            <a:ahLst/>
            <a:cxnLst>
              <a:cxn ang="0">
                <a:pos x="T0" y="T1"/>
              </a:cxn>
              <a:cxn ang="0">
                <a:pos x="T2" y="T3"/>
              </a:cxn>
              <a:cxn ang="0">
                <a:pos x="T4" y="T5"/>
              </a:cxn>
            </a:cxnLst>
            <a:rect l="0" t="0" r="r" b="b"/>
            <a:pathLst>
              <a:path w="284" h="33">
                <a:moveTo>
                  <a:pt x="0" y="0"/>
                </a:moveTo>
                <a:cubicBezTo>
                  <a:pt x="22" y="5"/>
                  <a:pt x="83" y="31"/>
                  <a:pt x="130" y="32"/>
                </a:cubicBezTo>
                <a:cubicBezTo>
                  <a:pt x="177" y="33"/>
                  <a:pt x="252" y="13"/>
                  <a:pt x="284" y="8"/>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1498" name="Freeform 26"/>
          <p:cNvSpPr>
            <a:spLocks/>
          </p:cNvSpPr>
          <p:nvPr/>
        </p:nvSpPr>
        <p:spPr bwMode="auto">
          <a:xfrm>
            <a:off x="6199188" y="5289550"/>
            <a:ext cx="639762" cy="661988"/>
          </a:xfrm>
          <a:custGeom>
            <a:avLst/>
            <a:gdLst>
              <a:gd name="T0" fmla="*/ 0 w 403"/>
              <a:gd name="T1" fmla="*/ 0 h 417"/>
              <a:gd name="T2" fmla="*/ 122 w 403"/>
              <a:gd name="T3" fmla="*/ 252 h 417"/>
              <a:gd name="T4" fmla="*/ 260 w 403"/>
              <a:gd name="T5" fmla="*/ 390 h 417"/>
              <a:gd name="T6" fmla="*/ 403 w 403"/>
              <a:gd name="T7" fmla="*/ 412 h 417"/>
            </a:gdLst>
            <a:ahLst/>
            <a:cxnLst>
              <a:cxn ang="0">
                <a:pos x="T0" y="T1"/>
              </a:cxn>
              <a:cxn ang="0">
                <a:pos x="T2" y="T3"/>
              </a:cxn>
              <a:cxn ang="0">
                <a:pos x="T4" y="T5"/>
              </a:cxn>
              <a:cxn ang="0">
                <a:pos x="T6" y="T7"/>
              </a:cxn>
            </a:cxnLst>
            <a:rect l="0" t="0" r="r" b="b"/>
            <a:pathLst>
              <a:path w="403" h="417">
                <a:moveTo>
                  <a:pt x="0" y="0"/>
                </a:moveTo>
                <a:cubicBezTo>
                  <a:pt x="20" y="42"/>
                  <a:pt x="79" y="187"/>
                  <a:pt x="122" y="252"/>
                </a:cubicBezTo>
                <a:cubicBezTo>
                  <a:pt x="122" y="252"/>
                  <a:pt x="213" y="363"/>
                  <a:pt x="260" y="390"/>
                </a:cubicBezTo>
                <a:cubicBezTo>
                  <a:pt x="307" y="417"/>
                  <a:pt x="373" y="408"/>
                  <a:pt x="403" y="412"/>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18914385"/>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en-US" altLang="zh-CN"/>
              <a:t>6.3 </a:t>
            </a:r>
            <a:r>
              <a:rPr lang="en-US" altLang="zh-CN" sz="2400"/>
              <a:t>–</a:t>
            </a:r>
            <a:r>
              <a:rPr lang="zh-CN" altLang="en-US" sz="2400"/>
              <a:t>后序线索二叉树 </a:t>
            </a:r>
            <a:r>
              <a:rPr lang="en-US" altLang="zh-CN" sz="2400"/>
              <a:t>vs </a:t>
            </a:r>
            <a:r>
              <a:rPr lang="zh-CN" altLang="en-US" sz="2400"/>
              <a:t>先序线索二叉树</a:t>
            </a:r>
            <a:r>
              <a:rPr lang="en-US" altLang="zh-CN" sz="2400"/>
              <a:t>(5)</a:t>
            </a:r>
          </a:p>
        </p:txBody>
      </p:sp>
      <p:sp>
        <p:nvSpPr>
          <p:cNvPr id="362499" name="Rectangle 3"/>
          <p:cNvSpPr>
            <a:spLocks noGrp="1" noChangeArrowheads="1"/>
          </p:cNvSpPr>
          <p:nvPr>
            <p:ph type="body" idx="1"/>
          </p:nvPr>
        </p:nvSpPr>
        <p:spPr>
          <a:xfrm>
            <a:off x="-76200" y="1143000"/>
            <a:ext cx="9144000" cy="4768850"/>
          </a:xfrm>
        </p:spPr>
        <p:txBody>
          <a:bodyPr/>
          <a:lstStyle/>
          <a:p>
            <a:pPr lvl="1">
              <a:lnSpc>
                <a:spcPct val="120000"/>
              </a:lnSpc>
            </a:pPr>
            <a:r>
              <a:rPr lang="zh-CN" altLang="en-US"/>
              <a:t>如何在先序线索二叉树上找结点的前驱？ </a:t>
            </a:r>
            <a:r>
              <a:rPr lang="en-US" altLang="zh-CN">
                <a:solidFill>
                  <a:schemeClr val="hlink"/>
                </a:solidFill>
              </a:rPr>
              <a:t>(</a:t>
            </a:r>
            <a:r>
              <a:rPr lang="zh-CN" altLang="en-US">
                <a:solidFill>
                  <a:schemeClr val="hlink"/>
                </a:solidFill>
              </a:rPr>
              <a:t>复杂！</a:t>
            </a:r>
            <a:r>
              <a:rPr lang="zh-CN" altLang="en-US">
                <a:solidFill>
                  <a:schemeClr val="hlink"/>
                </a:solidFill>
                <a:sym typeface="Wingdings" charset="2"/>
              </a:rPr>
              <a:t></a:t>
            </a:r>
            <a:r>
              <a:rPr lang="en-US" altLang="zh-CN">
                <a:solidFill>
                  <a:schemeClr val="hlink"/>
                </a:solidFill>
              </a:rPr>
              <a:t>)</a:t>
            </a:r>
            <a:r>
              <a:rPr lang="en-US" altLang="zh-CN"/>
              <a:t> </a:t>
            </a:r>
            <a:br>
              <a:rPr lang="en-US" altLang="zh-CN"/>
            </a:br>
            <a:r>
              <a:rPr lang="en-US" altLang="zh-CN">
                <a:ea typeface="楷体_GB2312" charset="0"/>
              </a:rPr>
              <a:t>a) </a:t>
            </a:r>
            <a:r>
              <a:rPr lang="zh-CN" altLang="en-US">
                <a:ea typeface="楷体_GB2312" charset="0"/>
              </a:rPr>
              <a:t>若该结点是二叉树的</a:t>
            </a:r>
            <a:r>
              <a:rPr lang="zh-CN" altLang="en-US" u="sng">
                <a:ea typeface="楷体_GB2312" charset="0"/>
              </a:rPr>
              <a:t>根</a:t>
            </a:r>
            <a:r>
              <a:rPr lang="zh-CN" altLang="en-US">
                <a:ea typeface="楷体_GB2312" charset="0"/>
              </a:rPr>
              <a:t>，则其前驱为</a:t>
            </a:r>
            <a:r>
              <a:rPr lang="zh-CN" altLang="en-US" u="sng">
                <a:ea typeface="楷体_GB2312" charset="0"/>
              </a:rPr>
              <a:t>空</a:t>
            </a:r>
            <a:r>
              <a:rPr lang="zh-CN" altLang="en-US">
                <a:ea typeface="楷体_GB2312" charset="0"/>
              </a:rPr>
              <a:t>；</a:t>
            </a:r>
            <a:br>
              <a:rPr lang="zh-CN" altLang="en-US">
                <a:ea typeface="楷体_GB2312" charset="0"/>
              </a:rPr>
            </a:br>
            <a:r>
              <a:rPr lang="en-US" altLang="zh-CN">
                <a:ea typeface="楷体_GB2312" charset="0"/>
              </a:rPr>
              <a:t>b) </a:t>
            </a:r>
            <a:r>
              <a:rPr lang="zh-CN" altLang="en-US">
                <a:ea typeface="楷体_GB2312" charset="0"/>
              </a:rPr>
              <a:t>若该结点是其</a:t>
            </a:r>
            <a:r>
              <a:rPr lang="zh-CN" altLang="en-US" u="sng">
                <a:ea typeface="楷体_GB2312" charset="0"/>
              </a:rPr>
              <a:t>双亲</a:t>
            </a:r>
            <a:r>
              <a:rPr lang="zh-CN" altLang="en-US">
                <a:ea typeface="楷体_GB2312" charset="0"/>
              </a:rPr>
              <a:t>的</a:t>
            </a:r>
            <a:r>
              <a:rPr lang="zh-CN" altLang="en-US" u="sng">
                <a:ea typeface="楷体_GB2312" charset="0"/>
              </a:rPr>
              <a:t>左</a:t>
            </a:r>
            <a:r>
              <a:rPr lang="zh-CN" altLang="en-US">
                <a:ea typeface="楷体_GB2312" charset="0"/>
              </a:rPr>
              <a:t>孩子或是其</a:t>
            </a:r>
            <a:br>
              <a:rPr lang="zh-CN" altLang="en-US">
                <a:ea typeface="楷体_GB2312" charset="0"/>
              </a:rPr>
            </a:br>
            <a:r>
              <a:rPr lang="zh-CN" altLang="en-US" u="sng">
                <a:ea typeface="楷体_GB2312" charset="0"/>
              </a:rPr>
              <a:t>双亲</a:t>
            </a:r>
            <a:r>
              <a:rPr lang="zh-CN" altLang="en-US">
                <a:ea typeface="楷体_GB2312" charset="0"/>
              </a:rPr>
              <a:t>的</a:t>
            </a:r>
            <a:r>
              <a:rPr lang="zh-CN" altLang="en-US" u="sng">
                <a:ea typeface="楷体_GB2312" charset="0"/>
              </a:rPr>
              <a:t>右</a:t>
            </a:r>
            <a:r>
              <a:rPr lang="zh-CN" altLang="en-US">
                <a:ea typeface="楷体_GB2312" charset="0"/>
              </a:rPr>
              <a:t>孩子且其</a:t>
            </a:r>
            <a:r>
              <a:rPr lang="zh-CN" altLang="en-US" u="sng">
                <a:ea typeface="楷体_GB2312" charset="0"/>
              </a:rPr>
              <a:t>双亲没有左</a:t>
            </a:r>
            <a:r>
              <a:rPr lang="zh-CN" altLang="en-US">
                <a:ea typeface="楷体_GB2312" charset="0"/>
              </a:rPr>
              <a:t>子树，</a:t>
            </a:r>
            <a:br>
              <a:rPr lang="zh-CN" altLang="en-US">
                <a:ea typeface="楷体_GB2312" charset="0"/>
              </a:rPr>
            </a:br>
            <a:r>
              <a:rPr lang="zh-CN" altLang="en-US">
                <a:ea typeface="楷体_GB2312" charset="0"/>
              </a:rPr>
              <a:t>则其前驱为其</a:t>
            </a:r>
            <a:r>
              <a:rPr lang="zh-CN" altLang="en-US" u="sng">
                <a:ea typeface="楷体_GB2312" charset="0"/>
              </a:rPr>
              <a:t>双亲</a:t>
            </a:r>
            <a:r>
              <a:rPr lang="zh-CN" altLang="en-US">
                <a:ea typeface="楷体_GB2312" charset="0"/>
              </a:rPr>
              <a:t>；</a:t>
            </a:r>
            <a:br>
              <a:rPr lang="zh-CN" altLang="en-US">
                <a:ea typeface="楷体_GB2312" charset="0"/>
              </a:rPr>
            </a:br>
            <a:r>
              <a:rPr lang="en-US" altLang="zh-CN">
                <a:ea typeface="楷体_GB2312" charset="0"/>
              </a:rPr>
              <a:t>c) </a:t>
            </a:r>
            <a:r>
              <a:rPr lang="zh-CN" altLang="en-US">
                <a:ea typeface="楷体_GB2312" charset="0"/>
              </a:rPr>
              <a:t>若该结点是其</a:t>
            </a:r>
            <a:r>
              <a:rPr lang="zh-CN" altLang="en-US" u="sng">
                <a:ea typeface="楷体_GB2312" charset="0"/>
              </a:rPr>
              <a:t>双亲</a:t>
            </a:r>
            <a:r>
              <a:rPr lang="zh-CN" altLang="en-US">
                <a:ea typeface="楷体_GB2312" charset="0"/>
              </a:rPr>
              <a:t>的</a:t>
            </a:r>
            <a:r>
              <a:rPr lang="zh-CN" altLang="en-US" u="sng">
                <a:ea typeface="楷体_GB2312" charset="0"/>
              </a:rPr>
              <a:t>右</a:t>
            </a:r>
            <a:r>
              <a:rPr lang="zh-CN" altLang="en-US">
                <a:ea typeface="楷体_GB2312" charset="0"/>
              </a:rPr>
              <a:t>孩子且其</a:t>
            </a:r>
            <a:br>
              <a:rPr lang="zh-CN" altLang="en-US">
                <a:ea typeface="楷体_GB2312" charset="0"/>
              </a:rPr>
            </a:br>
            <a:r>
              <a:rPr lang="zh-CN" altLang="en-US" u="sng">
                <a:ea typeface="楷体_GB2312" charset="0"/>
              </a:rPr>
              <a:t>双亲</a:t>
            </a:r>
            <a:r>
              <a:rPr lang="zh-CN" altLang="en-US">
                <a:ea typeface="楷体_GB2312" charset="0"/>
              </a:rPr>
              <a:t>有</a:t>
            </a:r>
            <a:r>
              <a:rPr lang="zh-CN" altLang="en-US" u="sng">
                <a:ea typeface="楷体_GB2312" charset="0"/>
              </a:rPr>
              <a:t>左</a:t>
            </a:r>
            <a:r>
              <a:rPr lang="zh-CN" altLang="en-US">
                <a:ea typeface="楷体_GB2312" charset="0"/>
              </a:rPr>
              <a:t>子树，则其前驱为其</a:t>
            </a:r>
            <a:r>
              <a:rPr lang="zh-CN" altLang="en-US" u="sng">
                <a:ea typeface="楷体_GB2312" charset="0"/>
              </a:rPr>
              <a:t>双亲</a:t>
            </a:r>
            <a:br>
              <a:rPr lang="zh-CN" altLang="en-US" u="sng">
                <a:ea typeface="楷体_GB2312" charset="0"/>
              </a:rPr>
            </a:br>
            <a:r>
              <a:rPr lang="zh-CN" altLang="en-US">
                <a:ea typeface="楷体_GB2312" charset="0"/>
              </a:rPr>
              <a:t>的</a:t>
            </a:r>
            <a:r>
              <a:rPr lang="zh-CN" altLang="en-US" u="sng">
                <a:ea typeface="楷体_GB2312" charset="0"/>
              </a:rPr>
              <a:t>左</a:t>
            </a:r>
            <a:r>
              <a:rPr lang="zh-CN" altLang="en-US">
                <a:ea typeface="楷体_GB2312" charset="0"/>
              </a:rPr>
              <a:t>子树中的</a:t>
            </a:r>
            <a:r>
              <a:rPr lang="zh-CN" altLang="en-US" u="sng">
                <a:ea typeface="楷体_GB2312" charset="0"/>
              </a:rPr>
              <a:t>先</a:t>
            </a:r>
            <a:r>
              <a:rPr lang="zh-CN" altLang="en-US">
                <a:ea typeface="楷体_GB2312" charset="0"/>
              </a:rPr>
              <a:t>序遍历列出的</a:t>
            </a:r>
            <a:r>
              <a:rPr lang="zh-CN" altLang="en-US" u="sng">
                <a:ea typeface="楷体_GB2312" charset="0"/>
              </a:rPr>
              <a:t>最后</a:t>
            </a:r>
            <a:br>
              <a:rPr lang="zh-CN" altLang="en-US" u="sng">
                <a:ea typeface="楷体_GB2312" charset="0"/>
              </a:rPr>
            </a:br>
            <a:r>
              <a:rPr lang="zh-CN" altLang="en-US" u="sng">
                <a:ea typeface="楷体_GB2312" charset="0"/>
              </a:rPr>
              <a:t>一个</a:t>
            </a:r>
            <a:r>
              <a:rPr lang="zh-CN" altLang="en-US">
                <a:ea typeface="楷体_GB2312" charset="0"/>
              </a:rPr>
              <a:t>结点。 </a:t>
            </a:r>
            <a:br>
              <a:rPr lang="zh-CN" altLang="en-US">
                <a:ea typeface="楷体_GB2312" charset="0"/>
              </a:rPr>
            </a:br>
            <a:r>
              <a:rPr lang="zh-CN" altLang="en-US">
                <a:ea typeface="黑体" charset="-122"/>
              </a:rPr>
              <a:t>涉及求结点的双亲</a:t>
            </a:r>
            <a:r>
              <a:rPr lang="zh-CN" altLang="en-US">
                <a:ea typeface="楷体_GB2312" charset="0"/>
              </a:rPr>
              <a:t>：</a:t>
            </a:r>
            <a:br>
              <a:rPr lang="zh-CN" altLang="en-US">
                <a:ea typeface="楷体_GB2312" charset="0"/>
              </a:rPr>
            </a:br>
            <a:r>
              <a:rPr lang="zh-CN" altLang="en-US">
                <a:solidFill>
                  <a:schemeClr val="hlink"/>
                </a:solidFill>
                <a:ea typeface="楷体_GB2312" charset="0"/>
              </a:rPr>
              <a:t>二叉链表</a:t>
            </a:r>
            <a:r>
              <a:rPr lang="zh-CN" altLang="en-US">
                <a:solidFill>
                  <a:schemeClr val="hlink"/>
                </a:solidFill>
                <a:ea typeface="楷体_GB2312" charset="0"/>
                <a:sym typeface="Wingdings" charset="2"/>
              </a:rPr>
              <a:t>三叉链表</a:t>
            </a:r>
          </a:p>
        </p:txBody>
      </p:sp>
      <p:sp>
        <p:nvSpPr>
          <p:cNvPr id="362500" name="AutoShape 4">
            <a:hlinkClick r:id="rId2"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nvGrpSpPr>
          <p:cNvPr id="362501" name="Group 5"/>
          <p:cNvGrpSpPr>
            <a:grpSpLocks/>
          </p:cNvGrpSpPr>
          <p:nvPr/>
        </p:nvGrpSpPr>
        <p:grpSpPr bwMode="auto">
          <a:xfrm>
            <a:off x="5715000" y="1828800"/>
            <a:ext cx="3394075" cy="2730500"/>
            <a:chOff x="0" y="1392"/>
            <a:chExt cx="2138" cy="1720"/>
          </a:xfrm>
        </p:grpSpPr>
        <p:grpSp>
          <p:nvGrpSpPr>
            <p:cNvPr id="362502" name="Group 6"/>
            <p:cNvGrpSpPr>
              <a:grpSpLocks/>
            </p:cNvGrpSpPr>
            <p:nvPr/>
          </p:nvGrpSpPr>
          <p:grpSpPr bwMode="auto">
            <a:xfrm>
              <a:off x="164" y="1392"/>
              <a:ext cx="1824" cy="1680"/>
              <a:chOff x="3648" y="2496"/>
              <a:chExt cx="1824" cy="1680"/>
            </a:xfrm>
          </p:grpSpPr>
          <p:sp>
            <p:nvSpPr>
              <p:cNvPr id="362503" name="Oval 7"/>
              <p:cNvSpPr>
                <a:spLocks noChangeArrowheads="1"/>
              </p:cNvSpPr>
              <p:nvPr/>
            </p:nvSpPr>
            <p:spPr bwMode="auto">
              <a:xfrm>
                <a:off x="4656" y="249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1</a:t>
                </a:r>
              </a:p>
            </p:txBody>
          </p:sp>
          <p:sp>
            <p:nvSpPr>
              <p:cNvPr id="362504" name="Oval 8"/>
              <p:cNvSpPr>
                <a:spLocks noChangeArrowheads="1"/>
              </p:cNvSpPr>
              <p:nvPr/>
            </p:nvSpPr>
            <p:spPr bwMode="auto">
              <a:xfrm>
                <a:off x="4080"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2</a:t>
                </a:r>
              </a:p>
            </p:txBody>
          </p:sp>
          <p:sp>
            <p:nvSpPr>
              <p:cNvPr id="362505" name="Oval 9"/>
              <p:cNvSpPr>
                <a:spLocks noChangeArrowheads="1"/>
              </p:cNvSpPr>
              <p:nvPr/>
            </p:nvSpPr>
            <p:spPr bwMode="auto">
              <a:xfrm>
                <a:off x="5232" y="297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3</a:t>
                </a:r>
              </a:p>
            </p:txBody>
          </p:sp>
          <p:sp>
            <p:nvSpPr>
              <p:cNvPr id="362506" name="Oval 10"/>
              <p:cNvSpPr>
                <a:spLocks noChangeArrowheads="1"/>
              </p:cNvSpPr>
              <p:nvPr/>
            </p:nvSpPr>
            <p:spPr bwMode="auto">
              <a:xfrm>
                <a:off x="3648" y="345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4</a:t>
                </a:r>
              </a:p>
            </p:txBody>
          </p:sp>
          <p:sp>
            <p:nvSpPr>
              <p:cNvPr id="362507" name="Oval 11"/>
              <p:cNvSpPr>
                <a:spLocks noChangeArrowheads="1"/>
              </p:cNvSpPr>
              <p:nvPr/>
            </p:nvSpPr>
            <p:spPr bwMode="auto">
              <a:xfrm>
                <a:off x="4464" y="3408"/>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5</a:t>
                </a:r>
              </a:p>
            </p:txBody>
          </p:sp>
          <p:sp>
            <p:nvSpPr>
              <p:cNvPr id="362508" name="Oval 12"/>
              <p:cNvSpPr>
                <a:spLocks noChangeArrowheads="1"/>
              </p:cNvSpPr>
              <p:nvPr/>
            </p:nvSpPr>
            <p:spPr bwMode="auto">
              <a:xfrm>
                <a:off x="4224"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6</a:t>
                </a:r>
              </a:p>
            </p:txBody>
          </p:sp>
          <p:sp>
            <p:nvSpPr>
              <p:cNvPr id="362509" name="Oval 13"/>
              <p:cNvSpPr>
                <a:spLocks noChangeArrowheads="1"/>
              </p:cNvSpPr>
              <p:nvPr/>
            </p:nvSpPr>
            <p:spPr bwMode="auto">
              <a:xfrm>
                <a:off x="4752" y="3936"/>
                <a:ext cx="240" cy="240"/>
              </a:xfrm>
              <a:prstGeom prst="ellipse">
                <a:avLst/>
              </a:prstGeom>
              <a:gradFill rotWithShape="0">
                <a:gsLst>
                  <a:gs pos="0">
                    <a:srgbClr val="5E9EFF"/>
                  </a:gs>
                  <a:gs pos="39999">
                    <a:srgbClr val="85C2FF"/>
                  </a:gs>
                  <a:gs pos="70000">
                    <a:srgbClr val="C4D6EB"/>
                  </a:gs>
                  <a:gs pos="100000">
                    <a:srgbClr val="FFEBFA"/>
                  </a:gs>
                </a:gsLst>
                <a:lin ang="5400000" scaled="1"/>
              </a:gradFill>
              <a:ln w="28575">
                <a:solidFill>
                  <a:schemeClr val="tx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solidFill>
                      <a:srgbClr val="0000FF"/>
                    </a:solidFill>
                    <a:latin typeface="Times New Roman" charset="0"/>
                  </a:rPr>
                  <a:t>7</a:t>
                </a:r>
              </a:p>
            </p:txBody>
          </p:sp>
          <p:sp>
            <p:nvSpPr>
              <p:cNvPr id="362510" name="Line 14"/>
              <p:cNvSpPr>
                <a:spLocks noChangeShapeType="1"/>
              </p:cNvSpPr>
              <p:nvPr/>
            </p:nvSpPr>
            <p:spPr bwMode="auto">
              <a:xfrm flipH="1">
                <a:off x="4272" y="2688"/>
                <a:ext cx="432"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2511" name="Line 15"/>
              <p:cNvSpPr>
                <a:spLocks noChangeShapeType="1"/>
              </p:cNvSpPr>
              <p:nvPr/>
            </p:nvSpPr>
            <p:spPr bwMode="auto">
              <a:xfrm>
                <a:off x="4848" y="2688"/>
                <a:ext cx="48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2512" name="Line 16"/>
              <p:cNvSpPr>
                <a:spLocks noChangeShapeType="1"/>
              </p:cNvSpPr>
              <p:nvPr/>
            </p:nvSpPr>
            <p:spPr bwMode="auto">
              <a:xfrm flipH="1">
                <a:off x="3840" y="3168"/>
                <a:ext cx="288"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2513" name="Line 17"/>
              <p:cNvSpPr>
                <a:spLocks noChangeShapeType="1"/>
              </p:cNvSpPr>
              <p:nvPr/>
            </p:nvSpPr>
            <p:spPr bwMode="auto">
              <a:xfrm>
                <a:off x="4272" y="3168"/>
                <a:ext cx="240"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2514" name="Line 18"/>
              <p:cNvSpPr>
                <a:spLocks noChangeShapeType="1"/>
              </p:cNvSpPr>
              <p:nvPr/>
            </p:nvSpPr>
            <p:spPr bwMode="auto">
              <a:xfrm flipH="1">
                <a:off x="4368" y="3600"/>
                <a:ext cx="144"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62515" name="Line 19"/>
              <p:cNvSpPr>
                <a:spLocks noChangeShapeType="1"/>
              </p:cNvSpPr>
              <p:nvPr/>
            </p:nvSpPr>
            <p:spPr bwMode="auto">
              <a:xfrm>
                <a:off x="4656" y="3600"/>
                <a:ext cx="192" cy="33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362516" name="Freeform 20"/>
            <p:cNvSpPr>
              <a:spLocks/>
            </p:cNvSpPr>
            <p:nvPr/>
          </p:nvSpPr>
          <p:spPr bwMode="auto">
            <a:xfrm>
              <a:off x="0" y="1963"/>
              <a:ext cx="589" cy="626"/>
            </a:xfrm>
            <a:custGeom>
              <a:avLst/>
              <a:gdLst>
                <a:gd name="T0" fmla="*/ 212 w 589"/>
                <a:gd name="T1" fmla="*/ 598 h 626"/>
                <a:gd name="T2" fmla="*/ 126 w 589"/>
                <a:gd name="T3" fmla="*/ 609 h 626"/>
                <a:gd name="T4" fmla="*/ 77 w 589"/>
                <a:gd name="T5" fmla="*/ 495 h 626"/>
                <a:gd name="T6" fmla="*/ 589 w 589"/>
                <a:gd name="T7" fmla="*/ 0 h 626"/>
              </a:gdLst>
              <a:ahLst/>
              <a:cxnLst>
                <a:cxn ang="0">
                  <a:pos x="T0" y="T1"/>
                </a:cxn>
                <a:cxn ang="0">
                  <a:pos x="T2" y="T3"/>
                </a:cxn>
                <a:cxn ang="0">
                  <a:pos x="T4" y="T5"/>
                </a:cxn>
                <a:cxn ang="0">
                  <a:pos x="T6" y="T7"/>
                </a:cxn>
              </a:cxnLst>
              <a:rect l="0" t="0" r="r" b="b"/>
              <a:pathLst>
                <a:path w="589" h="626">
                  <a:moveTo>
                    <a:pt x="212" y="598"/>
                  </a:moveTo>
                  <a:cubicBezTo>
                    <a:pt x="198" y="600"/>
                    <a:pt x="148" y="626"/>
                    <a:pt x="126" y="609"/>
                  </a:cubicBezTo>
                  <a:cubicBezTo>
                    <a:pt x="104" y="592"/>
                    <a:pt x="0" y="596"/>
                    <a:pt x="77" y="495"/>
                  </a:cubicBezTo>
                  <a:cubicBezTo>
                    <a:pt x="154" y="394"/>
                    <a:pt x="482" y="103"/>
                    <a:pt x="589"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17" name="Freeform 21"/>
            <p:cNvSpPr>
              <a:spLocks/>
            </p:cNvSpPr>
            <p:nvPr/>
          </p:nvSpPr>
          <p:spPr bwMode="auto">
            <a:xfrm>
              <a:off x="1992" y="1882"/>
              <a:ext cx="146" cy="225"/>
            </a:xfrm>
            <a:custGeom>
              <a:avLst/>
              <a:gdLst>
                <a:gd name="T0" fmla="*/ 0 w 146"/>
                <a:gd name="T1" fmla="*/ 179 h 225"/>
                <a:gd name="T2" fmla="*/ 114 w 146"/>
                <a:gd name="T3" fmla="*/ 195 h 225"/>
                <a:gd name="T4" fmla="*/ 146 w 146"/>
                <a:gd name="T5" fmla="*/ 0 h 225"/>
              </a:gdLst>
              <a:ahLst/>
              <a:cxnLst>
                <a:cxn ang="0">
                  <a:pos x="T0" y="T1"/>
                </a:cxn>
                <a:cxn ang="0">
                  <a:pos x="T2" y="T3"/>
                </a:cxn>
                <a:cxn ang="0">
                  <a:pos x="T4" y="T5"/>
                </a:cxn>
              </a:cxnLst>
              <a:rect l="0" t="0" r="r" b="b"/>
              <a:pathLst>
                <a:path w="146" h="225">
                  <a:moveTo>
                    <a:pt x="0" y="179"/>
                  </a:moveTo>
                  <a:cubicBezTo>
                    <a:pt x="19" y="182"/>
                    <a:pt x="90" y="225"/>
                    <a:pt x="114" y="195"/>
                  </a:cubicBezTo>
                  <a:cubicBezTo>
                    <a:pt x="138" y="165"/>
                    <a:pt x="139" y="41"/>
                    <a:pt x="146"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18" name="Freeform 22"/>
            <p:cNvSpPr>
              <a:spLocks/>
            </p:cNvSpPr>
            <p:nvPr/>
          </p:nvSpPr>
          <p:spPr bwMode="auto">
            <a:xfrm>
              <a:off x="962" y="3035"/>
              <a:ext cx="376" cy="77"/>
            </a:xfrm>
            <a:custGeom>
              <a:avLst/>
              <a:gdLst>
                <a:gd name="T0" fmla="*/ 376 w 376"/>
                <a:gd name="T1" fmla="*/ 24 h 77"/>
                <a:gd name="T2" fmla="*/ 194 w 376"/>
                <a:gd name="T3" fmla="*/ 73 h 77"/>
                <a:gd name="T4" fmla="*/ 0 w 376"/>
                <a:gd name="T5" fmla="*/ 0 h 77"/>
              </a:gdLst>
              <a:ahLst/>
              <a:cxnLst>
                <a:cxn ang="0">
                  <a:pos x="T0" y="T1"/>
                </a:cxn>
                <a:cxn ang="0">
                  <a:pos x="T2" y="T3"/>
                </a:cxn>
                <a:cxn ang="0">
                  <a:pos x="T4" y="T5"/>
                </a:cxn>
              </a:cxnLst>
              <a:rect l="0" t="0" r="r" b="b"/>
              <a:pathLst>
                <a:path w="376" h="77">
                  <a:moveTo>
                    <a:pt x="376" y="24"/>
                  </a:moveTo>
                  <a:cubicBezTo>
                    <a:pt x="346" y="32"/>
                    <a:pt x="257" y="77"/>
                    <a:pt x="194" y="73"/>
                  </a:cubicBezTo>
                  <a:cubicBezTo>
                    <a:pt x="131" y="69"/>
                    <a:pt x="40" y="15"/>
                    <a:pt x="0"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19" name="Freeform 23"/>
            <p:cNvSpPr>
              <a:spLocks/>
            </p:cNvSpPr>
            <p:nvPr/>
          </p:nvSpPr>
          <p:spPr bwMode="auto">
            <a:xfrm>
              <a:off x="1497" y="2093"/>
              <a:ext cx="406" cy="993"/>
            </a:xfrm>
            <a:custGeom>
              <a:avLst/>
              <a:gdLst>
                <a:gd name="T0" fmla="*/ 406 w 406"/>
                <a:gd name="T1" fmla="*/ 0 h 993"/>
                <a:gd name="T2" fmla="*/ 365 w 406"/>
                <a:gd name="T3" fmla="*/ 349 h 993"/>
                <a:gd name="T4" fmla="*/ 187 w 406"/>
                <a:gd name="T5" fmla="*/ 892 h 993"/>
                <a:gd name="T6" fmla="*/ 0 w 406"/>
                <a:gd name="T7" fmla="*/ 957 h 993"/>
              </a:gdLst>
              <a:ahLst/>
              <a:cxnLst>
                <a:cxn ang="0">
                  <a:pos x="T0" y="T1"/>
                </a:cxn>
                <a:cxn ang="0">
                  <a:pos x="T2" y="T3"/>
                </a:cxn>
                <a:cxn ang="0">
                  <a:pos x="T4" y="T5"/>
                </a:cxn>
                <a:cxn ang="0">
                  <a:pos x="T6" y="T7"/>
                </a:cxn>
              </a:cxnLst>
              <a:rect l="0" t="0" r="r" b="b"/>
              <a:pathLst>
                <a:path w="406" h="993">
                  <a:moveTo>
                    <a:pt x="406" y="0"/>
                  </a:moveTo>
                  <a:cubicBezTo>
                    <a:pt x="399" y="58"/>
                    <a:pt x="401" y="200"/>
                    <a:pt x="365" y="349"/>
                  </a:cubicBezTo>
                  <a:cubicBezTo>
                    <a:pt x="329" y="498"/>
                    <a:pt x="248" y="791"/>
                    <a:pt x="187" y="892"/>
                  </a:cubicBezTo>
                  <a:cubicBezTo>
                    <a:pt x="126" y="993"/>
                    <a:pt x="39" y="944"/>
                    <a:pt x="0" y="957"/>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20" name="Freeform 24"/>
            <p:cNvSpPr>
              <a:spLocks/>
            </p:cNvSpPr>
            <p:nvPr/>
          </p:nvSpPr>
          <p:spPr bwMode="auto">
            <a:xfrm>
              <a:off x="622" y="2496"/>
              <a:ext cx="359" cy="597"/>
            </a:xfrm>
            <a:custGeom>
              <a:avLst/>
              <a:gdLst>
                <a:gd name="T0" fmla="*/ 186 w 359"/>
                <a:gd name="T1" fmla="*/ 562 h 597"/>
                <a:gd name="T2" fmla="*/ 72 w 359"/>
                <a:gd name="T3" fmla="*/ 571 h 597"/>
                <a:gd name="T4" fmla="*/ 48 w 359"/>
                <a:gd name="T5" fmla="*/ 408 h 597"/>
                <a:gd name="T6" fmla="*/ 359 w 359"/>
                <a:gd name="T7" fmla="*/ 0 h 597"/>
              </a:gdLst>
              <a:ahLst/>
              <a:cxnLst>
                <a:cxn ang="0">
                  <a:pos x="T0" y="T1"/>
                </a:cxn>
                <a:cxn ang="0">
                  <a:pos x="T2" y="T3"/>
                </a:cxn>
                <a:cxn ang="0">
                  <a:pos x="T4" y="T5"/>
                </a:cxn>
                <a:cxn ang="0">
                  <a:pos x="T6" y="T7"/>
                </a:cxn>
              </a:cxnLst>
              <a:rect l="0" t="0" r="r" b="b"/>
              <a:pathLst>
                <a:path w="359" h="597">
                  <a:moveTo>
                    <a:pt x="186" y="562"/>
                  </a:moveTo>
                  <a:cubicBezTo>
                    <a:pt x="165" y="547"/>
                    <a:pt x="95" y="597"/>
                    <a:pt x="72" y="571"/>
                  </a:cubicBezTo>
                  <a:cubicBezTo>
                    <a:pt x="49" y="545"/>
                    <a:pt x="0" y="503"/>
                    <a:pt x="48" y="408"/>
                  </a:cubicBezTo>
                  <a:cubicBezTo>
                    <a:pt x="96" y="313"/>
                    <a:pt x="294" y="85"/>
                    <a:pt x="359" y="0"/>
                  </a:cubicBezTo>
                </a:path>
              </a:pathLst>
            </a:custGeom>
            <a:noFill/>
            <a:ln w="28575" cap="flat" cmpd="sng">
              <a:solidFill>
                <a:srgbClr val="FF3399"/>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21" name="Freeform 25"/>
            <p:cNvSpPr>
              <a:spLocks/>
            </p:cNvSpPr>
            <p:nvPr/>
          </p:nvSpPr>
          <p:spPr bwMode="auto">
            <a:xfrm>
              <a:off x="1508" y="2109"/>
              <a:ext cx="330" cy="876"/>
            </a:xfrm>
            <a:custGeom>
              <a:avLst/>
              <a:gdLst>
                <a:gd name="T0" fmla="*/ 0 w 330"/>
                <a:gd name="T1" fmla="*/ 849 h 876"/>
                <a:gd name="T2" fmla="*/ 154 w 330"/>
                <a:gd name="T3" fmla="*/ 735 h 876"/>
                <a:gd name="T4" fmla="*/ 330 w 330"/>
                <a:gd name="T5" fmla="*/ 0 h 876"/>
              </a:gdLst>
              <a:ahLst/>
              <a:cxnLst>
                <a:cxn ang="0">
                  <a:pos x="T0" y="T1"/>
                </a:cxn>
                <a:cxn ang="0">
                  <a:pos x="T2" y="T3"/>
                </a:cxn>
                <a:cxn ang="0">
                  <a:pos x="T4" y="T5"/>
                </a:cxn>
              </a:cxnLst>
              <a:rect l="0" t="0" r="r" b="b"/>
              <a:pathLst>
                <a:path w="330" h="876">
                  <a:moveTo>
                    <a:pt x="0" y="849"/>
                  </a:moveTo>
                  <a:cubicBezTo>
                    <a:pt x="26" y="830"/>
                    <a:pt x="99" y="876"/>
                    <a:pt x="154" y="735"/>
                  </a:cubicBezTo>
                  <a:cubicBezTo>
                    <a:pt x="209" y="594"/>
                    <a:pt x="293" y="153"/>
                    <a:pt x="330"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22" name="Freeform 26"/>
            <p:cNvSpPr>
              <a:spLocks/>
            </p:cNvSpPr>
            <p:nvPr/>
          </p:nvSpPr>
          <p:spPr bwMode="auto">
            <a:xfrm>
              <a:off x="986" y="2970"/>
              <a:ext cx="284" cy="33"/>
            </a:xfrm>
            <a:custGeom>
              <a:avLst/>
              <a:gdLst>
                <a:gd name="T0" fmla="*/ 0 w 284"/>
                <a:gd name="T1" fmla="*/ 0 h 33"/>
                <a:gd name="T2" fmla="*/ 130 w 284"/>
                <a:gd name="T3" fmla="*/ 32 h 33"/>
                <a:gd name="T4" fmla="*/ 284 w 284"/>
                <a:gd name="T5" fmla="*/ 8 h 33"/>
              </a:gdLst>
              <a:ahLst/>
              <a:cxnLst>
                <a:cxn ang="0">
                  <a:pos x="T0" y="T1"/>
                </a:cxn>
                <a:cxn ang="0">
                  <a:pos x="T2" y="T3"/>
                </a:cxn>
                <a:cxn ang="0">
                  <a:pos x="T4" y="T5"/>
                </a:cxn>
              </a:cxnLst>
              <a:rect l="0" t="0" r="r" b="b"/>
              <a:pathLst>
                <a:path w="284" h="33">
                  <a:moveTo>
                    <a:pt x="0" y="0"/>
                  </a:moveTo>
                  <a:cubicBezTo>
                    <a:pt x="22" y="5"/>
                    <a:pt x="83" y="31"/>
                    <a:pt x="130" y="32"/>
                  </a:cubicBezTo>
                  <a:cubicBezTo>
                    <a:pt x="177" y="33"/>
                    <a:pt x="252" y="13"/>
                    <a:pt x="284" y="8"/>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sp>
          <p:nvSpPr>
            <p:cNvPr id="362523" name="Freeform 27"/>
            <p:cNvSpPr>
              <a:spLocks/>
            </p:cNvSpPr>
            <p:nvPr/>
          </p:nvSpPr>
          <p:spPr bwMode="auto">
            <a:xfrm>
              <a:off x="337" y="2442"/>
              <a:ext cx="633" cy="150"/>
            </a:xfrm>
            <a:custGeom>
              <a:avLst/>
              <a:gdLst>
                <a:gd name="T0" fmla="*/ 0 w 633"/>
                <a:gd name="T1" fmla="*/ 122 h 150"/>
                <a:gd name="T2" fmla="*/ 195 w 633"/>
                <a:gd name="T3" fmla="*/ 150 h 150"/>
                <a:gd name="T4" fmla="*/ 430 w 633"/>
                <a:gd name="T5" fmla="*/ 122 h 150"/>
                <a:gd name="T6" fmla="*/ 633 w 633"/>
                <a:gd name="T7" fmla="*/ 0 h 150"/>
              </a:gdLst>
              <a:ahLst/>
              <a:cxnLst>
                <a:cxn ang="0">
                  <a:pos x="T0" y="T1"/>
                </a:cxn>
                <a:cxn ang="0">
                  <a:pos x="T2" y="T3"/>
                </a:cxn>
                <a:cxn ang="0">
                  <a:pos x="T4" y="T5"/>
                </a:cxn>
                <a:cxn ang="0">
                  <a:pos x="T6" y="T7"/>
                </a:cxn>
              </a:cxnLst>
              <a:rect l="0" t="0" r="r" b="b"/>
              <a:pathLst>
                <a:path w="633" h="150">
                  <a:moveTo>
                    <a:pt x="0" y="122"/>
                  </a:moveTo>
                  <a:cubicBezTo>
                    <a:pt x="32" y="127"/>
                    <a:pt x="123" y="150"/>
                    <a:pt x="195" y="150"/>
                  </a:cubicBezTo>
                  <a:cubicBezTo>
                    <a:pt x="195" y="150"/>
                    <a:pt x="357" y="147"/>
                    <a:pt x="430" y="122"/>
                  </a:cubicBezTo>
                  <a:cubicBezTo>
                    <a:pt x="503" y="97"/>
                    <a:pt x="591" y="25"/>
                    <a:pt x="633" y="0"/>
                  </a:cubicBezTo>
                </a:path>
              </a:pathLst>
            </a:custGeom>
            <a:noFill/>
            <a:ln w="28575" cap="flat" cmpd="sng">
              <a:solidFill>
                <a:srgbClr val="FF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54335581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Text Box 2"/>
          <p:cNvSpPr txBox="1">
            <a:spLocks noChangeArrowheads="1"/>
          </p:cNvSpPr>
          <p:nvPr/>
        </p:nvSpPr>
        <p:spPr bwMode="auto">
          <a:xfrm>
            <a:off x="1219200" y="1087438"/>
            <a:ext cx="6858000" cy="2722562"/>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7200" b="1">
                <a:solidFill>
                  <a:srgbClr val="008080"/>
                </a:solidFill>
                <a:latin typeface="Times New Roman" charset="0"/>
                <a:ea typeface="楷体_GB2312" charset="0"/>
              </a:rPr>
              <a:t>  </a:t>
            </a:r>
            <a:r>
              <a:rPr kumimoji="1" lang="en-US" altLang="zh-CN" sz="6600" b="1">
                <a:solidFill>
                  <a:srgbClr val="008080"/>
                </a:solidFill>
                <a:latin typeface="Times New Roman" charset="0"/>
                <a:ea typeface="楷体_GB2312" charset="0"/>
              </a:rPr>
              <a:t>6.6    </a:t>
            </a:r>
            <a:r>
              <a:rPr kumimoji="1" lang="zh-CN" altLang="en-US" sz="6600" b="1">
                <a:solidFill>
                  <a:srgbClr val="008080"/>
                </a:solidFill>
                <a:latin typeface="宋体" charset="-122"/>
              </a:rPr>
              <a:t>树和森林</a:t>
            </a:r>
          </a:p>
          <a:p>
            <a:pPr>
              <a:lnSpc>
                <a:spcPct val="125000"/>
              </a:lnSpc>
            </a:pPr>
            <a:r>
              <a:rPr kumimoji="1" lang="zh-CN" altLang="en-US" sz="6600" b="1">
                <a:solidFill>
                  <a:srgbClr val="008080"/>
                </a:solidFill>
                <a:latin typeface="宋体" charset="-122"/>
              </a:rPr>
              <a:t>    的表示方法</a:t>
            </a:r>
            <a:endParaRPr kumimoji="1" lang="zh-CN" altLang="en-US" sz="6600">
              <a:latin typeface="宋体" charset="-122"/>
            </a:endParaRPr>
          </a:p>
        </p:txBody>
      </p:sp>
      <p:graphicFrame>
        <p:nvGraphicFramePr>
          <p:cNvPr id="259075" name="Object 3"/>
          <p:cNvGraphicFramePr>
            <a:graphicFrameLocks noChangeAspect="1"/>
          </p:cNvGraphicFramePr>
          <p:nvPr/>
        </p:nvGraphicFramePr>
        <p:xfrm>
          <a:off x="1981200" y="4494213"/>
          <a:ext cx="4724400" cy="1566862"/>
        </p:xfrm>
        <a:graphic>
          <a:graphicData uri="http://schemas.openxmlformats.org/presentationml/2006/ole">
            <mc:AlternateContent xmlns:mc="http://schemas.openxmlformats.org/markup-compatibility/2006">
              <mc:Choice xmlns:v="urn:schemas-microsoft-com:vml" Requires="v">
                <p:oleObj spid="_x0000_s913410" name="剪辑" r:id="rId3" imgW="1154520" imgH="406440" progId="MS_ClipArt_Gallery.2">
                  <p:embed/>
                </p:oleObj>
              </mc:Choice>
              <mc:Fallback>
                <p:oleObj name="剪辑" r:id="rId3" imgW="1154520" imgH="40644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494213"/>
                        <a:ext cx="4724400" cy="156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989505805"/>
      </p:ext>
    </p:extLst>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Text Box 2"/>
          <p:cNvSpPr txBox="1">
            <a:spLocks noChangeArrowheads="1"/>
          </p:cNvSpPr>
          <p:nvPr/>
        </p:nvSpPr>
        <p:spPr bwMode="auto">
          <a:xfrm>
            <a:off x="1447800" y="1066800"/>
            <a:ext cx="508635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000099"/>
                </a:solidFill>
                <a:latin typeface="Times New Roman" charset="0"/>
                <a:ea typeface="楷体_GB2312" charset="0"/>
              </a:rPr>
              <a:t>树的三种存储结构</a:t>
            </a:r>
            <a:endParaRPr kumimoji="1" lang="zh-CN" altLang="en-US" sz="4400">
              <a:solidFill>
                <a:srgbClr val="000099"/>
              </a:solidFill>
              <a:latin typeface="Times New Roman" charset="0"/>
            </a:endParaRPr>
          </a:p>
        </p:txBody>
      </p:sp>
      <p:sp>
        <p:nvSpPr>
          <p:cNvPr id="260099" name="Text Box 3">
            <a:hlinkClick r:id="" action="ppaction://hlinkshowjump?jump=nextslide"/>
          </p:cNvPr>
          <p:cNvSpPr txBox="1">
            <a:spLocks noChangeArrowheads="1"/>
          </p:cNvSpPr>
          <p:nvPr/>
        </p:nvSpPr>
        <p:spPr bwMode="auto">
          <a:xfrm>
            <a:off x="533400" y="1828800"/>
            <a:ext cx="44846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0000FF"/>
                </a:solidFill>
                <a:latin typeface="Times New Roman" charset="0"/>
                <a:ea typeface="楷体_GB2312" charset="0"/>
              </a:rPr>
              <a:t>一、</a:t>
            </a:r>
            <a:r>
              <a:rPr kumimoji="1" lang="zh-CN" altLang="en-US" sz="4800" b="1">
                <a:solidFill>
                  <a:srgbClr val="0000FF"/>
                </a:solidFill>
                <a:latin typeface="Times New Roman" charset="0"/>
                <a:ea typeface="隶书" charset="0"/>
              </a:rPr>
              <a:t>双亲表示法</a:t>
            </a:r>
            <a:endParaRPr kumimoji="1" lang="zh-CN" altLang="en-US" sz="4800">
              <a:latin typeface="Times New Roman" charset="0"/>
              <a:ea typeface="隶书" charset="0"/>
            </a:endParaRPr>
          </a:p>
        </p:txBody>
      </p:sp>
      <p:sp>
        <p:nvSpPr>
          <p:cNvPr id="260100" name="Text Box 4">
            <a:hlinkClick r:id="rId2" action="ppaction://hlinksldjump" highlightClick="1"/>
          </p:cNvPr>
          <p:cNvSpPr txBox="1">
            <a:spLocks noChangeArrowheads="1"/>
          </p:cNvSpPr>
          <p:nvPr/>
        </p:nvSpPr>
        <p:spPr bwMode="auto">
          <a:xfrm>
            <a:off x="457200" y="3048000"/>
            <a:ext cx="57134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0000FF"/>
                </a:solidFill>
                <a:latin typeface="Times New Roman" charset="0"/>
                <a:ea typeface="楷体_GB2312" charset="0"/>
              </a:rPr>
              <a:t>二、</a:t>
            </a:r>
            <a:r>
              <a:rPr kumimoji="1" lang="zh-CN" altLang="en-US" sz="4800" b="1">
                <a:solidFill>
                  <a:srgbClr val="0000FF"/>
                </a:solidFill>
                <a:latin typeface="Times New Roman" charset="0"/>
                <a:ea typeface="隶书" charset="0"/>
              </a:rPr>
              <a:t>孩子链表表示法</a:t>
            </a:r>
            <a:endParaRPr kumimoji="1" lang="zh-CN" altLang="en-US" sz="4800">
              <a:latin typeface="Times New Roman" charset="0"/>
            </a:endParaRPr>
          </a:p>
        </p:txBody>
      </p:sp>
      <p:sp>
        <p:nvSpPr>
          <p:cNvPr id="260101" name="Text Box 5">
            <a:hlinkClick r:id="rId3" action="ppaction://hlinksldjump" highlightClick="1"/>
          </p:cNvPr>
          <p:cNvSpPr txBox="1">
            <a:spLocks noChangeArrowheads="1"/>
          </p:cNvSpPr>
          <p:nvPr/>
        </p:nvSpPr>
        <p:spPr bwMode="auto">
          <a:xfrm>
            <a:off x="381000" y="4141788"/>
            <a:ext cx="8789988"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zh-CN" altLang="en-US" sz="4800" b="1">
                <a:solidFill>
                  <a:srgbClr val="0000FF"/>
                </a:solidFill>
                <a:latin typeface="Times New Roman" charset="0"/>
                <a:ea typeface="楷体_GB2312" charset="0"/>
              </a:rPr>
              <a:t>三、</a:t>
            </a:r>
            <a:r>
              <a:rPr kumimoji="1" lang="zh-CN" altLang="en-US" sz="4800" b="1">
                <a:solidFill>
                  <a:srgbClr val="0000FF"/>
                </a:solidFill>
                <a:latin typeface="隶书" charset="0"/>
                <a:ea typeface="隶书" charset="0"/>
              </a:rPr>
              <a:t>树的二叉链表</a:t>
            </a:r>
            <a:r>
              <a:rPr kumimoji="1" lang="en-US" altLang="zh-CN" sz="4800" b="1">
                <a:solidFill>
                  <a:srgbClr val="0000FF"/>
                </a:solidFill>
                <a:latin typeface="隶书" charset="0"/>
                <a:ea typeface="隶书" charset="0"/>
              </a:rPr>
              <a:t>(</a:t>
            </a:r>
            <a:r>
              <a:rPr kumimoji="1" lang="zh-CN" altLang="en-US" sz="4800" b="1">
                <a:solidFill>
                  <a:srgbClr val="0000FF"/>
                </a:solidFill>
                <a:latin typeface="隶书" charset="0"/>
                <a:ea typeface="隶书" charset="0"/>
              </a:rPr>
              <a:t>孩子</a:t>
            </a:r>
            <a:r>
              <a:rPr kumimoji="1" lang="en-US" altLang="zh-CN" sz="4800" b="1">
                <a:solidFill>
                  <a:srgbClr val="0000FF"/>
                </a:solidFill>
                <a:latin typeface="隶书" charset="0"/>
                <a:ea typeface="隶书" charset="0"/>
              </a:rPr>
              <a:t>-</a:t>
            </a:r>
            <a:r>
              <a:rPr kumimoji="1" lang="zh-CN" altLang="en-US" sz="4800" b="1">
                <a:solidFill>
                  <a:srgbClr val="0000FF"/>
                </a:solidFill>
                <a:latin typeface="隶书" charset="0"/>
                <a:ea typeface="隶书" charset="0"/>
              </a:rPr>
              <a:t>兄弟）</a:t>
            </a:r>
          </a:p>
          <a:p>
            <a:pPr>
              <a:lnSpc>
                <a:spcPct val="120000"/>
              </a:lnSpc>
            </a:pPr>
            <a:r>
              <a:rPr kumimoji="1" lang="zh-CN" altLang="en-US" sz="4800" b="1">
                <a:solidFill>
                  <a:srgbClr val="0000FF"/>
                </a:solidFill>
                <a:latin typeface="隶书" charset="0"/>
                <a:ea typeface="隶书" charset="0"/>
              </a:rPr>
              <a:t>    存储表示法</a:t>
            </a:r>
            <a:endParaRPr kumimoji="1" lang="zh-CN" altLang="en-US" sz="4800">
              <a:latin typeface="Times New Roman" charset="0"/>
            </a:endParaRPr>
          </a:p>
        </p:txBody>
      </p:sp>
    </p:spTree>
    <p:extLst>
      <p:ext uri="{BB962C8B-B14F-4D97-AF65-F5344CB8AC3E}">
        <p14:creationId xmlns:p14="http://schemas.microsoft.com/office/powerpoint/2010/main" val="1883115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0098"/>
                                        </p:tgtEl>
                                        <p:attrNameLst>
                                          <p:attrName>style.visibility</p:attrName>
                                        </p:attrNameLst>
                                      </p:cBhvr>
                                      <p:to>
                                        <p:strVal val="visible"/>
                                      </p:to>
                                    </p:set>
                                    <p:anim calcmode="lin" valueType="num">
                                      <p:cBhvr additive="base">
                                        <p:cTn id="7" dur="500" fill="hold"/>
                                        <p:tgtEl>
                                          <p:spTgt spid="260098"/>
                                        </p:tgtEl>
                                        <p:attrNameLst>
                                          <p:attrName>ppt_x</p:attrName>
                                        </p:attrNameLst>
                                      </p:cBhvr>
                                      <p:tavLst>
                                        <p:tav tm="0">
                                          <p:val>
                                            <p:strVal val="#ppt_x"/>
                                          </p:val>
                                        </p:tav>
                                        <p:tav tm="100000">
                                          <p:val>
                                            <p:strVal val="#ppt_x"/>
                                          </p:val>
                                        </p:tav>
                                      </p:tavLst>
                                    </p:anim>
                                    <p:anim calcmode="lin" valueType="num">
                                      <p:cBhvr additive="base">
                                        <p:cTn id="8" dur="500" fill="hold"/>
                                        <p:tgtEl>
                                          <p:spTgt spid="26009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0099"/>
                                        </p:tgtEl>
                                        <p:attrNameLst>
                                          <p:attrName>style.visibility</p:attrName>
                                        </p:attrNameLst>
                                      </p:cBhvr>
                                      <p:to>
                                        <p:strVal val="visible"/>
                                      </p:to>
                                    </p:set>
                                    <p:animEffect transition="in" filter="wipe(left)">
                                      <p:cBhvr>
                                        <p:cTn id="13" dur="500"/>
                                        <p:tgtEl>
                                          <p:spTgt spid="26009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0100"/>
                                        </p:tgtEl>
                                        <p:attrNameLst>
                                          <p:attrName>style.visibility</p:attrName>
                                        </p:attrNameLst>
                                      </p:cBhvr>
                                      <p:to>
                                        <p:strVal val="visible"/>
                                      </p:to>
                                    </p:set>
                                    <p:animEffect transition="in" filter="wipe(left)">
                                      <p:cBhvr>
                                        <p:cTn id="18" dur="500"/>
                                        <p:tgtEl>
                                          <p:spTgt spid="26010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0101"/>
                                        </p:tgtEl>
                                        <p:attrNameLst>
                                          <p:attrName>style.visibility</p:attrName>
                                        </p:attrNameLst>
                                      </p:cBhvr>
                                      <p:to>
                                        <p:strVal val="visible"/>
                                      </p:to>
                                    </p:set>
                                    <p:animEffect transition="in" filter="wipe(left)">
                                      <p:cBhvr>
                                        <p:cTn id="23" dur="500"/>
                                        <p:tgtEl>
                                          <p:spTgt spid="260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8" grpId="0" autoUpdateAnimBg="0"/>
      <p:bldP spid="260099" grpId="0" autoUpdateAnimBg="0"/>
      <p:bldP spid="260100" grpId="0" autoUpdateAnimBg="0"/>
      <p:bldP spid="260101"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Oval 2"/>
          <p:cNvSpPr>
            <a:spLocks noChangeArrowheads="1"/>
          </p:cNvSpPr>
          <p:nvPr/>
        </p:nvSpPr>
        <p:spPr bwMode="auto">
          <a:xfrm>
            <a:off x="1676400" y="19812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23" name="Text Box 3"/>
          <p:cNvSpPr txBox="1">
            <a:spLocks noChangeArrowheads="1"/>
          </p:cNvSpPr>
          <p:nvPr/>
        </p:nvSpPr>
        <p:spPr bwMode="auto">
          <a:xfrm>
            <a:off x="1676400" y="18288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A</a:t>
            </a:r>
            <a:endParaRPr kumimoji="1" lang="en-US" altLang="zh-CN" sz="2400">
              <a:latin typeface="Times New Roman" charset="0"/>
            </a:endParaRPr>
          </a:p>
        </p:txBody>
      </p:sp>
      <p:sp>
        <p:nvSpPr>
          <p:cNvPr id="261124" name="Oval 4"/>
          <p:cNvSpPr>
            <a:spLocks noChangeArrowheads="1"/>
          </p:cNvSpPr>
          <p:nvPr/>
        </p:nvSpPr>
        <p:spPr bwMode="auto">
          <a:xfrm>
            <a:off x="1676400" y="3048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25" name="Oval 5"/>
          <p:cNvSpPr>
            <a:spLocks noChangeArrowheads="1"/>
          </p:cNvSpPr>
          <p:nvPr/>
        </p:nvSpPr>
        <p:spPr bwMode="auto">
          <a:xfrm>
            <a:off x="685800" y="3048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26" name="Oval 6"/>
          <p:cNvSpPr>
            <a:spLocks noChangeArrowheads="1"/>
          </p:cNvSpPr>
          <p:nvPr/>
        </p:nvSpPr>
        <p:spPr bwMode="auto">
          <a:xfrm>
            <a:off x="2667000" y="3048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27" name="Oval 7"/>
          <p:cNvSpPr>
            <a:spLocks noChangeArrowheads="1"/>
          </p:cNvSpPr>
          <p:nvPr/>
        </p:nvSpPr>
        <p:spPr bwMode="auto">
          <a:xfrm>
            <a:off x="1295400" y="4191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28" name="Oval 8"/>
          <p:cNvSpPr>
            <a:spLocks noChangeArrowheads="1"/>
          </p:cNvSpPr>
          <p:nvPr/>
        </p:nvSpPr>
        <p:spPr bwMode="auto">
          <a:xfrm>
            <a:off x="2209800" y="4191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29" name="Oval 9"/>
          <p:cNvSpPr>
            <a:spLocks noChangeArrowheads="1"/>
          </p:cNvSpPr>
          <p:nvPr/>
        </p:nvSpPr>
        <p:spPr bwMode="auto">
          <a:xfrm>
            <a:off x="2209800" y="5334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30" name="Text Box 10"/>
          <p:cNvSpPr txBox="1">
            <a:spLocks noChangeArrowheads="1"/>
          </p:cNvSpPr>
          <p:nvPr/>
        </p:nvSpPr>
        <p:spPr bwMode="auto">
          <a:xfrm>
            <a:off x="762000" y="29718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B</a:t>
            </a:r>
            <a:endParaRPr kumimoji="1" lang="en-US" altLang="zh-CN" sz="2400">
              <a:latin typeface="Times New Roman" charset="0"/>
            </a:endParaRPr>
          </a:p>
        </p:txBody>
      </p:sp>
      <p:sp>
        <p:nvSpPr>
          <p:cNvPr id="261131" name="Text Box 11"/>
          <p:cNvSpPr txBox="1">
            <a:spLocks noChangeArrowheads="1"/>
          </p:cNvSpPr>
          <p:nvPr/>
        </p:nvSpPr>
        <p:spPr bwMode="auto">
          <a:xfrm>
            <a:off x="1676400" y="29718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C</a:t>
            </a:r>
            <a:endParaRPr kumimoji="1" lang="en-US" altLang="zh-CN" sz="2400">
              <a:latin typeface="Times New Roman" charset="0"/>
            </a:endParaRPr>
          </a:p>
        </p:txBody>
      </p:sp>
      <p:sp>
        <p:nvSpPr>
          <p:cNvPr id="261132" name="Text Box 12"/>
          <p:cNvSpPr txBox="1">
            <a:spLocks noChangeArrowheads="1"/>
          </p:cNvSpPr>
          <p:nvPr/>
        </p:nvSpPr>
        <p:spPr bwMode="auto">
          <a:xfrm>
            <a:off x="2667000" y="29718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D</a:t>
            </a:r>
            <a:endParaRPr kumimoji="1" lang="en-US" altLang="zh-CN" sz="2400">
              <a:latin typeface="Times New Roman" charset="0"/>
            </a:endParaRPr>
          </a:p>
        </p:txBody>
      </p:sp>
      <p:sp>
        <p:nvSpPr>
          <p:cNvPr id="261133" name="Text Box 13"/>
          <p:cNvSpPr txBox="1">
            <a:spLocks noChangeArrowheads="1"/>
          </p:cNvSpPr>
          <p:nvPr/>
        </p:nvSpPr>
        <p:spPr bwMode="auto">
          <a:xfrm>
            <a:off x="1371600" y="4114800"/>
            <a:ext cx="525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E</a:t>
            </a:r>
            <a:endParaRPr kumimoji="1" lang="en-US" altLang="zh-CN" sz="2400">
              <a:latin typeface="Times New Roman" charset="0"/>
            </a:endParaRPr>
          </a:p>
        </p:txBody>
      </p:sp>
      <p:sp>
        <p:nvSpPr>
          <p:cNvPr id="261134" name="Text Box 14"/>
          <p:cNvSpPr txBox="1">
            <a:spLocks noChangeArrowheads="1"/>
          </p:cNvSpPr>
          <p:nvPr/>
        </p:nvSpPr>
        <p:spPr bwMode="auto">
          <a:xfrm>
            <a:off x="2286000" y="41148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F</a:t>
            </a:r>
            <a:endParaRPr kumimoji="1" lang="en-US" altLang="zh-CN" sz="2400">
              <a:latin typeface="Times New Roman" charset="0"/>
            </a:endParaRPr>
          </a:p>
        </p:txBody>
      </p:sp>
      <p:sp>
        <p:nvSpPr>
          <p:cNvPr id="261135" name="Text Box 15"/>
          <p:cNvSpPr txBox="1">
            <a:spLocks noChangeArrowheads="1"/>
          </p:cNvSpPr>
          <p:nvPr/>
        </p:nvSpPr>
        <p:spPr bwMode="auto">
          <a:xfrm>
            <a:off x="2209800" y="52578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G</a:t>
            </a:r>
            <a:endParaRPr kumimoji="1" lang="en-US" altLang="zh-CN" sz="2400">
              <a:latin typeface="Times New Roman" charset="0"/>
            </a:endParaRPr>
          </a:p>
        </p:txBody>
      </p:sp>
      <p:sp>
        <p:nvSpPr>
          <p:cNvPr id="261136" name="Line 16"/>
          <p:cNvSpPr>
            <a:spLocks noChangeShapeType="1"/>
          </p:cNvSpPr>
          <p:nvPr/>
        </p:nvSpPr>
        <p:spPr bwMode="auto">
          <a:xfrm>
            <a:off x="1981200" y="2590800"/>
            <a:ext cx="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37" name="Line 17"/>
          <p:cNvSpPr>
            <a:spLocks noChangeShapeType="1"/>
          </p:cNvSpPr>
          <p:nvPr/>
        </p:nvSpPr>
        <p:spPr bwMode="auto">
          <a:xfrm>
            <a:off x="2286000" y="2438400"/>
            <a:ext cx="609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38" name="Line 18"/>
          <p:cNvSpPr>
            <a:spLocks noChangeShapeType="1"/>
          </p:cNvSpPr>
          <p:nvPr/>
        </p:nvSpPr>
        <p:spPr bwMode="auto">
          <a:xfrm flipH="1">
            <a:off x="990600" y="2438400"/>
            <a:ext cx="7620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39" name="Line 19"/>
          <p:cNvSpPr>
            <a:spLocks noChangeShapeType="1"/>
          </p:cNvSpPr>
          <p:nvPr/>
        </p:nvSpPr>
        <p:spPr bwMode="auto">
          <a:xfrm flipH="1">
            <a:off x="1600200" y="3581400"/>
            <a:ext cx="1524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0" name="Line 20"/>
          <p:cNvSpPr>
            <a:spLocks noChangeShapeType="1"/>
          </p:cNvSpPr>
          <p:nvPr/>
        </p:nvSpPr>
        <p:spPr bwMode="auto">
          <a:xfrm>
            <a:off x="2209800" y="358140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1" name="Line 21"/>
          <p:cNvSpPr>
            <a:spLocks noChangeShapeType="1"/>
          </p:cNvSpPr>
          <p:nvPr/>
        </p:nvSpPr>
        <p:spPr bwMode="auto">
          <a:xfrm>
            <a:off x="2514600" y="480060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2" name="Text Box 22"/>
          <p:cNvSpPr txBox="1">
            <a:spLocks noChangeArrowheads="1"/>
          </p:cNvSpPr>
          <p:nvPr/>
        </p:nvSpPr>
        <p:spPr bwMode="auto">
          <a:xfrm>
            <a:off x="4267200" y="1600200"/>
            <a:ext cx="2652713"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rgbClr val="990033"/>
                </a:solidFill>
                <a:latin typeface="Times New Roman" charset="0"/>
              </a:rPr>
              <a:t>0</a:t>
            </a:r>
            <a:r>
              <a:rPr kumimoji="1" lang="en-US" altLang="zh-CN" sz="4400">
                <a:latin typeface="Times New Roman" charset="0"/>
              </a:rPr>
              <a:t>    </a:t>
            </a:r>
            <a:r>
              <a:rPr kumimoji="1" lang="en-US" altLang="zh-CN" sz="4400" b="1">
                <a:solidFill>
                  <a:schemeClr val="tx2"/>
                </a:solidFill>
                <a:latin typeface="Times New Roman" charset="0"/>
              </a:rPr>
              <a:t>A</a:t>
            </a:r>
            <a:r>
              <a:rPr kumimoji="1" lang="en-US" altLang="zh-CN" sz="4400">
                <a:latin typeface="Times New Roman" charset="0"/>
              </a:rPr>
              <a:t>     </a:t>
            </a:r>
            <a:r>
              <a:rPr kumimoji="1" lang="en-US" altLang="zh-CN" sz="4400">
                <a:solidFill>
                  <a:srgbClr val="CC0000"/>
                </a:solidFill>
                <a:latin typeface="Times New Roman" charset="0"/>
              </a:rPr>
              <a:t>-1</a:t>
            </a:r>
            <a:endParaRPr kumimoji="1" lang="en-US" altLang="zh-CN" sz="4400">
              <a:latin typeface="Times New Roman" charset="0"/>
            </a:endParaRPr>
          </a:p>
          <a:p>
            <a:r>
              <a:rPr kumimoji="1" lang="en-US" altLang="zh-CN" sz="4400">
                <a:solidFill>
                  <a:srgbClr val="990033"/>
                </a:solidFill>
                <a:latin typeface="Times New Roman" charset="0"/>
              </a:rPr>
              <a:t>1</a:t>
            </a:r>
            <a:r>
              <a:rPr kumimoji="1" lang="en-US" altLang="zh-CN" sz="4400">
                <a:latin typeface="Times New Roman" charset="0"/>
              </a:rPr>
              <a:t>   </a:t>
            </a:r>
            <a:r>
              <a:rPr kumimoji="1" lang="en-US" altLang="zh-CN" sz="4400" b="1">
                <a:latin typeface="Times New Roman" charset="0"/>
              </a:rPr>
              <a:t> </a:t>
            </a:r>
            <a:r>
              <a:rPr kumimoji="1" lang="en-US" altLang="zh-CN" sz="4400" b="1">
                <a:solidFill>
                  <a:schemeClr val="tx2"/>
                </a:solidFill>
                <a:latin typeface="Times New Roman" charset="0"/>
              </a:rPr>
              <a:t>B</a:t>
            </a:r>
            <a:r>
              <a:rPr kumimoji="1" lang="en-US" altLang="zh-CN" sz="4400">
                <a:latin typeface="Times New Roman" charset="0"/>
              </a:rPr>
              <a:t>      </a:t>
            </a:r>
            <a:r>
              <a:rPr kumimoji="1" lang="en-US" altLang="zh-CN" sz="4400">
                <a:solidFill>
                  <a:srgbClr val="0000FF"/>
                </a:solidFill>
                <a:latin typeface="Times New Roman" charset="0"/>
              </a:rPr>
              <a:t>0</a:t>
            </a:r>
            <a:endParaRPr kumimoji="1" lang="en-US" altLang="zh-CN" sz="4400">
              <a:latin typeface="Times New Roman" charset="0"/>
            </a:endParaRPr>
          </a:p>
          <a:p>
            <a:r>
              <a:rPr kumimoji="1" lang="en-US" altLang="zh-CN" sz="4400">
                <a:solidFill>
                  <a:srgbClr val="990033"/>
                </a:solidFill>
                <a:latin typeface="Times New Roman" charset="0"/>
              </a:rPr>
              <a:t>2  </a:t>
            </a:r>
            <a:r>
              <a:rPr kumimoji="1" lang="en-US" altLang="zh-CN" sz="4400">
                <a:latin typeface="Times New Roman" charset="0"/>
              </a:rPr>
              <a:t>  </a:t>
            </a:r>
            <a:r>
              <a:rPr kumimoji="1" lang="en-US" altLang="zh-CN" sz="4400" b="1">
                <a:solidFill>
                  <a:schemeClr val="tx2"/>
                </a:solidFill>
                <a:latin typeface="Times New Roman" charset="0"/>
              </a:rPr>
              <a:t>C</a:t>
            </a:r>
            <a:r>
              <a:rPr kumimoji="1" lang="en-US" altLang="zh-CN" sz="4400">
                <a:latin typeface="Times New Roman" charset="0"/>
              </a:rPr>
              <a:t>    </a:t>
            </a:r>
            <a:r>
              <a:rPr kumimoji="1" lang="en-US" altLang="zh-CN" sz="4400">
                <a:solidFill>
                  <a:srgbClr val="0000FF"/>
                </a:solidFill>
                <a:latin typeface="Times New Roman" charset="0"/>
              </a:rPr>
              <a:t>  0</a:t>
            </a:r>
            <a:endParaRPr kumimoji="1" lang="en-US" altLang="zh-CN" sz="4400">
              <a:latin typeface="Times New Roman" charset="0"/>
            </a:endParaRPr>
          </a:p>
          <a:p>
            <a:r>
              <a:rPr kumimoji="1" lang="en-US" altLang="zh-CN" sz="4400">
                <a:solidFill>
                  <a:srgbClr val="990033"/>
                </a:solidFill>
                <a:latin typeface="Times New Roman" charset="0"/>
              </a:rPr>
              <a:t>3</a:t>
            </a:r>
            <a:r>
              <a:rPr kumimoji="1" lang="en-US" altLang="zh-CN" sz="4400">
                <a:latin typeface="Times New Roman" charset="0"/>
              </a:rPr>
              <a:t>    </a:t>
            </a:r>
            <a:r>
              <a:rPr kumimoji="1" lang="en-US" altLang="zh-CN" sz="4400" b="1">
                <a:solidFill>
                  <a:schemeClr val="tx2"/>
                </a:solidFill>
                <a:latin typeface="Times New Roman" charset="0"/>
              </a:rPr>
              <a:t>D</a:t>
            </a:r>
            <a:r>
              <a:rPr kumimoji="1" lang="en-US" altLang="zh-CN" sz="4400">
                <a:latin typeface="Times New Roman" charset="0"/>
              </a:rPr>
              <a:t>    </a:t>
            </a:r>
            <a:r>
              <a:rPr kumimoji="1" lang="en-US" altLang="zh-CN" sz="4400">
                <a:solidFill>
                  <a:srgbClr val="0000FF"/>
                </a:solidFill>
                <a:latin typeface="Times New Roman" charset="0"/>
              </a:rPr>
              <a:t>  0</a:t>
            </a:r>
            <a:endParaRPr kumimoji="1" lang="en-US" altLang="zh-CN" sz="4400">
              <a:latin typeface="Times New Roman" charset="0"/>
            </a:endParaRPr>
          </a:p>
          <a:p>
            <a:r>
              <a:rPr kumimoji="1" lang="en-US" altLang="zh-CN" sz="4400">
                <a:solidFill>
                  <a:srgbClr val="990033"/>
                </a:solidFill>
                <a:latin typeface="Times New Roman" charset="0"/>
              </a:rPr>
              <a:t>4</a:t>
            </a:r>
            <a:r>
              <a:rPr kumimoji="1" lang="en-US" altLang="zh-CN" sz="4400">
                <a:latin typeface="Times New Roman" charset="0"/>
              </a:rPr>
              <a:t>    </a:t>
            </a:r>
            <a:r>
              <a:rPr kumimoji="1" lang="en-US" altLang="zh-CN" sz="4400" b="1">
                <a:solidFill>
                  <a:schemeClr val="tx2"/>
                </a:solidFill>
                <a:latin typeface="Times New Roman" charset="0"/>
              </a:rPr>
              <a:t>E</a:t>
            </a:r>
            <a:r>
              <a:rPr kumimoji="1" lang="en-US" altLang="zh-CN" sz="4400">
                <a:latin typeface="Times New Roman" charset="0"/>
              </a:rPr>
              <a:t>      </a:t>
            </a:r>
            <a:r>
              <a:rPr kumimoji="1" lang="en-US" altLang="zh-CN" sz="4400">
                <a:solidFill>
                  <a:srgbClr val="0000FF"/>
                </a:solidFill>
                <a:latin typeface="Times New Roman" charset="0"/>
              </a:rPr>
              <a:t>2 </a:t>
            </a:r>
            <a:endParaRPr kumimoji="1" lang="en-US" altLang="zh-CN" sz="4400">
              <a:latin typeface="Times New Roman" charset="0"/>
            </a:endParaRPr>
          </a:p>
          <a:p>
            <a:r>
              <a:rPr kumimoji="1" lang="en-US" altLang="zh-CN" sz="4400">
                <a:solidFill>
                  <a:srgbClr val="990033"/>
                </a:solidFill>
                <a:latin typeface="Times New Roman" charset="0"/>
              </a:rPr>
              <a:t>5</a:t>
            </a:r>
            <a:r>
              <a:rPr kumimoji="1" lang="en-US" altLang="zh-CN" sz="4400">
                <a:latin typeface="Times New Roman" charset="0"/>
              </a:rPr>
              <a:t>    </a:t>
            </a:r>
            <a:r>
              <a:rPr kumimoji="1" lang="en-US" altLang="zh-CN" sz="4400" b="1">
                <a:solidFill>
                  <a:schemeClr val="tx2"/>
                </a:solidFill>
                <a:latin typeface="Times New Roman" charset="0"/>
              </a:rPr>
              <a:t>F</a:t>
            </a:r>
            <a:r>
              <a:rPr kumimoji="1" lang="en-US" altLang="zh-CN" sz="4400">
                <a:latin typeface="Times New Roman" charset="0"/>
              </a:rPr>
              <a:t>      </a:t>
            </a:r>
            <a:r>
              <a:rPr kumimoji="1" lang="en-US" altLang="zh-CN" sz="4400">
                <a:solidFill>
                  <a:srgbClr val="0000FF"/>
                </a:solidFill>
                <a:latin typeface="Times New Roman" charset="0"/>
              </a:rPr>
              <a:t>2</a:t>
            </a:r>
            <a:endParaRPr kumimoji="1" lang="en-US" altLang="zh-CN" sz="4400">
              <a:latin typeface="Times New Roman" charset="0"/>
            </a:endParaRPr>
          </a:p>
          <a:p>
            <a:r>
              <a:rPr kumimoji="1" lang="en-US" altLang="zh-CN" sz="4400">
                <a:solidFill>
                  <a:srgbClr val="990033"/>
                </a:solidFill>
                <a:latin typeface="Times New Roman" charset="0"/>
              </a:rPr>
              <a:t>6</a:t>
            </a:r>
            <a:r>
              <a:rPr kumimoji="1" lang="en-US" altLang="zh-CN" sz="4400">
                <a:latin typeface="Times New Roman" charset="0"/>
              </a:rPr>
              <a:t>    </a:t>
            </a:r>
            <a:r>
              <a:rPr kumimoji="1" lang="en-US" altLang="zh-CN" sz="4400" b="1">
                <a:solidFill>
                  <a:schemeClr val="tx2"/>
                </a:solidFill>
                <a:latin typeface="Times New Roman" charset="0"/>
              </a:rPr>
              <a:t>G</a:t>
            </a:r>
            <a:r>
              <a:rPr kumimoji="1" lang="en-US" altLang="zh-CN" sz="4400">
                <a:latin typeface="Times New Roman" charset="0"/>
              </a:rPr>
              <a:t>     </a:t>
            </a:r>
            <a:r>
              <a:rPr kumimoji="1" lang="en-US" altLang="zh-CN" sz="4400">
                <a:solidFill>
                  <a:srgbClr val="0000FF"/>
                </a:solidFill>
                <a:latin typeface="Times New Roman" charset="0"/>
              </a:rPr>
              <a:t>5</a:t>
            </a:r>
            <a:endParaRPr kumimoji="1" lang="en-US" altLang="zh-CN" sz="2400">
              <a:latin typeface="Times New Roman" charset="0"/>
            </a:endParaRPr>
          </a:p>
        </p:txBody>
      </p:sp>
      <p:sp>
        <p:nvSpPr>
          <p:cNvPr id="261143" name="Text Box 23"/>
          <p:cNvSpPr txBox="1">
            <a:spLocks noChangeArrowheads="1"/>
          </p:cNvSpPr>
          <p:nvPr/>
        </p:nvSpPr>
        <p:spPr bwMode="auto">
          <a:xfrm>
            <a:off x="7772400" y="1828800"/>
            <a:ext cx="1058863"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rgbClr val="000099"/>
                </a:solidFill>
                <a:latin typeface="Times New Roman" charset="0"/>
              </a:rPr>
              <a:t>r=0</a:t>
            </a:r>
          </a:p>
          <a:p>
            <a:r>
              <a:rPr kumimoji="1" lang="en-US" altLang="zh-CN" sz="4400">
                <a:solidFill>
                  <a:srgbClr val="000099"/>
                </a:solidFill>
                <a:latin typeface="Times New Roman" charset="0"/>
              </a:rPr>
              <a:t>n=6</a:t>
            </a:r>
            <a:endParaRPr kumimoji="1" lang="en-US" altLang="zh-CN" sz="2400">
              <a:latin typeface="Times New Roman" charset="0"/>
            </a:endParaRPr>
          </a:p>
        </p:txBody>
      </p:sp>
      <p:sp>
        <p:nvSpPr>
          <p:cNvPr id="261144" name="Rectangle 24"/>
          <p:cNvSpPr>
            <a:spLocks noChangeArrowheads="1"/>
          </p:cNvSpPr>
          <p:nvPr/>
        </p:nvSpPr>
        <p:spPr bwMode="auto">
          <a:xfrm>
            <a:off x="4876800" y="1676400"/>
            <a:ext cx="2362200" cy="4724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5" name="Line 25"/>
          <p:cNvSpPr>
            <a:spLocks noChangeShapeType="1"/>
          </p:cNvSpPr>
          <p:nvPr/>
        </p:nvSpPr>
        <p:spPr bwMode="auto">
          <a:xfrm>
            <a:off x="4876800" y="2286000"/>
            <a:ext cx="2362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6" name="Line 26"/>
          <p:cNvSpPr>
            <a:spLocks noChangeShapeType="1"/>
          </p:cNvSpPr>
          <p:nvPr/>
        </p:nvSpPr>
        <p:spPr bwMode="auto">
          <a:xfrm>
            <a:off x="4876800" y="2971800"/>
            <a:ext cx="2362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7" name="Line 27"/>
          <p:cNvSpPr>
            <a:spLocks noChangeShapeType="1"/>
          </p:cNvSpPr>
          <p:nvPr/>
        </p:nvSpPr>
        <p:spPr bwMode="auto">
          <a:xfrm>
            <a:off x="4876800" y="3657600"/>
            <a:ext cx="2362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8" name="Line 28"/>
          <p:cNvSpPr>
            <a:spLocks noChangeShapeType="1"/>
          </p:cNvSpPr>
          <p:nvPr/>
        </p:nvSpPr>
        <p:spPr bwMode="auto">
          <a:xfrm>
            <a:off x="4876800" y="4343400"/>
            <a:ext cx="2362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49" name="Line 29"/>
          <p:cNvSpPr>
            <a:spLocks noChangeShapeType="1"/>
          </p:cNvSpPr>
          <p:nvPr/>
        </p:nvSpPr>
        <p:spPr bwMode="auto">
          <a:xfrm>
            <a:off x="4876800" y="5029200"/>
            <a:ext cx="2362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50" name="Line 30"/>
          <p:cNvSpPr>
            <a:spLocks noChangeShapeType="1"/>
          </p:cNvSpPr>
          <p:nvPr/>
        </p:nvSpPr>
        <p:spPr bwMode="auto">
          <a:xfrm>
            <a:off x="4876800" y="5715000"/>
            <a:ext cx="2362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51" name="Line 31"/>
          <p:cNvSpPr>
            <a:spLocks noChangeShapeType="1"/>
          </p:cNvSpPr>
          <p:nvPr/>
        </p:nvSpPr>
        <p:spPr bwMode="auto">
          <a:xfrm>
            <a:off x="5791200" y="1676400"/>
            <a:ext cx="0" cy="4724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1152" name="Text Box 32"/>
          <p:cNvSpPr txBox="1">
            <a:spLocks noChangeArrowheads="1"/>
          </p:cNvSpPr>
          <p:nvPr/>
        </p:nvSpPr>
        <p:spPr bwMode="auto">
          <a:xfrm>
            <a:off x="4876800" y="990600"/>
            <a:ext cx="2492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600">
                <a:solidFill>
                  <a:srgbClr val="990033"/>
                </a:solidFill>
                <a:latin typeface="Times New Roman" charset="0"/>
              </a:rPr>
              <a:t>data  parent</a:t>
            </a:r>
            <a:endParaRPr kumimoji="1" lang="en-US" altLang="zh-CN" sz="2400">
              <a:solidFill>
                <a:srgbClr val="990033"/>
              </a:solidFill>
              <a:latin typeface="Times New Roman" charset="0"/>
            </a:endParaRPr>
          </a:p>
        </p:txBody>
      </p:sp>
      <p:sp>
        <p:nvSpPr>
          <p:cNvPr id="261153" name="Text Box 33"/>
          <p:cNvSpPr txBox="1">
            <a:spLocks noChangeArrowheads="1"/>
          </p:cNvSpPr>
          <p:nvPr/>
        </p:nvSpPr>
        <p:spPr bwMode="auto">
          <a:xfrm>
            <a:off x="1447800" y="228600"/>
            <a:ext cx="4292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隶书" charset="0"/>
              </a:rPr>
              <a:t>一、双亲表示法</a:t>
            </a:r>
            <a:r>
              <a:rPr kumimoji="1" lang="en-US" altLang="zh-CN" sz="4400" b="1">
                <a:solidFill>
                  <a:srgbClr val="0000FF"/>
                </a:solidFill>
                <a:latin typeface="Times New Roman" charset="0"/>
                <a:ea typeface="隶书" charset="0"/>
              </a:rPr>
              <a:t>:</a:t>
            </a:r>
            <a:endParaRPr kumimoji="1" lang="en-US" altLang="zh-CN" sz="4400">
              <a:latin typeface="Times New Roman" charset="0"/>
            </a:endParaRPr>
          </a:p>
        </p:txBody>
      </p:sp>
    </p:spTree>
    <p:extLst>
      <p:ext uri="{BB962C8B-B14F-4D97-AF65-F5344CB8AC3E}">
        <p14:creationId xmlns:p14="http://schemas.microsoft.com/office/powerpoint/2010/main" val="5536478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1153"/>
                                        </p:tgtEl>
                                        <p:attrNameLst>
                                          <p:attrName>style.visibility</p:attrName>
                                        </p:attrNameLst>
                                      </p:cBhvr>
                                      <p:to>
                                        <p:strVal val="visible"/>
                                      </p:to>
                                    </p:set>
                                    <p:anim calcmode="lin" valueType="num">
                                      <p:cBhvr additive="base">
                                        <p:cTn id="7" dur="500" fill="hold"/>
                                        <p:tgtEl>
                                          <p:spTgt spid="261153"/>
                                        </p:tgtEl>
                                        <p:attrNameLst>
                                          <p:attrName>ppt_x</p:attrName>
                                        </p:attrNameLst>
                                      </p:cBhvr>
                                      <p:tavLst>
                                        <p:tav tm="0">
                                          <p:val>
                                            <p:strVal val="#ppt_x"/>
                                          </p:val>
                                        </p:tav>
                                        <p:tav tm="100000">
                                          <p:val>
                                            <p:strVal val="#ppt_x"/>
                                          </p:val>
                                        </p:tav>
                                      </p:tavLst>
                                    </p:anim>
                                    <p:anim calcmode="lin" valueType="num">
                                      <p:cBhvr additive="base">
                                        <p:cTn id="8" dur="500" fill="hold"/>
                                        <p:tgtEl>
                                          <p:spTgt spid="26115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61122"/>
                                        </p:tgtEl>
                                        <p:attrNameLst>
                                          <p:attrName>style.visibility</p:attrName>
                                        </p:attrNameLst>
                                      </p:cBhvr>
                                      <p:to>
                                        <p:strVal val="visible"/>
                                      </p:to>
                                    </p:se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261123"/>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261124"/>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261125"/>
                                        </p:tgtEl>
                                        <p:attrNameLst>
                                          <p:attrName>style.visibility</p:attrName>
                                        </p:attrNameLst>
                                      </p:cBhvr>
                                      <p:to>
                                        <p:strVal val="visible"/>
                                      </p:to>
                                    </p:set>
                                  </p:childTnLst>
                                </p:cTn>
                              </p:par>
                            </p:childTnLst>
                          </p:cTn>
                        </p:par>
                        <p:par>
                          <p:cTn id="22" fill="hold" nodeType="afterGroup">
                            <p:stCondLst>
                              <p:cond delay="2000"/>
                            </p:stCondLst>
                            <p:childTnLst>
                              <p:par>
                                <p:cTn id="23" presetID="1" presetClass="entr" presetSubtype="0" fill="hold" grpId="0" nodeType="afterEffect">
                                  <p:stCondLst>
                                    <p:cond delay="0"/>
                                  </p:stCondLst>
                                  <p:childTnLst>
                                    <p:set>
                                      <p:cBhvr>
                                        <p:cTn id="24" dur="1" fill="hold">
                                          <p:stCondLst>
                                            <p:cond delay="499"/>
                                          </p:stCondLst>
                                        </p:cTn>
                                        <p:tgtEl>
                                          <p:spTgt spid="261126"/>
                                        </p:tgtEl>
                                        <p:attrNameLst>
                                          <p:attrName>style.visibility</p:attrName>
                                        </p:attrNameLst>
                                      </p:cBhvr>
                                      <p:to>
                                        <p:strVal val="visible"/>
                                      </p:to>
                                    </p:set>
                                  </p:childTnLst>
                                </p:cTn>
                              </p:par>
                            </p:childTnLst>
                          </p:cTn>
                        </p:par>
                        <p:par>
                          <p:cTn id="25" fill="hold" nodeType="afterGroup">
                            <p:stCondLst>
                              <p:cond delay="2500"/>
                            </p:stCondLst>
                            <p:childTnLst>
                              <p:par>
                                <p:cTn id="26" presetID="1" presetClass="entr" presetSubtype="0" fill="hold" grpId="0" nodeType="afterEffect">
                                  <p:stCondLst>
                                    <p:cond delay="0"/>
                                  </p:stCondLst>
                                  <p:childTnLst>
                                    <p:set>
                                      <p:cBhvr>
                                        <p:cTn id="27" dur="1" fill="hold">
                                          <p:stCondLst>
                                            <p:cond delay="499"/>
                                          </p:stCondLst>
                                        </p:cTn>
                                        <p:tgtEl>
                                          <p:spTgt spid="261127"/>
                                        </p:tgtEl>
                                        <p:attrNameLst>
                                          <p:attrName>style.visibility</p:attrName>
                                        </p:attrNameLst>
                                      </p:cBhvr>
                                      <p:to>
                                        <p:strVal val="visible"/>
                                      </p:to>
                                    </p:set>
                                  </p:childTnLst>
                                </p:cTn>
                              </p:par>
                            </p:childTnLst>
                          </p:cTn>
                        </p:par>
                        <p:par>
                          <p:cTn id="28" fill="hold" nodeType="afterGroup">
                            <p:stCondLst>
                              <p:cond delay="3000"/>
                            </p:stCondLst>
                            <p:childTnLst>
                              <p:par>
                                <p:cTn id="29" presetID="1" presetClass="entr" presetSubtype="0" fill="hold" grpId="0" nodeType="afterEffect">
                                  <p:stCondLst>
                                    <p:cond delay="0"/>
                                  </p:stCondLst>
                                  <p:childTnLst>
                                    <p:set>
                                      <p:cBhvr>
                                        <p:cTn id="30" dur="1" fill="hold">
                                          <p:stCondLst>
                                            <p:cond delay="499"/>
                                          </p:stCondLst>
                                        </p:cTn>
                                        <p:tgtEl>
                                          <p:spTgt spid="261128"/>
                                        </p:tgtEl>
                                        <p:attrNameLst>
                                          <p:attrName>style.visibility</p:attrName>
                                        </p:attrNameLst>
                                      </p:cBhvr>
                                      <p:to>
                                        <p:strVal val="visible"/>
                                      </p:to>
                                    </p:set>
                                  </p:childTnLst>
                                </p:cTn>
                              </p:par>
                            </p:childTnLst>
                          </p:cTn>
                        </p:par>
                        <p:par>
                          <p:cTn id="31" fill="hold" nodeType="afterGroup">
                            <p:stCondLst>
                              <p:cond delay="3500"/>
                            </p:stCondLst>
                            <p:childTnLst>
                              <p:par>
                                <p:cTn id="32" presetID="1" presetClass="entr" presetSubtype="0" fill="hold" grpId="0" nodeType="afterEffect">
                                  <p:stCondLst>
                                    <p:cond delay="0"/>
                                  </p:stCondLst>
                                  <p:childTnLst>
                                    <p:set>
                                      <p:cBhvr>
                                        <p:cTn id="33" dur="1" fill="hold">
                                          <p:stCondLst>
                                            <p:cond delay="499"/>
                                          </p:stCondLst>
                                        </p:cTn>
                                        <p:tgtEl>
                                          <p:spTgt spid="261129"/>
                                        </p:tgtEl>
                                        <p:attrNameLst>
                                          <p:attrName>style.visibility</p:attrName>
                                        </p:attrNameLst>
                                      </p:cBhvr>
                                      <p:to>
                                        <p:strVal val="visible"/>
                                      </p:to>
                                    </p:set>
                                  </p:childTnLst>
                                </p:cTn>
                              </p:par>
                            </p:childTnLst>
                          </p:cTn>
                        </p:par>
                        <p:par>
                          <p:cTn id="34" fill="hold" nodeType="afterGroup">
                            <p:stCondLst>
                              <p:cond delay="4000"/>
                            </p:stCondLst>
                            <p:childTnLst>
                              <p:par>
                                <p:cTn id="35" presetID="1" presetClass="entr" presetSubtype="0" fill="hold" grpId="0" nodeType="afterEffect">
                                  <p:stCondLst>
                                    <p:cond delay="0"/>
                                  </p:stCondLst>
                                  <p:childTnLst>
                                    <p:set>
                                      <p:cBhvr>
                                        <p:cTn id="36" dur="1" fill="hold">
                                          <p:stCondLst>
                                            <p:cond delay="499"/>
                                          </p:stCondLst>
                                        </p:cTn>
                                        <p:tgtEl>
                                          <p:spTgt spid="261130"/>
                                        </p:tgtEl>
                                        <p:attrNameLst>
                                          <p:attrName>style.visibility</p:attrName>
                                        </p:attrNameLst>
                                      </p:cBhvr>
                                      <p:to>
                                        <p:strVal val="visible"/>
                                      </p:to>
                                    </p:set>
                                  </p:childTnLst>
                                </p:cTn>
                              </p:par>
                            </p:childTnLst>
                          </p:cTn>
                        </p:par>
                        <p:par>
                          <p:cTn id="37" fill="hold" nodeType="afterGroup">
                            <p:stCondLst>
                              <p:cond delay="4500"/>
                            </p:stCondLst>
                            <p:childTnLst>
                              <p:par>
                                <p:cTn id="38" presetID="1" presetClass="entr" presetSubtype="0" fill="hold" grpId="0" nodeType="afterEffect">
                                  <p:stCondLst>
                                    <p:cond delay="0"/>
                                  </p:stCondLst>
                                  <p:childTnLst>
                                    <p:set>
                                      <p:cBhvr>
                                        <p:cTn id="39" dur="1" fill="hold">
                                          <p:stCondLst>
                                            <p:cond delay="499"/>
                                          </p:stCondLst>
                                        </p:cTn>
                                        <p:tgtEl>
                                          <p:spTgt spid="261131"/>
                                        </p:tgtEl>
                                        <p:attrNameLst>
                                          <p:attrName>style.visibility</p:attrName>
                                        </p:attrNameLst>
                                      </p:cBhvr>
                                      <p:to>
                                        <p:strVal val="visible"/>
                                      </p:to>
                                    </p:set>
                                  </p:childTnLst>
                                </p:cTn>
                              </p:par>
                            </p:childTnLst>
                          </p:cTn>
                        </p:par>
                        <p:par>
                          <p:cTn id="40" fill="hold" nodeType="afterGroup">
                            <p:stCondLst>
                              <p:cond delay="5000"/>
                            </p:stCondLst>
                            <p:childTnLst>
                              <p:par>
                                <p:cTn id="41" presetID="1" presetClass="entr" presetSubtype="0" fill="hold" grpId="0" nodeType="afterEffect">
                                  <p:stCondLst>
                                    <p:cond delay="0"/>
                                  </p:stCondLst>
                                  <p:childTnLst>
                                    <p:set>
                                      <p:cBhvr>
                                        <p:cTn id="42" dur="1" fill="hold">
                                          <p:stCondLst>
                                            <p:cond delay="499"/>
                                          </p:stCondLst>
                                        </p:cTn>
                                        <p:tgtEl>
                                          <p:spTgt spid="261132"/>
                                        </p:tgtEl>
                                        <p:attrNameLst>
                                          <p:attrName>style.visibility</p:attrName>
                                        </p:attrNameLst>
                                      </p:cBhvr>
                                      <p:to>
                                        <p:strVal val="visible"/>
                                      </p:to>
                                    </p:set>
                                  </p:childTnLst>
                                </p:cTn>
                              </p:par>
                            </p:childTnLst>
                          </p:cTn>
                        </p:par>
                        <p:par>
                          <p:cTn id="43" fill="hold" nodeType="afterGroup">
                            <p:stCondLst>
                              <p:cond delay="5500"/>
                            </p:stCondLst>
                            <p:childTnLst>
                              <p:par>
                                <p:cTn id="44" presetID="1" presetClass="entr" presetSubtype="0" fill="hold" grpId="0" nodeType="afterEffect">
                                  <p:stCondLst>
                                    <p:cond delay="0"/>
                                  </p:stCondLst>
                                  <p:childTnLst>
                                    <p:set>
                                      <p:cBhvr>
                                        <p:cTn id="45" dur="1" fill="hold">
                                          <p:stCondLst>
                                            <p:cond delay="499"/>
                                          </p:stCondLst>
                                        </p:cTn>
                                        <p:tgtEl>
                                          <p:spTgt spid="261133"/>
                                        </p:tgtEl>
                                        <p:attrNameLst>
                                          <p:attrName>style.visibility</p:attrName>
                                        </p:attrNameLst>
                                      </p:cBhvr>
                                      <p:to>
                                        <p:strVal val="visible"/>
                                      </p:to>
                                    </p:set>
                                  </p:childTnLst>
                                </p:cTn>
                              </p:par>
                            </p:childTnLst>
                          </p:cTn>
                        </p:par>
                        <p:par>
                          <p:cTn id="46" fill="hold" nodeType="afterGroup">
                            <p:stCondLst>
                              <p:cond delay="6000"/>
                            </p:stCondLst>
                            <p:childTnLst>
                              <p:par>
                                <p:cTn id="47" presetID="1" presetClass="entr" presetSubtype="0" fill="hold" grpId="0" nodeType="afterEffect">
                                  <p:stCondLst>
                                    <p:cond delay="0"/>
                                  </p:stCondLst>
                                  <p:childTnLst>
                                    <p:set>
                                      <p:cBhvr>
                                        <p:cTn id="48" dur="1" fill="hold">
                                          <p:stCondLst>
                                            <p:cond delay="499"/>
                                          </p:stCondLst>
                                        </p:cTn>
                                        <p:tgtEl>
                                          <p:spTgt spid="261134"/>
                                        </p:tgtEl>
                                        <p:attrNameLst>
                                          <p:attrName>style.visibility</p:attrName>
                                        </p:attrNameLst>
                                      </p:cBhvr>
                                      <p:to>
                                        <p:strVal val="visible"/>
                                      </p:to>
                                    </p:set>
                                  </p:childTnLst>
                                </p:cTn>
                              </p:par>
                            </p:childTnLst>
                          </p:cTn>
                        </p:par>
                        <p:par>
                          <p:cTn id="49" fill="hold" nodeType="afterGroup">
                            <p:stCondLst>
                              <p:cond delay="6500"/>
                            </p:stCondLst>
                            <p:childTnLst>
                              <p:par>
                                <p:cTn id="50" presetID="1" presetClass="entr" presetSubtype="0" fill="hold" grpId="0" nodeType="afterEffect">
                                  <p:stCondLst>
                                    <p:cond delay="0"/>
                                  </p:stCondLst>
                                  <p:childTnLst>
                                    <p:set>
                                      <p:cBhvr>
                                        <p:cTn id="51" dur="1" fill="hold">
                                          <p:stCondLst>
                                            <p:cond delay="499"/>
                                          </p:stCondLst>
                                        </p:cTn>
                                        <p:tgtEl>
                                          <p:spTgt spid="261135"/>
                                        </p:tgtEl>
                                        <p:attrNameLst>
                                          <p:attrName>style.visibility</p:attrName>
                                        </p:attrNameLst>
                                      </p:cBhvr>
                                      <p:to>
                                        <p:strVal val="visible"/>
                                      </p:to>
                                    </p:set>
                                  </p:childTnLst>
                                </p:cTn>
                              </p:par>
                            </p:childTnLst>
                          </p:cTn>
                        </p:par>
                        <p:par>
                          <p:cTn id="52" fill="hold" nodeType="afterGroup">
                            <p:stCondLst>
                              <p:cond delay="7000"/>
                            </p:stCondLst>
                            <p:childTnLst>
                              <p:par>
                                <p:cTn id="53" presetID="1" presetClass="entr" presetSubtype="0" fill="hold" grpId="0" nodeType="afterEffect">
                                  <p:stCondLst>
                                    <p:cond delay="0"/>
                                  </p:stCondLst>
                                  <p:childTnLst>
                                    <p:set>
                                      <p:cBhvr>
                                        <p:cTn id="54" dur="1" fill="hold">
                                          <p:stCondLst>
                                            <p:cond delay="499"/>
                                          </p:stCondLst>
                                        </p:cTn>
                                        <p:tgtEl>
                                          <p:spTgt spid="261136"/>
                                        </p:tgtEl>
                                        <p:attrNameLst>
                                          <p:attrName>style.visibility</p:attrName>
                                        </p:attrNameLst>
                                      </p:cBhvr>
                                      <p:to>
                                        <p:strVal val="visible"/>
                                      </p:to>
                                    </p:set>
                                  </p:childTnLst>
                                </p:cTn>
                              </p:par>
                            </p:childTnLst>
                          </p:cTn>
                        </p:par>
                        <p:par>
                          <p:cTn id="55" fill="hold" nodeType="afterGroup">
                            <p:stCondLst>
                              <p:cond delay="7500"/>
                            </p:stCondLst>
                            <p:childTnLst>
                              <p:par>
                                <p:cTn id="56" presetID="1" presetClass="entr" presetSubtype="0" fill="hold" grpId="0" nodeType="afterEffect">
                                  <p:stCondLst>
                                    <p:cond delay="0"/>
                                  </p:stCondLst>
                                  <p:childTnLst>
                                    <p:set>
                                      <p:cBhvr>
                                        <p:cTn id="57" dur="1" fill="hold">
                                          <p:stCondLst>
                                            <p:cond delay="499"/>
                                          </p:stCondLst>
                                        </p:cTn>
                                        <p:tgtEl>
                                          <p:spTgt spid="261137"/>
                                        </p:tgtEl>
                                        <p:attrNameLst>
                                          <p:attrName>style.visibility</p:attrName>
                                        </p:attrNameLst>
                                      </p:cBhvr>
                                      <p:to>
                                        <p:strVal val="visible"/>
                                      </p:to>
                                    </p:set>
                                  </p:childTnLst>
                                </p:cTn>
                              </p:par>
                            </p:childTnLst>
                          </p:cTn>
                        </p:par>
                        <p:par>
                          <p:cTn id="58" fill="hold" nodeType="afterGroup">
                            <p:stCondLst>
                              <p:cond delay="8000"/>
                            </p:stCondLst>
                            <p:childTnLst>
                              <p:par>
                                <p:cTn id="59" presetID="1" presetClass="entr" presetSubtype="0" fill="hold" grpId="0" nodeType="afterEffect">
                                  <p:stCondLst>
                                    <p:cond delay="0"/>
                                  </p:stCondLst>
                                  <p:childTnLst>
                                    <p:set>
                                      <p:cBhvr>
                                        <p:cTn id="60" dur="1" fill="hold">
                                          <p:stCondLst>
                                            <p:cond delay="499"/>
                                          </p:stCondLst>
                                        </p:cTn>
                                        <p:tgtEl>
                                          <p:spTgt spid="261138"/>
                                        </p:tgtEl>
                                        <p:attrNameLst>
                                          <p:attrName>style.visibility</p:attrName>
                                        </p:attrNameLst>
                                      </p:cBhvr>
                                      <p:to>
                                        <p:strVal val="visible"/>
                                      </p:to>
                                    </p:set>
                                  </p:childTnLst>
                                </p:cTn>
                              </p:par>
                            </p:childTnLst>
                          </p:cTn>
                        </p:par>
                        <p:par>
                          <p:cTn id="61" fill="hold" nodeType="afterGroup">
                            <p:stCondLst>
                              <p:cond delay="8500"/>
                            </p:stCondLst>
                            <p:childTnLst>
                              <p:par>
                                <p:cTn id="62" presetID="1" presetClass="entr" presetSubtype="0" fill="hold" grpId="0" nodeType="afterEffect">
                                  <p:stCondLst>
                                    <p:cond delay="0"/>
                                  </p:stCondLst>
                                  <p:childTnLst>
                                    <p:set>
                                      <p:cBhvr>
                                        <p:cTn id="63" dur="1" fill="hold">
                                          <p:stCondLst>
                                            <p:cond delay="499"/>
                                          </p:stCondLst>
                                        </p:cTn>
                                        <p:tgtEl>
                                          <p:spTgt spid="261139"/>
                                        </p:tgtEl>
                                        <p:attrNameLst>
                                          <p:attrName>style.visibility</p:attrName>
                                        </p:attrNameLst>
                                      </p:cBhvr>
                                      <p:to>
                                        <p:strVal val="visible"/>
                                      </p:to>
                                    </p:set>
                                  </p:childTnLst>
                                </p:cTn>
                              </p:par>
                            </p:childTnLst>
                          </p:cTn>
                        </p:par>
                        <p:par>
                          <p:cTn id="64" fill="hold" nodeType="afterGroup">
                            <p:stCondLst>
                              <p:cond delay="9000"/>
                            </p:stCondLst>
                            <p:childTnLst>
                              <p:par>
                                <p:cTn id="65" presetID="1" presetClass="entr" presetSubtype="0" fill="hold" grpId="0" nodeType="afterEffect">
                                  <p:stCondLst>
                                    <p:cond delay="0"/>
                                  </p:stCondLst>
                                  <p:childTnLst>
                                    <p:set>
                                      <p:cBhvr>
                                        <p:cTn id="66" dur="1" fill="hold">
                                          <p:stCondLst>
                                            <p:cond delay="499"/>
                                          </p:stCondLst>
                                        </p:cTn>
                                        <p:tgtEl>
                                          <p:spTgt spid="261140"/>
                                        </p:tgtEl>
                                        <p:attrNameLst>
                                          <p:attrName>style.visibility</p:attrName>
                                        </p:attrNameLst>
                                      </p:cBhvr>
                                      <p:to>
                                        <p:strVal val="visible"/>
                                      </p:to>
                                    </p:set>
                                  </p:childTnLst>
                                </p:cTn>
                              </p:par>
                            </p:childTnLst>
                          </p:cTn>
                        </p:par>
                        <p:par>
                          <p:cTn id="67" fill="hold" nodeType="afterGroup">
                            <p:stCondLst>
                              <p:cond delay="9500"/>
                            </p:stCondLst>
                            <p:childTnLst>
                              <p:par>
                                <p:cTn id="68" presetID="1" presetClass="entr" presetSubtype="0" fill="hold" grpId="0" nodeType="afterEffect">
                                  <p:stCondLst>
                                    <p:cond delay="0"/>
                                  </p:stCondLst>
                                  <p:childTnLst>
                                    <p:set>
                                      <p:cBhvr>
                                        <p:cTn id="69" dur="1" fill="hold">
                                          <p:stCondLst>
                                            <p:cond delay="499"/>
                                          </p:stCondLst>
                                        </p:cTn>
                                        <p:tgtEl>
                                          <p:spTgt spid="261141"/>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261142"/>
                                        </p:tgtEl>
                                        <p:attrNameLst>
                                          <p:attrName>style.visibility</p:attrName>
                                        </p:attrNameLst>
                                      </p:cBhvr>
                                      <p:to>
                                        <p:strVal val="visible"/>
                                      </p:to>
                                    </p:set>
                                    <p:animEffect transition="in" filter="box(out)">
                                      <p:cBhvr>
                                        <p:cTn id="74" dur="500"/>
                                        <p:tgtEl>
                                          <p:spTgt spid="261142"/>
                                        </p:tgtEl>
                                      </p:cBhvr>
                                    </p:animEffect>
                                  </p:childTnLst>
                                </p:cTn>
                              </p:par>
                            </p:childTnLst>
                          </p:cTn>
                        </p:par>
                        <p:par>
                          <p:cTn id="75" fill="hold" nodeType="afterGroup">
                            <p:stCondLst>
                              <p:cond delay="500"/>
                            </p:stCondLst>
                            <p:childTnLst>
                              <p:par>
                                <p:cTn id="76" presetID="4" presetClass="entr" presetSubtype="32" fill="hold" grpId="0" nodeType="afterEffect">
                                  <p:stCondLst>
                                    <p:cond delay="0"/>
                                  </p:stCondLst>
                                  <p:childTnLst>
                                    <p:set>
                                      <p:cBhvr>
                                        <p:cTn id="77" dur="1" fill="hold">
                                          <p:stCondLst>
                                            <p:cond delay="0"/>
                                          </p:stCondLst>
                                        </p:cTn>
                                        <p:tgtEl>
                                          <p:spTgt spid="261144"/>
                                        </p:tgtEl>
                                        <p:attrNameLst>
                                          <p:attrName>style.visibility</p:attrName>
                                        </p:attrNameLst>
                                      </p:cBhvr>
                                      <p:to>
                                        <p:strVal val="visible"/>
                                      </p:to>
                                    </p:set>
                                    <p:animEffect transition="in" filter="box(out)">
                                      <p:cBhvr>
                                        <p:cTn id="78" dur="500"/>
                                        <p:tgtEl>
                                          <p:spTgt spid="261144"/>
                                        </p:tgtEl>
                                      </p:cBhvr>
                                    </p:animEffect>
                                  </p:childTnLst>
                                </p:cTn>
                              </p:par>
                            </p:childTnLst>
                          </p:cTn>
                        </p:par>
                        <p:par>
                          <p:cTn id="79" fill="hold" nodeType="afterGroup">
                            <p:stCondLst>
                              <p:cond delay="1000"/>
                            </p:stCondLst>
                            <p:childTnLst>
                              <p:par>
                                <p:cTn id="80" presetID="4" presetClass="entr" presetSubtype="32" fill="hold" grpId="0" nodeType="afterEffect">
                                  <p:stCondLst>
                                    <p:cond delay="0"/>
                                  </p:stCondLst>
                                  <p:childTnLst>
                                    <p:set>
                                      <p:cBhvr>
                                        <p:cTn id="81" dur="1" fill="hold">
                                          <p:stCondLst>
                                            <p:cond delay="0"/>
                                          </p:stCondLst>
                                        </p:cTn>
                                        <p:tgtEl>
                                          <p:spTgt spid="261145"/>
                                        </p:tgtEl>
                                        <p:attrNameLst>
                                          <p:attrName>style.visibility</p:attrName>
                                        </p:attrNameLst>
                                      </p:cBhvr>
                                      <p:to>
                                        <p:strVal val="visible"/>
                                      </p:to>
                                    </p:set>
                                    <p:animEffect transition="in" filter="box(out)">
                                      <p:cBhvr>
                                        <p:cTn id="82" dur="500"/>
                                        <p:tgtEl>
                                          <p:spTgt spid="261145"/>
                                        </p:tgtEl>
                                      </p:cBhvr>
                                    </p:animEffect>
                                  </p:childTnLst>
                                </p:cTn>
                              </p:par>
                            </p:childTnLst>
                          </p:cTn>
                        </p:par>
                        <p:par>
                          <p:cTn id="83" fill="hold" nodeType="afterGroup">
                            <p:stCondLst>
                              <p:cond delay="1500"/>
                            </p:stCondLst>
                            <p:childTnLst>
                              <p:par>
                                <p:cTn id="84" presetID="4" presetClass="entr" presetSubtype="32" fill="hold" grpId="0" nodeType="afterEffect">
                                  <p:stCondLst>
                                    <p:cond delay="0"/>
                                  </p:stCondLst>
                                  <p:childTnLst>
                                    <p:set>
                                      <p:cBhvr>
                                        <p:cTn id="85" dur="1" fill="hold">
                                          <p:stCondLst>
                                            <p:cond delay="0"/>
                                          </p:stCondLst>
                                        </p:cTn>
                                        <p:tgtEl>
                                          <p:spTgt spid="261146"/>
                                        </p:tgtEl>
                                        <p:attrNameLst>
                                          <p:attrName>style.visibility</p:attrName>
                                        </p:attrNameLst>
                                      </p:cBhvr>
                                      <p:to>
                                        <p:strVal val="visible"/>
                                      </p:to>
                                    </p:set>
                                    <p:animEffect transition="in" filter="box(out)">
                                      <p:cBhvr>
                                        <p:cTn id="86" dur="500"/>
                                        <p:tgtEl>
                                          <p:spTgt spid="261146"/>
                                        </p:tgtEl>
                                      </p:cBhvr>
                                    </p:animEffect>
                                  </p:childTnLst>
                                </p:cTn>
                              </p:par>
                            </p:childTnLst>
                          </p:cTn>
                        </p:par>
                        <p:par>
                          <p:cTn id="87" fill="hold" nodeType="afterGroup">
                            <p:stCondLst>
                              <p:cond delay="2000"/>
                            </p:stCondLst>
                            <p:childTnLst>
                              <p:par>
                                <p:cTn id="88" presetID="4" presetClass="entr" presetSubtype="32" fill="hold" grpId="0" nodeType="afterEffect">
                                  <p:stCondLst>
                                    <p:cond delay="0"/>
                                  </p:stCondLst>
                                  <p:childTnLst>
                                    <p:set>
                                      <p:cBhvr>
                                        <p:cTn id="89" dur="1" fill="hold">
                                          <p:stCondLst>
                                            <p:cond delay="0"/>
                                          </p:stCondLst>
                                        </p:cTn>
                                        <p:tgtEl>
                                          <p:spTgt spid="261147"/>
                                        </p:tgtEl>
                                        <p:attrNameLst>
                                          <p:attrName>style.visibility</p:attrName>
                                        </p:attrNameLst>
                                      </p:cBhvr>
                                      <p:to>
                                        <p:strVal val="visible"/>
                                      </p:to>
                                    </p:set>
                                    <p:animEffect transition="in" filter="box(out)">
                                      <p:cBhvr>
                                        <p:cTn id="90" dur="500"/>
                                        <p:tgtEl>
                                          <p:spTgt spid="261147"/>
                                        </p:tgtEl>
                                      </p:cBhvr>
                                    </p:animEffect>
                                  </p:childTnLst>
                                </p:cTn>
                              </p:par>
                            </p:childTnLst>
                          </p:cTn>
                        </p:par>
                        <p:par>
                          <p:cTn id="91" fill="hold" nodeType="afterGroup">
                            <p:stCondLst>
                              <p:cond delay="2500"/>
                            </p:stCondLst>
                            <p:childTnLst>
                              <p:par>
                                <p:cTn id="92" presetID="4" presetClass="entr" presetSubtype="32" fill="hold" grpId="0" nodeType="afterEffect">
                                  <p:stCondLst>
                                    <p:cond delay="0"/>
                                  </p:stCondLst>
                                  <p:childTnLst>
                                    <p:set>
                                      <p:cBhvr>
                                        <p:cTn id="93" dur="1" fill="hold">
                                          <p:stCondLst>
                                            <p:cond delay="0"/>
                                          </p:stCondLst>
                                        </p:cTn>
                                        <p:tgtEl>
                                          <p:spTgt spid="261148"/>
                                        </p:tgtEl>
                                        <p:attrNameLst>
                                          <p:attrName>style.visibility</p:attrName>
                                        </p:attrNameLst>
                                      </p:cBhvr>
                                      <p:to>
                                        <p:strVal val="visible"/>
                                      </p:to>
                                    </p:set>
                                    <p:animEffect transition="in" filter="box(out)">
                                      <p:cBhvr>
                                        <p:cTn id="94" dur="500"/>
                                        <p:tgtEl>
                                          <p:spTgt spid="261148"/>
                                        </p:tgtEl>
                                      </p:cBhvr>
                                    </p:animEffect>
                                  </p:childTnLst>
                                </p:cTn>
                              </p:par>
                            </p:childTnLst>
                          </p:cTn>
                        </p:par>
                        <p:par>
                          <p:cTn id="95" fill="hold" nodeType="afterGroup">
                            <p:stCondLst>
                              <p:cond delay="3000"/>
                            </p:stCondLst>
                            <p:childTnLst>
                              <p:par>
                                <p:cTn id="96" presetID="4" presetClass="entr" presetSubtype="32" fill="hold" grpId="0" nodeType="afterEffect">
                                  <p:stCondLst>
                                    <p:cond delay="0"/>
                                  </p:stCondLst>
                                  <p:childTnLst>
                                    <p:set>
                                      <p:cBhvr>
                                        <p:cTn id="97" dur="1" fill="hold">
                                          <p:stCondLst>
                                            <p:cond delay="0"/>
                                          </p:stCondLst>
                                        </p:cTn>
                                        <p:tgtEl>
                                          <p:spTgt spid="261149"/>
                                        </p:tgtEl>
                                        <p:attrNameLst>
                                          <p:attrName>style.visibility</p:attrName>
                                        </p:attrNameLst>
                                      </p:cBhvr>
                                      <p:to>
                                        <p:strVal val="visible"/>
                                      </p:to>
                                    </p:set>
                                    <p:animEffect transition="in" filter="box(out)">
                                      <p:cBhvr>
                                        <p:cTn id="98" dur="500"/>
                                        <p:tgtEl>
                                          <p:spTgt spid="261149"/>
                                        </p:tgtEl>
                                      </p:cBhvr>
                                    </p:animEffect>
                                  </p:childTnLst>
                                </p:cTn>
                              </p:par>
                            </p:childTnLst>
                          </p:cTn>
                        </p:par>
                        <p:par>
                          <p:cTn id="99" fill="hold" nodeType="afterGroup">
                            <p:stCondLst>
                              <p:cond delay="3500"/>
                            </p:stCondLst>
                            <p:childTnLst>
                              <p:par>
                                <p:cTn id="100" presetID="4" presetClass="entr" presetSubtype="32" fill="hold" grpId="0" nodeType="afterEffect">
                                  <p:stCondLst>
                                    <p:cond delay="0"/>
                                  </p:stCondLst>
                                  <p:childTnLst>
                                    <p:set>
                                      <p:cBhvr>
                                        <p:cTn id="101" dur="1" fill="hold">
                                          <p:stCondLst>
                                            <p:cond delay="0"/>
                                          </p:stCondLst>
                                        </p:cTn>
                                        <p:tgtEl>
                                          <p:spTgt spid="261150"/>
                                        </p:tgtEl>
                                        <p:attrNameLst>
                                          <p:attrName>style.visibility</p:attrName>
                                        </p:attrNameLst>
                                      </p:cBhvr>
                                      <p:to>
                                        <p:strVal val="visible"/>
                                      </p:to>
                                    </p:set>
                                    <p:animEffect transition="in" filter="box(out)">
                                      <p:cBhvr>
                                        <p:cTn id="102" dur="500"/>
                                        <p:tgtEl>
                                          <p:spTgt spid="261150"/>
                                        </p:tgtEl>
                                      </p:cBhvr>
                                    </p:animEffect>
                                  </p:childTnLst>
                                </p:cTn>
                              </p:par>
                            </p:childTnLst>
                          </p:cTn>
                        </p:par>
                        <p:par>
                          <p:cTn id="103" fill="hold" nodeType="afterGroup">
                            <p:stCondLst>
                              <p:cond delay="4000"/>
                            </p:stCondLst>
                            <p:childTnLst>
                              <p:par>
                                <p:cTn id="104" presetID="4" presetClass="entr" presetSubtype="32" fill="hold" grpId="0" nodeType="afterEffect">
                                  <p:stCondLst>
                                    <p:cond delay="0"/>
                                  </p:stCondLst>
                                  <p:childTnLst>
                                    <p:set>
                                      <p:cBhvr>
                                        <p:cTn id="105" dur="1" fill="hold">
                                          <p:stCondLst>
                                            <p:cond delay="0"/>
                                          </p:stCondLst>
                                        </p:cTn>
                                        <p:tgtEl>
                                          <p:spTgt spid="261151"/>
                                        </p:tgtEl>
                                        <p:attrNameLst>
                                          <p:attrName>style.visibility</p:attrName>
                                        </p:attrNameLst>
                                      </p:cBhvr>
                                      <p:to>
                                        <p:strVal val="visible"/>
                                      </p:to>
                                    </p:set>
                                    <p:animEffect transition="in" filter="box(out)">
                                      <p:cBhvr>
                                        <p:cTn id="106" dur="500"/>
                                        <p:tgtEl>
                                          <p:spTgt spid="261151"/>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1" fill="hold" grpId="0" nodeType="clickEffect">
                                  <p:stCondLst>
                                    <p:cond delay="0"/>
                                  </p:stCondLst>
                                  <p:childTnLst>
                                    <p:set>
                                      <p:cBhvr>
                                        <p:cTn id="110" dur="1" fill="hold">
                                          <p:stCondLst>
                                            <p:cond delay="0"/>
                                          </p:stCondLst>
                                        </p:cTn>
                                        <p:tgtEl>
                                          <p:spTgt spid="261152"/>
                                        </p:tgtEl>
                                        <p:attrNameLst>
                                          <p:attrName>style.visibility</p:attrName>
                                        </p:attrNameLst>
                                      </p:cBhvr>
                                      <p:to>
                                        <p:strVal val="visible"/>
                                      </p:to>
                                    </p:set>
                                    <p:anim calcmode="lin" valueType="num">
                                      <p:cBhvr additive="base">
                                        <p:cTn id="111" dur="500" fill="hold"/>
                                        <p:tgtEl>
                                          <p:spTgt spid="261152"/>
                                        </p:tgtEl>
                                        <p:attrNameLst>
                                          <p:attrName>ppt_x</p:attrName>
                                        </p:attrNameLst>
                                      </p:cBhvr>
                                      <p:tavLst>
                                        <p:tav tm="0">
                                          <p:val>
                                            <p:strVal val="#ppt_x"/>
                                          </p:val>
                                        </p:tav>
                                        <p:tav tm="100000">
                                          <p:val>
                                            <p:strVal val="#ppt_x"/>
                                          </p:val>
                                        </p:tav>
                                      </p:tavLst>
                                    </p:anim>
                                    <p:anim calcmode="lin" valueType="num">
                                      <p:cBhvr additive="base">
                                        <p:cTn id="112" dur="500" fill="hold"/>
                                        <p:tgtEl>
                                          <p:spTgt spid="261152"/>
                                        </p:tgtEl>
                                        <p:attrNameLst>
                                          <p:attrName>ppt_y</p:attrName>
                                        </p:attrNameLst>
                                      </p:cBhvr>
                                      <p:tavLst>
                                        <p:tav tm="0">
                                          <p:val>
                                            <p:strVal val="0-#ppt_h/2"/>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 presetClass="entr" presetSubtype="2" fill="hold" grpId="0" nodeType="clickEffect">
                                  <p:stCondLst>
                                    <p:cond delay="0"/>
                                  </p:stCondLst>
                                  <p:childTnLst>
                                    <p:set>
                                      <p:cBhvr>
                                        <p:cTn id="116" dur="1" fill="hold">
                                          <p:stCondLst>
                                            <p:cond delay="0"/>
                                          </p:stCondLst>
                                        </p:cTn>
                                        <p:tgtEl>
                                          <p:spTgt spid="261143"/>
                                        </p:tgtEl>
                                        <p:attrNameLst>
                                          <p:attrName>style.visibility</p:attrName>
                                        </p:attrNameLst>
                                      </p:cBhvr>
                                      <p:to>
                                        <p:strVal val="visible"/>
                                      </p:to>
                                    </p:set>
                                    <p:anim calcmode="lin" valueType="num">
                                      <p:cBhvr additive="base">
                                        <p:cTn id="117" dur="500" fill="hold"/>
                                        <p:tgtEl>
                                          <p:spTgt spid="261143"/>
                                        </p:tgtEl>
                                        <p:attrNameLst>
                                          <p:attrName>ppt_x</p:attrName>
                                        </p:attrNameLst>
                                      </p:cBhvr>
                                      <p:tavLst>
                                        <p:tav tm="0">
                                          <p:val>
                                            <p:strVal val="1+#ppt_w/2"/>
                                          </p:val>
                                        </p:tav>
                                        <p:tav tm="100000">
                                          <p:val>
                                            <p:strVal val="#ppt_x"/>
                                          </p:val>
                                        </p:tav>
                                      </p:tavLst>
                                    </p:anim>
                                    <p:anim calcmode="lin" valueType="num">
                                      <p:cBhvr additive="base">
                                        <p:cTn id="118" dur="500" fill="hold"/>
                                        <p:tgtEl>
                                          <p:spTgt spid="2611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2" grpId="0" animBg="1"/>
      <p:bldP spid="261123" grpId="0" autoUpdateAnimBg="0"/>
      <p:bldP spid="261124" grpId="0" animBg="1"/>
      <p:bldP spid="261125" grpId="0" animBg="1"/>
      <p:bldP spid="261126" grpId="0" animBg="1"/>
      <p:bldP spid="261127" grpId="0" animBg="1"/>
      <p:bldP spid="261128" grpId="0" animBg="1"/>
      <p:bldP spid="261129" grpId="0" animBg="1"/>
      <p:bldP spid="261130" grpId="0" autoUpdateAnimBg="0"/>
      <p:bldP spid="261131" grpId="0" autoUpdateAnimBg="0"/>
      <p:bldP spid="261132" grpId="0" autoUpdateAnimBg="0"/>
      <p:bldP spid="261133" grpId="0" autoUpdateAnimBg="0"/>
      <p:bldP spid="261134" grpId="0" autoUpdateAnimBg="0"/>
      <p:bldP spid="261135" grpId="0" autoUpdateAnimBg="0"/>
      <p:bldP spid="261136" grpId="0" animBg="1"/>
      <p:bldP spid="261137" grpId="0" animBg="1"/>
      <p:bldP spid="261138" grpId="0" animBg="1"/>
      <p:bldP spid="261139" grpId="0" animBg="1"/>
      <p:bldP spid="261140" grpId="0" animBg="1"/>
      <p:bldP spid="261141" grpId="0" animBg="1"/>
      <p:bldP spid="261142" grpId="0" autoUpdateAnimBg="0"/>
      <p:bldP spid="261143" grpId="0" autoUpdateAnimBg="0"/>
      <p:bldP spid="261144" grpId="0" animBg="1"/>
      <p:bldP spid="261145" grpId="0" animBg="1"/>
      <p:bldP spid="261146" grpId="0" animBg="1"/>
      <p:bldP spid="261147" grpId="0" animBg="1"/>
      <p:bldP spid="261148" grpId="0" animBg="1"/>
      <p:bldP spid="261149" grpId="0" animBg="1"/>
      <p:bldP spid="261150" grpId="0" animBg="1"/>
      <p:bldP spid="261151" grpId="0" animBg="1"/>
      <p:bldP spid="261152" grpId="0" autoUpdateAnimBg="0"/>
      <p:bldP spid="261153" grpId="0"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ext Box 2"/>
          <p:cNvSpPr txBox="1">
            <a:spLocks noChangeArrowheads="1"/>
          </p:cNvSpPr>
          <p:nvPr/>
        </p:nvSpPr>
        <p:spPr bwMode="auto">
          <a:xfrm>
            <a:off x="228600" y="3209925"/>
            <a:ext cx="744855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0000"/>
              </a:lnSpc>
            </a:pPr>
            <a:r>
              <a:rPr kumimoji="1" lang="en-US" altLang="zh-CN" sz="4400">
                <a:latin typeface="Times New Roman" charset="0"/>
                <a:ea typeface="楷体_GB2312" charset="0"/>
              </a:rPr>
              <a:t>  </a:t>
            </a:r>
            <a:r>
              <a:rPr kumimoji="1" lang="en-US" altLang="zh-CN" sz="4400" b="1">
                <a:latin typeface="Times New Roman" charset="0"/>
                <a:ea typeface="楷体_GB2312" charset="0"/>
              </a:rPr>
              <a:t> </a:t>
            </a:r>
            <a:r>
              <a:rPr kumimoji="1" lang="en-US" altLang="zh-CN" sz="4400" b="1">
                <a:solidFill>
                  <a:schemeClr val="tx2"/>
                </a:solidFill>
                <a:latin typeface="Times New Roman" charset="0"/>
                <a:ea typeface="楷体_GB2312" charset="0"/>
              </a:rPr>
              <a:t>typedef struct</a:t>
            </a:r>
            <a:r>
              <a:rPr kumimoji="1" lang="en-US" altLang="zh-CN" sz="4400">
                <a:solidFill>
                  <a:schemeClr val="tx2"/>
                </a:solidFill>
                <a:latin typeface="Times New Roman" charset="0"/>
                <a:ea typeface="楷体_GB2312" charset="0"/>
              </a:rPr>
              <a:t> PTNode </a:t>
            </a:r>
            <a:r>
              <a:rPr kumimoji="1" lang="en-US" altLang="zh-CN" sz="4400" b="1">
                <a:solidFill>
                  <a:schemeClr val="tx2"/>
                </a:solidFill>
                <a:latin typeface="Times New Roman" charset="0"/>
                <a:ea typeface="楷体_GB2312" charset="0"/>
              </a:rPr>
              <a:t>{</a:t>
            </a:r>
            <a:endParaRPr kumimoji="1" lang="en-US" altLang="zh-CN" sz="4400">
              <a:solidFill>
                <a:schemeClr val="tx2"/>
              </a:solidFill>
              <a:latin typeface="Times New Roman" charset="0"/>
              <a:ea typeface="楷体_GB2312" charset="0"/>
            </a:endParaRPr>
          </a:p>
          <a:p>
            <a:pPr>
              <a:lnSpc>
                <a:spcPct val="110000"/>
              </a:lnSpc>
            </a:pPr>
            <a:r>
              <a:rPr kumimoji="1" lang="en-US" altLang="zh-CN" sz="4400">
                <a:solidFill>
                  <a:schemeClr val="tx2"/>
                </a:solidFill>
                <a:latin typeface="Times New Roman" charset="0"/>
                <a:ea typeface="楷体_GB2312" charset="0"/>
              </a:rPr>
              <a:t>      Elem  data;</a:t>
            </a:r>
          </a:p>
          <a:p>
            <a:pPr>
              <a:lnSpc>
                <a:spcPct val="110000"/>
              </a:lnSpc>
            </a:pPr>
            <a:r>
              <a:rPr kumimoji="1" lang="en-US" altLang="zh-CN" sz="4400">
                <a:solidFill>
                  <a:schemeClr val="tx2"/>
                </a:solidFill>
                <a:latin typeface="Times New Roman" charset="0"/>
                <a:ea typeface="楷体_GB2312" charset="0"/>
              </a:rPr>
              <a:t>      </a:t>
            </a:r>
            <a:r>
              <a:rPr kumimoji="1" lang="en-US" altLang="zh-CN" sz="4400" b="1">
                <a:solidFill>
                  <a:schemeClr val="tx2"/>
                </a:solidFill>
                <a:latin typeface="Times New Roman" charset="0"/>
                <a:ea typeface="楷体_GB2312" charset="0"/>
              </a:rPr>
              <a:t>int</a:t>
            </a:r>
            <a:r>
              <a:rPr kumimoji="1" lang="en-US" altLang="zh-CN" sz="4400">
                <a:solidFill>
                  <a:schemeClr val="tx2"/>
                </a:solidFill>
                <a:latin typeface="Times New Roman" charset="0"/>
                <a:ea typeface="楷体_GB2312" charset="0"/>
              </a:rPr>
              <a:t>    parent;   // </a:t>
            </a:r>
            <a:r>
              <a:rPr kumimoji="1" lang="zh-CN" altLang="en-US" sz="4400">
                <a:solidFill>
                  <a:schemeClr val="tx2"/>
                </a:solidFill>
                <a:latin typeface="Times New Roman" charset="0"/>
                <a:ea typeface="楷体_GB2312" charset="0"/>
              </a:rPr>
              <a:t>双亲位置域</a:t>
            </a:r>
          </a:p>
          <a:p>
            <a:pPr>
              <a:lnSpc>
                <a:spcPct val="110000"/>
              </a:lnSpc>
            </a:pPr>
            <a:r>
              <a:rPr kumimoji="1" lang="zh-CN" altLang="en-US" sz="4400">
                <a:solidFill>
                  <a:schemeClr val="tx2"/>
                </a:solidFill>
                <a:latin typeface="Times New Roman" charset="0"/>
                <a:ea typeface="楷体_GB2312" charset="0"/>
              </a:rPr>
              <a:t>   </a:t>
            </a:r>
            <a:r>
              <a:rPr kumimoji="1" lang="en-US" altLang="zh-CN" sz="4400" b="1">
                <a:solidFill>
                  <a:schemeClr val="tx2"/>
                </a:solidFill>
                <a:latin typeface="Times New Roman" charset="0"/>
                <a:ea typeface="楷体_GB2312" charset="0"/>
              </a:rPr>
              <a:t>}</a:t>
            </a:r>
            <a:r>
              <a:rPr kumimoji="1" lang="en-US" altLang="zh-CN" sz="4400">
                <a:solidFill>
                  <a:schemeClr val="tx2"/>
                </a:solidFill>
                <a:latin typeface="Times New Roman" charset="0"/>
                <a:ea typeface="楷体_GB2312" charset="0"/>
              </a:rPr>
              <a:t> PTNode; </a:t>
            </a:r>
          </a:p>
        </p:txBody>
      </p:sp>
      <p:sp>
        <p:nvSpPr>
          <p:cNvPr id="262147" name="Text Box 3"/>
          <p:cNvSpPr txBox="1">
            <a:spLocks noChangeArrowheads="1"/>
          </p:cNvSpPr>
          <p:nvPr/>
        </p:nvSpPr>
        <p:spPr bwMode="auto">
          <a:xfrm>
            <a:off x="3505200" y="2362200"/>
            <a:ext cx="3200400" cy="727075"/>
          </a:xfrm>
          <a:prstGeom prst="rect">
            <a:avLst/>
          </a:prstGeom>
          <a:solidFill>
            <a:srgbClr val="FFFF99">
              <a:alpha val="50000"/>
            </a:srgbClr>
          </a:solidFill>
          <a:ln w="25400" cap="sq">
            <a:solidFill>
              <a:srgbClr val="99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4000">
                <a:latin typeface="Times New Roman" charset="0"/>
              </a:rPr>
              <a:t> </a:t>
            </a:r>
            <a:r>
              <a:rPr kumimoji="1" lang="en-US" altLang="zh-CN" sz="4000" b="1">
                <a:solidFill>
                  <a:srgbClr val="990000"/>
                </a:solidFill>
                <a:latin typeface="Times New Roman" charset="0"/>
              </a:rPr>
              <a:t>data   parent</a:t>
            </a:r>
            <a:endParaRPr kumimoji="1" lang="en-US" altLang="zh-CN" sz="4000">
              <a:latin typeface="Times New Roman" charset="0"/>
            </a:endParaRPr>
          </a:p>
        </p:txBody>
      </p:sp>
      <p:sp>
        <p:nvSpPr>
          <p:cNvPr id="262148" name="Line 4"/>
          <p:cNvSpPr>
            <a:spLocks noChangeShapeType="1"/>
          </p:cNvSpPr>
          <p:nvPr/>
        </p:nvSpPr>
        <p:spPr bwMode="auto">
          <a:xfrm>
            <a:off x="4876800" y="2362200"/>
            <a:ext cx="0" cy="762000"/>
          </a:xfrm>
          <a:prstGeom prst="line">
            <a:avLst/>
          </a:prstGeom>
          <a:noFill/>
          <a:ln w="127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2149" name="Rectangle 5"/>
          <p:cNvSpPr>
            <a:spLocks noChangeArrowheads="1"/>
          </p:cNvSpPr>
          <p:nvPr/>
        </p:nvSpPr>
        <p:spPr bwMode="auto">
          <a:xfrm>
            <a:off x="609600" y="1219200"/>
            <a:ext cx="76184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chemeClr val="tx2"/>
                </a:solidFill>
                <a:latin typeface="Times New Roman" charset="0"/>
                <a:ea typeface="楷体_GB2312" charset="0"/>
              </a:rPr>
              <a:t>#define</a:t>
            </a:r>
            <a:r>
              <a:rPr kumimoji="1" lang="en-US" altLang="zh-CN" sz="4400">
                <a:solidFill>
                  <a:schemeClr val="tx2"/>
                </a:solidFill>
                <a:latin typeface="Times New Roman" charset="0"/>
                <a:ea typeface="楷体_GB2312" charset="0"/>
              </a:rPr>
              <a:t> MAX_TREE_SIZE  100</a:t>
            </a:r>
            <a:endParaRPr kumimoji="1" lang="en-US" altLang="zh-CN" sz="4400">
              <a:latin typeface="Times New Roman" charset="0"/>
              <a:ea typeface="楷体_GB2312" charset="0"/>
            </a:endParaRPr>
          </a:p>
        </p:txBody>
      </p:sp>
      <p:sp>
        <p:nvSpPr>
          <p:cNvPr id="262150" name="Rectangle 6"/>
          <p:cNvSpPr>
            <a:spLocks noChangeArrowheads="1"/>
          </p:cNvSpPr>
          <p:nvPr/>
        </p:nvSpPr>
        <p:spPr bwMode="auto">
          <a:xfrm>
            <a:off x="533400" y="2209800"/>
            <a:ext cx="262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990033"/>
                </a:solidFill>
                <a:latin typeface="Times New Roman" charset="0"/>
                <a:ea typeface="楷体_GB2312" charset="0"/>
              </a:rPr>
              <a:t>结点结构</a:t>
            </a:r>
            <a:r>
              <a:rPr kumimoji="1" lang="en-US" altLang="zh-CN" sz="4400" b="1">
                <a:solidFill>
                  <a:srgbClr val="990033"/>
                </a:solidFill>
                <a:latin typeface="Times New Roman" charset="0"/>
                <a:ea typeface="楷体_GB2312" charset="0"/>
              </a:rPr>
              <a:t>:</a:t>
            </a:r>
          </a:p>
        </p:txBody>
      </p:sp>
      <p:sp>
        <p:nvSpPr>
          <p:cNvPr id="262151" name="Text Box 7"/>
          <p:cNvSpPr txBox="1">
            <a:spLocks noChangeArrowheads="1"/>
          </p:cNvSpPr>
          <p:nvPr/>
        </p:nvSpPr>
        <p:spPr bwMode="auto">
          <a:xfrm>
            <a:off x="1371600" y="228600"/>
            <a:ext cx="47910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000099"/>
                </a:solidFill>
                <a:latin typeface="Times New Roman" charset="0"/>
                <a:ea typeface="隶书" charset="0"/>
              </a:rPr>
              <a:t>C</a:t>
            </a:r>
            <a:r>
              <a:rPr kumimoji="1" lang="zh-CN" altLang="zh-CN" sz="4400" b="1">
                <a:solidFill>
                  <a:srgbClr val="000099"/>
                </a:solidFill>
                <a:latin typeface="隶书" charset="0"/>
                <a:ea typeface="隶书" charset="0"/>
              </a:rPr>
              <a:t>语言的类型描述:</a:t>
            </a:r>
            <a:endParaRPr kumimoji="1" lang="en-US" altLang="zh-CN" sz="2400">
              <a:latin typeface="Times New Roman" charset="0"/>
            </a:endParaRPr>
          </a:p>
        </p:txBody>
      </p:sp>
    </p:spTree>
    <p:extLst>
      <p:ext uri="{BB962C8B-B14F-4D97-AF65-F5344CB8AC3E}">
        <p14:creationId xmlns:p14="http://schemas.microsoft.com/office/powerpoint/2010/main" val="412359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2151"/>
                                        </p:tgtEl>
                                        <p:attrNameLst>
                                          <p:attrName>style.visibility</p:attrName>
                                        </p:attrNameLst>
                                      </p:cBhvr>
                                      <p:to>
                                        <p:strVal val="visible"/>
                                      </p:to>
                                    </p:set>
                                    <p:anim calcmode="lin" valueType="num">
                                      <p:cBhvr additive="base">
                                        <p:cTn id="7" dur="500" fill="hold"/>
                                        <p:tgtEl>
                                          <p:spTgt spid="262151"/>
                                        </p:tgtEl>
                                        <p:attrNameLst>
                                          <p:attrName>ppt_x</p:attrName>
                                        </p:attrNameLst>
                                      </p:cBhvr>
                                      <p:tavLst>
                                        <p:tav tm="0">
                                          <p:val>
                                            <p:strVal val="#ppt_x"/>
                                          </p:val>
                                        </p:tav>
                                        <p:tav tm="100000">
                                          <p:val>
                                            <p:strVal val="#ppt_x"/>
                                          </p:val>
                                        </p:tav>
                                      </p:tavLst>
                                    </p:anim>
                                    <p:anim calcmode="lin" valueType="num">
                                      <p:cBhvr additive="base">
                                        <p:cTn id="8" dur="500" fill="hold"/>
                                        <p:tgtEl>
                                          <p:spTgt spid="26215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2149"/>
                                        </p:tgtEl>
                                        <p:attrNameLst>
                                          <p:attrName>style.visibility</p:attrName>
                                        </p:attrNameLst>
                                      </p:cBhvr>
                                      <p:to>
                                        <p:strVal val="visible"/>
                                      </p:to>
                                    </p:set>
                                    <p:animEffect transition="in" filter="wipe(left)">
                                      <p:cBhvr>
                                        <p:cTn id="13" dur="500"/>
                                        <p:tgtEl>
                                          <p:spTgt spid="2621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62150"/>
                                        </p:tgtEl>
                                        <p:attrNameLst>
                                          <p:attrName>style.visibility</p:attrName>
                                        </p:attrNameLst>
                                      </p:cBhvr>
                                      <p:to>
                                        <p:strVal val="visible"/>
                                      </p:to>
                                    </p:set>
                                    <p:anim calcmode="lin" valueType="num">
                                      <p:cBhvr additive="base">
                                        <p:cTn id="18" dur="500" fill="hold"/>
                                        <p:tgtEl>
                                          <p:spTgt spid="262150"/>
                                        </p:tgtEl>
                                        <p:attrNameLst>
                                          <p:attrName>ppt_x</p:attrName>
                                        </p:attrNameLst>
                                      </p:cBhvr>
                                      <p:tavLst>
                                        <p:tav tm="0">
                                          <p:val>
                                            <p:strVal val="0-#ppt_w/2"/>
                                          </p:val>
                                        </p:tav>
                                        <p:tav tm="100000">
                                          <p:val>
                                            <p:strVal val="#ppt_x"/>
                                          </p:val>
                                        </p:tav>
                                      </p:tavLst>
                                    </p:anim>
                                    <p:anim calcmode="lin" valueType="num">
                                      <p:cBhvr additive="base">
                                        <p:cTn id="19" dur="500" fill="hold"/>
                                        <p:tgtEl>
                                          <p:spTgt spid="26215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262147"/>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26214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262146"/>
                                        </p:tgtEl>
                                        <p:attrNameLst>
                                          <p:attrName>style.visibility</p:attrName>
                                        </p:attrNameLst>
                                      </p:cBhvr>
                                      <p:to>
                                        <p:strVal val="visible"/>
                                      </p:to>
                                    </p:set>
                                    <p:animEffect transition="in" filter="barn(outHorizontal)">
                                      <p:cBhvr>
                                        <p:cTn id="31" dur="500"/>
                                        <p:tgtEl>
                                          <p:spTgt spid="262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6" grpId="0" autoUpdateAnimBg="0"/>
      <p:bldP spid="262147" grpId="0" animBg="1" autoUpdateAnimBg="0"/>
      <p:bldP spid="262148" grpId="0" animBg="1"/>
      <p:bldP spid="262149" grpId="0" autoUpdateAnimBg="0"/>
      <p:bldP spid="262150" grpId="0" autoUpdateAnimBg="0"/>
      <p:bldP spid="262151"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p:cNvSpPr txBox="1">
            <a:spLocks noChangeArrowheads="1"/>
          </p:cNvSpPr>
          <p:nvPr/>
        </p:nvSpPr>
        <p:spPr bwMode="auto">
          <a:xfrm>
            <a:off x="381000" y="1355725"/>
            <a:ext cx="8458200" cy="451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0000"/>
              </a:lnSpc>
            </a:pPr>
            <a:r>
              <a:rPr kumimoji="1" lang="en-US" altLang="zh-CN" sz="4400" b="1">
                <a:solidFill>
                  <a:schemeClr val="tx2"/>
                </a:solidFill>
                <a:latin typeface="Times New Roman" charset="0"/>
                <a:ea typeface="楷体_GB2312" charset="0"/>
              </a:rPr>
              <a:t>typedef struct {</a:t>
            </a:r>
            <a:endParaRPr kumimoji="1" lang="en-US" altLang="zh-CN" sz="4400">
              <a:solidFill>
                <a:schemeClr val="tx2"/>
              </a:solidFill>
              <a:latin typeface="Times New Roman" charset="0"/>
              <a:ea typeface="楷体_GB2312" charset="0"/>
            </a:endParaRPr>
          </a:p>
          <a:p>
            <a:pPr>
              <a:lnSpc>
                <a:spcPct val="110000"/>
              </a:lnSpc>
            </a:pPr>
            <a:r>
              <a:rPr kumimoji="1" lang="en-US" altLang="zh-CN" sz="4400">
                <a:solidFill>
                  <a:schemeClr val="tx2"/>
                </a:solidFill>
                <a:latin typeface="Times New Roman" charset="0"/>
                <a:ea typeface="楷体_GB2312" charset="0"/>
              </a:rPr>
              <a:t>     PTNode  nodes</a:t>
            </a:r>
          </a:p>
          <a:p>
            <a:pPr>
              <a:lnSpc>
                <a:spcPct val="110000"/>
              </a:lnSpc>
            </a:pPr>
            <a:r>
              <a:rPr kumimoji="1" lang="en-US" altLang="zh-CN" sz="4400">
                <a:solidFill>
                  <a:schemeClr val="tx2"/>
                </a:solidFill>
                <a:latin typeface="Times New Roman" charset="0"/>
                <a:ea typeface="楷体_GB2312" charset="0"/>
              </a:rPr>
              <a:t>                      [MAX_TREE_SIZE];</a:t>
            </a:r>
          </a:p>
          <a:p>
            <a:pPr>
              <a:lnSpc>
                <a:spcPct val="110000"/>
              </a:lnSpc>
            </a:pPr>
            <a:r>
              <a:rPr kumimoji="1" lang="en-US" altLang="zh-CN" sz="4400">
                <a:solidFill>
                  <a:schemeClr val="tx2"/>
                </a:solidFill>
                <a:latin typeface="Times New Roman" charset="0"/>
                <a:ea typeface="楷体_GB2312" charset="0"/>
              </a:rPr>
              <a:t>     </a:t>
            </a:r>
            <a:r>
              <a:rPr kumimoji="1" lang="en-US" altLang="zh-CN" sz="4400" b="1">
                <a:solidFill>
                  <a:schemeClr val="tx2"/>
                </a:solidFill>
                <a:latin typeface="Times New Roman" charset="0"/>
                <a:ea typeface="楷体_GB2312" charset="0"/>
              </a:rPr>
              <a:t>int</a:t>
            </a:r>
            <a:r>
              <a:rPr kumimoji="1" lang="en-US" altLang="zh-CN" sz="4400">
                <a:solidFill>
                  <a:schemeClr val="tx2"/>
                </a:solidFill>
                <a:latin typeface="Times New Roman" charset="0"/>
                <a:ea typeface="楷体_GB2312" charset="0"/>
              </a:rPr>
              <a:t>    r, n;     </a:t>
            </a:r>
          </a:p>
          <a:p>
            <a:pPr>
              <a:lnSpc>
                <a:spcPct val="110000"/>
              </a:lnSpc>
            </a:pPr>
            <a:r>
              <a:rPr kumimoji="1" lang="en-US" altLang="zh-CN" sz="4400">
                <a:solidFill>
                  <a:schemeClr val="tx2"/>
                </a:solidFill>
                <a:latin typeface="Times New Roman" charset="0"/>
                <a:ea typeface="楷体_GB2312" charset="0"/>
              </a:rPr>
              <a:t>            // </a:t>
            </a:r>
            <a:r>
              <a:rPr kumimoji="1" lang="zh-CN" altLang="en-US" sz="4400">
                <a:solidFill>
                  <a:schemeClr val="tx2"/>
                </a:solidFill>
                <a:latin typeface="Times New Roman" charset="0"/>
                <a:ea typeface="隶书" charset="0"/>
              </a:rPr>
              <a:t>根结点的位置和结点个数</a:t>
            </a:r>
            <a:endParaRPr kumimoji="1" lang="zh-CN" altLang="en-US" sz="4400">
              <a:solidFill>
                <a:schemeClr val="tx2"/>
              </a:solidFill>
              <a:latin typeface="Times New Roman" charset="0"/>
              <a:ea typeface="楷体_GB2312" charset="0"/>
            </a:endParaRPr>
          </a:p>
          <a:p>
            <a:pPr>
              <a:lnSpc>
                <a:spcPct val="110000"/>
              </a:lnSpc>
            </a:pPr>
            <a:r>
              <a:rPr kumimoji="1" lang="zh-CN" altLang="en-US" sz="4400">
                <a:solidFill>
                  <a:schemeClr val="tx2"/>
                </a:solidFill>
                <a:latin typeface="Times New Roman" charset="0"/>
                <a:ea typeface="楷体_GB2312" charset="0"/>
              </a:rPr>
              <a:t>   </a:t>
            </a:r>
            <a:r>
              <a:rPr kumimoji="1" lang="en-US" altLang="zh-CN" sz="4400" b="1">
                <a:solidFill>
                  <a:schemeClr val="tx2"/>
                </a:solidFill>
                <a:latin typeface="Times New Roman" charset="0"/>
                <a:ea typeface="楷体_GB2312" charset="0"/>
              </a:rPr>
              <a:t>}</a:t>
            </a:r>
            <a:r>
              <a:rPr kumimoji="1" lang="en-US" altLang="zh-CN" sz="4400">
                <a:solidFill>
                  <a:schemeClr val="tx2"/>
                </a:solidFill>
                <a:latin typeface="Times New Roman" charset="0"/>
                <a:ea typeface="楷体_GB2312" charset="0"/>
              </a:rPr>
              <a:t> PTree;</a:t>
            </a:r>
            <a:endParaRPr kumimoji="1" lang="en-US" altLang="zh-CN" sz="4400">
              <a:solidFill>
                <a:schemeClr val="tx2"/>
              </a:solidFill>
              <a:latin typeface="Times New Roman" charset="0"/>
            </a:endParaRPr>
          </a:p>
        </p:txBody>
      </p:sp>
      <p:sp>
        <p:nvSpPr>
          <p:cNvPr id="263171" name="Rectangle 3"/>
          <p:cNvSpPr>
            <a:spLocks noChangeArrowheads="1"/>
          </p:cNvSpPr>
          <p:nvPr/>
        </p:nvSpPr>
        <p:spPr bwMode="auto">
          <a:xfrm>
            <a:off x="1447800" y="152400"/>
            <a:ext cx="2051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0000"/>
              </a:lnSpc>
            </a:pPr>
            <a:r>
              <a:rPr kumimoji="1" lang="zh-CN" altLang="en-US" sz="4400" b="1">
                <a:solidFill>
                  <a:srgbClr val="990033"/>
                </a:solidFill>
                <a:latin typeface="Times New Roman" charset="0"/>
                <a:ea typeface="楷体_GB2312" charset="0"/>
              </a:rPr>
              <a:t>树结构</a:t>
            </a:r>
            <a:r>
              <a:rPr kumimoji="1" lang="en-US" altLang="zh-CN" sz="4400" b="1">
                <a:solidFill>
                  <a:srgbClr val="990033"/>
                </a:solidFill>
                <a:latin typeface="Times New Roman" charset="0"/>
                <a:ea typeface="楷体_GB2312" charset="0"/>
              </a:rPr>
              <a:t>:</a:t>
            </a:r>
          </a:p>
        </p:txBody>
      </p:sp>
      <p:sp>
        <p:nvSpPr>
          <p:cNvPr id="263172" name="AutoShape 4">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496201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3171"/>
                                        </p:tgtEl>
                                        <p:attrNameLst>
                                          <p:attrName>style.visibility</p:attrName>
                                        </p:attrNameLst>
                                      </p:cBhvr>
                                      <p:to>
                                        <p:strVal val="visible"/>
                                      </p:to>
                                    </p:set>
                                    <p:anim calcmode="lin" valueType="num">
                                      <p:cBhvr additive="base">
                                        <p:cTn id="7" dur="500" fill="hold"/>
                                        <p:tgtEl>
                                          <p:spTgt spid="263171"/>
                                        </p:tgtEl>
                                        <p:attrNameLst>
                                          <p:attrName>ppt_x</p:attrName>
                                        </p:attrNameLst>
                                      </p:cBhvr>
                                      <p:tavLst>
                                        <p:tav tm="0">
                                          <p:val>
                                            <p:strVal val="#ppt_x"/>
                                          </p:val>
                                        </p:tav>
                                        <p:tav tm="100000">
                                          <p:val>
                                            <p:strVal val="#ppt_x"/>
                                          </p:val>
                                        </p:tav>
                                      </p:tavLst>
                                    </p:anim>
                                    <p:anim calcmode="lin" valueType="num">
                                      <p:cBhvr additive="base">
                                        <p:cTn id="8" dur="500" fill="hold"/>
                                        <p:tgtEl>
                                          <p:spTgt spid="26317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263170"/>
                                        </p:tgtEl>
                                        <p:attrNameLst>
                                          <p:attrName>style.visibility</p:attrName>
                                        </p:attrNameLst>
                                      </p:cBhvr>
                                      <p:to>
                                        <p:strVal val="visible"/>
                                      </p:to>
                                    </p:set>
                                    <p:animEffect transition="in" filter="strips(downLeft)">
                                      <p:cBhvr>
                                        <p:cTn id="13" dur="500"/>
                                        <p:tgtEl>
                                          <p:spTgt spid="263170"/>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263172"/>
                                        </p:tgtEl>
                                        <p:attrNameLst>
                                          <p:attrName>style.visibility</p:attrName>
                                        </p:attrNameLst>
                                      </p:cBhvr>
                                      <p:to>
                                        <p:strVal val="visible"/>
                                      </p:to>
                                    </p:set>
                                    <p:anim calcmode="lin" valueType="num">
                                      <p:cBhvr additive="base">
                                        <p:cTn id="17" dur="500" fill="hold"/>
                                        <p:tgtEl>
                                          <p:spTgt spid="263172"/>
                                        </p:tgtEl>
                                        <p:attrNameLst>
                                          <p:attrName>ppt_x</p:attrName>
                                        </p:attrNameLst>
                                      </p:cBhvr>
                                      <p:tavLst>
                                        <p:tav tm="0">
                                          <p:val>
                                            <p:strVal val="1+#ppt_w/2"/>
                                          </p:val>
                                        </p:tav>
                                        <p:tav tm="100000">
                                          <p:val>
                                            <p:strVal val="#ppt_x"/>
                                          </p:val>
                                        </p:tav>
                                      </p:tavLst>
                                    </p:anim>
                                    <p:anim calcmode="lin" valueType="num">
                                      <p:cBhvr additive="base">
                                        <p:cTn id="18" dur="500" fill="hold"/>
                                        <p:tgtEl>
                                          <p:spTgt spid="2631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autoUpdateAnimBg="0"/>
      <p:bldP spid="263171" grpId="0" autoUpdateAnimBg="0"/>
      <p:bldP spid="26317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Oval 2"/>
          <p:cNvSpPr>
            <a:spLocks noChangeArrowheads="1"/>
          </p:cNvSpPr>
          <p:nvPr/>
        </p:nvSpPr>
        <p:spPr bwMode="auto">
          <a:xfrm>
            <a:off x="1524000" y="17526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195" name="Text Box 3"/>
          <p:cNvSpPr txBox="1">
            <a:spLocks noChangeArrowheads="1"/>
          </p:cNvSpPr>
          <p:nvPr/>
        </p:nvSpPr>
        <p:spPr bwMode="auto">
          <a:xfrm>
            <a:off x="1546225" y="16764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A</a:t>
            </a:r>
            <a:endParaRPr kumimoji="1" lang="en-US" altLang="zh-CN" sz="2400">
              <a:latin typeface="Times New Roman" charset="0"/>
            </a:endParaRPr>
          </a:p>
        </p:txBody>
      </p:sp>
      <p:sp>
        <p:nvSpPr>
          <p:cNvPr id="264196" name="Oval 4"/>
          <p:cNvSpPr>
            <a:spLocks noChangeArrowheads="1"/>
          </p:cNvSpPr>
          <p:nvPr/>
        </p:nvSpPr>
        <p:spPr bwMode="auto">
          <a:xfrm>
            <a:off x="1524000" y="28194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197" name="Oval 5"/>
          <p:cNvSpPr>
            <a:spLocks noChangeArrowheads="1"/>
          </p:cNvSpPr>
          <p:nvPr/>
        </p:nvSpPr>
        <p:spPr bwMode="auto">
          <a:xfrm>
            <a:off x="533400" y="28194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198" name="Oval 6"/>
          <p:cNvSpPr>
            <a:spLocks noChangeArrowheads="1"/>
          </p:cNvSpPr>
          <p:nvPr/>
        </p:nvSpPr>
        <p:spPr bwMode="auto">
          <a:xfrm>
            <a:off x="2514600" y="28194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199" name="Oval 7"/>
          <p:cNvSpPr>
            <a:spLocks noChangeArrowheads="1"/>
          </p:cNvSpPr>
          <p:nvPr/>
        </p:nvSpPr>
        <p:spPr bwMode="auto">
          <a:xfrm>
            <a:off x="1143000" y="39624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00" name="Oval 8"/>
          <p:cNvSpPr>
            <a:spLocks noChangeArrowheads="1"/>
          </p:cNvSpPr>
          <p:nvPr/>
        </p:nvSpPr>
        <p:spPr bwMode="auto">
          <a:xfrm>
            <a:off x="2057400" y="39624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01" name="Oval 9"/>
          <p:cNvSpPr>
            <a:spLocks noChangeArrowheads="1"/>
          </p:cNvSpPr>
          <p:nvPr/>
        </p:nvSpPr>
        <p:spPr bwMode="auto">
          <a:xfrm>
            <a:off x="1143000" y="51054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02" name="Text Box 10"/>
          <p:cNvSpPr txBox="1">
            <a:spLocks noChangeArrowheads="1"/>
          </p:cNvSpPr>
          <p:nvPr/>
        </p:nvSpPr>
        <p:spPr bwMode="auto">
          <a:xfrm>
            <a:off x="609600" y="27432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B</a:t>
            </a:r>
            <a:endParaRPr kumimoji="1" lang="en-US" altLang="zh-CN" sz="2400">
              <a:latin typeface="Times New Roman" charset="0"/>
            </a:endParaRPr>
          </a:p>
        </p:txBody>
      </p:sp>
      <p:sp>
        <p:nvSpPr>
          <p:cNvPr id="264203" name="Text Box 11"/>
          <p:cNvSpPr txBox="1">
            <a:spLocks noChangeArrowheads="1"/>
          </p:cNvSpPr>
          <p:nvPr/>
        </p:nvSpPr>
        <p:spPr bwMode="auto">
          <a:xfrm>
            <a:off x="1524000" y="27432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C</a:t>
            </a:r>
            <a:endParaRPr kumimoji="1" lang="en-US" altLang="zh-CN" sz="2400">
              <a:latin typeface="Times New Roman" charset="0"/>
            </a:endParaRPr>
          </a:p>
        </p:txBody>
      </p:sp>
      <p:sp>
        <p:nvSpPr>
          <p:cNvPr id="264204" name="Text Box 12"/>
          <p:cNvSpPr txBox="1">
            <a:spLocks noChangeArrowheads="1"/>
          </p:cNvSpPr>
          <p:nvPr/>
        </p:nvSpPr>
        <p:spPr bwMode="auto">
          <a:xfrm>
            <a:off x="2514600" y="27432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D</a:t>
            </a:r>
            <a:endParaRPr kumimoji="1" lang="en-US" altLang="zh-CN" sz="2400">
              <a:latin typeface="Times New Roman" charset="0"/>
            </a:endParaRPr>
          </a:p>
        </p:txBody>
      </p:sp>
      <p:sp>
        <p:nvSpPr>
          <p:cNvPr id="264205" name="Text Box 13"/>
          <p:cNvSpPr txBox="1">
            <a:spLocks noChangeArrowheads="1"/>
          </p:cNvSpPr>
          <p:nvPr/>
        </p:nvSpPr>
        <p:spPr bwMode="auto">
          <a:xfrm>
            <a:off x="1219200" y="3886200"/>
            <a:ext cx="525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E</a:t>
            </a:r>
            <a:endParaRPr kumimoji="1" lang="en-US" altLang="zh-CN" sz="2400">
              <a:latin typeface="Times New Roman" charset="0"/>
            </a:endParaRPr>
          </a:p>
        </p:txBody>
      </p:sp>
      <p:sp>
        <p:nvSpPr>
          <p:cNvPr id="264206" name="Text Box 14"/>
          <p:cNvSpPr txBox="1">
            <a:spLocks noChangeArrowheads="1"/>
          </p:cNvSpPr>
          <p:nvPr/>
        </p:nvSpPr>
        <p:spPr bwMode="auto">
          <a:xfrm>
            <a:off x="2133600" y="38862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F</a:t>
            </a:r>
            <a:endParaRPr kumimoji="1" lang="en-US" altLang="zh-CN" sz="2400">
              <a:latin typeface="Times New Roman" charset="0"/>
            </a:endParaRPr>
          </a:p>
        </p:txBody>
      </p:sp>
      <p:sp>
        <p:nvSpPr>
          <p:cNvPr id="264207" name="Text Box 15"/>
          <p:cNvSpPr txBox="1">
            <a:spLocks noChangeArrowheads="1"/>
          </p:cNvSpPr>
          <p:nvPr/>
        </p:nvSpPr>
        <p:spPr bwMode="auto">
          <a:xfrm>
            <a:off x="1143000" y="50292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G</a:t>
            </a:r>
            <a:endParaRPr kumimoji="1" lang="en-US" altLang="zh-CN" sz="2400">
              <a:latin typeface="Times New Roman" charset="0"/>
            </a:endParaRPr>
          </a:p>
        </p:txBody>
      </p:sp>
      <p:sp>
        <p:nvSpPr>
          <p:cNvPr id="264208" name="Line 16"/>
          <p:cNvSpPr>
            <a:spLocks noChangeShapeType="1"/>
          </p:cNvSpPr>
          <p:nvPr/>
        </p:nvSpPr>
        <p:spPr bwMode="auto">
          <a:xfrm>
            <a:off x="2133600" y="2209800"/>
            <a:ext cx="609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09" name="Line 17"/>
          <p:cNvSpPr>
            <a:spLocks noChangeShapeType="1"/>
          </p:cNvSpPr>
          <p:nvPr/>
        </p:nvSpPr>
        <p:spPr bwMode="auto">
          <a:xfrm flipH="1">
            <a:off x="838200" y="2209800"/>
            <a:ext cx="7620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0" name="Line 18"/>
          <p:cNvSpPr>
            <a:spLocks noChangeShapeType="1"/>
          </p:cNvSpPr>
          <p:nvPr/>
        </p:nvSpPr>
        <p:spPr bwMode="auto">
          <a:xfrm flipH="1">
            <a:off x="1447800" y="3352800"/>
            <a:ext cx="1524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1" name="Text Box 19"/>
          <p:cNvSpPr txBox="1">
            <a:spLocks noChangeArrowheads="1"/>
          </p:cNvSpPr>
          <p:nvPr/>
        </p:nvSpPr>
        <p:spPr bwMode="auto">
          <a:xfrm>
            <a:off x="3581400" y="1752600"/>
            <a:ext cx="2030413"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rgbClr val="990033"/>
                </a:solidFill>
                <a:latin typeface="Times New Roman" charset="0"/>
              </a:rPr>
              <a:t>0</a:t>
            </a:r>
            <a:r>
              <a:rPr kumimoji="1" lang="en-US" altLang="zh-CN" sz="4400">
                <a:latin typeface="Times New Roman" charset="0"/>
              </a:rPr>
              <a:t>   </a:t>
            </a:r>
            <a:r>
              <a:rPr kumimoji="1" lang="en-US" altLang="zh-CN" sz="4400" b="1">
                <a:latin typeface="Times New Roman" charset="0"/>
              </a:rPr>
              <a:t>A</a:t>
            </a:r>
            <a:r>
              <a:rPr kumimoji="1" lang="en-US" altLang="zh-CN" sz="4400">
                <a:latin typeface="Times New Roman" charset="0"/>
              </a:rPr>
              <a:t>  </a:t>
            </a:r>
            <a:r>
              <a:rPr kumimoji="1" lang="en-US" altLang="zh-CN" sz="4400">
                <a:solidFill>
                  <a:srgbClr val="CCFF33"/>
                </a:solidFill>
                <a:latin typeface="Times New Roman" charset="0"/>
              </a:rPr>
              <a:t>-1</a:t>
            </a:r>
            <a:endParaRPr kumimoji="1" lang="en-US" altLang="zh-CN" sz="4400">
              <a:latin typeface="Times New Roman" charset="0"/>
            </a:endParaRPr>
          </a:p>
          <a:p>
            <a:r>
              <a:rPr kumimoji="1" lang="en-US" altLang="zh-CN" sz="4400">
                <a:solidFill>
                  <a:srgbClr val="990033"/>
                </a:solidFill>
                <a:latin typeface="Times New Roman" charset="0"/>
              </a:rPr>
              <a:t>1</a:t>
            </a:r>
            <a:r>
              <a:rPr kumimoji="1" lang="en-US" altLang="zh-CN" sz="4400">
                <a:latin typeface="Times New Roman" charset="0"/>
              </a:rPr>
              <a:t>   </a:t>
            </a:r>
            <a:r>
              <a:rPr kumimoji="1" lang="en-US" altLang="zh-CN" sz="4400" b="1">
                <a:latin typeface="Times New Roman" charset="0"/>
              </a:rPr>
              <a:t>B</a:t>
            </a:r>
            <a:r>
              <a:rPr kumimoji="1" lang="en-US" altLang="zh-CN" sz="4400">
                <a:latin typeface="Times New Roman" charset="0"/>
              </a:rPr>
              <a:t>  </a:t>
            </a:r>
            <a:r>
              <a:rPr kumimoji="1" lang="en-US" altLang="zh-CN" sz="4400">
                <a:solidFill>
                  <a:srgbClr val="CCFF33"/>
                </a:solidFill>
                <a:latin typeface="Times New Roman" charset="0"/>
              </a:rPr>
              <a:t> 0</a:t>
            </a:r>
            <a:endParaRPr kumimoji="1" lang="en-US" altLang="zh-CN" sz="4400">
              <a:latin typeface="Times New Roman" charset="0"/>
            </a:endParaRPr>
          </a:p>
          <a:p>
            <a:r>
              <a:rPr kumimoji="1" lang="en-US" altLang="zh-CN" sz="4400">
                <a:solidFill>
                  <a:srgbClr val="990033"/>
                </a:solidFill>
                <a:latin typeface="Times New Roman" charset="0"/>
              </a:rPr>
              <a:t>2  </a:t>
            </a:r>
            <a:r>
              <a:rPr kumimoji="1" lang="en-US" altLang="zh-CN" sz="4400">
                <a:latin typeface="Times New Roman" charset="0"/>
              </a:rPr>
              <a:t> </a:t>
            </a:r>
            <a:r>
              <a:rPr kumimoji="1" lang="en-US" altLang="zh-CN" sz="4400" b="1">
                <a:latin typeface="Times New Roman" charset="0"/>
              </a:rPr>
              <a:t>C</a:t>
            </a:r>
            <a:r>
              <a:rPr kumimoji="1" lang="en-US" altLang="zh-CN" sz="4400">
                <a:latin typeface="Times New Roman" charset="0"/>
              </a:rPr>
              <a:t>  </a:t>
            </a:r>
            <a:r>
              <a:rPr kumimoji="1" lang="en-US" altLang="zh-CN" sz="4400">
                <a:solidFill>
                  <a:srgbClr val="0000FF"/>
                </a:solidFill>
                <a:latin typeface="Times New Roman" charset="0"/>
              </a:rPr>
              <a:t> </a:t>
            </a:r>
            <a:r>
              <a:rPr kumimoji="1" lang="en-US" altLang="zh-CN" sz="4400">
                <a:solidFill>
                  <a:srgbClr val="CCFF33"/>
                </a:solidFill>
                <a:latin typeface="Times New Roman" charset="0"/>
              </a:rPr>
              <a:t>0</a:t>
            </a:r>
            <a:endParaRPr kumimoji="1" lang="en-US" altLang="zh-CN" sz="4400">
              <a:latin typeface="Times New Roman" charset="0"/>
            </a:endParaRPr>
          </a:p>
          <a:p>
            <a:r>
              <a:rPr kumimoji="1" lang="en-US" altLang="zh-CN" sz="4400">
                <a:solidFill>
                  <a:srgbClr val="990033"/>
                </a:solidFill>
                <a:latin typeface="Times New Roman" charset="0"/>
              </a:rPr>
              <a:t>3</a:t>
            </a:r>
            <a:r>
              <a:rPr kumimoji="1" lang="en-US" altLang="zh-CN" sz="4400">
                <a:latin typeface="Times New Roman" charset="0"/>
              </a:rPr>
              <a:t>   </a:t>
            </a:r>
            <a:r>
              <a:rPr kumimoji="1" lang="en-US" altLang="zh-CN" sz="4400" b="1">
                <a:latin typeface="Times New Roman" charset="0"/>
              </a:rPr>
              <a:t>D</a:t>
            </a:r>
            <a:r>
              <a:rPr kumimoji="1" lang="en-US" altLang="zh-CN" sz="4400">
                <a:latin typeface="Times New Roman" charset="0"/>
              </a:rPr>
              <a:t>  </a:t>
            </a:r>
            <a:r>
              <a:rPr kumimoji="1" lang="en-US" altLang="zh-CN" sz="4400">
                <a:solidFill>
                  <a:srgbClr val="0000FF"/>
                </a:solidFill>
                <a:latin typeface="Times New Roman" charset="0"/>
              </a:rPr>
              <a:t> </a:t>
            </a:r>
            <a:r>
              <a:rPr kumimoji="1" lang="en-US" altLang="zh-CN" sz="4400">
                <a:solidFill>
                  <a:srgbClr val="CCFF33"/>
                </a:solidFill>
                <a:latin typeface="Times New Roman" charset="0"/>
              </a:rPr>
              <a:t>0</a:t>
            </a:r>
            <a:endParaRPr kumimoji="1" lang="en-US" altLang="zh-CN" sz="4400">
              <a:latin typeface="Times New Roman" charset="0"/>
            </a:endParaRPr>
          </a:p>
          <a:p>
            <a:r>
              <a:rPr kumimoji="1" lang="en-US" altLang="zh-CN" sz="4400">
                <a:solidFill>
                  <a:srgbClr val="990033"/>
                </a:solidFill>
                <a:latin typeface="Times New Roman" charset="0"/>
              </a:rPr>
              <a:t>4</a:t>
            </a:r>
            <a:r>
              <a:rPr kumimoji="1" lang="en-US" altLang="zh-CN" sz="4400">
                <a:latin typeface="Times New Roman" charset="0"/>
              </a:rPr>
              <a:t>   </a:t>
            </a:r>
            <a:r>
              <a:rPr kumimoji="1" lang="en-US" altLang="zh-CN" sz="4400" b="1">
                <a:latin typeface="Times New Roman" charset="0"/>
              </a:rPr>
              <a:t>E</a:t>
            </a:r>
            <a:r>
              <a:rPr kumimoji="1" lang="en-US" altLang="zh-CN" sz="4400">
                <a:latin typeface="Times New Roman" charset="0"/>
              </a:rPr>
              <a:t>   </a:t>
            </a:r>
            <a:r>
              <a:rPr kumimoji="1" lang="en-US" altLang="zh-CN" sz="4400">
                <a:solidFill>
                  <a:srgbClr val="CCFF33"/>
                </a:solidFill>
                <a:latin typeface="Times New Roman" charset="0"/>
              </a:rPr>
              <a:t>2</a:t>
            </a:r>
            <a:endParaRPr kumimoji="1" lang="en-US" altLang="zh-CN" sz="4400">
              <a:latin typeface="Times New Roman" charset="0"/>
            </a:endParaRPr>
          </a:p>
          <a:p>
            <a:r>
              <a:rPr kumimoji="1" lang="en-US" altLang="zh-CN" sz="4400">
                <a:solidFill>
                  <a:srgbClr val="990033"/>
                </a:solidFill>
                <a:latin typeface="Times New Roman" charset="0"/>
              </a:rPr>
              <a:t>5</a:t>
            </a:r>
            <a:r>
              <a:rPr kumimoji="1" lang="en-US" altLang="zh-CN" sz="4400">
                <a:latin typeface="Times New Roman" charset="0"/>
              </a:rPr>
              <a:t>   </a:t>
            </a:r>
            <a:r>
              <a:rPr kumimoji="1" lang="en-US" altLang="zh-CN" sz="4400" b="1">
                <a:latin typeface="Times New Roman" charset="0"/>
              </a:rPr>
              <a:t>F</a:t>
            </a:r>
            <a:r>
              <a:rPr kumimoji="1" lang="en-US" altLang="zh-CN" sz="4400">
                <a:latin typeface="Times New Roman" charset="0"/>
              </a:rPr>
              <a:t>   </a:t>
            </a:r>
            <a:r>
              <a:rPr kumimoji="1" lang="en-US" altLang="zh-CN" sz="4400">
                <a:solidFill>
                  <a:srgbClr val="CCFF33"/>
                </a:solidFill>
                <a:latin typeface="Times New Roman" charset="0"/>
              </a:rPr>
              <a:t>2</a:t>
            </a:r>
            <a:endParaRPr kumimoji="1" lang="en-US" altLang="zh-CN" sz="4400">
              <a:latin typeface="Times New Roman" charset="0"/>
            </a:endParaRPr>
          </a:p>
          <a:p>
            <a:r>
              <a:rPr kumimoji="1" lang="en-US" altLang="zh-CN" sz="4400">
                <a:solidFill>
                  <a:srgbClr val="990033"/>
                </a:solidFill>
                <a:latin typeface="Times New Roman" charset="0"/>
              </a:rPr>
              <a:t>6</a:t>
            </a:r>
            <a:r>
              <a:rPr kumimoji="1" lang="en-US" altLang="zh-CN" sz="4400">
                <a:latin typeface="Times New Roman" charset="0"/>
              </a:rPr>
              <a:t>   </a:t>
            </a:r>
            <a:r>
              <a:rPr kumimoji="1" lang="en-US" altLang="zh-CN" sz="4400" b="1">
                <a:latin typeface="Times New Roman" charset="0"/>
              </a:rPr>
              <a:t>G</a:t>
            </a:r>
            <a:r>
              <a:rPr kumimoji="1" lang="en-US" altLang="zh-CN" sz="4400">
                <a:latin typeface="Times New Roman" charset="0"/>
              </a:rPr>
              <a:t>  </a:t>
            </a:r>
            <a:r>
              <a:rPr kumimoji="1" lang="en-US" altLang="zh-CN" sz="4400">
                <a:solidFill>
                  <a:srgbClr val="CCFF33"/>
                </a:solidFill>
                <a:latin typeface="Times New Roman" charset="0"/>
              </a:rPr>
              <a:t>5</a:t>
            </a:r>
            <a:endParaRPr kumimoji="1" lang="en-US" altLang="zh-CN" sz="2400">
              <a:latin typeface="Times New Roman" charset="0"/>
            </a:endParaRPr>
          </a:p>
        </p:txBody>
      </p:sp>
      <p:sp>
        <p:nvSpPr>
          <p:cNvPr id="264212" name="Text Box 20"/>
          <p:cNvSpPr txBox="1">
            <a:spLocks noChangeArrowheads="1"/>
          </p:cNvSpPr>
          <p:nvPr/>
        </p:nvSpPr>
        <p:spPr bwMode="auto">
          <a:xfrm>
            <a:off x="7627938" y="4800600"/>
            <a:ext cx="1058862"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rgbClr val="0000FF"/>
                </a:solidFill>
                <a:latin typeface="Times New Roman" charset="0"/>
              </a:rPr>
              <a:t>r=0</a:t>
            </a:r>
          </a:p>
          <a:p>
            <a:r>
              <a:rPr kumimoji="1" lang="en-US" altLang="zh-CN" sz="4400">
                <a:solidFill>
                  <a:srgbClr val="0000FF"/>
                </a:solidFill>
                <a:latin typeface="Times New Roman" charset="0"/>
              </a:rPr>
              <a:t>n=6</a:t>
            </a:r>
            <a:endParaRPr kumimoji="1" lang="en-US" altLang="zh-CN" sz="2400">
              <a:latin typeface="Times New Roman" charset="0"/>
            </a:endParaRPr>
          </a:p>
        </p:txBody>
      </p:sp>
      <p:sp>
        <p:nvSpPr>
          <p:cNvPr id="264213" name="Rectangle 21"/>
          <p:cNvSpPr>
            <a:spLocks noChangeArrowheads="1"/>
          </p:cNvSpPr>
          <p:nvPr/>
        </p:nvSpPr>
        <p:spPr bwMode="auto">
          <a:xfrm>
            <a:off x="4038600" y="1828800"/>
            <a:ext cx="1905000" cy="4724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4" name="Line 22"/>
          <p:cNvSpPr>
            <a:spLocks noChangeShapeType="1"/>
          </p:cNvSpPr>
          <p:nvPr/>
        </p:nvSpPr>
        <p:spPr bwMode="auto">
          <a:xfrm>
            <a:off x="4038600" y="2438400"/>
            <a:ext cx="19050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5" name="Line 23"/>
          <p:cNvSpPr>
            <a:spLocks noChangeShapeType="1"/>
          </p:cNvSpPr>
          <p:nvPr/>
        </p:nvSpPr>
        <p:spPr bwMode="auto">
          <a:xfrm>
            <a:off x="4038600" y="3124200"/>
            <a:ext cx="19050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6" name="Line 24"/>
          <p:cNvSpPr>
            <a:spLocks noChangeShapeType="1"/>
          </p:cNvSpPr>
          <p:nvPr/>
        </p:nvSpPr>
        <p:spPr bwMode="auto">
          <a:xfrm>
            <a:off x="4038600" y="3810000"/>
            <a:ext cx="19050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7" name="Line 25"/>
          <p:cNvSpPr>
            <a:spLocks noChangeShapeType="1"/>
          </p:cNvSpPr>
          <p:nvPr/>
        </p:nvSpPr>
        <p:spPr bwMode="auto">
          <a:xfrm>
            <a:off x="4038600" y="4495800"/>
            <a:ext cx="19050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8" name="Line 26"/>
          <p:cNvSpPr>
            <a:spLocks noChangeShapeType="1"/>
          </p:cNvSpPr>
          <p:nvPr/>
        </p:nvSpPr>
        <p:spPr bwMode="auto">
          <a:xfrm>
            <a:off x="4038600" y="5181600"/>
            <a:ext cx="19050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19" name="Line 27"/>
          <p:cNvSpPr>
            <a:spLocks noChangeShapeType="1"/>
          </p:cNvSpPr>
          <p:nvPr/>
        </p:nvSpPr>
        <p:spPr bwMode="auto">
          <a:xfrm>
            <a:off x="4038600" y="5867400"/>
            <a:ext cx="19050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0" name="Line 28"/>
          <p:cNvSpPr>
            <a:spLocks noChangeShapeType="1"/>
          </p:cNvSpPr>
          <p:nvPr/>
        </p:nvSpPr>
        <p:spPr bwMode="auto">
          <a:xfrm>
            <a:off x="5562600" y="1828800"/>
            <a:ext cx="0" cy="4724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1" name="Text Box 29"/>
          <p:cNvSpPr txBox="1">
            <a:spLocks noChangeArrowheads="1"/>
          </p:cNvSpPr>
          <p:nvPr/>
        </p:nvSpPr>
        <p:spPr bwMode="auto">
          <a:xfrm>
            <a:off x="3886200" y="1143000"/>
            <a:ext cx="4267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600">
                <a:solidFill>
                  <a:srgbClr val="990033"/>
                </a:solidFill>
                <a:latin typeface="Times New Roman" charset="0"/>
              </a:rPr>
              <a:t> data  firstchild</a:t>
            </a:r>
            <a:endParaRPr kumimoji="1" lang="en-US" altLang="zh-CN" sz="2400">
              <a:solidFill>
                <a:srgbClr val="990033"/>
              </a:solidFill>
              <a:latin typeface="Times New Roman" charset="0"/>
            </a:endParaRPr>
          </a:p>
        </p:txBody>
      </p:sp>
      <p:sp>
        <p:nvSpPr>
          <p:cNvPr id="264222" name="Line 30"/>
          <p:cNvSpPr>
            <a:spLocks noChangeShapeType="1"/>
          </p:cNvSpPr>
          <p:nvPr/>
        </p:nvSpPr>
        <p:spPr bwMode="auto">
          <a:xfrm>
            <a:off x="1828800" y="2362200"/>
            <a:ext cx="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3" name="Line 31"/>
          <p:cNvSpPr>
            <a:spLocks noChangeShapeType="1"/>
          </p:cNvSpPr>
          <p:nvPr/>
        </p:nvSpPr>
        <p:spPr bwMode="auto">
          <a:xfrm>
            <a:off x="2057400" y="335280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4" name="Line 32"/>
          <p:cNvSpPr>
            <a:spLocks noChangeShapeType="1"/>
          </p:cNvSpPr>
          <p:nvPr/>
        </p:nvSpPr>
        <p:spPr bwMode="auto">
          <a:xfrm>
            <a:off x="1447800" y="457200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5" name="Line 33"/>
          <p:cNvSpPr>
            <a:spLocks noChangeShapeType="1"/>
          </p:cNvSpPr>
          <p:nvPr/>
        </p:nvSpPr>
        <p:spPr bwMode="auto">
          <a:xfrm>
            <a:off x="4953000" y="1828800"/>
            <a:ext cx="0" cy="4724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6" name="Text Box 34"/>
          <p:cNvSpPr txBox="1">
            <a:spLocks noChangeArrowheads="1"/>
          </p:cNvSpPr>
          <p:nvPr/>
        </p:nvSpPr>
        <p:spPr bwMode="auto">
          <a:xfrm>
            <a:off x="6019800" y="1828800"/>
            <a:ext cx="247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  1      2      3</a:t>
            </a:r>
            <a:endParaRPr kumimoji="1" lang="en-US" altLang="zh-CN" sz="2400">
              <a:latin typeface="Times New Roman" charset="0"/>
            </a:endParaRPr>
          </a:p>
        </p:txBody>
      </p:sp>
      <p:sp>
        <p:nvSpPr>
          <p:cNvPr id="264227" name="Rectangle 35"/>
          <p:cNvSpPr>
            <a:spLocks noChangeArrowheads="1"/>
          </p:cNvSpPr>
          <p:nvPr/>
        </p:nvSpPr>
        <p:spPr bwMode="auto">
          <a:xfrm>
            <a:off x="6248400" y="1981200"/>
            <a:ext cx="6096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8" name="Line 36"/>
          <p:cNvSpPr>
            <a:spLocks noChangeShapeType="1"/>
          </p:cNvSpPr>
          <p:nvPr/>
        </p:nvSpPr>
        <p:spPr bwMode="auto">
          <a:xfrm>
            <a:off x="6629400" y="1981200"/>
            <a:ext cx="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29" name="Line 37"/>
          <p:cNvSpPr>
            <a:spLocks noChangeShapeType="1"/>
          </p:cNvSpPr>
          <p:nvPr/>
        </p:nvSpPr>
        <p:spPr bwMode="auto">
          <a:xfrm>
            <a:off x="5791200" y="2209800"/>
            <a:ext cx="4572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0" name="Rectangle 38"/>
          <p:cNvSpPr>
            <a:spLocks noChangeArrowheads="1"/>
          </p:cNvSpPr>
          <p:nvPr/>
        </p:nvSpPr>
        <p:spPr bwMode="auto">
          <a:xfrm>
            <a:off x="7162800" y="1981200"/>
            <a:ext cx="6096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1" name="Line 39"/>
          <p:cNvSpPr>
            <a:spLocks noChangeShapeType="1"/>
          </p:cNvSpPr>
          <p:nvPr/>
        </p:nvSpPr>
        <p:spPr bwMode="auto">
          <a:xfrm>
            <a:off x="7543800" y="1981200"/>
            <a:ext cx="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2" name="Line 40"/>
          <p:cNvSpPr>
            <a:spLocks noChangeShapeType="1"/>
          </p:cNvSpPr>
          <p:nvPr/>
        </p:nvSpPr>
        <p:spPr bwMode="auto">
          <a:xfrm>
            <a:off x="6705600" y="2209800"/>
            <a:ext cx="4572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3" name="Rectangle 41"/>
          <p:cNvSpPr>
            <a:spLocks noChangeArrowheads="1"/>
          </p:cNvSpPr>
          <p:nvPr/>
        </p:nvSpPr>
        <p:spPr bwMode="auto">
          <a:xfrm>
            <a:off x="8077200" y="1981200"/>
            <a:ext cx="6096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4" name="Line 42"/>
          <p:cNvSpPr>
            <a:spLocks noChangeShapeType="1"/>
          </p:cNvSpPr>
          <p:nvPr/>
        </p:nvSpPr>
        <p:spPr bwMode="auto">
          <a:xfrm>
            <a:off x="8458200" y="1981200"/>
            <a:ext cx="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5" name="Line 43"/>
          <p:cNvSpPr>
            <a:spLocks noChangeShapeType="1"/>
          </p:cNvSpPr>
          <p:nvPr/>
        </p:nvSpPr>
        <p:spPr bwMode="auto">
          <a:xfrm>
            <a:off x="7620000" y="2209800"/>
            <a:ext cx="4572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6" name="Text Box 44"/>
          <p:cNvSpPr txBox="1">
            <a:spLocks noChangeArrowheads="1"/>
          </p:cNvSpPr>
          <p:nvPr/>
        </p:nvSpPr>
        <p:spPr bwMode="auto">
          <a:xfrm>
            <a:off x="6248400" y="31242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4      5</a:t>
            </a:r>
            <a:endParaRPr kumimoji="1" lang="en-US" altLang="zh-CN" sz="2400">
              <a:latin typeface="Times New Roman" charset="0"/>
            </a:endParaRPr>
          </a:p>
        </p:txBody>
      </p:sp>
      <p:sp>
        <p:nvSpPr>
          <p:cNvPr id="264237" name="Text Box 45"/>
          <p:cNvSpPr txBox="1">
            <a:spLocks noChangeArrowheads="1"/>
          </p:cNvSpPr>
          <p:nvPr/>
        </p:nvSpPr>
        <p:spPr bwMode="auto">
          <a:xfrm>
            <a:off x="6248400" y="44958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6</a:t>
            </a:r>
            <a:endParaRPr kumimoji="1" lang="en-US" altLang="zh-CN" sz="2400">
              <a:latin typeface="Times New Roman" charset="0"/>
            </a:endParaRPr>
          </a:p>
        </p:txBody>
      </p:sp>
      <p:sp>
        <p:nvSpPr>
          <p:cNvPr id="264238" name="Rectangle 46"/>
          <p:cNvSpPr>
            <a:spLocks noChangeArrowheads="1"/>
          </p:cNvSpPr>
          <p:nvPr/>
        </p:nvSpPr>
        <p:spPr bwMode="auto">
          <a:xfrm>
            <a:off x="6248400" y="3276600"/>
            <a:ext cx="6096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39" name="Line 47"/>
          <p:cNvSpPr>
            <a:spLocks noChangeShapeType="1"/>
          </p:cNvSpPr>
          <p:nvPr/>
        </p:nvSpPr>
        <p:spPr bwMode="auto">
          <a:xfrm>
            <a:off x="6629400" y="3276600"/>
            <a:ext cx="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0" name="Line 48"/>
          <p:cNvSpPr>
            <a:spLocks noChangeShapeType="1"/>
          </p:cNvSpPr>
          <p:nvPr/>
        </p:nvSpPr>
        <p:spPr bwMode="auto">
          <a:xfrm>
            <a:off x="5791200" y="3505200"/>
            <a:ext cx="4572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1" name="Rectangle 49"/>
          <p:cNvSpPr>
            <a:spLocks noChangeArrowheads="1"/>
          </p:cNvSpPr>
          <p:nvPr/>
        </p:nvSpPr>
        <p:spPr bwMode="auto">
          <a:xfrm>
            <a:off x="7162800" y="3276600"/>
            <a:ext cx="6096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2" name="Line 50"/>
          <p:cNvSpPr>
            <a:spLocks noChangeShapeType="1"/>
          </p:cNvSpPr>
          <p:nvPr/>
        </p:nvSpPr>
        <p:spPr bwMode="auto">
          <a:xfrm>
            <a:off x="7543800" y="3276600"/>
            <a:ext cx="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3" name="Line 51"/>
          <p:cNvSpPr>
            <a:spLocks noChangeShapeType="1"/>
          </p:cNvSpPr>
          <p:nvPr/>
        </p:nvSpPr>
        <p:spPr bwMode="auto">
          <a:xfrm>
            <a:off x="6705600" y="3505200"/>
            <a:ext cx="4572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4" name="Rectangle 52"/>
          <p:cNvSpPr>
            <a:spLocks noChangeArrowheads="1"/>
          </p:cNvSpPr>
          <p:nvPr/>
        </p:nvSpPr>
        <p:spPr bwMode="auto">
          <a:xfrm>
            <a:off x="6248400" y="4648200"/>
            <a:ext cx="6096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5" name="Line 53"/>
          <p:cNvSpPr>
            <a:spLocks noChangeShapeType="1"/>
          </p:cNvSpPr>
          <p:nvPr/>
        </p:nvSpPr>
        <p:spPr bwMode="auto">
          <a:xfrm>
            <a:off x="6629400" y="4648200"/>
            <a:ext cx="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6" name="Line 54"/>
          <p:cNvSpPr>
            <a:spLocks noChangeShapeType="1"/>
          </p:cNvSpPr>
          <p:nvPr/>
        </p:nvSpPr>
        <p:spPr bwMode="auto">
          <a:xfrm>
            <a:off x="5791200" y="4876800"/>
            <a:ext cx="4572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7" name="Line 55"/>
          <p:cNvSpPr>
            <a:spLocks noChangeShapeType="1"/>
          </p:cNvSpPr>
          <p:nvPr/>
        </p:nvSpPr>
        <p:spPr bwMode="auto">
          <a:xfrm flipH="1">
            <a:off x="5715000" y="54102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8" name="Line 56"/>
          <p:cNvSpPr>
            <a:spLocks noChangeShapeType="1"/>
          </p:cNvSpPr>
          <p:nvPr/>
        </p:nvSpPr>
        <p:spPr bwMode="auto">
          <a:xfrm>
            <a:off x="5791200" y="54102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49" name="Line 57"/>
          <p:cNvSpPr>
            <a:spLocks noChangeShapeType="1"/>
          </p:cNvSpPr>
          <p:nvPr/>
        </p:nvSpPr>
        <p:spPr bwMode="auto">
          <a:xfrm flipH="1">
            <a:off x="5715000" y="60960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0" name="Line 58"/>
          <p:cNvSpPr>
            <a:spLocks noChangeShapeType="1"/>
          </p:cNvSpPr>
          <p:nvPr/>
        </p:nvSpPr>
        <p:spPr bwMode="auto">
          <a:xfrm>
            <a:off x="5791200" y="60960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1" name="Line 59"/>
          <p:cNvSpPr>
            <a:spLocks noChangeShapeType="1"/>
          </p:cNvSpPr>
          <p:nvPr/>
        </p:nvSpPr>
        <p:spPr bwMode="auto">
          <a:xfrm flipH="1">
            <a:off x="5715000" y="40386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2" name="Line 60"/>
          <p:cNvSpPr>
            <a:spLocks noChangeShapeType="1"/>
          </p:cNvSpPr>
          <p:nvPr/>
        </p:nvSpPr>
        <p:spPr bwMode="auto">
          <a:xfrm>
            <a:off x="5791200" y="40386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3" name="Line 61"/>
          <p:cNvSpPr>
            <a:spLocks noChangeShapeType="1"/>
          </p:cNvSpPr>
          <p:nvPr/>
        </p:nvSpPr>
        <p:spPr bwMode="auto">
          <a:xfrm flipH="1">
            <a:off x="5715000" y="26670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4" name="Line 62"/>
          <p:cNvSpPr>
            <a:spLocks noChangeShapeType="1"/>
          </p:cNvSpPr>
          <p:nvPr/>
        </p:nvSpPr>
        <p:spPr bwMode="auto">
          <a:xfrm>
            <a:off x="5791200" y="26670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5" name="Line 63"/>
          <p:cNvSpPr>
            <a:spLocks noChangeShapeType="1"/>
          </p:cNvSpPr>
          <p:nvPr/>
        </p:nvSpPr>
        <p:spPr bwMode="auto">
          <a:xfrm flipH="1">
            <a:off x="6705600" y="47244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6" name="Line 64"/>
          <p:cNvSpPr>
            <a:spLocks noChangeShapeType="1"/>
          </p:cNvSpPr>
          <p:nvPr/>
        </p:nvSpPr>
        <p:spPr bwMode="auto">
          <a:xfrm>
            <a:off x="6781800" y="47244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7" name="Line 65"/>
          <p:cNvSpPr>
            <a:spLocks noChangeShapeType="1"/>
          </p:cNvSpPr>
          <p:nvPr/>
        </p:nvSpPr>
        <p:spPr bwMode="auto">
          <a:xfrm flipH="1">
            <a:off x="7620000" y="33528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8" name="Line 66"/>
          <p:cNvSpPr>
            <a:spLocks noChangeShapeType="1"/>
          </p:cNvSpPr>
          <p:nvPr/>
        </p:nvSpPr>
        <p:spPr bwMode="auto">
          <a:xfrm>
            <a:off x="7696200" y="33528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59" name="Line 67"/>
          <p:cNvSpPr>
            <a:spLocks noChangeShapeType="1"/>
          </p:cNvSpPr>
          <p:nvPr/>
        </p:nvSpPr>
        <p:spPr bwMode="auto">
          <a:xfrm flipH="1">
            <a:off x="8534400" y="20574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60" name="Line 68"/>
          <p:cNvSpPr>
            <a:spLocks noChangeShapeType="1"/>
          </p:cNvSpPr>
          <p:nvPr/>
        </p:nvSpPr>
        <p:spPr bwMode="auto">
          <a:xfrm>
            <a:off x="8610600" y="2057400"/>
            <a:ext cx="76200" cy="228600"/>
          </a:xfrm>
          <a:prstGeom prst="line">
            <a:avLst/>
          </a:prstGeom>
          <a:noFill/>
          <a:ln w="381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4261" name="Text Box 69"/>
          <p:cNvSpPr txBox="1">
            <a:spLocks noChangeArrowheads="1"/>
          </p:cNvSpPr>
          <p:nvPr/>
        </p:nvSpPr>
        <p:spPr bwMode="auto">
          <a:xfrm>
            <a:off x="1371600" y="152400"/>
            <a:ext cx="59928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4800" b="1">
                <a:solidFill>
                  <a:srgbClr val="0000FF"/>
                </a:solidFill>
                <a:latin typeface="Times New Roman" charset="0"/>
                <a:ea typeface="隶书" charset="0"/>
              </a:rPr>
              <a:t>二、孩子链表表示法</a:t>
            </a:r>
            <a:r>
              <a:rPr kumimoji="1" lang="en-US" altLang="zh-CN" sz="4800" b="1">
                <a:solidFill>
                  <a:srgbClr val="0000FF"/>
                </a:solidFill>
                <a:latin typeface="Times New Roman" charset="0"/>
                <a:ea typeface="隶书" charset="0"/>
              </a:rPr>
              <a:t>:</a:t>
            </a:r>
            <a:endParaRPr kumimoji="1" lang="en-US" altLang="zh-CN" sz="4800">
              <a:latin typeface="Times New Roman" charset="0"/>
            </a:endParaRPr>
          </a:p>
        </p:txBody>
      </p:sp>
      <p:sp>
        <p:nvSpPr>
          <p:cNvPr id="264262" name="Text Box 70"/>
          <p:cNvSpPr txBox="1">
            <a:spLocks noChangeArrowheads="1"/>
          </p:cNvSpPr>
          <p:nvPr/>
        </p:nvSpPr>
        <p:spPr bwMode="auto">
          <a:xfrm>
            <a:off x="5051425" y="1752600"/>
            <a:ext cx="739775"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400">
                <a:solidFill>
                  <a:srgbClr val="CC6600"/>
                </a:solidFill>
                <a:latin typeface="Times New Roman" charset="0"/>
              </a:rPr>
              <a:t>-1</a:t>
            </a:r>
          </a:p>
          <a:p>
            <a:r>
              <a:rPr kumimoji="1" lang="en-US" altLang="zh-CN" sz="4400">
                <a:solidFill>
                  <a:srgbClr val="CC6600"/>
                </a:solidFill>
                <a:latin typeface="Times New Roman" charset="0"/>
              </a:rPr>
              <a:t>0</a:t>
            </a:r>
          </a:p>
          <a:p>
            <a:r>
              <a:rPr kumimoji="1" lang="en-US" altLang="zh-CN" sz="4400">
                <a:solidFill>
                  <a:srgbClr val="CC6600"/>
                </a:solidFill>
                <a:latin typeface="Times New Roman" charset="0"/>
              </a:rPr>
              <a:t>0</a:t>
            </a:r>
          </a:p>
          <a:p>
            <a:r>
              <a:rPr kumimoji="1" lang="en-US" altLang="zh-CN" sz="4400">
                <a:solidFill>
                  <a:srgbClr val="CC6600"/>
                </a:solidFill>
                <a:latin typeface="Times New Roman" charset="0"/>
              </a:rPr>
              <a:t>0</a:t>
            </a:r>
          </a:p>
          <a:p>
            <a:r>
              <a:rPr kumimoji="1" lang="en-US" altLang="zh-CN" sz="4400">
                <a:solidFill>
                  <a:srgbClr val="CC6600"/>
                </a:solidFill>
                <a:latin typeface="Times New Roman" charset="0"/>
              </a:rPr>
              <a:t>2</a:t>
            </a:r>
          </a:p>
          <a:p>
            <a:r>
              <a:rPr kumimoji="1" lang="en-US" altLang="zh-CN" sz="4400">
                <a:solidFill>
                  <a:srgbClr val="CC6600"/>
                </a:solidFill>
                <a:latin typeface="Times New Roman" charset="0"/>
              </a:rPr>
              <a:t>2</a:t>
            </a:r>
          </a:p>
          <a:p>
            <a:r>
              <a:rPr kumimoji="1" lang="en-US" altLang="zh-CN" sz="4400">
                <a:solidFill>
                  <a:srgbClr val="CC6600"/>
                </a:solidFill>
                <a:latin typeface="Times New Roman" charset="0"/>
              </a:rPr>
              <a:t>4</a:t>
            </a:r>
            <a:endParaRPr kumimoji="1" lang="en-US" altLang="zh-CN" sz="2400">
              <a:solidFill>
                <a:srgbClr val="CC6600"/>
              </a:solidFill>
              <a:latin typeface="Times New Roman" charset="0"/>
            </a:endParaRPr>
          </a:p>
        </p:txBody>
      </p:sp>
    </p:spTree>
    <p:extLst>
      <p:ext uri="{BB962C8B-B14F-4D97-AF65-F5344CB8AC3E}">
        <p14:creationId xmlns:p14="http://schemas.microsoft.com/office/powerpoint/2010/main" val="12573219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4261"/>
                                        </p:tgtEl>
                                        <p:attrNameLst>
                                          <p:attrName>style.visibility</p:attrName>
                                        </p:attrNameLst>
                                      </p:cBhvr>
                                      <p:to>
                                        <p:strVal val="visible"/>
                                      </p:to>
                                    </p:set>
                                    <p:anim calcmode="lin" valueType="num">
                                      <p:cBhvr additive="base">
                                        <p:cTn id="7" dur="500" fill="hold"/>
                                        <p:tgtEl>
                                          <p:spTgt spid="264261"/>
                                        </p:tgtEl>
                                        <p:attrNameLst>
                                          <p:attrName>ppt_x</p:attrName>
                                        </p:attrNameLst>
                                      </p:cBhvr>
                                      <p:tavLst>
                                        <p:tav tm="0">
                                          <p:val>
                                            <p:strVal val="0-#ppt_w/2"/>
                                          </p:val>
                                        </p:tav>
                                        <p:tav tm="100000">
                                          <p:val>
                                            <p:strVal val="#ppt_x"/>
                                          </p:val>
                                        </p:tav>
                                      </p:tavLst>
                                    </p:anim>
                                    <p:anim calcmode="lin" valueType="num">
                                      <p:cBhvr additive="base">
                                        <p:cTn id="8" dur="500" fill="hold"/>
                                        <p:tgtEl>
                                          <p:spTgt spid="26426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64211"/>
                                        </p:tgtEl>
                                        <p:attrNameLst>
                                          <p:attrName>style.visibility</p:attrName>
                                        </p:attrNameLst>
                                      </p:cBhvr>
                                      <p:to>
                                        <p:strVal val="visible"/>
                                      </p:to>
                                    </p:set>
                                    <p:animEffect transition="in" filter="dissolve">
                                      <p:cBhvr>
                                        <p:cTn id="13" dur="500"/>
                                        <p:tgtEl>
                                          <p:spTgt spid="264211"/>
                                        </p:tgtEl>
                                      </p:cBhvr>
                                    </p:animEffect>
                                  </p:childTnLst>
                                </p:cTn>
                              </p:par>
                            </p:childTnLst>
                          </p:cTn>
                        </p:par>
                        <p:par>
                          <p:cTn id="14" fill="hold" nodeType="afterGroup">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264213"/>
                                        </p:tgtEl>
                                        <p:attrNameLst>
                                          <p:attrName>style.visibility</p:attrName>
                                        </p:attrNameLst>
                                      </p:cBhvr>
                                      <p:to>
                                        <p:strVal val="visible"/>
                                      </p:to>
                                    </p:set>
                                    <p:animEffect transition="in" filter="dissolve">
                                      <p:cBhvr>
                                        <p:cTn id="17" dur="500"/>
                                        <p:tgtEl>
                                          <p:spTgt spid="264213"/>
                                        </p:tgtEl>
                                      </p:cBhvr>
                                    </p:animEffect>
                                  </p:childTnLst>
                                </p:cTn>
                              </p:par>
                            </p:childTnLst>
                          </p:cTn>
                        </p:par>
                        <p:par>
                          <p:cTn id="18" fill="hold" nodeType="afterGroup">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264214"/>
                                        </p:tgtEl>
                                        <p:attrNameLst>
                                          <p:attrName>style.visibility</p:attrName>
                                        </p:attrNameLst>
                                      </p:cBhvr>
                                      <p:to>
                                        <p:strVal val="visible"/>
                                      </p:to>
                                    </p:set>
                                    <p:animEffect transition="in" filter="dissolve">
                                      <p:cBhvr>
                                        <p:cTn id="21" dur="500"/>
                                        <p:tgtEl>
                                          <p:spTgt spid="264214"/>
                                        </p:tgtEl>
                                      </p:cBhvr>
                                    </p:animEffect>
                                  </p:childTnLst>
                                </p:cTn>
                              </p:par>
                            </p:childTnLst>
                          </p:cTn>
                        </p:par>
                        <p:par>
                          <p:cTn id="22" fill="hold" nodeType="afterGroup">
                            <p:stCondLst>
                              <p:cond delay="1500"/>
                            </p:stCondLst>
                            <p:childTnLst>
                              <p:par>
                                <p:cTn id="23" presetID="9" presetClass="entr" presetSubtype="0" fill="hold" grpId="0" nodeType="afterEffect">
                                  <p:stCondLst>
                                    <p:cond delay="0"/>
                                  </p:stCondLst>
                                  <p:childTnLst>
                                    <p:set>
                                      <p:cBhvr>
                                        <p:cTn id="24" dur="1" fill="hold">
                                          <p:stCondLst>
                                            <p:cond delay="0"/>
                                          </p:stCondLst>
                                        </p:cTn>
                                        <p:tgtEl>
                                          <p:spTgt spid="264215"/>
                                        </p:tgtEl>
                                        <p:attrNameLst>
                                          <p:attrName>style.visibility</p:attrName>
                                        </p:attrNameLst>
                                      </p:cBhvr>
                                      <p:to>
                                        <p:strVal val="visible"/>
                                      </p:to>
                                    </p:set>
                                    <p:animEffect transition="in" filter="dissolve">
                                      <p:cBhvr>
                                        <p:cTn id="25" dur="500"/>
                                        <p:tgtEl>
                                          <p:spTgt spid="264215"/>
                                        </p:tgtEl>
                                      </p:cBhvr>
                                    </p:animEffect>
                                  </p:childTnLst>
                                </p:cTn>
                              </p:par>
                            </p:childTnLst>
                          </p:cTn>
                        </p:par>
                        <p:par>
                          <p:cTn id="26" fill="hold" nodeType="afterGroup">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264216"/>
                                        </p:tgtEl>
                                        <p:attrNameLst>
                                          <p:attrName>style.visibility</p:attrName>
                                        </p:attrNameLst>
                                      </p:cBhvr>
                                      <p:to>
                                        <p:strVal val="visible"/>
                                      </p:to>
                                    </p:set>
                                    <p:animEffect transition="in" filter="dissolve">
                                      <p:cBhvr>
                                        <p:cTn id="29" dur="500"/>
                                        <p:tgtEl>
                                          <p:spTgt spid="264216"/>
                                        </p:tgtEl>
                                      </p:cBhvr>
                                    </p:animEffect>
                                  </p:childTnLst>
                                </p:cTn>
                              </p:par>
                            </p:childTnLst>
                          </p:cTn>
                        </p:par>
                        <p:par>
                          <p:cTn id="30" fill="hold" nodeType="afterGroup">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264217"/>
                                        </p:tgtEl>
                                        <p:attrNameLst>
                                          <p:attrName>style.visibility</p:attrName>
                                        </p:attrNameLst>
                                      </p:cBhvr>
                                      <p:to>
                                        <p:strVal val="visible"/>
                                      </p:to>
                                    </p:set>
                                    <p:animEffect transition="in" filter="dissolve">
                                      <p:cBhvr>
                                        <p:cTn id="33" dur="500"/>
                                        <p:tgtEl>
                                          <p:spTgt spid="264217"/>
                                        </p:tgtEl>
                                      </p:cBhvr>
                                    </p:animEffect>
                                  </p:childTnLst>
                                </p:cTn>
                              </p:par>
                            </p:childTnLst>
                          </p:cTn>
                        </p:par>
                        <p:par>
                          <p:cTn id="34" fill="hold" nodeType="afterGroup">
                            <p:stCondLst>
                              <p:cond delay="3000"/>
                            </p:stCondLst>
                            <p:childTnLst>
                              <p:par>
                                <p:cTn id="35" presetID="9" presetClass="entr" presetSubtype="0" fill="hold" grpId="0" nodeType="afterEffect">
                                  <p:stCondLst>
                                    <p:cond delay="0"/>
                                  </p:stCondLst>
                                  <p:childTnLst>
                                    <p:set>
                                      <p:cBhvr>
                                        <p:cTn id="36" dur="1" fill="hold">
                                          <p:stCondLst>
                                            <p:cond delay="0"/>
                                          </p:stCondLst>
                                        </p:cTn>
                                        <p:tgtEl>
                                          <p:spTgt spid="264218"/>
                                        </p:tgtEl>
                                        <p:attrNameLst>
                                          <p:attrName>style.visibility</p:attrName>
                                        </p:attrNameLst>
                                      </p:cBhvr>
                                      <p:to>
                                        <p:strVal val="visible"/>
                                      </p:to>
                                    </p:set>
                                    <p:animEffect transition="in" filter="dissolve">
                                      <p:cBhvr>
                                        <p:cTn id="37" dur="500"/>
                                        <p:tgtEl>
                                          <p:spTgt spid="264218"/>
                                        </p:tgtEl>
                                      </p:cBhvr>
                                    </p:animEffect>
                                  </p:childTnLst>
                                </p:cTn>
                              </p:par>
                            </p:childTnLst>
                          </p:cTn>
                        </p:par>
                        <p:par>
                          <p:cTn id="38" fill="hold" nodeType="afterGroup">
                            <p:stCondLst>
                              <p:cond delay="3500"/>
                            </p:stCondLst>
                            <p:childTnLst>
                              <p:par>
                                <p:cTn id="39" presetID="9" presetClass="entr" presetSubtype="0" fill="hold" grpId="0" nodeType="afterEffect">
                                  <p:stCondLst>
                                    <p:cond delay="0"/>
                                  </p:stCondLst>
                                  <p:childTnLst>
                                    <p:set>
                                      <p:cBhvr>
                                        <p:cTn id="40" dur="1" fill="hold">
                                          <p:stCondLst>
                                            <p:cond delay="0"/>
                                          </p:stCondLst>
                                        </p:cTn>
                                        <p:tgtEl>
                                          <p:spTgt spid="264219"/>
                                        </p:tgtEl>
                                        <p:attrNameLst>
                                          <p:attrName>style.visibility</p:attrName>
                                        </p:attrNameLst>
                                      </p:cBhvr>
                                      <p:to>
                                        <p:strVal val="visible"/>
                                      </p:to>
                                    </p:set>
                                    <p:animEffect transition="in" filter="dissolve">
                                      <p:cBhvr>
                                        <p:cTn id="41" dur="500"/>
                                        <p:tgtEl>
                                          <p:spTgt spid="264219"/>
                                        </p:tgtEl>
                                      </p:cBhvr>
                                    </p:animEffect>
                                  </p:childTnLst>
                                </p:cTn>
                              </p:par>
                            </p:childTnLst>
                          </p:cTn>
                        </p:par>
                        <p:par>
                          <p:cTn id="42" fill="hold" nodeType="afterGroup">
                            <p:stCondLst>
                              <p:cond delay="4000"/>
                            </p:stCondLst>
                            <p:childTnLst>
                              <p:par>
                                <p:cTn id="43" presetID="9" presetClass="entr" presetSubtype="0" fill="hold" grpId="0" nodeType="afterEffect">
                                  <p:stCondLst>
                                    <p:cond delay="0"/>
                                  </p:stCondLst>
                                  <p:childTnLst>
                                    <p:set>
                                      <p:cBhvr>
                                        <p:cTn id="44" dur="1" fill="hold">
                                          <p:stCondLst>
                                            <p:cond delay="0"/>
                                          </p:stCondLst>
                                        </p:cTn>
                                        <p:tgtEl>
                                          <p:spTgt spid="264220"/>
                                        </p:tgtEl>
                                        <p:attrNameLst>
                                          <p:attrName>style.visibility</p:attrName>
                                        </p:attrNameLst>
                                      </p:cBhvr>
                                      <p:to>
                                        <p:strVal val="visible"/>
                                      </p:to>
                                    </p:set>
                                    <p:animEffect transition="in" filter="dissolve">
                                      <p:cBhvr>
                                        <p:cTn id="45" dur="500"/>
                                        <p:tgtEl>
                                          <p:spTgt spid="264220"/>
                                        </p:tgtEl>
                                      </p:cBhvr>
                                    </p:animEffect>
                                  </p:childTnLst>
                                </p:cTn>
                              </p:par>
                            </p:childTnLst>
                          </p:cTn>
                        </p:par>
                        <p:par>
                          <p:cTn id="46" fill="hold" nodeType="afterGroup">
                            <p:stCondLst>
                              <p:cond delay="4500"/>
                            </p:stCondLst>
                            <p:childTnLst>
                              <p:par>
                                <p:cTn id="47" presetID="9" presetClass="entr" presetSubtype="0" fill="hold" grpId="0" nodeType="afterEffect">
                                  <p:stCondLst>
                                    <p:cond delay="0"/>
                                  </p:stCondLst>
                                  <p:childTnLst>
                                    <p:set>
                                      <p:cBhvr>
                                        <p:cTn id="48" dur="1" fill="hold">
                                          <p:stCondLst>
                                            <p:cond delay="0"/>
                                          </p:stCondLst>
                                        </p:cTn>
                                        <p:tgtEl>
                                          <p:spTgt spid="264225"/>
                                        </p:tgtEl>
                                        <p:attrNameLst>
                                          <p:attrName>style.visibility</p:attrName>
                                        </p:attrNameLst>
                                      </p:cBhvr>
                                      <p:to>
                                        <p:strVal val="visible"/>
                                      </p:to>
                                    </p:set>
                                    <p:animEffect transition="in" filter="dissolve">
                                      <p:cBhvr>
                                        <p:cTn id="49" dur="500"/>
                                        <p:tgtEl>
                                          <p:spTgt spid="264225"/>
                                        </p:tgtEl>
                                      </p:cBhvr>
                                    </p:animEffect>
                                  </p:childTnLst>
                                </p:cTn>
                              </p:par>
                            </p:childTnLst>
                          </p:cTn>
                        </p:par>
                        <p:par>
                          <p:cTn id="50" fill="hold" nodeType="afterGroup">
                            <p:stCondLst>
                              <p:cond delay="5000"/>
                            </p:stCondLst>
                            <p:childTnLst>
                              <p:par>
                                <p:cTn id="51" presetID="9" presetClass="entr" presetSubtype="0" fill="hold" grpId="0" nodeType="afterEffect">
                                  <p:stCondLst>
                                    <p:cond delay="0"/>
                                  </p:stCondLst>
                                  <p:childTnLst>
                                    <p:set>
                                      <p:cBhvr>
                                        <p:cTn id="52" dur="1" fill="hold">
                                          <p:stCondLst>
                                            <p:cond delay="0"/>
                                          </p:stCondLst>
                                        </p:cTn>
                                        <p:tgtEl>
                                          <p:spTgt spid="264226"/>
                                        </p:tgtEl>
                                        <p:attrNameLst>
                                          <p:attrName>style.visibility</p:attrName>
                                        </p:attrNameLst>
                                      </p:cBhvr>
                                      <p:to>
                                        <p:strVal val="visible"/>
                                      </p:to>
                                    </p:set>
                                    <p:animEffect transition="in" filter="dissolve">
                                      <p:cBhvr>
                                        <p:cTn id="53" dur="500"/>
                                        <p:tgtEl>
                                          <p:spTgt spid="264226"/>
                                        </p:tgtEl>
                                      </p:cBhvr>
                                    </p:animEffect>
                                  </p:childTnLst>
                                </p:cTn>
                              </p:par>
                            </p:childTnLst>
                          </p:cTn>
                        </p:par>
                        <p:par>
                          <p:cTn id="54" fill="hold" nodeType="afterGroup">
                            <p:stCondLst>
                              <p:cond delay="5500"/>
                            </p:stCondLst>
                            <p:childTnLst>
                              <p:par>
                                <p:cTn id="55" presetID="9" presetClass="entr" presetSubtype="0" fill="hold" grpId="0" nodeType="afterEffect">
                                  <p:stCondLst>
                                    <p:cond delay="0"/>
                                  </p:stCondLst>
                                  <p:childTnLst>
                                    <p:set>
                                      <p:cBhvr>
                                        <p:cTn id="56" dur="1" fill="hold">
                                          <p:stCondLst>
                                            <p:cond delay="0"/>
                                          </p:stCondLst>
                                        </p:cTn>
                                        <p:tgtEl>
                                          <p:spTgt spid="264227"/>
                                        </p:tgtEl>
                                        <p:attrNameLst>
                                          <p:attrName>style.visibility</p:attrName>
                                        </p:attrNameLst>
                                      </p:cBhvr>
                                      <p:to>
                                        <p:strVal val="visible"/>
                                      </p:to>
                                    </p:set>
                                    <p:animEffect transition="in" filter="dissolve">
                                      <p:cBhvr>
                                        <p:cTn id="57" dur="500"/>
                                        <p:tgtEl>
                                          <p:spTgt spid="264227"/>
                                        </p:tgtEl>
                                      </p:cBhvr>
                                    </p:animEffect>
                                  </p:childTnLst>
                                </p:cTn>
                              </p:par>
                            </p:childTnLst>
                          </p:cTn>
                        </p:par>
                        <p:par>
                          <p:cTn id="58" fill="hold" nodeType="afterGroup">
                            <p:stCondLst>
                              <p:cond delay="6000"/>
                            </p:stCondLst>
                            <p:childTnLst>
                              <p:par>
                                <p:cTn id="59" presetID="9" presetClass="entr" presetSubtype="0" fill="hold" grpId="0" nodeType="afterEffect">
                                  <p:stCondLst>
                                    <p:cond delay="0"/>
                                  </p:stCondLst>
                                  <p:childTnLst>
                                    <p:set>
                                      <p:cBhvr>
                                        <p:cTn id="60" dur="1" fill="hold">
                                          <p:stCondLst>
                                            <p:cond delay="0"/>
                                          </p:stCondLst>
                                        </p:cTn>
                                        <p:tgtEl>
                                          <p:spTgt spid="264228"/>
                                        </p:tgtEl>
                                        <p:attrNameLst>
                                          <p:attrName>style.visibility</p:attrName>
                                        </p:attrNameLst>
                                      </p:cBhvr>
                                      <p:to>
                                        <p:strVal val="visible"/>
                                      </p:to>
                                    </p:set>
                                    <p:animEffect transition="in" filter="dissolve">
                                      <p:cBhvr>
                                        <p:cTn id="61" dur="500"/>
                                        <p:tgtEl>
                                          <p:spTgt spid="264228"/>
                                        </p:tgtEl>
                                      </p:cBhvr>
                                    </p:animEffect>
                                  </p:childTnLst>
                                </p:cTn>
                              </p:par>
                            </p:childTnLst>
                          </p:cTn>
                        </p:par>
                        <p:par>
                          <p:cTn id="62" fill="hold" nodeType="afterGroup">
                            <p:stCondLst>
                              <p:cond delay="6500"/>
                            </p:stCondLst>
                            <p:childTnLst>
                              <p:par>
                                <p:cTn id="63" presetID="9" presetClass="entr" presetSubtype="0" fill="hold" grpId="0" nodeType="afterEffect">
                                  <p:stCondLst>
                                    <p:cond delay="0"/>
                                  </p:stCondLst>
                                  <p:childTnLst>
                                    <p:set>
                                      <p:cBhvr>
                                        <p:cTn id="64" dur="1" fill="hold">
                                          <p:stCondLst>
                                            <p:cond delay="0"/>
                                          </p:stCondLst>
                                        </p:cTn>
                                        <p:tgtEl>
                                          <p:spTgt spid="264229"/>
                                        </p:tgtEl>
                                        <p:attrNameLst>
                                          <p:attrName>style.visibility</p:attrName>
                                        </p:attrNameLst>
                                      </p:cBhvr>
                                      <p:to>
                                        <p:strVal val="visible"/>
                                      </p:to>
                                    </p:set>
                                    <p:animEffect transition="in" filter="dissolve">
                                      <p:cBhvr>
                                        <p:cTn id="65" dur="500"/>
                                        <p:tgtEl>
                                          <p:spTgt spid="264229"/>
                                        </p:tgtEl>
                                      </p:cBhvr>
                                    </p:animEffect>
                                  </p:childTnLst>
                                </p:cTn>
                              </p:par>
                            </p:childTnLst>
                          </p:cTn>
                        </p:par>
                        <p:par>
                          <p:cTn id="66" fill="hold" nodeType="afterGroup">
                            <p:stCondLst>
                              <p:cond delay="7000"/>
                            </p:stCondLst>
                            <p:childTnLst>
                              <p:par>
                                <p:cTn id="67" presetID="9" presetClass="entr" presetSubtype="0" fill="hold" grpId="0" nodeType="afterEffect">
                                  <p:stCondLst>
                                    <p:cond delay="0"/>
                                  </p:stCondLst>
                                  <p:childTnLst>
                                    <p:set>
                                      <p:cBhvr>
                                        <p:cTn id="68" dur="1" fill="hold">
                                          <p:stCondLst>
                                            <p:cond delay="0"/>
                                          </p:stCondLst>
                                        </p:cTn>
                                        <p:tgtEl>
                                          <p:spTgt spid="264230"/>
                                        </p:tgtEl>
                                        <p:attrNameLst>
                                          <p:attrName>style.visibility</p:attrName>
                                        </p:attrNameLst>
                                      </p:cBhvr>
                                      <p:to>
                                        <p:strVal val="visible"/>
                                      </p:to>
                                    </p:set>
                                    <p:animEffect transition="in" filter="dissolve">
                                      <p:cBhvr>
                                        <p:cTn id="69" dur="500"/>
                                        <p:tgtEl>
                                          <p:spTgt spid="264230"/>
                                        </p:tgtEl>
                                      </p:cBhvr>
                                    </p:animEffect>
                                  </p:childTnLst>
                                </p:cTn>
                              </p:par>
                            </p:childTnLst>
                          </p:cTn>
                        </p:par>
                        <p:par>
                          <p:cTn id="70" fill="hold" nodeType="afterGroup">
                            <p:stCondLst>
                              <p:cond delay="7500"/>
                            </p:stCondLst>
                            <p:childTnLst>
                              <p:par>
                                <p:cTn id="71" presetID="9" presetClass="entr" presetSubtype="0" fill="hold" grpId="0" nodeType="afterEffect">
                                  <p:stCondLst>
                                    <p:cond delay="0"/>
                                  </p:stCondLst>
                                  <p:childTnLst>
                                    <p:set>
                                      <p:cBhvr>
                                        <p:cTn id="72" dur="1" fill="hold">
                                          <p:stCondLst>
                                            <p:cond delay="0"/>
                                          </p:stCondLst>
                                        </p:cTn>
                                        <p:tgtEl>
                                          <p:spTgt spid="264231"/>
                                        </p:tgtEl>
                                        <p:attrNameLst>
                                          <p:attrName>style.visibility</p:attrName>
                                        </p:attrNameLst>
                                      </p:cBhvr>
                                      <p:to>
                                        <p:strVal val="visible"/>
                                      </p:to>
                                    </p:set>
                                    <p:animEffect transition="in" filter="dissolve">
                                      <p:cBhvr>
                                        <p:cTn id="73" dur="500"/>
                                        <p:tgtEl>
                                          <p:spTgt spid="264231"/>
                                        </p:tgtEl>
                                      </p:cBhvr>
                                    </p:animEffect>
                                  </p:childTnLst>
                                </p:cTn>
                              </p:par>
                            </p:childTnLst>
                          </p:cTn>
                        </p:par>
                        <p:par>
                          <p:cTn id="74" fill="hold" nodeType="afterGroup">
                            <p:stCondLst>
                              <p:cond delay="8000"/>
                            </p:stCondLst>
                            <p:childTnLst>
                              <p:par>
                                <p:cTn id="75" presetID="9" presetClass="entr" presetSubtype="0" fill="hold" grpId="0" nodeType="afterEffect">
                                  <p:stCondLst>
                                    <p:cond delay="0"/>
                                  </p:stCondLst>
                                  <p:childTnLst>
                                    <p:set>
                                      <p:cBhvr>
                                        <p:cTn id="76" dur="1" fill="hold">
                                          <p:stCondLst>
                                            <p:cond delay="0"/>
                                          </p:stCondLst>
                                        </p:cTn>
                                        <p:tgtEl>
                                          <p:spTgt spid="264232"/>
                                        </p:tgtEl>
                                        <p:attrNameLst>
                                          <p:attrName>style.visibility</p:attrName>
                                        </p:attrNameLst>
                                      </p:cBhvr>
                                      <p:to>
                                        <p:strVal val="visible"/>
                                      </p:to>
                                    </p:set>
                                    <p:animEffect transition="in" filter="dissolve">
                                      <p:cBhvr>
                                        <p:cTn id="77" dur="500"/>
                                        <p:tgtEl>
                                          <p:spTgt spid="264232"/>
                                        </p:tgtEl>
                                      </p:cBhvr>
                                    </p:animEffect>
                                  </p:childTnLst>
                                </p:cTn>
                              </p:par>
                            </p:childTnLst>
                          </p:cTn>
                        </p:par>
                        <p:par>
                          <p:cTn id="78" fill="hold" nodeType="afterGroup">
                            <p:stCondLst>
                              <p:cond delay="8500"/>
                            </p:stCondLst>
                            <p:childTnLst>
                              <p:par>
                                <p:cTn id="79" presetID="9" presetClass="entr" presetSubtype="0" fill="hold" grpId="0" nodeType="afterEffect">
                                  <p:stCondLst>
                                    <p:cond delay="0"/>
                                  </p:stCondLst>
                                  <p:childTnLst>
                                    <p:set>
                                      <p:cBhvr>
                                        <p:cTn id="80" dur="1" fill="hold">
                                          <p:stCondLst>
                                            <p:cond delay="0"/>
                                          </p:stCondLst>
                                        </p:cTn>
                                        <p:tgtEl>
                                          <p:spTgt spid="264233"/>
                                        </p:tgtEl>
                                        <p:attrNameLst>
                                          <p:attrName>style.visibility</p:attrName>
                                        </p:attrNameLst>
                                      </p:cBhvr>
                                      <p:to>
                                        <p:strVal val="visible"/>
                                      </p:to>
                                    </p:set>
                                    <p:animEffect transition="in" filter="dissolve">
                                      <p:cBhvr>
                                        <p:cTn id="81" dur="500"/>
                                        <p:tgtEl>
                                          <p:spTgt spid="264233"/>
                                        </p:tgtEl>
                                      </p:cBhvr>
                                    </p:animEffect>
                                  </p:childTnLst>
                                </p:cTn>
                              </p:par>
                            </p:childTnLst>
                          </p:cTn>
                        </p:par>
                        <p:par>
                          <p:cTn id="82" fill="hold" nodeType="afterGroup">
                            <p:stCondLst>
                              <p:cond delay="9000"/>
                            </p:stCondLst>
                            <p:childTnLst>
                              <p:par>
                                <p:cTn id="83" presetID="9" presetClass="entr" presetSubtype="0" fill="hold" grpId="0" nodeType="afterEffect">
                                  <p:stCondLst>
                                    <p:cond delay="0"/>
                                  </p:stCondLst>
                                  <p:childTnLst>
                                    <p:set>
                                      <p:cBhvr>
                                        <p:cTn id="84" dur="1" fill="hold">
                                          <p:stCondLst>
                                            <p:cond delay="0"/>
                                          </p:stCondLst>
                                        </p:cTn>
                                        <p:tgtEl>
                                          <p:spTgt spid="264234"/>
                                        </p:tgtEl>
                                        <p:attrNameLst>
                                          <p:attrName>style.visibility</p:attrName>
                                        </p:attrNameLst>
                                      </p:cBhvr>
                                      <p:to>
                                        <p:strVal val="visible"/>
                                      </p:to>
                                    </p:set>
                                    <p:animEffect transition="in" filter="dissolve">
                                      <p:cBhvr>
                                        <p:cTn id="85" dur="500"/>
                                        <p:tgtEl>
                                          <p:spTgt spid="264234"/>
                                        </p:tgtEl>
                                      </p:cBhvr>
                                    </p:animEffect>
                                  </p:childTnLst>
                                </p:cTn>
                              </p:par>
                            </p:childTnLst>
                          </p:cTn>
                        </p:par>
                        <p:par>
                          <p:cTn id="86" fill="hold" nodeType="afterGroup">
                            <p:stCondLst>
                              <p:cond delay="9500"/>
                            </p:stCondLst>
                            <p:childTnLst>
                              <p:par>
                                <p:cTn id="87" presetID="9" presetClass="entr" presetSubtype="0" fill="hold" grpId="0" nodeType="afterEffect">
                                  <p:stCondLst>
                                    <p:cond delay="0"/>
                                  </p:stCondLst>
                                  <p:childTnLst>
                                    <p:set>
                                      <p:cBhvr>
                                        <p:cTn id="88" dur="1" fill="hold">
                                          <p:stCondLst>
                                            <p:cond delay="0"/>
                                          </p:stCondLst>
                                        </p:cTn>
                                        <p:tgtEl>
                                          <p:spTgt spid="264235"/>
                                        </p:tgtEl>
                                        <p:attrNameLst>
                                          <p:attrName>style.visibility</p:attrName>
                                        </p:attrNameLst>
                                      </p:cBhvr>
                                      <p:to>
                                        <p:strVal val="visible"/>
                                      </p:to>
                                    </p:set>
                                    <p:animEffect transition="in" filter="dissolve">
                                      <p:cBhvr>
                                        <p:cTn id="89" dur="500"/>
                                        <p:tgtEl>
                                          <p:spTgt spid="264235"/>
                                        </p:tgtEl>
                                      </p:cBhvr>
                                    </p:animEffect>
                                  </p:childTnLst>
                                </p:cTn>
                              </p:par>
                            </p:childTnLst>
                          </p:cTn>
                        </p:par>
                        <p:par>
                          <p:cTn id="90" fill="hold" nodeType="afterGroup">
                            <p:stCondLst>
                              <p:cond delay="10000"/>
                            </p:stCondLst>
                            <p:childTnLst>
                              <p:par>
                                <p:cTn id="91" presetID="9" presetClass="entr" presetSubtype="0" fill="hold" grpId="0" nodeType="afterEffect">
                                  <p:stCondLst>
                                    <p:cond delay="0"/>
                                  </p:stCondLst>
                                  <p:childTnLst>
                                    <p:set>
                                      <p:cBhvr>
                                        <p:cTn id="92" dur="1" fill="hold">
                                          <p:stCondLst>
                                            <p:cond delay="0"/>
                                          </p:stCondLst>
                                        </p:cTn>
                                        <p:tgtEl>
                                          <p:spTgt spid="264236"/>
                                        </p:tgtEl>
                                        <p:attrNameLst>
                                          <p:attrName>style.visibility</p:attrName>
                                        </p:attrNameLst>
                                      </p:cBhvr>
                                      <p:to>
                                        <p:strVal val="visible"/>
                                      </p:to>
                                    </p:set>
                                    <p:animEffect transition="in" filter="dissolve">
                                      <p:cBhvr>
                                        <p:cTn id="93" dur="500"/>
                                        <p:tgtEl>
                                          <p:spTgt spid="264236"/>
                                        </p:tgtEl>
                                      </p:cBhvr>
                                    </p:animEffect>
                                  </p:childTnLst>
                                </p:cTn>
                              </p:par>
                            </p:childTnLst>
                          </p:cTn>
                        </p:par>
                        <p:par>
                          <p:cTn id="94" fill="hold" nodeType="afterGroup">
                            <p:stCondLst>
                              <p:cond delay="10500"/>
                            </p:stCondLst>
                            <p:childTnLst>
                              <p:par>
                                <p:cTn id="95" presetID="9" presetClass="entr" presetSubtype="0" fill="hold" grpId="0" nodeType="afterEffect">
                                  <p:stCondLst>
                                    <p:cond delay="0"/>
                                  </p:stCondLst>
                                  <p:childTnLst>
                                    <p:set>
                                      <p:cBhvr>
                                        <p:cTn id="96" dur="1" fill="hold">
                                          <p:stCondLst>
                                            <p:cond delay="0"/>
                                          </p:stCondLst>
                                        </p:cTn>
                                        <p:tgtEl>
                                          <p:spTgt spid="264237"/>
                                        </p:tgtEl>
                                        <p:attrNameLst>
                                          <p:attrName>style.visibility</p:attrName>
                                        </p:attrNameLst>
                                      </p:cBhvr>
                                      <p:to>
                                        <p:strVal val="visible"/>
                                      </p:to>
                                    </p:set>
                                    <p:animEffect transition="in" filter="dissolve">
                                      <p:cBhvr>
                                        <p:cTn id="97" dur="500"/>
                                        <p:tgtEl>
                                          <p:spTgt spid="264237"/>
                                        </p:tgtEl>
                                      </p:cBhvr>
                                    </p:animEffect>
                                  </p:childTnLst>
                                </p:cTn>
                              </p:par>
                            </p:childTnLst>
                          </p:cTn>
                        </p:par>
                        <p:par>
                          <p:cTn id="98" fill="hold" nodeType="afterGroup">
                            <p:stCondLst>
                              <p:cond delay="11000"/>
                            </p:stCondLst>
                            <p:childTnLst>
                              <p:par>
                                <p:cTn id="99" presetID="9" presetClass="entr" presetSubtype="0" fill="hold" grpId="0" nodeType="afterEffect">
                                  <p:stCondLst>
                                    <p:cond delay="0"/>
                                  </p:stCondLst>
                                  <p:childTnLst>
                                    <p:set>
                                      <p:cBhvr>
                                        <p:cTn id="100" dur="1" fill="hold">
                                          <p:stCondLst>
                                            <p:cond delay="0"/>
                                          </p:stCondLst>
                                        </p:cTn>
                                        <p:tgtEl>
                                          <p:spTgt spid="264238"/>
                                        </p:tgtEl>
                                        <p:attrNameLst>
                                          <p:attrName>style.visibility</p:attrName>
                                        </p:attrNameLst>
                                      </p:cBhvr>
                                      <p:to>
                                        <p:strVal val="visible"/>
                                      </p:to>
                                    </p:set>
                                    <p:animEffect transition="in" filter="dissolve">
                                      <p:cBhvr>
                                        <p:cTn id="101" dur="500"/>
                                        <p:tgtEl>
                                          <p:spTgt spid="264238"/>
                                        </p:tgtEl>
                                      </p:cBhvr>
                                    </p:animEffect>
                                  </p:childTnLst>
                                </p:cTn>
                              </p:par>
                            </p:childTnLst>
                          </p:cTn>
                        </p:par>
                        <p:par>
                          <p:cTn id="102" fill="hold" nodeType="afterGroup">
                            <p:stCondLst>
                              <p:cond delay="11500"/>
                            </p:stCondLst>
                            <p:childTnLst>
                              <p:par>
                                <p:cTn id="103" presetID="9" presetClass="entr" presetSubtype="0" fill="hold" grpId="0" nodeType="afterEffect">
                                  <p:stCondLst>
                                    <p:cond delay="0"/>
                                  </p:stCondLst>
                                  <p:childTnLst>
                                    <p:set>
                                      <p:cBhvr>
                                        <p:cTn id="104" dur="1" fill="hold">
                                          <p:stCondLst>
                                            <p:cond delay="0"/>
                                          </p:stCondLst>
                                        </p:cTn>
                                        <p:tgtEl>
                                          <p:spTgt spid="264239"/>
                                        </p:tgtEl>
                                        <p:attrNameLst>
                                          <p:attrName>style.visibility</p:attrName>
                                        </p:attrNameLst>
                                      </p:cBhvr>
                                      <p:to>
                                        <p:strVal val="visible"/>
                                      </p:to>
                                    </p:set>
                                    <p:animEffect transition="in" filter="dissolve">
                                      <p:cBhvr>
                                        <p:cTn id="105" dur="500"/>
                                        <p:tgtEl>
                                          <p:spTgt spid="264239"/>
                                        </p:tgtEl>
                                      </p:cBhvr>
                                    </p:animEffect>
                                  </p:childTnLst>
                                </p:cTn>
                              </p:par>
                            </p:childTnLst>
                          </p:cTn>
                        </p:par>
                        <p:par>
                          <p:cTn id="106" fill="hold" nodeType="afterGroup">
                            <p:stCondLst>
                              <p:cond delay="12000"/>
                            </p:stCondLst>
                            <p:childTnLst>
                              <p:par>
                                <p:cTn id="107" presetID="9" presetClass="entr" presetSubtype="0" fill="hold" grpId="0" nodeType="afterEffect">
                                  <p:stCondLst>
                                    <p:cond delay="0"/>
                                  </p:stCondLst>
                                  <p:childTnLst>
                                    <p:set>
                                      <p:cBhvr>
                                        <p:cTn id="108" dur="1" fill="hold">
                                          <p:stCondLst>
                                            <p:cond delay="0"/>
                                          </p:stCondLst>
                                        </p:cTn>
                                        <p:tgtEl>
                                          <p:spTgt spid="264240"/>
                                        </p:tgtEl>
                                        <p:attrNameLst>
                                          <p:attrName>style.visibility</p:attrName>
                                        </p:attrNameLst>
                                      </p:cBhvr>
                                      <p:to>
                                        <p:strVal val="visible"/>
                                      </p:to>
                                    </p:set>
                                    <p:animEffect transition="in" filter="dissolve">
                                      <p:cBhvr>
                                        <p:cTn id="109" dur="500"/>
                                        <p:tgtEl>
                                          <p:spTgt spid="264240"/>
                                        </p:tgtEl>
                                      </p:cBhvr>
                                    </p:animEffect>
                                  </p:childTnLst>
                                </p:cTn>
                              </p:par>
                            </p:childTnLst>
                          </p:cTn>
                        </p:par>
                        <p:par>
                          <p:cTn id="110" fill="hold" nodeType="afterGroup">
                            <p:stCondLst>
                              <p:cond delay="12500"/>
                            </p:stCondLst>
                            <p:childTnLst>
                              <p:par>
                                <p:cTn id="111" presetID="9" presetClass="entr" presetSubtype="0" fill="hold" grpId="0" nodeType="afterEffect">
                                  <p:stCondLst>
                                    <p:cond delay="0"/>
                                  </p:stCondLst>
                                  <p:childTnLst>
                                    <p:set>
                                      <p:cBhvr>
                                        <p:cTn id="112" dur="1" fill="hold">
                                          <p:stCondLst>
                                            <p:cond delay="0"/>
                                          </p:stCondLst>
                                        </p:cTn>
                                        <p:tgtEl>
                                          <p:spTgt spid="264241"/>
                                        </p:tgtEl>
                                        <p:attrNameLst>
                                          <p:attrName>style.visibility</p:attrName>
                                        </p:attrNameLst>
                                      </p:cBhvr>
                                      <p:to>
                                        <p:strVal val="visible"/>
                                      </p:to>
                                    </p:set>
                                    <p:animEffect transition="in" filter="dissolve">
                                      <p:cBhvr>
                                        <p:cTn id="113" dur="500"/>
                                        <p:tgtEl>
                                          <p:spTgt spid="264241"/>
                                        </p:tgtEl>
                                      </p:cBhvr>
                                    </p:animEffect>
                                  </p:childTnLst>
                                </p:cTn>
                              </p:par>
                            </p:childTnLst>
                          </p:cTn>
                        </p:par>
                        <p:par>
                          <p:cTn id="114" fill="hold" nodeType="afterGroup">
                            <p:stCondLst>
                              <p:cond delay="13000"/>
                            </p:stCondLst>
                            <p:childTnLst>
                              <p:par>
                                <p:cTn id="115" presetID="9" presetClass="entr" presetSubtype="0" fill="hold" grpId="0" nodeType="afterEffect">
                                  <p:stCondLst>
                                    <p:cond delay="0"/>
                                  </p:stCondLst>
                                  <p:childTnLst>
                                    <p:set>
                                      <p:cBhvr>
                                        <p:cTn id="116" dur="1" fill="hold">
                                          <p:stCondLst>
                                            <p:cond delay="0"/>
                                          </p:stCondLst>
                                        </p:cTn>
                                        <p:tgtEl>
                                          <p:spTgt spid="264242"/>
                                        </p:tgtEl>
                                        <p:attrNameLst>
                                          <p:attrName>style.visibility</p:attrName>
                                        </p:attrNameLst>
                                      </p:cBhvr>
                                      <p:to>
                                        <p:strVal val="visible"/>
                                      </p:to>
                                    </p:set>
                                    <p:animEffect transition="in" filter="dissolve">
                                      <p:cBhvr>
                                        <p:cTn id="117" dur="500"/>
                                        <p:tgtEl>
                                          <p:spTgt spid="264242"/>
                                        </p:tgtEl>
                                      </p:cBhvr>
                                    </p:animEffect>
                                  </p:childTnLst>
                                </p:cTn>
                              </p:par>
                            </p:childTnLst>
                          </p:cTn>
                        </p:par>
                        <p:par>
                          <p:cTn id="118" fill="hold" nodeType="afterGroup">
                            <p:stCondLst>
                              <p:cond delay="13500"/>
                            </p:stCondLst>
                            <p:childTnLst>
                              <p:par>
                                <p:cTn id="119" presetID="9" presetClass="entr" presetSubtype="0" fill="hold" grpId="0" nodeType="afterEffect">
                                  <p:stCondLst>
                                    <p:cond delay="0"/>
                                  </p:stCondLst>
                                  <p:childTnLst>
                                    <p:set>
                                      <p:cBhvr>
                                        <p:cTn id="120" dur="1" fill="hold">
                                          <p:stCondLst>
                                            <p:cond delay="0"/>
                                          </p:stCondLst>
                                        </p:cTn>
                                        <p:tgtEl>
                                          <p:spTgt spid="264243"/>
                                        </p:tgtEl>
                                        <p:attrNameLst>
                                          <p:attrName>style.visibility</p:attrName>
                                        </p:attrNameLst>
                                      </p:cBhvr>
                                      <p:to>
                                        <p:strVal val="visible"/>
                                      </p:to>
                                    </p:set>
                                    <p:animEffect transition="in" filter="dissolve">
                                      <p:cBhvr>
                                        <p:cTn id="121" dur="500"/>
                                        <p:tgtEl>
                                          <p:spTgt spid="264243"/>
                                        </p:tgtEl>
                                      </p:cBhvr>
                                    </p:animEffect>
                                  </p:childTnLst>
                                </p:cTn>
                              </p:par>
                            </p:childTnLst>
                          </p:cTn>
                        </p:par>
                        <p:par>
                          <p:cTn id="122" fill="hold" nodeType="afterGroup">
                            <p:stCondLst>
                              <p:cond delay="14000"/>
                            </p:stCondLst>
                            <p:childTnLst>
                              <p:par>
                                <p:cTn id="123" presetID="9" presetClass="entr" presetSubtype="0" fill="hold" grpId="0" nodeType="afterEffect">
                                  <p:stCondLst>
                                    <p:cond delay="0"/>
                                  </p:stCondLst>
                                  <p:childTnLst>
                                    <p:set>
                                      <p:cBhvr>
                                        <p:cTn id="124" dur="1" fill="hold">
                                          <p:stCondLst>
                                            <p:cond delay="0"/>
                                          </p:stCondLst>
                                        </p:cTn>
                                        <p:tgtEl>
                                          <p:spTgt spid="264244"/>
                                        </p:tgtEl>
                                        <p:attrNameLst>
                                          <p:attrName>style.visibility</p:attrName>
                                        </p:attrNameLst>
                                      </p:cBhvr>
                                      <p:to>
                                        <p:strVal val="visible"/>
                                      </p:to>
                                    </p:set>
                                    <p:animEffect transition="in" filter="dissolve">
                                      <p:cBhvr>
                                        <p:cTn id="125" dur="500"/>
                                        <p:tgtEl>
                                          <p:spTgt spid="264244"/>
                                        </p:tgtEl>
                                      </p:cBhvr>
                                    </p:animEffect>
                                  </p:childTnLst>
                                </p:cTn>
                              </p:par>
                            </p:childTnLst>
                          </p:cTn>
                        </p:par>
                        <p:par>
                          <p:cTn id="126" fill="hold" nodeType="afterGroup">
                            <p:stCondLst>
                              <p:cond delay="14500"/>
                            </p:stCondLst>
                            <p:childTnLst>
                              <p:par>
                                <p:cTn id="127" presetID="9" presetClass="entr" presetSubtype="0" fill="hold" grpId="0" nodeType="afterEffect">
                                  <p:stCondLst>
                                    <p:cond delay="0"/>
                                  </p:stCondLst>
                                  <p:childTnLst>
                                    <p:set>
                                      <p:cBhvr>
                                        <p:cTn id="128" dur="1" fill="hold">
                                          <p:stCondLst>
                                            <p:cond delay="0"/>
                                          </p:stCondLst>
                                        </p:cTn>
                                        <p:tgtEl>
                                          <p:spTgt spid="264245"/>
                                        </p:tgtEl>
                                        <p:attrNameLst>
                                          <p:attrName>style.visibility</p:attrName>
                                        </p:attrNameLst>
                                      </p:cBhvr>
                                      <p:to>
                                        <p:strVal val="visible"/>
                                      </p:to>
                                    </p:set>
                                    <p:animEffect transition="in" filter="dissolve">
                                      <p:cBhvr>
                                        <p:cTn id="129" dur="500"/>
                                        <p:tgtEl>
                                          <p:spTgt spid="264245"/>
                                        </p:tgtEl>
                                      </p:cBhvr>
                                    </p:animEffect>
                                  </p:childTnLst>
                                </p:cTn>
                              </p:par>
                            </p:childTnLst>
                          </p:cTn>
                        </p:par>
                        <p:par>
                          <p:cTn id="130" fill="hold" nodeType="afterGroup">
                            <p:stCondLst>
                              <p:cond delay="15000"/>
                            </p:stCondLst>
                            <p:childTnLst>
                              <p:par>
                                <p:cTn id="131" presetID="9" presetClass="entr" presetSubtype="0" fill="hold" grpId="0" nodeType="afterEffect">
                                  <p:stCondLst>
                                    <p:cond delay="0"/>
                                  </p:stCondLst>
                                  <p:childTnLst>
                                    <p:set>
                                      <p:cBhvr>
                                        <p:cTn id="132" dur="1" fill="hold">
                                          <p:stCondLst>
                                            <p:cond delay="0"/>
                                          </p:stCondLst>
                                        </p:cTn>
                                        <p:tgtEl>
                                          <p:spTgt spid="264246"/>
                                        </p:tgtEl>
                                        <p:attrNameLst>
                                          <p:attrName>style.visibility</p:attrName>
                                        </p:attrNameLst>
                                      </p:cBhvr>
                                      <p:to>
                                        <p:strVal val="visible"/>
                                      </p:to>
                                    </p:set>
                                    <p:animEffect transition="in" filter="dissolve">
                                      <p:cBhvr>
                                        <p:cTn id="133" dur="500"/>
                                        <p:tgtEl>
                                          <p:spTgt spid="264246"/>
                                        </p:tgtEl>
                                      </p:cBhvr>
                                    </p:animEffect>
                                  </p:childTnLst>
                                </p:cTn>
                              </p:par>
                            </p:childTnLst>
                          </p:cTn>
                        </p:par>
                        <p:par>
                          <p:cTn id="134" fill="hold" nodeType="afterGroup">
                            <p:stCondLst>
                              <p:cond delay="15500"/>
                            </p:stCondLst>
                            <p:childTnLst>
                              <p:par>
                                <p:cTn id="135" presetID="9" presetClass="entr" presetSubtype="0" fill="hold" grpId="0" nodeType="afterEffect">
                                  <p:stCondLst>
                                    <p:cond delay="0"/>
                                  </p:stCondLst>
                                  <p:childTnLst>
                                    <p:set>
                                      <p:cBhvr>
                                        <p:cTn id="136" dur="1" fill="hold">
                                          <p:stCondLst>
                                            <p:cond delay="0"/>
                                          </p:stCondLst>
                                        </p:cTn>
                                        <p:tgtEl>
                                          <p:spTgt spid="264247"/>
                                        </p:tgtEl>
                                        <p:attrNameLst>
                                          <p:attrName>style.visibility</p:attrName>
                                        </p:attrNameLst>
                                      </p:cBhvr>
                                      <p:to>
                                        <p:strVal val="visible"/>
                                      </p:to>
                                    </p:set>
                                    <p:animEffect transition="in" filter="dissolve">
                                      <p:cBhvr>
                                        <p:cTn id="137" dur="500"/>
                                        <p:tgtEl>
                                          <p:spTgt spid="264247"/>
                                        </p:tgtEl>
                                      </p:cBhvr>
                                    </p:animEffect>
                                  </p:childTnLst>
                                </p:cTn>
                              </p:par>
                            </p:childTnLst>
                          </p:cTn>
                        </p:par>
                        <p:par>
                          <p:cTn id="138" fill="hold" nodeType="afterGroup">
                            <p:stCondLst>
                              <p:cond delay="16000"/>
                            </p:stCondLst>
                            <p:childTnLst>
                              <p:par>
                                <p:cTn id="139" presetID="9" presetClass="entr" presetSubtype="0" fill="hold" grpId="0" nodeType="afterEffect">
                                  <p:stCondLst>
                                    <p:cond delay="0"/>
                                  </p:stCondLst>
                                  <p:childTnLst>
                                    <p:set>
                                      <p:cBhvr>
                                        <p:cTn id="140" dur="1" fill="hold">
                                          <p:stCondLst>
                                            <p:cond delay="0"/>
                                          </p:stCondLst>
                                        </p:cTn>
                                        <p:tgtEl>
                                          <p:spTgt spid="264248"/>
                                        </p:tgtEl>
                                        <p:attrNameLst>
                                          <p:attrName>style.visibility</p:attrName>
                                        </p:attrNameLst>
                                      </p:cBhvr>
                                      <p:to>
                                        <p:strVal val="visible"/>
                                      </p:to>
                                    </p:set>
                                    <p:animEffect transition="in" filter="dissolve">
                                      <p:cBhvr>
                                        <p:cTn id="141" dur="500"/>
                                        <p:tgtEl>
                                          <p:spTgt spid="264248"/>
                                        </p:tgtEl>
                                      </p:cBhvr>
                                    </p:animEffect>
                                  </p:childTnLst>
                                </p:cTn>
                              </p:par>
                            </p:childTnLst>
                          </p:cTn>
                        </p:par>
                        <p:par>
                          <p:cTn id="142" fill="hold" nodeType="afterGroup">
                            <p:stCondLst>
                              <p:cond delay="16500"/>
                            </p:stCondLst>
                            <p:childTnLst>
                              <p:par>
                                <p:cTn id="143" presetID="9" presetClass="entr" presetSubtype="0" fill="hold" grpId="0" nodeType="afterEffect">
                                  <p:stCondLst>
                                    <p:cond delay="0"/>
                                  </p:stCondLst>
                                  <p:childTnLst>
                                    <p:set>
                                      <p:cBhvr>
                                        <p:cTn id="144" dur="1" fill="hold">
                                          <p:stCondLst>
                                            <p:cond delay="0"/>
                                          </p:stCondLst>
                                        </p:cTn>
                                        <p:tgtEl>
                                          <p:spTgt spid="264249"/>
                                        </p:tgtEl>
                                        <p:attrNameLst>
                                          <p:attrName>style.visibility</p:attrName>
                                        </p:attrNameLst>
                                      </p:cBhvr>
                                      <p:to>
                                        <p:strVal val="visible"/>
                                      </p:to>
                                    </p:set>
                                    <p:animEffect transition="in" filter="dissolve">
                                      <p:cBhvr>
                                        <p:cTn id="145" dur="500"/>
                                        <p:tgtEl>
                                          <p:spTgt spid="264249"/>
                                        </p:tgtEl>
                                      </p:cBhvr>
                                    </p:animEffect>
                                  </p:childTnLst>
                                </p:cTn>
                              </p:par>
                            </p:childTnLst>
                          </p:cTn>
                        </p:par>
                        <p:par>
                          <p:cTn id="146" fill="hold" nodeType="afterGroup">
                            <p:stCondLst>
                              <p:cond delay="17000"/>
                            </p:stCondLst>
                            <p:childTnLst>
                              <p:par>
                                <p:cTn id="147" presetID="9" presetClass="entr" presetSubtype="0" fill="hold" grpId="0" nodeType="afterEffect">
                                  <p:stCondLst>
                                    <p:cond delay="0"/>
                                  </p:stCondLst>
                                  <p:childTnLst>
                                    <p:set>
                                      <p:cBhvr>
                                        <p:cTn id="148" dur="1" fill="hold">
                                          <p:stCondLst>
                                            <p:cond delay="0"/>
                                          </p:stCondLst>
                                        </p:cTn>
                                        <p:tgtEl>
                                          <p:spTgt spid="264250"/>
                                        </p:tgtEl>
                                        <p:attrNameLst>
                                          <p:attrName>style.visibility</p:attrName>
                                        </p:attrNameLst>
                                      </p:cBhvr>
                                      <p:to>
                                        <p:strVal val="visible"/>
                                      </p:to>
                                    </p:set>
                                    <p:animEffect transition="in" filter="dissolve">
                                      <p:cBhvr>
                                        <p:cTn id="149" dur="500"/>
                                        <p:tgtEl>
                                          <p:spTgt spid="264250"/>
                                        </p:tgtEl>
                                      </p:cBhvr>
                                    </p:animEffect>
                                  </p:childTnLst>
                                </p:cTn>
                              </p:par>
                            </p:childTnLst>
                          </p:cTn>
                        </p:par>
                        <p:par>
                          <p:cTn id="150" fill="hold" nodeType="afterGroup">
                            <p:stCondLst>
                              <p:cond delay="17500"/>
                            </p:stCondLst>
                            <p:childTnLst>
                              <p:par>
                                <p:cTn id="151" presetID="9" presetClass="entr" presetSubtype="0" fill="hold" grpId="0" nodeType="afterEffect">
                                  <p:stCondLst>
                                    <p:cond delay="0"/>
                                  </p:stCondLst>
                                  <p:childTnLst>
                                    <p:set>
                                      <p:cBhvr>
                                        <p:cTn id="152" dur="1" fill="hold">
                                          <p:stCondLst>
                                            <p:cond delay="0"/>
                                          </p:stCondLst>
                                        </p:cTn>
                                        <p:tgtEl>
                                          <p:spTgt spid="264251"/>
                                        </p:tgtEl>
                                        <p:attrNameLst>
                                          <p:attrName>style.visibility</p:attrName>
                                        </p:attrNameLst>
                                      </p:cBhvr>
                                      <p:to>
                                        <p:strVal val="visible"/>
                                      </p:to>
                                    </p:set>
                                    <p:animEffect transition="in" filter="dissolve">
                                      <p:cBhvr>
                                        <p:cTn id="153" dur="500"/>
                                        <p:tgtEl>
                                          <p:spTgt spid="264251"/>
                                        </p:tgtEl>
                                      </p:cBhvr>
                                    </p:animEffect>
                                  </p:childTnLst>
                                </p:cTn>
                              </p:par>
                            </p:childTnLst>
                          </p:cTn>
                        </p:par>
                        <p:par>
                          <p:cTn id="154" fill="hold" nodeType="afterGroup">
                            <p:stCondLst>
                              <p:cond delay="18000"/>
                            </p:stCondLst>
                            <p:childTnLst>
                              <p:par>
                                <p:cTn id="155" presetID="9" presetClass="entr" presetSubtype="0" fill="hold" grpId="0" nodeType="afterEffect">
                                  <p:stCondLst>
                                    <p:cond delay="0"/>
                                  </p:stCondLst>
                                  <p:childTnLst>
                                    <p:set>
                                      <p:cBhvr>
                                        <p:cTn id="156" dur="1" fill="hold">
                                          <p:stCondLst>
                                            <p:cond delay="0"/>
                                          </p:stCondLst>
                                        </p:cTn>
                                        <p:tgtEl>
                                          <p:spTgt spid="264252"/>
                                        </p:tgtEl>
                                        <p:attrNameLst>
                                          <p:attrName>style.visibility</p:attrName>
                                        </p:attrNameLst>
                                      </p:cBhvr>
                                      <p:to>
                                        <p:strVal val="visible"/>
                                      </p:to>
                                    </p:set>
                                    <p:animEffect transition="in" filter="dissolve">
                                      <p:cBhvr>
                                        <p:cTn id="157" dur="500"/>
                                        <p:tgtEl>
                                          <p:spTgt spid="264252"/>
                                        </p:tgtEl>
                                      </p:cBhvr>
                                    </p:animEffect>
                                  </p:childTnLst>
                                </p:cTn>
                              </p:par>
                            </p:childTnLst>
                          </p:cTn>
                        </p:par>
                        <p:par>
                          <p:cTn id="158" fill="hold" nodeType="afterGroup">
                            <p:stCondLst>
                              <p:cond delay="18500"/>
                            </p:stCondLst>
                            <p:childTnLst>
                              <p:par>
                                <p:cTn id="159" presetID="9" presetClass="entr" presetSubtype="0" fill="hold" grpId="0" nodeType="afterEffect">
                                  <p:stCondLst>
                                    <p:cond delay="0"/>
                                  </p:stCondLst>
                                  <p:childTnLst>
                                    <p:set>
                                      <p:cBhvr>
                                        <p:cTn id="160" dur="1" fill="hold">
                                          <p:stCondLst>
                                            <p:cond delay="0"/>
                                          </p:stCondLst>
                                        </p:cTn>
                                        <p:tgtEl>
                                          <p:spTgt spid="264253"/>
                                        </p:tgtEl>
                                        <p:attrNameLst>
                                          <p:attrName>style.visibility</p:attrName>
                                        </p:attrNameLst>
                                      </p:cBhvr>
                                      <p:to>
                                        <p:strVal val="visible"/>
                                      </p:to>
                                    </p:set>
                                    <p:animEffect transition="in" filter="dissolve">
                                      <p:cBhvr>
                                        <p:cTn id="161" dur="500"/>
                                        <p:tgtEl>
                                          <p:spTgt spid="264253"/>
                                        </p:tgtEl>
                                      </p:cBhvr>
                                    </p:animEffect>
                                  </p:childTnLst>
                                </p:cTn>
                              </p:par>
                            </p:childTnLst>
                          </p:cTn>
                        </p:par>
                        <p:par>
                          <p:cTn id="162" fill="hold" nodeType="afterGroup">
                            <p:stCondLst>
                              <p:cond delay="19000"/>
                            </p:stCondLst>
                            <p:childTnLst>
                              <p:par>
                                <p:cTn id="163" presetID="9" presetClass="entr" presetSubtype="0" fill="hold" grpId="0" nodeType="afterEffect">
                                  <p:stCondLst>
                                    <p:cond delay="0"/>
                                  </p:stCondLst>
                                  <p:childTnLst>
                                    <p:set>
                                      <p:cBhvr>
                                        <p:cTn id="164" dur="1" fill="hold">
                                          <p:stCondLst>
                                            <p:cond delay="0"/>
                                          </p:stCondLst>
                                        </p:cTn>
                                        <p:tgtEl>
                                          <p:spTgt spid="264254"/>
                                        </p:tgtEl>
                                        <p:attrNameLst>
                                          <p:attrName>style.visibility</p:attrName>
                                        </p:attrNameLst>
                                      </p:cBhvr>
                                      <p:to>
                                        <p:strVal val="visible"/>
                                      </p:to>
                                    </p:set>
                                    <p:animEffect transition="in" filter="dissolve">
                                      <p:cBhvr>
                                        <p:cTn id="165" dur="500"/>
                                        <p:tgtEl>
                                          <p:spTgt spid="264254"/>
                                        </p:tgtEl>
                                      </p:cBhvr>
                                    </p:animEffect>
                                  </p:childTnLst>
                                </p:cTn>
                              </p:par>
                            </p:childTnLst>
                          </p:cTn>
                        </p:par>
                        <p:par>
                          <p:cTn id="166" fill="hold" nodeType="afterGroup">
                            <p:stCondLst>
                              <p:cond delay="19500"/>
                            </p:stCondLst>
                            <p:childTnLst>
                              <p:par>
                                <p:cTn id="167" presetID="9" presetClass="entr" presetSubtype="0" fill="hold" grpId="0" nodeType="afterEffect">
                                  <p:stCondLst>
                                    <p:cond delay="0"/>
                                  </p:stCondLst>
                                  <p:childTnLst>
                                    <p:set>
                                      <p:cBhvr>
                                        <p:cTn id="168" dur="1" fill="hold">
                                          <p:stCondLst>
                                            <p:cond delay="0"/>
                                          </p:stCondLst>
                                        </p:cTn>
                                        <p:tgtEl>
                                          <p:spTgt spid="264255"/>
                                        </p:tgtEl>
                                        <p:attrNameLst>
                                          <p:attrName>style.visibility</p:attrName>
                                        </p:attrNameLst>
                                      </p:cBhvr>
                                      <p:to>
                                        <p:strVal val="visible"/>
                                      </p:to>
                                    </p:set>
                                    <p:animEffect transition="in" filter="dissolve">
                                      <p:cBhvr>
                                        <p:cTn id="169" dur="500"/>
                                        <p:tgtEl>
                                          <p:spTgt spid="264255"/>
                                        </p:tgtEl>
                                      </p:cBhvr>
                                    </p:animEffect>
                                  </p:childTnLst>
                                </p:cTn>
                              </p:par>
                            </p:childTnLst>
                          </p:cTn>
                        </p:par>
                        <p:par>
                          <p:cTn id="170" fill="hold" nodeType="afterGroup">
                            <p:stCondLst>
                              <p:cond delay="20000"/>
                            </p:stCondLst>
                            <p:childTnLst>
                              <p:par>
                                <p:cTn id="171" presetID="9" presetClass="entr" presetSubtype="0" fill="hold" grpId="0" nodeType="afterEffect">
                                  <p:stCondLst>
                                    <p:cond delay="0"/>
                                  </p:stCondLst>
                                  <p:childTnLst>
                                    <p:set>
                                      <p:cBhvr>
                                        <p:cTn id="172" dur="1" fill="hold">
                                          <p:stCondLst>
                                            <p:cond delay="0"/>
                                          </p:stCondLst>
                                        </p:cTn>
                                        <p:tgtEl>
                                          <p:spTgt spid="264256"/>
                                        </p:tgtEl>
                                        <p:attrNameLst>
                                          <p:attrName>style.visibility</p:attrName>
                                        </p:attrNameLst>
                                      </p:cBhvr>
                                      <p:to>
                                        <p:strVal val="visible"/>
                                      </p:to>
                                    </p:set>
                                    <p:animEffect transition="in" filter="dissolve">
                                      <p:cBhvr>
                                        <p:cTn id="173" dur="500"/>
                                        <p:tgtEl>
                                          <p:spTgt spid="264256"/>
                                        </p:tgtEl>
                                      </p:cBhvr>
                                    </p:animEffect>
                                  </p:childTnLst>
                                </p:cTn>
                              </p:par>
                            </p:childTnLst>
                          </p:cTn>
                        </p:par>
                        <p:par>
                          <p:cTn id="174" fill="hold" nodeType="afterGroup">
                            <p:stCondLst>
                              <p:cond delay="20500"/>
                            </p:stCondLst>
                            <p:childTnLst>
                              <p:par>
                                <p:cTn id="175" presetID="9" presetClass="entr" presetSubtype="0" fill="hold" grpId="0" nodeType="afterEffect">
                                  <p:stCondLst>
                                    <p:cond delay="0"/>
                                  </p:stCondLst>
                                  <p:childTnLst>
                                    <p:set>
                                      <p:cBhvr>
                                        <p:cTn id="176" dur="1" fill="hold">
                                          <p:stCondLst>
                                            <p:cond delay="0"/>
                                          </p:stCondLst>
                                        </p:cTn>
                                        <p:tgtEl>
                                          <p:spTgt spid="264257"/>
                                        </p:tgtEl>
                                        <p:attrNameLst>
                                          <p:attrName>style.visibility</p:attrName>
                                        </p:attrNameLst>
                                      </p:cBhvr>
                                      <p:to>
                                        <p:strVal val="visible"/>
                                      </p:to>
                                    </p:set>
                                    <p:animEffect transition="in" filter="dissolve">
                                      <p:cBhvr>
                                        <p:cTn id="177" dur="500"/>
                                        <p:tgtEl>
                                          <p:spTgt spid="264257"/>
                                        </p:tgtEl>
                                      </p:cBhvr>
                                    </p:animEffect>
                                  </p:childTnLst>
                                </p:cTn>
                              </p:par>
                            </p:childTnLst>
                          </p:cTn>
                        </p:par>
                        <p:par>
                          <p:cTn id="178" fill="hold" nodeType="afterGroup">
                            <p:stCondLst>
                              <p:cond delay="21000"/>
                            </p:stCondLst>
                            <p:childTnLst>
                              <p:par>
                                <p:cTn id="179" presetID="9" presetClass="entr" presetSubtype="0" fill="hold" grpId="0" nodeType="afterEffect">
                                  <p:stCondLst>
                                    <p:cond delay="0"/>
                                  </p:stCondLst>
                                  <p:childTnLst>
                                    <p:set>
                                      <p:cBhvr>
                                        <p:cTn id="180" dur="1" fill="hold">
                                          <p:stCondLst>
                                            <p:cond delay="0"/>
                                          </p:stCondLst>
                                        </p:cTn>
                                        <p:tgtEl>
                                          <p:spTgt spid="264258"/>
                                        </p:tgtEl>
                                        <p:attrNameLst>
                                          <p:attrName>style.visibility</p:attrName>
                                        </p:attrNameLst>
                                      </p:cBhvr>
                                      <p:to>
                                        <p:strVal val="visible"/>
                                      </p:to>
                                    </p:set>
                                    <p:animEffect transition="in" filter="dissolve">
                                      <p:cBhvr>
                                        <p:cTn id="181" dur="500"/>
                                        <p:tgtEl>
                                          <p:spTgt spid="264258"/>
                                        </p:tgtEl>
                                      </p:cBhvr>
                                    </p:animEffect>
                                  </p:childTnLst>
                                </p:cTn>
                              </p:par>
                            </p:childTnLst>
                          </p:cTn>
                        </p:par>
                        <p:par>
                          <p:cTn id="182" fill="hold" nodeType="afterGroup">
                            <p:stCondLst>
                              <p:cond delay="21500"/>
                            </p:stCondLst>
                            <p:childTnLst>
                              <p:par>
                                <p:cTn id="183" presetID="9" presetClass="entr" presetSubtype="0" fill="hold" grpId="0" nodeType="afterEffect">
                                  <p:stCondLst>
                                    <p:cond delay="0"/>
                                  </p:stCondLst>
                                  <p:childTnLst>
                                    <p:set>
                                      <p:cBhvr>
                                        <p:cTn id="184" dur="1" fill="hold">
                                          <p:stCondLst>
                                            <p:cond delay="0"/>
                                          </p:stCondLst>
                                        </p:cTn>
                                        <p:tgtEl>
                                          <p:spTgt spid="264259"/>
                                        </p:tgtEl>
                                        <p:attrNameLst>
                                          <p:attrName>style.visibility</p:attrName>
                                        </p:attrNameLst>
                                      </p:cBhvr>
                                      <p:to>
                                        <p:strVal val="visible"/>
                                      </p:to>
                                    </p:set>
                                    <p:animEffect transition="in" filter="dissolve">
                                      <p:cBhvr>
                                        <p:cTn id="185" dur="500"/>
                                        <p:tgtEl>
                                          <p:spTgt spid="264259"/>
                                        </p:tgtEl>
                                      </p:cBhvr>
                                    </p:animEffect>
                                  </p:childTnLst>
                                </p:cTn>
                              </p:par>
                            </p:childTnLst>
                          </p:cTn>
                        </p:par>
                        <p:par>
                          <p:cTn id="186" fill="hold" nodeType="afterGroup">
                            <p:stCondLst>
                              <p:cond delay="22000"/>
                            </p:stCondLst>
                            <p:childTnLst>
                              <p:par>
                                <p:cTn id="187" presetID="9" presetClass="entr" presetSubtype="0" fill="hold" grpId="0" nodeType="afterEffect">
                                  <p:stCondLst>
                                    <p:cond delay="0"/>
                                  </p:stCondLst>
                                  <p:childTnLst>
                                    <p:set>
                                      <p:cBhvr>
                                        <p:cTn id="188" dur="1" fill="hold">
                                          <p:stCondLst>
                                            <p:cond delay="0"/>
                                          </p:stCondLst>
                                        </p:cTn>
                                        <p:tgtEl>
                                          <p:spTgt spid="264260"/>
                                        </p:tgtEl>
                                        <p:attrNameLst>
                                          <p:attrName>style.visibility</p:attrName>
                                        </p:attrNameLst>
                                      </p:cBhvr>
                                      <p:to>
                                        <p:strVal val="visible"/>
                                      </p:to>
                                    </p:set>
                                    <p:animEffect transition="in" filter="dissolve">
                                      <p:cBhvr>
                                        <p:cTn id="189" dur="500"/>
                                        <p:tgtEl>
                                          <p:spTgt spid="264260"/>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 presetClass="entr" presetSubtype="2" fill="hold" grpId="0" nodeType="clickEffect">
                                  <p:stCondLst>
                                    <p:cond delay="0"/>
                                  </p:stCondLst>
                                  <p:childTnLst>
                                    <p:set>
                                      <p:cBhvr>
                                        <p:cTn id="193" dur="1" fill="hold">
                                          <p:stCondLst>
                                            <p:cond delay="0"/>
                                          </p:stCondLst>
                                        </p:cTn>
                                        <p:tgtEl>
                                          <p:spTgt spid="264221"/>
                                        </p:tgtEl>
                                        <p:attrNameLst>
                                          <p:attrName>style.visibility</p:attrName>
                                        </p:attrNameLst>
                                      </p:cBhvr>
                                      <p:to>
                                        <p:strVal val="visible"/>
                                      </p:to>
                                    </p:set>
                                    <p:anim calcmode="lin" valueType="num">
                                      <p:cBhvr additive="base">
                                        <p:cTn id="194" dur="500" fill="hold"/>
                                        <p:tgtEl>
                                          <p:spTgt spid="264221"/>
                                        </p:tgtEl>
                                        <p:attrNameLst>
                                          <p:attrName>ppt_x</p:attrName>
                                        </p:attrNameLst>
                                      </p:cBhvr>
                                      <p:tavLst>
                                        <p:tav tm="0">
                                          <p:val>
                                            <p:strVal val="1+#ppt_w/2"/>
                                          </p:val>
                                        </p:tav>
                                        <p:tav tm="100000">
                                          <p:val>
                                            <p:strVal val="#ppt_x"/>
                                          </p:val>
                                        </p:tav>
                                      </p:tavLst>
                                    </p:anim>
                                    <p:anim calcmode="lin" valueType="num">
                                      <p:cBhvr additive="base">
                                        <p:cTn id="195" dur="500" fill="hold"/>
                                        <p:tgtEl>
                                          <p:spTgt spid="264221"/>
                                        </p:tgtEl>
                                        <p:attrNameLst>
                                          <p:attrName>ppt_y</p:attrName>
                                        </p:attrNameLst>
                                      </p:cBhvr>
                                      <p:tavLst>
                                        <p:tav tm="0">
                                          <p:val>
                                            <p:strVal val="#ppt_y"/>
                                          </p:val>
                                        </p:tav>
                                        <p:tav tm="100000">
                                          <p:val>
                                            <p:strVal val="#ppt_y"/>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 presetClass="entr" presetSubtype="2" fill="hold" grpId="0" nodeType="clickEffect">
                                  <p:stCondLst>
                                    <p:cond delay="0"/>
                                  </p:stCondLst>
                                  <p:childTnLst>
                                    <p:set>
                                      <p:cBhvr>
                                        <p:cTn id="199" dur="1" fill="hold">
                                          <p:stCondLst>
                                            <p:cond delay="0"/>
                                          </p:stCondLst>
                                        </p:cTn>
                                        <p:tgtEl>
                                          <p:spTgt spid="264212"/>
                                        </p:tgtEl>
                                        <p:attrNameLst>
                                          <p:attrName>style.visibility</p:attrName>
                                        </p:attrNameLst>
                                      </p:cBhvr>
                                      <p:to>
                                        <p:strVal val="visible"/>
                                      </p:to>
                                    </p:set>
                                    <p:anim calcmode="lin" valueType="num">
                                      <p:cBhvr additive="base">
                                        <p:cTn id="200" dur="500" fill="hold"/>
                                        <p:tgtEl>
                                          <p:spTgt spid="264212"/>
                                        </p:tgtEl>
                                        <p:attrNameLst>
                                          <p:attrName>ppt_x</p:attrName>
                                        </p:attrNameLst>
                                      </p:cBhvr>
                                      <p:tavLst>
                                        <p:tav tm="0">
                                          <p:val>
                                            <p:strVal val="1+#ppt_w/2"/>
                                          </p:val>
                                        </p:tav>
                                        <p:tav tm="100000">
                                          <p:val>
                                            <p:strVal val="#ppt_x"/>
                                          </p:val>
                                        </p:tav>
                                      </p:tavLst>
                                    </p:anim>
                                    <p:anim calcmode="lin" valueType="num">
                                      <p:cBhvr additive="base">
                                        <p:cTn id="201" dur="500" fill="hold"/>
                                        <p:tgtEl>
                                          <p:spTgt spid="264212"/>
                                        </p:tgtEl>
                                        <p:attrNameLst>
                                          <p:attrName>ppt_y</p:attrName>
                                        </p:attrNameLst>
                                      </p:cBhvr>
                                      <p:tavLst>
                                        <p:tav tm="0">
                                          <p:val>
                                            <p:strVal val="#ppt_y"/>
                                          </p:val>
                                        </p:tav>
                                        <p:tav tm="100000">
                                          <p:val>
                                            <p:strVal val="#ppt_y"/>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17" presetClass="entr" presetSubtype="1" fill="hold" grpId="0" nodeType="clickEffect">
                                  <p:stCondLst>
                                    <p:cond delay="0"/>
                                  </p:stCondLst>
                                  <p:childTnLst>
                                    <p:set>
                                      <p:cBhvr>
                                        <p:cTn id="205" dur="1" fill="hold">
                                          <p:stCondLst>
                                            <p:cond delay="0"/>
                                          </p:stCondLst>
                                        </p:cTn>
                                        <p:tgtEl>
                                          <p:spTgt spid="264262"/>
                                        </p:tgtEl>
                                        <p:attrNameLst>
                                          <p:attrName>style.visibility</p:attrName>
                                        </p:attrNameLst>
                                      </p:cBhvr>
                                      <p:to>
                                        <p:strVal val="visible"/>
                                      </p:to>
                                    </p:set>
                                    <p:anim calcmode="lin" valueType="num">
                                      <p:cBhvr>
                                        <p:cTn id="206" dur="500" fill="hold"/>
                                        <p:tgtEl>
                                          <p:spTgt spid="264262"/>
                                        </p:tgtEl>
                                        <p:attrNameLst>
                                          <p:attrName>ppt_x</p:attrName>
                                        </p:attrNameLst>
                                      </p:cBhvr>
                                      <p:tavLst>
                                        <p:tav tm="0">
                                          <p:val>
                                            <p:strVal val="#ppt_x"/>
                                          </p:val>
                                        </p:tav>
                                        <p:tav tm="100000">
                                          <p:val>
                                            <p:strVal val="#ppt_x"/>
                                          </p:val>
                                        </p:tav>
                                      </p:tavLst>
                                    </p:anim>
                                    <p:anim calcmode="lin" valueType="num">
                                      <p:cBhvr>
                                        <p:cTn id="207" dur="500" fill="hold"/>
                                        <p:tgtEl>
                                          <p:spTgt spid="264262"/>
                                        </p:tgtEl>
                                        <p:attrNameLst>
                                          <p:attrName>ppt_y</p:attrName>
                                        </p:attrNameLst>
                                      </p:cBhvr>
                                      <p:tavLst>
                                        <p:tav tm="0">
                                          <p:val>
                                            <p:strVal val="#ppt_y-#ppt_h/2"/>
                                          </p:val>
                                        </p:tav>
                                        <p:tav tm="100000">
                                          <p:val>
                                            <p:strVal val="#ppt_y"/>
                                          </p:val>
                                        </p:tav>
                                      </p:tavLst>
                                    </p:anim>
                                    <p:anim calcmode="lin" valueType="num">
                                      <p:cBhvr>
                                        <p:cTn id="208" dur="500" fill="hold"/>
                                        <p:tgtEl>
                                          <p:spTgt spid="264262"/>
                                        </p:tgtEl>
                                        <p:attrNameLst>
                                          <p:attrName>ppt_w</p:attrName>
                                        </p:attrNameLst>
                                      </p:cBhvr>
                                      <p:tavLst>
                                        <p:tav tm="0">
                                          <p:val>
                                            <p:strVal val="#ppt_w"/>
                                          </p:val>
                                        </p:tav>
                                        <p:tav tm="100000">
                                          <p:val>
                                            <p:strVal val="#ppt_w"/>
                                          </p:val>
                                        </p:tav>
                                      </p:tavLst>
                                    </p:anim>
                                    <p:anim calcmode="lin" valueType="num">
                                      <p:cBhvr>
                                        <p:cTn id="209" dur="500" fill="hold"/>
                                        <p:tgtEl>
                                          <p:spTgt spid="2642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1" grpId="0" autoUpdateAnimBg="0"/>
      <p:bldP spid="264212" grpId="0" autoUpdateAnimBg="0"/>
      <p:bldP spid="264213" grpId="0" animBg="1"/>
      <p:bldP spid="264214" grpId="0" animBg="1"/>
      <p:bldP spid="264215" grpId="0" animBg="1"/>
      <p:bldP spid="264216" grpId="0" animBg="1"/>
      <p:bldP spid="264217" grpId="0" animBg="1"/>
      <p:bldP spid="264218" grpId="0" animBg="1"/>
      <p:bldP spid="264219" grpId="0" animBg="1"/>
      <p:bldP spid="264220" grpId="0" animBg="1"/>
      <p:bldP spid="264221" grpId="0" autoUpdateAnimBg="0"/>
      <p:bldP spid="264225" grpId="0" animBg="1"/>
      <p:bldP spid="264226" grpId="0" autoUpdateAnimBg="0"/>
      <p:bldP spid="264227" grpId="0" animBg="1"/>
      <p:bldP spid="264228" grpId="0" animBg="1"/>
      <p:bldP spid="264229" grpId="0" animBg="1"/>
      <p:bldP spid="264230" grpId="0" animBg="1"/>
      <p:bldP spid="264231" grpId="0" animBg="1"/>
      <p:bldP spid="264232" grpId="0" animBg="1"/>
      <p:bldP spid="264233" grpId="0" animBg="1"/>
      <p:bldP spid="264234" grpId="0" animBg="1"/>
      <p:bldP spid="264235" grpId="0" animBg="1"/>
      <p:bldP spid="264236" grpId="0" autoUpdateAnimBg="0"/>
      <p:bldP spid="264237" grpId="0" autoUpdateAnimBg="0"/>
      <p:bldP spid="264238" grpId="0" animBg="1"/>
      <p:bldP spid="264239" grpId="0" animBg="1"/>
      <p:bldP spid="264240" grpId="0" animBg="1"/>
      <p:bldP spid="264241" grpId="0" animBg="1"/>
      <p:bldP spid="264242" grpId="0" animBg="1"/>
      <p:bldP spid="264243" grpId="0" animBg="1"/>
      <p:bldP spid="264244" grpId="0" animBg="1"/>
      <p:bldP spid="264245" grpId="0" animBg="1"/>
      <p:bldP spid="264246" grpId="0" animBg="1"/>
      <p:bldP spid="264247" grpId="0" animBg="1"/>
      <p:bldP spid="264248" grpId="0" animBg="1"/>
      <p:bldP spid="264249" grpId="0" animBg="1"/>
      <p:bldP spid="264250" grpId="0" animBg="1"/>
      <p:bldP spid="264251" grpId="0" animBg="1"/>
      <p:bldP spid="264252" grpId="0" animBg="1"/>
      <p:bldP spid="264253" grpId="0" animBg="1"/>
      <p:bldP spid="264254" grpId="0" animBg="1"/>
      <p:bldP spid="264255" grpId="0" animBg="1"/>
      <p:bldP spid="264256" grpId="0" animBg="1"/>
      <p:bldP spid="264257" grpId="0" animBg="1"/>
      <p:bldP spid="264258" grpId="0" animBg="1"/>
      <p:bldP spid="264259" grpId="0" animBg="1"/>
      <p:bldP spid="264260" grpId="0" animBg="1"/>
      <p:bldP spid="264261" grpId="0" autoUpdateAnimBg="0"/>
      <p:bldP spid="264262"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Text Box 2"/>
          <p:cNvSpPr txBox="1">
            <a:spLocks noChangeArrowheads="1"/>
          </p:cNvSpPr>
          <p:nvPr/>
        </p:nvSpPr>
        <p:spPr bwMode="auto">
          <a:xfrm>
            <a:off x="609600" y="2714625"/>
            <a:ext cx="6432550"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en-US" altLang="zh-CN" sz="4800" b="1">
                <a:solidFill>
                  <a:schemeClr val="tx2"/>
                </a:solidFill>
                <a:latin typeface="Times New Roman" charset="0"/>
                <a:ea typeface="楷体_GB2312" charset="0"/>
              </a:rPr>
              <a:t>typedef struct </a:t>
            </a:r>
            <a:r>
              <a:rPr kumimoji="1" lang="en-US" altLang="zh-CN" sz="4800">
                <a:solidFill>
                  <a:schemeClr val="tx2"/>
                </a:solidFill>
                <a:latin typeface="Times New Roman" charset="0"/>
                <a:ea typeface="楷体_GB2312" charset="0"/>
              </a:rPr>
              <a:t>CTNode </a:t>
            </a:r>
            <a:r>
              <a:rPr kumimoji="1" lang="en-US" altLang="zh-CN" sz="4800" b="1">
                <a:solidFill>
                  <a:schemeClr val="tx2"/>
                </a:solidFill>
                <a:latin typeface="Times New Roman" charset="0"/>
                <a:ea typeface="楷体_GB2312" charset="0"/>
              </a:rPr>
              <a:t>{</a:t>
            </a:r>
            <a:endParaRPr kumimoji="1" lang="en-US" altLang="zh-CN" sz="4800">
              <a:solidFill>
                <a:schemeClr val="tx2"/>
              </a:solidFill>
              <a:latin typeface="Times New Roman" charset="0"/>
              <a:ea typeface="楷体_GB2312" charset="0"/>
            </a:endParaRPr>
          </a:p>
          <a:p>
            <a:pPr>
              <a:lnSpc>
                <a:spcPct val="115000"/>
              </a:lnSpc>
            </a:pPr>
            <a:r>
              <a:rPr kumimoji="1" lang="en-US" altLang="zh-CN"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int</a:t>
            </a:r>
            <a:r>
              <a:rPr kumimoji="1" lang="en-US" altLang="zh-CN" sz="4800">
                <a:solidFill>
                  <a:schemeClr val="tx2"/>
                </a:solidFill>
                <a:latin typeface="Times New Roman" charset="0"/>
                <a:ea typeface="楷体_GB2312" charset="0"/>
              </a:rPr>
              <a:t>          child;</a:t>
            </a:r>
          </a:p>
          <a:p>
            <a:pPr>
              <a:lnSpc>
                <a:spcPct val="115000"/>
              </a:lnSpc>
            </a:pPr>
            <a:r>
              <a:rPr kumimoji="1" lang="en-US" altLang="zh-CN"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struct </a:t>
            </a:r>
            <a:r>
              <a:rPr kumimoji="1" lang="en-US" altLang="zh-CN" sz="4800">
                <a:solidFill>
                  <a:schemeClr val="tx2"/>
                </a:solidFill>
                <a:latin typeface="Times New Roman" charset="0"/>
                <a:ea typeface="楷体_GB2312" charset="0"/>
              </a:rPr>
              <a:t>CTNode </a:t>
            </a: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next;</a:t>
            </a:r>
          </a:p>
          <a:p>
            <a:pPr>
              <a:lnSpc>
                <a:spcPct val="115000"/>
              </a:lnSpc>
            </a:pPr>
            <a:r>
              <a:rPr kumimoji="1" lang="en-US" altLang="zh-CN"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 *</a:t>
            </a:r>
            <a:r>
              <a:rPr kumimoji="1" lang="en-US" altLang="zh-CN" sz="4800">
                <a:solidFill>
                  <a:schemeClr val="tx2"/>
                </a:solidFill>
                <a:latin typeface="Times New Roman" charset="0"/>
                <a:ea typeface="楷体_GB2312" charset="0"/>
              </a:rPr>
              <a:t>ChildPtr;</a:t>
            </a:r>
          </a:p>
        </p:txBody>
      </p:sp>
      <p:sp>
        <p:nvSpPr>
          <p:cNvPr id="265219" name="Rectangle 3"/>
          <p:cNvSpPr>
            <a:spLocks noChangeArrowheads="1"/>
          </p:cNvSpPr>
          <p:nvPr/>
        </p:nvSpPr>
        <p:spPr bwMode="auto">
          <a:xfrm>
            <a:off x="533400" y="1676400"/>
            <a:ext cx="40735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zh-CN" altLang="en-US" sz="4800" b="1">
                <a:solidFill>
                  <a:srgbClr val="990033"/>
                </a:solidFill>
                <a:latin typeface="Times New Roman" charset="0"/>
                <a:ea typeface="楷体_GB2312" charset="0"/>
              </a:rPr>
              <a:t>孩子结点结构</a:t>
            </a:r>
            <a:r>
              <a:rPr kumimoji="1" lang="en-US" altLang="zh-CN" sz="4800" b="1">
                <a:solidFill>
                  <a:srgbClr val="990033"/>
                </a:solidFill>
                <a:latin typeface="Times New Roman" charset="0"/>
                <a:ea typeface="楷体_GB2312" charset="0"/>
              </a:rPr>
              <a:t>:</a:t>
            </a:r>
          </a:p>
        </p:txBody>
      </p:sp>
      <p:sp>
        <p:nvSpPr>
          <p:cNvPr id="265220" name="Text Box 4"/>
          <p:cNvSpPr txBox="1">
            <a:spLocks noChangeArrowheads="1"/>
          </p:cNvSpPr>
          <p:nvPr/>
        </p:nvSpPr>
        <p:spPr bwMode="auto">
          <a:xfrm>
            <a:off x="5181600" y="1905000"/>
            <a:ext cx="2895600" cy="727075"/>
          </a:xfrm>
          <a:prstGeom prst="rect">
            <a:avLst/>
          </a:prstGeom>
          <a:solidFill>
            <a:srgbClr val="FFFF99">
              <a:alpha val="50000"/>
            </a:srgbClr>
          </a:solidFill>
          <a:ln w="25400" cap="sq">
            <a:solidFill>
              <a:srgbClr val="99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4000">
                <a:latin typeface="Times New Roman" charset="0"/>
              </a:rPr>
              <a:t> </a:t>
            </a:r>
            <a:r>
              <a:rPr kumimoji="1" lang="en-US" altLang="zh-CN" sz="4000" b="1">
                <a:solidFill>
                  <a:srgbClr val="990000"/>
                </a:solidFill>
                <a:latin typeface="Times New Roman" charset="0"/>
              </a:rPr>
              <a:t>child   next</a:t>
            </a:r>
            <a:endParaRPr kumimoji="1" lang="en-US" altLang="zh-CN" sz="4000">
              <a:latin typeface="Times New Roman" charset="0"/>
            </a:endParaRPr>
          </a:p>
        </p:txBody>
      </p:sp>
      <p:sp>
        <p:nvSpPr>
          <p:cNvPr id="265221" name="Line 5"/>
          <p:cNvSpPr>
            <a:spLocks noChangeShapeType="1"/>
          </p:cNvSpPr>
          <p:nvPr/>
        </p:nvSpPr>
        <p:spPr bwMode="auto">
          <a:xfrm>
            <a:off x="6629400" y="1905000"/>
            <a:ext cx="0" cy="762000"/>
          </a:xfrm>
          <a:prstGeom prst="line">
            <a:avLst/>
          </a:prstGeom>
          <a:noFill/>
          <a:ln w="127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5222" name="Text Box 6"/>
          <p:cNvSpPr txBox="1">
            <a:spLocks noChangeArrowheads="1"/>
          </p:cNvSpPr>
          <p:nvPr/>
        </p:nvSpPr>
        <p:spPr bwMode="auto">
          <a:xfrm>
            <a:off x="1600200" y="228600"/>
            <a:ext cx="47910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000099"/>
                </a:solidFill>
                <a:latin typeface="Times New Roman" charset="0"/>
                <a:ea typeface="隶书" charset="0"/>
              </a:rPr>
              <a:t>C</a:t>
            </a:r>
            <a:r>
              <a:rPr kumimoji="1" lang="zh-CN" altLang="zh-CN" sz="4400" b="1">
                <a:solidFill>
                  <a:srgbClr val="000099"/>
                </a:solidFill>
                <a:latin typeface="隶书" charset="0"/>
                <a:ea typeface="隶书" charset="0"/>
              </a:rPr>
              <a:t>语言的类型描述:</a:t>
            </a:r>
            <a:endParaRPr kumimoji="1" lang="en-US" altLang="zh-CN" sz="2400">
              <a:latin typeface="Times New Roman" charset="0"/>
            </a:endParaRPr>
          </a:p>
        </p:txBody>
      </p:sp>
    </p:spTree>
    <p:extLst>
      <p:ext uri="{BB962C8B-B14F-4D97-AF65-F5344CB8AC3E}">
        <p14:creationId xmlns:p14="http://schemas.microsoft.com/office/powerpoint/2010/main" val="11809618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5222"/>
                                        </p:tgtEl>
                                        <p:attrNameLst>
                                          <p:attrName>style.visibility</p:attrName>
                                        </p:attrNameLst>
                                      </p:cBhvr>
                                      <p:to>
                                        <p:strVal val="visible"/>
                                      </p:to>
                                    </p:set>
                                    <p:anim calcmode="lin" valueType="num">
                                      <p:cBhvr additive="base">
                                        <p:cTn id="7" dur="500" fill="hold"/>
                                        <p:tgtEl>
                                          <p:spTgt spid="265222"/>
                                        </p:tgtEl>
                                        <p:attrNameLst>
                                          <p:attrName>ppt_x</p:attrName>
                                        </p:attrNameLst>
                                      </p:cBhvr>
                                      <p:tavLst>
                                        <p:tav tm="0">
                                          <p:val>
                                            <p:strVal val="#ppt_x"/>
                                          </p:val>
                                        </p:tav>
                                        <p:tav tm="100000">
                                          <p:val>
                                            <p:strVal val="#ppt_x"/>
                                          </p:val>
                                        </p:tav>
                                      </p:tavLst>
                                    </p:anim>
                                    <p:anim calcmode="lin" valueType="num">
                                      <p:cBhvr additive="base">
                                        <p:cTn id="8" dur="500" fill="hold"/>
                                        <p:tgtEl>
                                          <p:spTgt spid="26522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5219"/>
                                        </p:tgtEl>
                                        <p:attrNameLst>
                                          <p:attrName>style.visibility</p:attrName>
                                        </p:attrNameLst>
                                      </p:cBhvr>
                                      <p:to>
                                        <p:strVal val="visible"/>
                                      </p:to>
                                    </p:set>
                                    <p:anim calcmode="lin" valueType="num">
                                      <p:cBhvr additive="base">
                                        <p:cTn id="13" dur="500" fill="hold"/>
                                        <p:tgtEl>
                                          <p:spTgt spid="265219"/>
                                        </p:tgtEl>
                                        <p:attrNameLst>
                                          <p:attrName>ppt_x</p:attrName>
                                        </p:attrNameLst>
                                      </p:cBhvr>
                                      <p:tavLst>
                                        <p:tav tm="0">
                                          <p:val>
                                            <p:strVal val="0-#ppt_w/2"/>
                                          </p:val>
                                        </p:tav>
                                        <p:tav tm="100000">
                                          <p:val>
                                            <p:strVal val="#ppt_x"/>
                                          </p:val>
                                        </p:tav>
                                      </p:tavLst>
                                    </p:anim>
                                    <p:anim calcmode="lin" valueType="num">
                                      <p:cBhvr additive="base">
                                        <p:cTn id="14" dur="500" fill="hold"/>
                                        <p:tgtEl>
                                          <p:spTgt spid="26521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65220"/>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265221"/>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265218"/>
                                        </p:tgtEl>
                                        <p:attrNameLst>
                                          <p:attrName>style.visibility</p:attrName>
                                        </p:attrNameLst>
                                      </p:cBhvr>
                                      <p:to>
                                        <p:strVal val="visible"/>
                                      </p:to>
                                    </p:set>
                                    <p:animEffect transition="in" filter="strips(upRight)">
                                      <p:cBhvr>
                                        <p:cTn id="26" dur="500"/>
                                        <p:tgtEl>
                                          <p:spTgt spid="265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autoUpdateAnimBg="0"/>
      <p:bldP spid="265219" grpId="0" autoUpdateAnimBg="0"/>
      <p:bldP spid="265220" grpId="0" animBg="1" autoUpdateAnimBg="0"/>
      <p:bldP spid="265221" grpId="0" animBg="1"/>
      <p:bldP spid="265222"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2"/>
          <p:cNvSpPr txBox="1">
            <a:spLocks noChangeArrowheads="1"/>
          </p:cNvSpPr>
          <p:nvPr/>
        </p:nvSpPr>
        <p:spPr bwMode="auto">
          <a:xfrm>
            <a:off x="533400" y="2116138"/>
            <a:ext cx="8143875" cy="375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800">
                <a:latin typeface="Times New Roman" charset="0"/>
                <a:ea typeface="楷体_GB2312" charset="0"/>
              </a:rPr>
              <a:t>   </a:t>
            </a:r>
            <a:r>
              <a:rPr kumimoji="1" lang="en-US" altLang="zh-CN" sz="4800" b="1">
                <a:solidFill>
                  <a:schemeClr val="tx2"/>
                </a:solidFill>
                <a:latin typeface="Times New Roman" charset="0"/>
                <a:ea typeface="楷体_GB2312" charset="0"/>
              </a:rPr>
              <a:t>typedef struct {</a:t>
            </a:r>
            <a:endParaRPr kumimoji="1" lang="en-US" altLang="zh-CN" sz="4800">
              <a:solidFill>
                <a:schemeClr val="tx2"/>
              </a:solidFill>
              <a:latin typeface="Times New Roman" charset="0"/>
              <a:ea typeface="楷体_GB2312" charset="0"/>
            </a:endParaRPr>
          </a:p>
          <a:p>
            <a:r>
              <a:rPr kumimoji="1" lang="en-US" altLang="zh-CN" sz="4800">
                <a:solidFill>
                  <a:schemeClr val="tx2"/>
                </a:solidFill>
                <a:latin typeface="Times New Roman" charset="0"/>
                <a:ea typeface="楷体_GB2312" charset="0"/>
              </a:rPr>
              <a:t>     Elem    data;</a:t>
            </a:r>
          </a:p>
          <a:p>
            <a:r>
              <a:rPr kumimoji="1" lang="en-US" altLang="zh-CN" sz="4800">
                <a:solidFill>
                  <a:schemeClr val="tx2"/>
                </a:solidFill>
                <a:latin typeface="Times New Roman" charset="0"/>
                <a:ea typeface="楷体_GB2312" charset="0"/>
              </a:rPr>
              <a:t>     ChildPtr  firstchild; </a:t>
            </a:r>
          </a:p>
          <a:p>
            <a:r>
              <a:rPr kumimoji="1" lang="en-US" altLang="zh-CN" sz="4800">
                <a:solidFill>
                  <a:schemeClr val="tx2"/>
                </a:solidFill>
                <a:latin typeface="Times New Roman" charset="0"/>
                <a:ea typeface="楷体_GB2312" charset="0"/>
              </a:rPr>
              <a:t>                     // </a:t>
            </a:r>
            <a:r>
              <a:rPr kumimoji="1" lang="zh-CN" altLang="en-US" sz="4800">
                <a:solidFill>
                  <a:schemeClr val="tx2"/>
                </a:solidFill>
                <a:latin typeface="Times New Roman" charset="0"/>
                <a:ea typeface="楷体_GB2312" charset="0"/>
              </a:rPr>
              <a:t>孩子链的头指针</a:t>
            </a:r>
          </a:p>
          <a:p>
            <a:r>
              <a:rPr kumimoji="1" lang="zh-CN" altLang="en-US"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 CTBox;</a:t>
            </a:r>
          </a:p>
        </p:txBody>
      </p:sp>
      <p:sp>
        <p:nvSpPr>
          <p:cNvPr id="266243" name="Rectangle 3"/>
          <p:cNvSpPr>
            <a:spLocks noChangeArrowheads="1"/>
          </p:cNvSpPr>
          <p:nvPr/>
        </p:nvSpPr>
        <p:spPr bwMode="auto">
          <a:xfrm>
            <a:off x="533400" y="1233488"/>
            <a:ext cx="38608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990033"/>
                </a:solidFill>
                <a:latin typeface="Times New Roman" charset="0"/>
                <a:ea typeface="楷体_GB2312" charset="0"/>
              </a:rPr>
              <a:t>双亲结点结构</a:t>
            </a:r>
          </a:p>
        </p:txBody>
      </p:sp>
      <p:sp>
        <p:nvSpPr>
          <p:cNvPr id="266244" name="Text Box 4"/>
          <p:cNvSpPr txBox="1">
            <a:spLocks noChangeArrowheads="1"/>
          </p:cNvSpPr>
          <p:nvPr/>
        </p:nvSpPr>
        <p:spPr bwMode="auto">
          <a:xfrm>
            <a:off x="4876800" y="1371600"/>
            <a:ext cx="3810000" cy="727075"/>
          </a:xfrm>
          <a:prstGeom prst="rect">
            <a:avLst/>
          </a:prstGeom>
          <a:solidFill>
            <a:srgbClr val="FFFF99">
              <a:alpha val="50000"/>
            </a:srgbClr>
          </a:solidFill>
          <a:ln w="25400" cap="sq">
            <a:solidFill>
              <a:srgbClr val="99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4000">
                <a:latin typeface="Times New Roman" charset="0"/>
              </a:rPr>
              <a:t> </a:t>
            </a:r>
            <a:r>
              <a:rPr kumimoji="1" lang="en-US" altLang="zh-CN" sz="4000" b="1">
                <a:solidFill>
                  <a:srgbClr val="990000"/>
                </a:solidFill>
                <a:latin typeface="Times New Roman" charset="0"/>
              </a:rPr>
              <a:t>data   firstchild</a:t>
            </a:r>
            <a:endParaRPr kumimoji="1" lang="en-US" altLang="zh-CN" sz="4000">
              <a:latin typeface="Times New Roman" charset="0"/>
            </a:endParaRPr>
          </a:p>
        </p:txBody>
      </p:sp>
      <p:sp>
        <p:nvSpPr>
          <p:cNvPr id="266245" name="Line 5"/>
          <p:cNvSpPr>
            <a:spLocks noChangeShapeType="1"/>
          </p:cNvSpPr>
          <p:nvPr/>
        </p:nvSpPr>
        <p:spPr bwMode="auto">
          <a:xfrm>
            <a:off x="6324600" y="1371600"/>
            <a:ext cx="0" cy="762000"/>
          </a:xfrm>
          <a:prstGeom prst="line">
            <a:avLst/>
          </a:prstGeom>
          <a:noFill/>
          <a:ln w="127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329647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6243"/>
                                        </p:tgtEl>
                                        <p:attrNameLst>
                                          <p:attrName>style.visibility</p:attrName>
                                        </p:attrNameLst>
                                      </p:cBhvr>
                                      <p:to>
                                        <p:strVal val="visible"/>
                                      </p:to>
                                    </p:set>
                                    <p:anim calcmode="lin" valueType="num">
                                      <p:cBhvr additive="base">
                                        <p:cTn id="7" dur="500" fill="hold"/>
                                        <p:tgtEl>
                                          <p:spTgt spid="266243"/>
                                        </p:tgtEl>
                                        <p:attrNameLst>
                                          <p:attrName>ppt_x</p:attrName>
                                        </p:attrNameLst>
                                      </p:cBhvr>
                                      <p:tavLst>
                                        <p:tav tm="0">
                                          <p:val>
                                            <p:strVal val="0-#ppt_w/2"/>
                                          </p:val>
                                        </p:tav>
                                        <p:tav tm="100000">
                                          <p:val>
                                            <p:strVal val="#ppt_x"/>
                                          </p:val>
                                        </p:tav>
                                      </p:tavLst>
                                    </p:anim>
                                    <p:anim calcmode="lin" valueType="num">
                                      <p:cBhvr additive="base">
                                        <p:cTn id="8" dur="500" fill="hold"/>
                                        <p:tgtEl>
                                          <p:spTgt spid="2662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66244"/>
                                        </p:tgtEl>
                                        <p:attrNameLst>
                                          <p:attrName>style.visibility</p:attrName>
                                        </p:attrNameLst>
                                      </p:cBhvr>
                                      <p:to>
                                        <p:strVal val="visible"/>
                                      </p:to>
                                    </p:se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26624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6242"/>
                                        </p:tgtEl>
                                        <p:attrNameLst>
                                          <p:attrName>style.visibility</p:attrName>
                                        </p:attrNameLst>
                                      </p:cBhvr>
                                      <p:to>
                                        <p:strVal val="visible"/>
                                      </p:to>
                                    </p:set>
                                    <p:animEffect transition="in" filter="blinds(horizontal)">
                                      <p:cBhvr>
                                        <p:cTn id="20" dur="500"/>
                                        <p:tgtEl>
                                          <p:spTgt spid="266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utoUpdateAnimBg="0"/>
      <p:bldP spid="266243" grpId="0" autoUpdateAnimBg="0"/>
      <p:bldP spid="266244" grpId="0" animBg="1" autoUpdateAnimBg="0"/>
      <p:bldP spid="266245"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ext Box 2"/>
          <p:cNvSpPr txBox="1">
            <a:spLocks noChangeArrowheads="1"/>
          </p:cNvSpPr>
          <p:nvPr/>
        </p:nvSpPr>
        <p:spPr bwMode="auto">
          <a:xfrm>
            <a:off x="304800" y="1600200"/>
            <a:ext cx="8531225" cy="429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en-US" altLang="zh-CN" sz="4800" b="1">
                <a:solidFill>
                  <a:schemeClr val="tx2"/>
                </a:solidFill>
                <a:latin typeface="Times New Roman" charset="0"/>
                <a:ea typeface="楷体_GB2312" charset="0"/>
              </a:rPr>
              <a:t>typedef struct {</a:t>
            </a:r>
            <a:endParaRPr kumimoji="1" lang="en-US" altLang="zh-CN" sz="4800">
              <a:solidFill>
                <a:schemeClr val="tx2"/>
              </a:solidFill>
              <a:latin typeface="Times New Roman" charset="0"/>
              <a:ea typeface="楷体_GB2312" charset="0"/>
            </a:endParaRPr>
          </a:p>
          <a:p>
            <a:pPr>
              <a:lnSpc>
                <a:spcPct val="115000"/>
              </a:lnSpc>
            </a:pPr>
            <a:r>
              <a:rPr kumimoji="1" lang="en-US" altLang="zh-CN" sz="4800">
                <a:solidFill>
                  <a:schemeClr val="tx2"/>
                </a:solidFill>
                <a:latin typeface="Times New Roman" charset="0"/>
                <a:ea typeface="楷体_GB2312" charset="0"/>
              </a:rPr>
              <a:t>     CTBox  nodes</a:t>
            </a:r>
            <a:r>
              <a:rPr kumimoji="1" lang="en-US" altLang="zh-CN" sz="3600">
                <a:solidFill>
                  <a:schemeClr val="tx2"/>
                </a:solidFill>
                <a:latin typeface="Times New Roman" charset="0"/>
                <a:ea typeface="楷体_GB2312" charset="0"/>
              </a:rPr>
              <a:t>[MAX_TREE_SIZE];</a:t>
            </a:r>
          </a:p>
          <a:p>
            <a:pPr>
              <a:lnSpc>
                <a:spcPct val="115000"/>
              </a:lnSpc>
            </a:pPr>
            <a:r>
              <a:rPr kumimoji="1" lang="en-US" altLang="zh-CN"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int</a:t>
            </a:r>
            <a:r>
              <a:rPr kumimoji="1" lang="en-US" altLang="zh-CN" sz="4800">
                <a:solidFill>
                  <a:schemeClr val="tx2"/>
                </a:solidFill>
                <a:latin typeface="Times New Roman" charset="0"/>
                <a:ea typeface="楷体_GB2312" charset="0"/>
              </a:rPr>
              <a:t>    n, r;     </a:t>
            </a:r>
          </a:p>
          <a:p>
            <a:pPr>
              <a:lnSpc>
                <a:spcPct val="115000"/>
              </a:lnSpc>
            </a:pPr>
            <a:r>
              <a:rPr kumimoji="1" lang="en-US" altLang="zh-CN" sz="4800">
                <a:solidFill>
                  <a:schemeClr val="tx2"/>
                </a:solidFill>
                <a:latin typeface="Times New Roman" charset="0"/>
                <a:ea typeface="楷体_GB2312" charset="0"/>
              </a:rPr>
              <a:t>           // </a:t>
            </a:r>
            <a:r>
              <a:rPr kumimoji="1" lang="zh-CN" altLang="en-US" sz="4800">
                <a:solidFill>
                  <a:schemeClr val="tx2"/>
                </a:solidFill>
                <a:latin typeface="Times New Roman" charset="0"/>
                <a:ea typeface="楷体_GB2312" charset="0"/>
              </a:rPr>
              <a:t>结点数和根结点的位置</a:t>
            </a:r>
          </a:p>
          <a:p>
            <a:pPr>
              <a:lnSpc>
                <a:spcPct val="115000"/>
              </a:lnSpc>
            </a:pPr>
            <a:r>
              <a:rPr kumimoji="1" lang="zh-CN" altLang="en-US"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 CTree;</a:t>
            </a:r>
            <a:endParaRPr kumimoji="1" lang="en-US" altLang="zh-CN" sz="2400">
              <a:solidFill>
                <a:schemeClr val="tx2"/>
              </a:solidFill>
              <a:latin typeface="Times New Roman" charset="0"/>
            </a:endParaRPr>
          </a:p>
        </p:txBody>
      </p:sp>
      <p:sp>
        <p:nvSpPr>
          <p:cNvPr id="267267" name="Rectangle 3"/>
          <p:cNvSpPr>
            <a:spLocks noChangeArrowheads="1"/>
          </p:cNvSpPr>
          <p:nvPr/>
        </p:nvSpPr>
        <p:spPr bwMode="auto">
          <a:xfrm>
            <a:off x="1447800" y="838200"/>
            <a:ext cx="222567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zh-CN" altLang="en-US" sz="4800" b="1">
                <a:solidFill>
                  <a:srgbClr val="990033"/>
                </a:solidFill>
                <a:latin typeface="Times New Roman" charset="0"/>
                <a:ea typeface="楷体_GB2312" charset="0"/>
              </a:rPr>
              <a:t>树结构</a:t>
            </a:r>
            <a:r>
              <a:rPr kumimoji="1" lang="en-US" altLang="zh-CN" sz="4800" b="1">
                <a:solidFill>
                  <a:srgbClr val="990033"/>
                </a:solidFill>
                <a:latin typeface="Times New Roman" charset="0"/>
                <a:ea typeface="楷体_GB2312" charset="0"/>
              </a:rPr>
              <a:t>:</a:t>
            </a:r>
          </a:p>
        </p:txBody>
      </p:sp>
      <p:sp>
        <p:nvSpPr>
          <p:cNvPr id="267268" name="AutoShape 4">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076723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7267"/>
                                        </p:tgtEl>
                                        <p:attrNameLst>
                                          <p:attrName>style.visibility</p:attrName>
                                        </p:attrNameLst>
                                      </p:cBhvr>
                                      <p:to>
                                        <p:strVal val="visible"/>
                                      </p:to>
                                    </p:set>
                                    <p:anim calcmode="lin" valueType="num">
                                      <p:cBhvr additive="base">
                                        <p:cTn id="7" dur="500" fill="hold"/>
                                        <p:tgtEl>
                                          <p:spTgt spid="267267"/>
                                        </p:tgtEl>
                                        <p:attrNameLst>
                                          <p:attrName>ppt_x</p:attrName>
                                        </p:attrNameLst>
                                      </p:cBhvr>
                                      <p:tavLst>
                                        <p:tav tm="0">
                                          <p:val>
                                            <p:strVal val="0-#ppt_w/2"/>
                                          </p:val>
                                        </p:tav>
                                        <p:tav tm="100000">
                                          <p:val>
                                            <p:strVal val="#ppt_x"/>
                                          </p:val>
                                        </p:tav>
                                      </p:tavLst>
                                    </p:anim>
                                    <p:anim calcmode="lin" valueType="num">
                                      <p:cBhvr additive="base">
                                        <p:cTn id="8" dur="500" fill="hold"/>
                                        <p:tgtEl>
                                          <p:spTgt spid="2672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267266"/>
                                        </p:tgtEl>
                                        <p:attrNameLst>
                                          <p:attrName>style.visibility</p:attrName>
                                        </p:attrNameLst>
                                      </p:cBhvr>
                                      <p:to>
                                        <p:strVal val="visible"/>
                                      </p:to>
                                    </p:set>
                                    <p:animEffect transition="in" filter="blinds(vertical)">
                                      <p:cBhvr>
                                        <p:cTn id="13" dur="500"/>
                                        <p:tgtEl>
                                          <p:spTgt spid="267266"/>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267268"/>
                                        </p:tgtEl>
                                        <p:attrNameLst>
                                          <p:attrName>style.visibility</p:attrName>
                                        </p:attrNameLst>
                                      </p:cBhvr>
                                      <p:to>
                                        <p:strVal val="visible"/>
                                      </p:to>
                                    </p:set>
                                    <p:anim calcmode="lin" valueType="num">
                                      <p:cBhvr additive="base">
                                        <p:cTn id="17" dur="500" fill="hold"/>
                                        <p:tgtEl>
                                          <p:spTgt spid="267268"/>
                                        </p:tgtEl>
                                        <p:attrNameLst>
                                          <p:attrName>ppt_x</p:attrName>
                                        </p:attrNameLst>
                                      </p:cBhvr>
                                      <p:tavLst>
                                        <p:tav tm="0">
                                          <p:val>
                                            <p:strVal val="1+#ppt_w/2"/>
                                          </p:val>
                                        </p:tav>
                                        <p:tav tm="100000">
                                          <p:val>
                                            <p:strVal val="#ppt_x"/>
                                          </p:val>
                                        </p:tav>
                                      </p:tavLst>
                                    </p:anim>
                                    <p:anim calcmode="lin" valueType="num">
                                      <p:cBhvr additive="base">
                                        <p:cTn id="18" dur="500" fill="hold"/>
                                        <p:tgtEl>
                                          <p:spTgt spid="2672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autoUpdateAnimBg="0"/>
      <p:bldP spid="267267" grpId="0" autoUpdateAnimBg="0"/>
      <p:bldP spid="267268"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Oval 2"/>
          <p:cNvSpPr>
            <a:spLocks noChangeArrowheads="1"/>
          </p:cNvSpPr>
          <p:nvPr/>
        </p:nvSpPr>
        <p:spPr bwMode="auto">
          <a:xfrm>
            <a:off x="1219200" y="11430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1" name="Text Box 3"/>
          <p:cNvSpPr txBox="1">
            <a:spLocks noChangeArrowheads="1"/>
          </p:cNvSpPr>
          <p:nvPr/>
        </p:nvSpPr>
        <p:spPr bwMode="auto">
          <a:xfrm>
            <a:off x="1241425" y="10668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A</a:t>
            </a:r>
            <a:endParaRPr kumimoji="1" lang="en-US" altLang="zh-CN" sz="2400">
              <a:latin typeface="Times New Roman" charset="0"/>
            </a:endParaRPr>
          </a:p>
        </p:txBody>
      </p:sp>
      <p:sp>
        <p:nvSpPr>
          <p:cNvPr id="268292" name="Oval 4"/>
          <p:cNvSpPr>
            <a:spLocks noChangeArrowheads="1"/>
          </p:cNvSpPr>
          <p:nvPr/>
        </p:nvSpPr>
        <p:spPr bwMode="auto">
          <a:xfrm>
            <a:off x="1219200" y="22098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3" name="Oval 5"/>
          <p:cNvSpPr>
            <a:spLocks noChangeArrowheads="1"/>
          </p:cNvSpPr>
          <p:nvPr/>
        </p:nvSpPr>
        <p:spPr bwMode="auto">
          <a:xfrm>
            <a:off x="228600" y="22098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4" name="Oval 6"/>
          <p:cNvSpPr>
            <a:spLocks noChangeArrowheads="1"/>
          </p:cNvSpPr>
          <p:nvPr/>
        </p:nvSpPr>
        <p:spPr bwMode="auto">
          <a:xfrm>
            <a:off x="2209800" y="22098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5" name="Oval 7"/>
          <p:cNvSpPr>
            <a:spLocks noChangeArrowheads="1"/>
          </p:cNvSpPr>
          <p:nvPr/>
        </p:nvSpPr>
        <p:spPr bwMode="auto">
          <a:xfrm>
            <a:off x="838200" y="33528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6" name="Oval 8"/>
          <p:cNvSpPr>
            <a:spLocks noChangeArrowheads="1"/>
          </p:cNvSpPr>
          <p:nvPr/>
        </p:nvSpPr>
        <p:spPr bwMode="auto">
          <a:xfrm>
            <a:off x="1752600" y="33528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7" name="Oval 9"/>
          <p:cNvSpPr>
            <a:spLocks noChangeArrowheads="1"/>
          </p:cNvSpPr>
          <p:nvPr/>
        </p:nvSpPr>
        <p:spPr bwMode="auto">
          <a:xfrm>
            <a:off x="1752600" y="4495800"/>
            <a:ext cx="609600" cy="6096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298" name="Text Box 10"/>
          <p:cNvSpPr txBox="1">
            <a:spLocks noChangeArrowheads="1"/>
          </p:cNvSpPr>
          <p:nvPr/>
        </p:nvSpPr>
        <p:spPr bwMode="auto">
          <a:xfrm>
            <a:off x="304800" y="21336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B</a:t>
            </a:r>
            <a:endParaRPr kumimoji="1" lang="en-US" altLang="zh-CN" sz="2400">
              <a:latin typeface="Times New Roman" charset="0"/>
            </a:endParaRPr>
          </a:p>
        </p:txBody>
      </p:sp>
      <p:sp>
        <p:nvSpPr>
          <p:cNvPr id="268299" name="Text Box 11"/>
          <p:cNvSpPr txBox="1">
            <a:spLocks noChangeArrowheads="1"/>
          </p:cNvSpPr>
          <p:nvPr/>
        </p:nvSpPr>
        <p:spPr bwMode="auto">
          <a:xfrm>
            <a:off x="1219200" y="21336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C</a:t>
            </a:r>
            <a:endParaRPr kumimoji="1" lang="en-US" altLang="zh-CN" sz="2400">
              <a:latin typeface="Times New Roman" charset="0"/>
            </a:endParaRPr>
          </a:p>
        </p:txBody>
      </p:sp>
      <p:sp>
        <p:nvSpPr>
          <p:cNvPr id="268300" name="Text Box 12"/>
          <p:cNvSpPr txBox="1">
            <a:spLocks noChangeArrowheads="1"/>
          </p:cNvSpPr>
          <p:nvPr/>
        </p:nvSpPr>
        <p:spPr bwMode="auto">
          <a:xfrm>
            <a:off x="2209800" y="21336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D</a:t>
            </a:r>
            <a:endParaRPr kumimoji="1" lang="en-US" altLang="zh-CN" sz="2400">
              <a:latin typeface="Times New Roman" charset="0"/>
            </a:endParaRPr>
          </a:p>
        </p:txBody>
      </p:sp>
      <p:sp>
        <p:nvSpPr>
          <p:cNvPr id="268301" name="Text Box 13"/>
          <p:cNvSpPr txBox="1">
            <a:spLocks noChangeArrowheads="1"/>
          </p:cNvSpPr>
          <p:nvPr/>
        </p:nvSpPr>
        <p:spPr bwMode="auto">
          <a:xfrm>
            <a:off x="914400" y="3276600"/>
            <a:ext cx="525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E</a:t>
            </a:r>
            <a:endParaRPr kumimoji="1" lang="en-US" altLang="zh-CN" sz="2400">
              <a:latin typeface="Times New Roman" charset="0"/>
            </a:endParaRPr>
          </a:p>
        </p:txBody>
      </p:sp>
      <p:sp>
        <p:nvSpPr>
          <p:cNvPr id="268302" name="Text Box 14"/>
          <p:cNvSpPr txBox="1">
            <a:spLocks noChangeArrowheads="1"/>
          </p:cNvSpPr>
          <p:nvPr/>
        </p:nvSpPr>
        <p:spPr bwMode="auto">
          <a:xfrm>
            <a:off x="1828800" y="32766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F</a:t>
            </a:r>
            <a:endParaRPr kumimoji="1" lang="en-US" altLang="zh-CN" sz="2400">
              <a:latin typeface="Times New Roman" charset="0"/>
            </a:endParaRPr>
          </a:p>
        </p:txBody>
      </p:sp>
      <p:sp>
        <p:nvSpPr>
          <p:cNvPr id="268303" name="Text Box 15"/>
          <p:cNvSpPr txBox="1">
            <a:spLocks noChangeArrowheads="1"/>
          </p:cNvSpPr>
          <p:nvPr/>
        </p:nvSpPr>
        <p:spPr bwMode="auto">
          <a:xfrm>
            <a:off x="1752600" y="44196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latin typeface="Times New Roman" charset="0"/>
              </a:rPr>
              <a:t>G</a:t>
            </a:r>
            <a:endParaRPr kumimoji="1" lang="en-US" altLang="zh-CN" sz="2400">
              <a:latin typeface="Times New Roman" charset="0"/>
            </a:endParaRPr>
          </a:p>
        </p:txBody>
      </p:sp>
      <p:sp>
        <p:nvSpPr>
          <p:cNvPr id="268304" name="Line 16"/>
          <p:cNvSpPr>
            <a:spLocks noChangeShapeType="1"/>
          </p:cNvSpPr>
          <p:nvPr/>
        </p:nvSpPr>
        <p:spPr bwMode="auto">
          <a:xfrm>
            <a:off x="1828800" y="1600200"/>
            <a:ext cx="609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05" name="Line 17"/>
          <p:cNvSpPr>
            <a:spLocks noChangeShapeType="1"/>
          </p:cNvSpPr>
          <p:nvPr/>
        </p:nvSpPr>
        <p:spPr bwMode="auto">
          <a:xfrm flipH="1">
            <a:off x="533400" y="1600200"/>
            <a:ext cx="7620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06" name="Line 18"/>
          <p:cNvSpPr>
            <a:spLocks noChangeShapeType="1"/>
          </p:cNvSpPr>
          <p:nvPr/>
        </p:nvSpPr>
        <p:spPr bwMode="auto">
          <a:xfrm flipH="1">
            <a:off x="1143000" y="2743200"/>
            <a:ext cx="1524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07" name="Line 19"/>
          <p:cNvSpPr>
            <a:spLocks noChangeShapeType="1"/>
          </p:cNvSpPr>
          <p:nvPr/>
        </p:nvSpPr>
        <p:spPr bwMode="auto">
          <a:xfrm>
            <a:off x="1524000" y="1752600"/>
            <a:ext cx="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08" name="Line 20"/>
          <p:cNvSpPr>
            <a:spLocks noChangeShapeType="1"/>
          </p:cNvSpPr>
          <p:nvPr/>
        </p:nvSpPr>
        <p:spPr bwMode="auto">
          <a:xfrm>
            <a:off x="1752600" y="2667000"/>
            <a:ext cx="30480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09" name="Line 21"/>
          <p:cNvSpPr>
            <a:spLocks noChangeShapeType="1"/>
          </p:cNvSpPr>
          <p:nvPr/>
        </p:nvSpPr>
        <p:spPr bwMode="auto">
          <a:xfrm>
            <a:off x="2057400" y="396240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0" name="Text Box 22"/>
          <p:cNvSpPr txBox="1">
            <a:spLocks noChangeArrowheads="1"/>
          </p:cNvSpPr>
          <p:nvPr/>
        </p:nvSpPr>
        <p:spPr bwMode="auto">
          <a:xfrm>
            <a:off x="4953000" y="993775"/>
            <a:ext cx="4038600" cy="411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400" b="1">
                <a:latin typeface="Times New Roman" charset="0"/>
              </a:rPr>
              <a:t>          A</a:t>
            </a:r>
          </a:p>
          <a:p>
            <a:r>
              <a:rPr kumimoji="1" lang="en-US" altLang="zh-CN" sz="4400" b="1">
                <a:latin typeface="Times New Roman" charset="0"/>
              </a:rPr>
              <a:t>B</a:t>
            </a:r>
          </a:p>
          <a:p>
            <a:r>
              <a:rPr kumimoji="1" lang="en-US" altLang="zh-CN" sz="4400" b="1">
                <a:latin typeface="Times New Roman" charset="0"/>
              </a:rPr>
              <a:t>          C</a:t>
            </a:r>
          </a:p>
          <a:p>
            <a:r>
              <a:rPr kumimoji="1" lang="en-US" altLang="zh-CN" sz="4400" b="1">
                <a:latin typeface="Times New Roman" charset="0"/>
              </a:rPr>
              <a:t>   E                D</a:t>
            </a:r>
          </a:p>
          <a:p>
            <a:r>
              <a:rPr kumimoji="1" lang="en-US" altLang="zh-CN" sz="4400" b="1">
                <a:latin typeface="Times New Roman" charset="0"/>
              </a:rPr>
              <a:t>              F</a:t>
            </a:r>
          </a:p>
          <a:p>
            <a:r>
              <a:rPr kumimoji="1" lang="en-US" altLang="zh-CN" sz="4400" b="1">
                <a:latin typeface="Times New Roman" charset="0"/>
              </a:rPr>
              <a:t>       G</a:t>
            </a:r>
            <a:endParaRPr kumimoji="1" lang="en-US" altLang="zh-CN" sz="2400">
              <a:latin typeface="Times New Roman" charset="0"/>
            </a:endParaRPr>
          </a:p>
        </p:txBody>
      </p:sp>
      <p:sp>
        <p:nvSpPr>
          <p:cNvPr id="268311" name="Rectangle 23"/>
          <p:cNvSpPr>
            <a:spLocks noChangeArrowheads="1"/>
          </p:cNvSpPr>
          <p:nvPr/>
        </p:nvSpPr>
        <p:spPr bwMode="auto">
          <a:xfrm>
            <a:off x="6096000" y="11461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2" name="Line 24"/>
          <p:cNvSpPr>
            <a:spLocks noChangeShapeType="1"/>
          </p:cNvSpPr>
          <p:nvPr/>
        </p:nvSpPr>
        <p:spPr bwMode="auto">
          <a:xfrm>
            <a:off x="6400800" y="11461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3" name="Line 25"/>
          <p:cNvSpPr>
            <a:spLocks noChangeShapeType="1"/>
          </p:cNvSpPr>
          <p:nvPr/>
        </p:nvSpPr>
        <p:spPr bwMode="auto">
          <a:xfrm>
            <a:off x="6858000" y="11461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4" name="Line 26"/>
          <p:cNvSpPr>
            <a:spLocks noChangeShapeType="1"/>
          </p:cNvSpPr>
          <p:nvPr/>
        </p:nvSpPr>
        <p:spPr bwMode="auto">
          <a:xfrm flipH="1">
            <a:off x="6934200" y="12985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5" name="Line 27"/>
          <p:cNvSpPr>
            <a:spLocks noChangeShapeType="1"/>
          </p:cNvSpPr>
          <p:nvPr/>
        </p:nvSpPr>
        <p:spPr bwMode="auto">
          <a:xfrm>
            <a:off x="7010400" y="12985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6" name="Line 28"/>
          <p:cNvSpPr>
            <a:spLocks noChangeShapeType="1"/>
          </p:cNvSpPr>
          <p:nvPr/>
        </p:nvSpPr>
        <p:spPr bwMode="auto">
          <a:xfrm flipH="1">
            <a:off x="4800600" y="19081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7" name="Line 29"/>
          <p:cNvSpPr>
            <a:spLocks noChangeShapeType="1"/>
          </p:cNvSpPr>
          <p:nvPr/>
        </p:nvSpPr>
        <p:spPr bwMode="auto">
          <a:xfrm>
            <a:off x="4876800" y="19081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8" name="Line 30"/>
          <p:cNvSpPr>
            <a:spLocks noChangeShapeType="1"/>
          </p:cNvSpPr>
          <p:nvPr/>
        </p:nvSpPr>
        <p:spPr bwMode="auto">
          <a:xfrm flipH="1">
            <a:off x="7848600" y="32797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19" name="Line 31"/>
          <p:cNvSpPr>
            <a:spLocks noChangeShapeType="1"/>
          </p:cNvSpPr>
          <p:nvPr/>
        </p:nvSpPr>
        <p:spPr bwMode="auto">
          <a:xfrm>
            <a:off x="7924800" y="32797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0" name="Line 32"/>
          <p:cNvSpPr>
            <a:spLocks noChangeShapeType="1"/>
          </p:cNvSpPr>
          <p:nvPr/>
        </p:nvSpPr>
        <p:spPr bwMode="auto">
          <a:xfrm flipH="1">
            <a:off x="5181600" y="32797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1" name="Line 33"/>
          <p:cNvSpPr>
            <a:spLocks noChangeShapeType="1"/>
          </p:cNvSpPr>
          <p:nvPr/>
        </p:nvSpPr>
        <p:spPr bwMode="auto">
          <a:xfrm>
            <a:off x="5257800" y="3303588"/>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2" name="Rectangle 34"/>
          <p:cNvSpPr>
            <a:spLocks noChangeArrowheads="1"/>
          </p:cNvSpPr>
          <p:nvPr/>
        </p:nvSpPr>
        <p:spPr bwMode="auto">
          <a:xfrm>
            <a:off x="6629400" y="38131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3" name="Line 35"/>
          <p:cNvSpPr>
            <a:spLocks noChangeShapeType="1"/>
          </p:cNvSpPr>
          <p:nvPr/>
        </p:nvSpPr>
        <p:spPr bwMode="auto">
          <a:xfrm>
            <a:off x="6934200" y="38131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4" name="Line 36"/>
          <p:cNvSpPr>
            <a:spLocks noChangeShapeType="1"/>
          </p:cNvSpPr>
          <p:nvPr/>
        </p:nvSpPr>
        <p:spPr bwMode="auto">
          <a:xfrm>
            <a:off x="7391400" y="38131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5" name="Line 37"/>
          <p:cNvSpPr>
            <a:spLocks noChangeShapeType="1"/>
          </p:cNvSpPr>
          <p:nvPr/>
        </p:nvSpPr>
        <p:spPr bwMode="auto">
          <a:xfrm flipH="1">
            <a:off x="7467600" y="39655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6" name="Line 38"/>
          <p:cNvSpPr>
            <a:spLocks noChangeShapeType="1"/>
          </p:cNvSpPr>
          <p:nvPr/>
        </p:nvSpPr>
        <p:spPr bwMode="auto">
          <a:xfrm>
            <a:off x="7543800" y="39655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7" name="Rectangle 39"/>
          <p:cNvSpPr>
            <a:spLocks noChangeArrowheads="1"/>
          </p:cNvSpPr>
          <p:nvPr/>
        </p:nvSpPr>
        <p:spPr bwMode="auto">
          <a:xfrm>
            <a:off x="7772400" y="31273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8" name="Line 40"/>
          <p:cNvSpPr>
            <a:spLocks noChangeShapeType="1"/>
          </p:cNvSpPr>
          <p:nvPr/>
        </p:nvSpPr>
        <p:spPr bwMode="auto">
          <a:xfrm>
            <a:off x="8077200" y="31273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29" name="Line 41"/>
          <p:cNvSpPr>
            <a:spLocks noChangeShapeType="1"/>
          </p:cNvSpPr>
          <p:nvPr/>
        </p:nvSpPr>
        <p:spPr bwMode="auto">
          <a:xfrm>
            <a:off x="8534400" y="31273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0" name="Line 42"/>
          <p:cNvSpPr>
            <a:spLocks noChangeShapeType="1"/>
          </p:cNvSpPr>
          <p:nvPr/>
        </p:nvSpPr>
        <p:spPr bwMode="auto">
          <a:xfrm flipH="1">
            <a:off x="8610600" y="32797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1" name="Line 43"/>
          <p:cNvSpPr>
            <a:spLocks noChangeShapeType="1"/>
          </p:cNvSpPr>
          <p:nvPr/>
        </p:nvSpPr>
        <p:spPr bwMode="auto">
          <a:xfrm>
            <a:off x="8686800" y="32797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2" name="Rectangle 44"/>
          <p:cNvSpPr>
            <a:spLocks noChangeArrowheads="1"/>
          </p:cNvSpPr>
          <p:nvPr/>
        </p:nvSpPr>
        <p:spPr bwMode="auto">
          <a:xfrm>
            <a:off x="5105400" y="31273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3" name="Line 45"/>
          <p:cNvSpPr>
            <a:spLocks noChangeShapeType="1"/>
          </p:cNvSpPr>
          <p:nvPr/>
        </p:nvSpPr>
        <p:spPr bwMode="auto">
          <a:xfrm>
            <a:off x="5410200" y="31273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4" name="Line 46"/>
          <p:cNvSpPr>
            <a:spLocks noChangeShapeType="1"/>
          </p:cNvSpPr>
          <p:nvPr/>
        </p:nvSpPr>
        <p:spPr bwMode="auto">
          <a:xfrm>
            <a:off x="5867400" y="31273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5" name="Rectangle 47"/>
          <p:cNvSpPr>
            <a:spLocks noChangeArrowheads="1"/>
          </p:cNvSpPr>
          <p:nvPr/>
        </p:nvSpPr>
        <p:spPr bwMode="auto">
          <a:xfrm>
            <a:off x="6096000" y="24415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6" name="Line 48"/>
          <p:cNvSpPr>
            <a:spLocks noChangeShapeType="1"/>
          </p:cNvSpPr>
          <p:nvPr/>
        </p:nvSpPr>
        <p:spPr bwMode="auto">
          <a:xfrm>
            <a:off x="6400800" y="24415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7" name="Line 49"/>
          <p:cNvSpPr>
            <a:spLocks noChangeShapeType="1"/>
          </p:cNvSpPr>
          <p:nvPr/>
        </p:nvSpPr>
        <p:spPr bwMode="auto">
          <a:xfrm>
            <a:off x="6858000" y="24415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8" name="Rectangle 50"/>
          <p:cNvSpPr>
            <a:spLocks noChangeArrowheads="1"/>
          </p:cNvSpPr>
          <p:nvPr/>
        </p:nvSpPr>
        <p:spPr bwMode="auto">
          <a:xfrm>
            <a:off x="4724400" y="17557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39" name="Line 51"/>
          <p:cNvSpPr>
            <a:spLocks noChangeShapeType="1"/>
          </p:cNvSpPr>
          <p:nvPr/>
        </p:nvSpPr>
        <p:spPr bwMode="auto">
          <a:xfrm>
            <a:off x="5029200" y="17557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40" name="Line 52"/>
          <p:cNvSpPr>
            <a:spLocks noChangeShapeType="1"/>
          </p:cNvSpPr>
          <p:nvPr/>
        </p:nvSpPr>
        <p:spPr bwMode="auto">
          <a:xfrm>
            <a:off x="5486400" y="17557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41" name="Line 53"/>
          <p:cNvSpPr>
            <a:spLocks noChangeShapeType="1"/>
          </p:cNvSpPr>
          <p:nvPr/>
        </p:nvSpPr>
        <p:spPr bwMode="auto">
          <a:xfrm flipH="1">
            <a:off x="5257800" y="1450975"/>
            <a:ext cx="990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42" name="Line 54"/>
          <p:cNvSpPr>
            <a:spLocks noChangeShapeType="1"/>
          </p:cNvSpPr>
          <p:nvPr/>
        </p:nvSpPr>
        <p:spPr bwMode="auto">
          <a:xfrm>
            <a:off x="5638800" y="2060575"/>
            <a:ext cx="9906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43" name="Line 55"/>
          <p:cNvSpPr>
            <a:spLocks noChangeShapeType="1"/>
          </p:cNvSpPr>
          <p:nvPr/>
        </p:nvSpPr>
        <p:spPr bwMode="auto">
          <a:xfrm flipH="1">
            <a:off x="5638800" y="2670175"/>
            <a:ext cx="6096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44" name="Line 56"/>
          <p:cNvSpPr>
            <a:spLocks noChangeShapeType="1"/>
          </p:cNvSpPr>
          <p:nvPr/>
        </p:nvSpPr>
        <p:spPr bwMode="auto">
          <a:xfrm>
            <a:off x="7010400" y="2670175"/>
            <a:ext cx="12954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45" name="Line 57"/>
          <p:cNvSpPr>
            <a:spLocks noChangeShapeType="1"/>
          </p:cNvSpPr>
          <p:nvPr/>
        </p:nvSpPr>
        <p:spPr bwMode="auto">
          <a:xfrm>
            <a:off x="6019800" y="3355975"/>
            <a:ext cx="11430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cxnSp>
        <p:nvCxnSpPr>
          <p:cNvPr id="268346" name="AutoShape 58"/>
          <p:cNvCxnSpPr>
            <a:cxnSpLocks noChangeShapeType="1"/>
            <a:endCxn id="268311" idx="0"/>
          </p:cNvCxnSpPr>
          <p:nvPr/>
        </p:nvCxnSpPr>
        <p:spPr bwMode="auto">
          <a:xfrm>
            <a:off x="5715000" y="841375"/>
            <a:ext cx="914400" cy="304800"/>
          </a:xfrm>
          <a:prstGeom prst="curvedConnector2">
            <a:avLst/>
          </a:prstGeom>
          <a:noFill/>
          <a:ln w="127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68347" name="Text Box 59"/>
          <p:cNvSpPr txBox="1">
            <a:spLocks noChangeArrowheads="1"/>
          </p:cNvSpPr>
          <p:nvPr/>
        </p:nvSpPr>
        <p:spPr bwMode="auto">
          <a:xfrm>
            <a:off x="4953000" y="487363"/>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a:solidFill>
                  <a:srgbClr val="0000FF"/>
                </a:solidFill>
                <a:latin typeface="Times New Roman" charset="0"/>
              </a:rPr>
              <a:t>root</a:t>
            </a:r>
            <a:endParaRPr kumimoji="1" lang="en-US" altLang="zh-CN" sz="2400">
              <a:latin typeface="Times New Roman" charset="0"/>
            </a:endParaRPr>
          </a:p>
        </p:txBody>
      </p:sp>
      <p:sp>
        <p:nvSpPr>
          <p:cNvPr id="268348" name="Text Box 60"/>
          <p:cNvSpPr txBox="1">
            <a:spLocks noChangeArrowheads="1"/>
          </p:cNvSpPr>
          <p:nvPr/>
        </p:nvSpPr>
        <p:spPr bwMode="auto">
          <a:xfrm>
            <a:off x="2895600" y="3733800"/>
            <a:ext cx="2578100" cy="301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200" b="1">
                <a:latin typeface="Times New Roman" charset="0"/>
              </a:rPr>
              <a:t>         A</a:t>
            </a:r>
          </a:p>
          <a:p>
            <a:r>
              <a:rPr kumimoji="1" lang="en-US" altLang="zh-CN" sz="3200" b="1">
                <a:latin typeface="Times New Roman" charset="0"/>
              </a:rPr>
              <a:t>B</a:t>
            </a:r>
          </a:p>
          <a:p>
            <a:r>
              <a:rPr kumimoji="1" lang="en-US" altLang="zh-CN" sz="3200" b="1">
                <a:latin typeface="Times New Roman" charset="0"/>
              </a:rPr>
              <a:t>          C</a:t>
            </a:r>
          </a:p>
          <a:p>
            <a:r>
              <a:rPr kumimoji="1" lang="en-US" altLang="zh-CN" sz="3200" b="1">
                <a:latin typeface="Times New Roman" charset="0"/>
              </a:rPr>
              <a:t>   E               D</a:t>
            </a:r>
          </a:p>
          <a:p>
            <a:r>
              <a:rPr kumimoji="1" lang="en-US" altLang="zh-CN" sz="3200" b="1">
                <a:latin typeface="Times New Roman" charset="0"/>
              </a:rPr>
              <a:t>              F</a:t>
            </a:r>
          </a:p>
          <a:p>
            <a:r>
              <a:rPr kumimoji="1" lang="en-US" altLang="zh-CN" sz="3200" b="1">
                <a:latin typeface="Times New Roman" charset="0"/>
              </a:rPr>
              <a:t>      G</a:t>
            </a:r>
            <a:r>
              <a:rPr kumimoji="1" lang="en-US" altLang="zh-CN" sz="3200">
                <a:latin typeface="Times New Roman" charset="0"/>
              </a:rPr>
              <a:t>  </a:t>
            </a:r>
          </a:p>
        </p:txBody>
      </p:sp>
      <p:sp>
        <p:nvSpPr>
          <p:cNvPr id="268349" name="Oval 61"/>
          <p:cNvSpPr>
            <a:spLocks noChangeArrowheads="1"/>
          </p:cNvSpPr>
          <p:nvPr/>
        </p:nvSpPr>
        <p:spPr bwMode="auto">
          <a:xfrm>
            <a:off x="3810000" y="38100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0" name="Oval 62"/>
          <p:cNvSpPr>
            <a:spLocks noChangeArrowheads="1"/>
          </p:cNvSpPr>
          <p:nvPr/>
        </p:nvSpPr>
        <p:spPr bwMode="auto">
          <a:xfrm>
            <a:off x="3962400" y="4724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1" name="Oval 63"/>
          <p:cNvSpPr>
            <a:spLocks noChangeArrowheads="1"/>
          </p:cNvSpPr>
          <p:nvPr/>
        </p:nvSpPr>
        <p:spPr bwMode="auto">
          <a:xfrm>
            <a:off x="2895600" y="42672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2" name="Oval 64"/>
          <p:cNvSpPr>
            <a:spLocks noChangeArrowheads="1"/>
          </p:cNvSpPr>
          <p:nvPr/>
        </p:nvSpPr>
        <p:spPr bwMode="auto">
          <a:xfrm>
            <a:off x="5029200" y="52578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3" name="Oval 65"/>
          <p:cNvSpPr>
            <a:spLocks noChangeArrowheads="1"/>
          </p:cNvSpPr>
          <p:nvPr/>
        </p:nvSpPr>
        <p:spPr bwMode="auto">
          <a:xfrm>
            <a:off x="3200400" y="52578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4" name="Oval 66"/>
          <p:cNvSpPr>
            <a:spLocks noChangeArrowheads="1"/>
          </p:cNvSpPr>
          <p:nvPr/>
        </p:nvSpPr>
        <p:spPr bwMode="auto">
          <a:xfrm>
            <a:off x="4267200" y="57150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5" name="Line 67"/>
          <p:cNvSpPr>
            <a:spLocks noChangeShapeType="1"/>
          </p:cNvSpPr>
          <p:nvPr/>
        </p:nvSpPr>
        <p:spPr bwMode="auto">
          <a:xfrm>
            <a:off x="3352800" y="4572000"/>
            <a:ext cx="609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6" name="Line 68"/>
          <p:cNvSpPr>
            <a:spLocks noChangeShapeType="1"/>
          </p:cNvSpPr>
          <p:nvPr/>
        </p:nvSpPr>
        <p:spPr bwMode="auto">
          <a:xfrm>
            <a:off x="4419600" y="5029200"/>
            <a:ext cx="6858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7" name="Line 69"/>
          <p:cNvSpPr>
            <a:spLocks noChangeShapeType="1"/>
          </p:cNvSpPr>
          <p:nvPr/>
        </p:nvSpPr>
        <p:spPr bwMode="auto">
          <a:xfrm>
            <a:off x="3657600" y="5562600"/>
            <a:ext cx="6096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8" name="Line 70"/>
          <p:cNvSpPr>
            <a:spLocks noChangeShapeType="1"/>
          </p:cNvSpPr>
          <p:nvPr/>
        </p:nvSpPr>
        <p:spPr bwMode="auto">
          <a:xfrm flipH="1">
            <a:off x="3581400" y="5029200"/>
            <a:ext cx="3810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59" name="Line 71"/>
          <p:cNvSpPr>
            <a:spLocks noChangeShapeType="1"/>
          </p:cNvSpPr>
          <p:nvPr/>
        </p:nvSpPr>
        <p:spPr bwMode="auto">
          <a:xfrm flipH="1">
            <a:off x="3276600" y="4114800"/>
            <a:ext cx="5334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0" name="Line 72"/>
          <p:cNvSpPr>
            <a:spLocks noChangeShapeType="1"/>
          </p:cNvSpPr>
          <p:nvPr/>
        </p:nvSpPr>
        <p:spPr bwMode="auto">
          <a:xfrm flipH="1">
            <a:off x="5791200" y="46513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1" name="Line 73"/>
          <p:cNvSpPr>
            <a:spLocks noChangeShapeType="1"/>
          </p:cNvSpPr>
          <p:nvPr/>
        </p:nvSpPr>
        <p:spPr bwMode="auto">
          <a:xfrm>
            <a:off x="5867400" y="46513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2" name="Rectangle 74"/>
          <p:cNvSpPr>
            <a:spLocks noChangeArrowheads="1"/>
          </p:cNvSpPr>
          <p:nvPr/>
        </p:nvSpPr>
        <p:spPr bwMode="auto">
          <a:xfrm>
            <a:off x="5715000" y="4498975"/>
            <a:ext cx="10668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3" name="Line 75"/>
          <p:cNvSpPr>
            <a:spLocks noChangeShapeType="1"/>
          </p:cNvSpPr>
          <p:nvPr/>
        </p:nvSpPr>
        <p:spPr bwMode="auto">
          <a:xfrm>
            <a:off x="6019800" y="44989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4" name="Line 76"/>
          <p:cNvSpPr>
            <a:spLocks noChangeShapeType="1"/>
          </p:cNvSpPr>
          <p:nvPr/>
        </p:nvSpPr>
        <p:spPr bwMode="auto">
          <a:xfrm>
            <a:off x="6477000" y="449897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5" name="Line 77"/>
          <p:cNvSpPr>
            <a:spLocks noChangeShapeType="1"/>
          </p:cNvSpPr>
          <p:nvPr/>
        </p:nvSpPr>
        <p:spPr bwMode="auto">
          <a:xfrm flipH="1">
            <a:off x="6553200" y="46513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6" name="Line 78"/>
          <p:cNvSpPr>
            <a:spLocks noChangeShapeType="1"/>
          </p:cNvSpPr>
          <p:nvPr/>
        </p:nvSpPr>
        <p:spPr bwMode="auto">
          <a:xfrm>
            <a:off x="6629400" y="4651375"/>
            <a:ext cx="76200" cy="228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7" name="Line 79"/>
          <p:cNvSpPr>
            <a:spLocks noChangeShapeType="1"/>
          </p:cNvSpPr>
          <p:nvPr/>
        </p:nvSpPr>
        <p:spPr bwMode="auto">
          <a:xfrm flipH="1">
            <a:off x="6248400" y="4041775"/>
            <a:ext cx="5334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8" name="Oval 80"/>
          <p:cNvSpPr>
            <a:spLocks noChangeArrowheads="1"/>
          </p:cNvSpPr>
          <p:nvPr/>
        </p:nvSpPr>
        <p:spPr bwMode="auto">
          <a:xfrm>
            <a:off x="3505200" y="6248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69" name="Line 81"/>
          <p:cNvSpPr>
            <a:spLocks noChangeShapeType="1"/>
          </p:cNvSpPr>
          <p:nvPr/>
        </p:nvSpPr>
        <p:spPr bwMode="auto">
          <a:xfrm flipH="1">
            <a:off x="3886200" y="6019800"/>
            <a:ext cx="3810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cxnSp>
        <p:nvCxnSpPr>
          <p:cNvPr id="268370" name="AutoShape 82"/>
          <p:cNvCxnSpPr>
            <a:cxnSpLocks noChangeShapeType="1"/>
            <a:endCxn id="268349" idx="0"/>
          </p:cNvCxnSpPr>
          <p:nvPr/>
        </p:nvCxnSpPr>
        <p:spPr bwMode="auto">
          <a:xfrm>
            <a:off x="3352800" y="3581400"/>
            <a:ext cx="685800" cy="228600"/>
          </a:xfrm>
          <a:prstGeom prst="curvedConnector2">
            <a:avLst/>
          </a:prstGeom>
          <a:noFill/>
          <a:ln w="127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68371" name="Text Box 83"/>
          <p:cNvSpPr txBox="1">
            <a:spLocks noChangeArrowheads="1"/>
          </p:cNvSpPr>
          <p:nvPr/>
        </p:nvSpPr>
        <p:spPr bwMode="auto">
          <a:xfrm>
            <a:off x="1524000" y="0"/>
            <a:ext cx="662940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80000"/>
              </a:lnSpc>
            </a:pPr>
            <a:r>
              <a:rPr kumimoji="1" lang="zh-CN" altLang="en-US" sz="3600" b="1">
                <a:solidFill>
                  <a:srgbClr val="0000FF"/>
                </a:solidFill>
                <a:latin typeface="Times New Roman" charset="0"/>
                <a:ea typeface="隶书" charset="0"/>
              </a:rPr>
              <a:t>三、树的二叉链表 </a:t>
            </a:r>
            <a:r>
              <a:rPr kumimoji="1" lang="en-US" altLang="zh-CN" sz="3600" b="1">
                <a:solidFill>
                  <a:srgbClr val="0000FF"/>
                </a:solidFill>
                <a:latin typeface="Times New Roman" charset="0"/>
                <a:ea typeface="隶书" charset="0"/>
              </a:rPr>
              <a:t>(</a:t>
            </a:r>
            <a:r>
              <a:rPr kumimoji="1" lang="zh-CN" altLang="en-US" sz="3600" b="1">
                <a:solidFill>
                  <a:srgbClr val="0000FF"/>
                </a:solidFill>
                <a:latin typeface="Times New Roman" charset="0"/>
                <a:ea typeface="隶书" charset="0"/>
              </a:rPr>
              <a:t>孩子</a:t>
            </a:r>
            <a:r>
              <a:rPr kumimoji="1" lang="en-US" altLang="zh-CN" sz="3600" b="1">
                <a:solidFill>
                  <a:srgbClr val="0000FF"/>
                </a:solidFill>
                <a:latin typeface="Times New Roman" charset="0"/>
                <a:ea typeface="隶书" charset="0"/>
              </a:rPr>
              <a:t>-</a:t>
            </a:r>
            <a:r>
              <a:rPr kumimoji="1" lang="zh-CN" altLang="en-US" sz="3600" b="1">
                <a:solidFill>
                  <a:srgbClr val="0000FF"/>
                </a:solidFill>
                <a:latin typeface="Times New Roman" charset="0"/>
                <a:ea typeface="隶书" charset="0"/>
              </a:rPr>
              <a:t>兄弟）</a:t>
            </a:r>
          </a:p>
          <a:p>
            <a:pPr>
              <a:lnSpc>
                <a:spcPct val="80000"/>
              </a:lnSpc>
            </a:pPr>
            <a:r>
              <a:rPr kumimoji="1" lang="zh-CN" altLang="en-US" sz="3600" b="1">
                <a:solidFill>
                  <a:srgbClr val="0000FF"/>
                </a:solidFill>
                <a:latin typeface="Times New Roman" charset="0"/>
                <a:ea typeface="隶书" charset="0"/>
              </a:rPr>
              <a:t>存储表示法</a:t>
            </a:r>
            <a:endParaRPr kumimoji="1" lang="zh-CN" altLang="en-US" sz="4400">
              <a:latin typeface="Times New Roman" charset="0"/>
            </a:endParaRPr>
          </a:p>
        </p:txBody>
      </p:sp>
      <p:sp>
        <p:nvSpPr>
          <p:cNvPr id="268372" name="AutoShape 84">
            <a:hlinkClick r:id="" action="ppaction://hlinkshowjump?jump=nextslide" highlightClick="1"/>
          </p:cNvPr>
          <p:cNvSpPr>
            <a:spLocks noChangeArrowheads="1"/>
          </p:cNvSpPr>
          <p:nvPr/>
        </p:nvSpPr>
        <p:spPr bwMode="auto">
          <a:xfrm>
            <a:off x="8458200" y="4724400"/>
            <a:ext cx="304800" cy="304800"/>
          </a:xfrm>
          <a:prstGeom prst="actionButtonForwardNext">
            <a:avLst/>
          </a:prstGeom>
          <a:solidFill>
            <a:srgbClr val="FFCC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8373" name="AutoShape 85">
            <a:hlinkClick r:id="rId2" action="ppaction://hlinksldjump" highlightClick="1"/>
          </p:cNvPr>
          <p:cNvSpPr>
            <a:spLocks noChangeArrowheads="1"/>
          </p:cNvSpPr>
          <p:nvPr/>
        </p:nvSpPr>
        <p:spPr bwMode="auto">
          <a:xfrm>
            <a:off x="6096000" y="6172200"/>
            <a:ext cx="304800" cy="304800"/>
          </a:xfrm>
          <a:prstGeom prst="actionButtonForwardNext">
            <a:avLst/>
          </a:prstGeom>
          <a:solidFill>
            <a:srgbClr val="CAF2CE"/>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815243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8371"/>
                                        </p:tgtEl>
                                        <p:attrNameLst>
                                          <p:attrName>style.visibility</p:attrName>
                                        </p:attrNameLst>
                                      </p:cBhvr>
                                      <p:to>
                                        <p:strVal val="visible"/>
                                      </p:to>
                                    </p:set>
                                    <p:anim calcmode="lin" valueType="num">
                                      <p:cBhvr additive="base">
                                        <p:cTn id="7" dur="500" fill="hold"/>
                                        <p:tgtEl>
                                          <p:spTgt spid="268371"/>
                                        </p:tgtEl>
                                        <p:attrNameLst>
                                          <p:attrName>ppt_x</p:attrName>
                                        </p:attrNameLst>
                                      </p:cBhvr>
                                      <p:tavLst>
                                        <p:tav tm="0">
                                          <p:val>
                                            <p:strVal val="#ppt_x"/>
                                          </p:val>
                                        </p:tav>
                                        <p:tav tm="100000">
                                          <p:val>
                                            <p:strVal val="#ppt_x"/>
                                          </p:val>
                                        </p:tav>
                                      </p:tavLst>
                                    </p:anim>
                                    <p:anim calcmode="lin" valueType="num">
                                      <p:cBhvr additive="base">
                                        <p:cTn id="8" dur="500" fill="hold"/>
                                        <p:tgtEl>
                                          <p:spTgt spid="26837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68348"/>
                                        </p:tgtEl>
                                        <p:attrNameLst>
                                          <p:attrName>style.visibility</p:attrName>
                                        </p:attrNameLst>
                                      </p:cBhvr>
                                      <p:to>
                                        <p:strVal val="visible"/>
                                      </p:to>
                                    </p:se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268349"/>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268350"/>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268351"/>
                                        </p:tgtEl>
                                        <p:attrNameLst>
                                          <p:attrName>style.visibility</p:attrName>
                                        </p:attrNameLst>
                                      </p:cBhvr>
                                      <p:to>
                                        <p:strVal val="visible"/>
                                      </p:to>
                                    </p:set>
                                  </p:childTnLst>
                                </p:cTn>
                              </p:par>
                            </p:childTnLst>
                          </p:cTn>
                        </p:par>
                        <p:par>
                          <p:cTn id="22" fill="hold" nodeType="afterGroup">
                            <p:stCondLst>
                              <p:cond delay="2000"/>
                            </p:stCondLst>
                            <p:childTnLst>
                              <p:par>
                                <p:cTn id="23" presetID="1" presetClass="entr" presetSubtype="0" fill="hold" grpId="0" nodeType="afterEffect">
                                  <p:stCondLst>
                                    <p:cond delay="0"/>
                                  </p:stCondLst>
                                  <p:childTnLst>
                                    <p:set>
                                      <p:cBhvr>
                                        <p:cTn id="24" dur="1" fill="hold">
                                          <p:stCondLst>
                                            <p:cond delay="499"/>
                                          </p:stCondLst>
                                        </p:cTn>
                                        <p:tgtEl>
                                          <p:spTgt spid="268352"/>
                                        </p:tgtEl>
                                        <p:attrNameLst>
                                          <p:attrName>style.visibility</p:attrName>
                                        </p:attrNameLst>
                                      </p:cBhvr>
                                      <p:to>
                                        <p:strVal val="visible"/>
                                      </p:to>
                                    </p:set>
                                  </p:childTnLst>
                                </p:cTn>
                              </p:par>
                            </p:childTnLst>
                          </p:cTn>
                        </p:par>
                        <p:par>
                          <p:cTn id="25" fill="hold" nodeType="afterGroup">
                            <p:stCondLst>
                              <p:cond delay="2500"/>
                            </p:stCondLst>
                            <p:childTnLst>
                              <p:par>
                                <p:cTn id="26" presetID="1" presetClass="entr" presetSubtype="0" fill="hold" grpId="0" nodeType="afterEffect">
                                  <p:stCondLst>
                                    <p:cond delay="0"/>
                                  </p:stCondLst>
                                  <p:childTnLst>
                                    <p:set>
                                      <p:cBhvr>
                                        <p:cTn id="27" dur="1" fill="hold">
                                          <p:stCondLst>
                                            <p:cond delay="499"/>
                                          </p:stCondLst>
                                        </p:cTn>
                                        <p:tgtEl>
                                          <p:spTgt spid="268353"/>
                                        </p:tgtEl>
                                        <p:attrNameLst>
                                          <p:attrName>style.visibility</p:attrName>
                                        </p:attrNameLst>
                                      </p:cBhvr>
                                      <p:to>
                                        <p:strVal val="visible"/>
                                      </p:to>
                                    </p:set>
                                  </p:childTnLst>
                                </p:cTn>
                              </p:par>
                            </p:childTnLst>
                          </p:cTn>
                        </p:par>
                        <p:par>
                          <p:cTn id="28" fill="hold" nodeType="afterGroup">
                            <p:stCondLst>
                              <p:cond delay="3000"/>
                            </p:stCondLst>
                            <p:childTnLst>
                              <p:par>
                                <p:cTn id="29" presetID="1" presetClass="entr" presetSubtype="0" fill="hold" grpId="0" nodeType="afterEffect">
                                  <p:stCondLst>
                                    <p:cond delay="0"/>
                                  </p:stCondLst>
                                  <p:childTnLst>
                                    <p:set>
                                      <p:cBhvr>
                                        <p:cTn id="30" dur="1" fill="hold">
                                          <p:stCondLst>
                                            <p:cond delay="499"/>
                                          </p:stCondLst>
                                        </p:cTn>
                                        <p:tgtEl>
                                          <p:spTgt spid="268354"/>
                                        </p:tgtEl>
                                        <p:attrNameLst>
                                          <p:attrName>style.visibility</p:attrName>
                                        </p:attrNameLst>
                                      </p:cBhvr>
                                      <p:to>
                                        <p:strVal val="visible"/>
                                      </p:to>
                                    </p:set>
                                  </p:childTnLst>
                                </p:cTn>
                              </p:par>
                            </p:childTnLst>
                          </p:cTn>
                        </p:par>
                        <p:par>
                          <p:cTn id="31" fill="hold" nodeType="afterGroup">
                            <p:stCondLst>
                              <p:cond delay="3500"/>
                            </p:stCondLst>
                            <p:childTnLst>
                              <p:par>
                                <p:cTn id="32" presetID="1" presetClass="entr" presetSubtype="0" fill="hold" grpId="0" nodeType="afterEffect">
                                  <p:stCondLst>
                                    <p:cond delay="0"/>
                                  </p:stCondLst>
                                  <p:childTnLst>
                                    <p:set>
                                      <p:cBhvr>
                                        <p:cTn id="33" dur="1" fill="hold">
                                          <p:stCondLst>
                                            <p:cond delay="499"/>
                                          </p:stCondLst>
                                        </p:cTn>
                                        <p:tgtEl>
                                          <p:spTgt spid="268355"/>
                                        </p:tgtEl>
                                        <p:attrNameLst>
                                          <p:attrName>style.visibility</p:attrName>
                                        </p:attrNameLst>
                                      </p:cBhvr>
                                      <p:to>
                                        <p:strVal val="visible"/>
                                      </p:to>
                                    </p:set>
                                  </p:childTnLst>
                                </p:cTn>
                              </p:par>
                            </p:childTnLst>
                          </p:cTn>
                        </p:par>
                        <p:par>
                          <p:cTn id="34" fill="hold" nodeType="afterGroup">
                            <p:stCondLst>
                              <p:cond delay="4000"/>
                            </p:stCondLst>
                            <p:childTnLst>
                              <p:par>
                                <p:cTn id="35" presetID="1" presetClass="entr" presetSubtype="0" fill="hold" grpId="0" nodeType="afterEffect">
                                  <p:stCondLst>
                                    <p:cond delay="0"/>
                                  </p:stCondLst>
                                  <p:childTnLst>
                                    <p:set>
                                      <p:cBhvr>
                                        <p:cTn id="36" dur="1" fill="hold">
                                          <p:stCondLst>
                                            <p:cond delay="499"/>
                                          </p:stCondLst>
                                        </p:cTn>
                                        <p:tgtEl>
                                          <p:spTgt spid="268356"/>
                                        </p:tgtEl>
                                        <p:attrNameLst>
                                          <p:attrName>style.visibility</p:attrName>
                                        </p:attrNameLst>
                                      </p:cBhvr>
                                      <p:to>
                                        <p:strVal val="visible"/>
                                      </p:to>
                                    </p:set>
                                  </p:childTnLst>
                                </p:cTn>
                              </p:par>
                            </p:childTnLst>
                          </p:cTn>
                        </p:par>
                        <p:par>
                          <p:cTn id="37" fill="hold" nodeType="afterGroup">
                            <p:stCondLst>
                              <p:cond delay="4500"/>
                            </p:stCondLst>
                            <p:childTnLst>
                              <p:par>
                                <p:cTn id="38" presetID="1" presetClass="entr" presetSubtype="0" fill="hold" grpId="0" nodeType="afterEffect">
                                  <p:stCondLst>
                                    <p:cond delay="0"/>
                                  </p:stCondLst>
                                  <p:childTnLst>
                                    <p:set>
                                      <p:cBhvr>
                                        <p:cTn id="39" dur="1" fill="hold">
                                          <p:stCondLst>
                                            <p:cond delay="499"/>
                                          </p:stCondLst>
                                        </p:cTn>
                                        <p:tgtEl>
                                          <p:spTgt spid="268357"/>
                                        </p:tgtEl>
                                        <p:attrNameLst>
                                          <p:attrName>style.visibility</p:attrName>
                                        </p:attrNameLst>
                                      </p:cBhvr>
                                      <p:to>
                                        <p:strVal val="visible"/>
                                      </p:to>
                                    </p:set>
                                  </p:childTnLst>
                                </p:cTn>
                              </p:par>
                            </p:childTnLst>
                          </p:cTn>
                        </p:par>
                        <p:par>
                          <p:cTn id="40" fill="hold" nodeType="afterGroup">
                            <p:stCondLst>
                              <p:cond delay="5000"/>
                            </p:stCondLst>
                            <p:childTnLst>
                              <p:par>
                                <p:cTn id="41" presetID="1" presetClass="entr" presetSubtype="0" fill="hold" grpId="0" nodeType="afterEffect">
                                  <p:stCondLst>
                                    <p:cond delay="0"/>
                                  </p:stCondLst>
                                  <p:childTnLst>
                                    <p:set>
                                      <p:cBhvr>
                                        <p:cTn id="42" dur="1" fill="hold">
                                          <p:stCondLst>
                                            <p:cond delay="499"/>
                                          </p:stCondLst>
                                        </p:cTn>
                                        <p:tgtEl>
                                          <p:spTgt spid="268358"/>
                                        </p:tgtEl>
                                        <p:attrNameLst>
                                          <p:attrName>style.visibility</p:attrName>
                                        </p:attrNameLst>
                                      </p:cBhvr>
                                      <p:to>
                                        <p:strVal val="visible"/>
                                      </p:to>
                                    </p:set>
                                  </p:childTnLst>
                                </p:cTn>
                              </p:par>
                            </p:childTnLst>
                          </p:cTn>
                        </p:par>
                        <p:par>
                          <p:cTn id="43" fill="hold" nodeType="afterGroup">
                            <p:stCondLst>
                              <p:cond delay="5500"/>
                            </p:stCondLst>
                            <p:childTnLst>
                              <p:par>
                                <p:cTn id="44" presetID="1" presetClass="entr" presetSubtype="0" fill="hold" grpId="0" nodeType="afterEffect">
                                  <p:stCondLst>
                                    <p:cond delay="0"/>
                                  </p:stCondLst>
                                  <p:childTnLst>
                                    <p:set>
                                      <p:cBhvr>
                                        <p:cTn id="45" dur="1" fill="hold">
                                          <p:stCondLst>
                                            <p:cond delay="499"/>
                                          </p:stCondLst>
                                        </p:cTn>
                                        <p:tgtEl>
                                          <p:spTgt spid="268359"/>
                                        </p:tgtEl>
                                        <p:attrNameLst>
                                          <p:attrName>style.visibility</p:attrName>
                                        </p:attrNameLst>
                                      </p:cBhvr>
                                      <p:to>
                                        <p:strVal val="visible"/>
                                      </p:to>
                                    </p:set>
                                  </p:childTnLst>
                                </p:cTn>
                              </p:par>
                            </p:childTnLst>
                          </p:cTn>
                        </p:par>
                        <p:par>
                          <p:cTn id="46" fill="hold" nodeType="afterGroup">
                            <p:stCondLst>
                              <p:cond delay="6000"/>
                            </p:stCondLst>
                            <p:childTnLst>
                              <p:par>
                                <p:cTn id="47" presetID="1" presetClass="entr" presetSubtype="0" fill="hold" grpId="0" nodeType="afterEffect">
                                  <p:stCondLst>
                                    <p:cond delay="0"/>
                                  </p:stCondLst>
                                  <p:childTnLst>
                                    <p:set>
                                      <p:cBhvr>
                                        <p:cTn id="48" dur="1" fill="hold">
                                          <p:stCondLst>
                                            <p:cond delay="499"/>
                                          </p:stCondLst>
                                        </p:cTn>
                                        <p:tgtEl>
                                          <p:spTgt spid="268368"/>
                                        </p:tgtEl>
                                        <p:attrNameLst>
                                          <p:attrName>style.visibility</p:attrName>
                                        </p:attrNameLst>
                                      </p:cBhvr>
                                      <p:to>
                                        <p:strVal val="visible"/>
                                      </p:to>
                                    </p:set>
                                  </p:childTnLst>
                                </p:cTn>
                              </p:par>
                            </p:childTnLst>
                          </p:cTn>
                        </p:par>
                        <p:par>
                          <p:cTn id="49" fill="hold" nodeType="afterGroup">
                            <p:stCondLst>
                              <p:cond delay="6500"/>
                            </p:stCondLst>
                            <p:childTnLst>
                              <p:par>
                                <p:cTn id="50" presetID="1" presetClass="entr" presetSubtype="0" fill="hold" grpId="0" nodeType="afterEffect">
                                  <p:stCondLst>
                                    <p:cond delay="0"/>
                                  </p:stCondLst>
                                  <p:childTnLst>
                                    <p:set>
                                      <p:cBhvr>
                                        <p:cTn id="51" dur="1" fill="hold">
                                          <p:stCondLst>
                                            <p:cond delay="499"/>
                                          </p:stCondLst>
                                        </p:cTn>
                                        <p:tgtEl>
                                          <p:spTgt spid="268369"/>
                                        </p:tgtEl>
                                        <p:attrNameLst>
                                          <p:attrName>style.visibility</p:attrName>
                                        </p:attrNameLst>
                                      </p:cBhvr>
                                      <p:to>
                                        <p:strVal val="visible"/>
                                      </p:to>
                                    </p:set>
                                  </p:childTnLst>
                                </p:cTn>
                              </p:par>
                            </p:childTnLst>
                          </p:cTn>
                        </p:par>
                        <p:par>
                          <p:cTn id="52" fill="hold" nodeType="afterGroup">
                            <p:stCondLst>
                              <p:cond delay="7000"/>
                            </p:stCondLst>
                            <p:childTnLst>
                              <p:par>
                                <p:cTn id="53" presetID="1" presetClass="entr" presetSubtype="0" fill="hold" nodeType="afterEffect">
                                  <p:stCondLst>
                                    <p:cond delay="0"/>
                                  </p:stCondLst>
                                  <p:childTnLst>
                                    <p:set>
                                      <p:cBhvr>
                                        <p:cTn id="54" dur="1" fill="hold">
                                          <p:stCondLst>
                                            <p:cond delay="499"/>
                                          </p:stCondLst>
                                        </p:cTn>
                                        <p:tgtEl>
                                          <p:spTgt spid="2683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348" grpId="0" autoUpdateAnimBg="0"/>
      <p:bldP spid="268349" grpId="0" animBg="1"/>
      <p:bldP spid="268350" grpId="0" animBg="1"/>
      <p:bldP spid="268351" grpId="0" animBg="1"/>
      <p:bldP spid="268352" grpId="0" animBg="1"/>
      <p:bldP spid="268353" grpId="0" animBg="1"/>
      <p:bldP spid="268354" grpId="0" animBg="1"/>
      <p:bldP spid="268355" grpId="0" animBg="1"/>
      <p:bldP spid="268356" grpId="0" animBg="1"/>
      <p:bldP spid="268357" grpId="0" animBg="1"/>
      <p:bldP spid="268358" grpId="0" animBg="1"/>
      <p:bldP spid="268359" grpId="0" animBg="1"/>
      <p:bldP spid="268368" grpId="0" animBg="1"/>
      <p:bldP spid="268369" grpId="0" animBg="1"/>
      <p:bldP spid="268371" grpId="0"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p:cNvSpPr txBox="1">
            <a:spLocks noChangeArrowheads="1"/>
          </p:cNvSpPr>
          <p:nvPr/>
        </p:nvSpPr>
        <p:spPr bwMode="auto">
          <a:xfrm>
            <a:off x="609600" y="2025650"/>
            <a:ext cx="7856538" cy="429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en-US" altLang="zh-CN" sz="4800" b="1">
                <a:solidFill>
                  <a:schemeClr val="tx2"/>
                </a:solidFill>
                <a:latin typeface="Times New Roman" charset="0"/>
                <a:ea typeface="楷体_GB2312" charset="0"/>
              </a:rPr>
              <a:t>typedef struct</a:t>
            </a:r>
            <a:r>
              <a:rPr kumimoji="1" lang="en-US" altLang="zh-CN" sz="4800">
                <a:solidFill>
                  <a:schemeClr val="tx2"/>
                </a:solidFill>
                <a:latin typeface="Times New Roman" charset="0"/>
                <a:ea typeface="楷体_GB2312" charset="0"/>
              </a:rPr>
              <a:t> CSNode</a:t>
            </a:r>
            <a:r>
              <a:rPr kumimoji="1" lang="en-US" altLang="zh-CN" sz="4800" b="1">
                <a:solidFill>
                  <a:schemeClr val="tx2"/>
                </a:solidFill>
                <a:latin typeface="Times New Roman" charset="0"/>
                <a:ea typeface="楷体_GB2312" charset="0"/>
              </a:rPr>
              <a:t>{</a:t>
            </a:r>
            <a:endParaRPr kumimoji="1" lang="en-US" altLang="zh-CN" sz="4800">
              <a:solidFill>
                <a:schemeClr val="tx2"/>
              </a:solidFill>
              <a:latin typeface="Times New Roman" charset="0"/>
              <a:ea typeface="楷体_GB2312" charset="0"/>
            </a:endParaRPr>
          </a:p>
          <a:p>
            <a:pPr>
              <a:lnSpc>
                <a:spcPct val="115000"/>
              </a:lnSpc>
            </a:pPr>
            <a:r>
              <a:rPr kumimoji="1" lang="en-US" altLang="zh-CN" sz="4800">
                <a:solidFill>
                  <a:schemeClr val="tx2"/>
                </a:solidFill>
                <a:latin typeface="Times New Roman" charset="0"/>
                <a:ea typeface="楷体_GB2312" charset="0"/>
              </a:rPr>
              <a:t>     Elem          data;</a:t>
            </a:r>
          </a:p>
          <a:p>
            <a:pPr>
              <a:lnSpc>
                <a:spcPct val="115000"/>
              </a:lnSpc>
            </a:pPr>
            <a:r>
              <a:rPr kumimoji="1" lang="en-US" altLang="zh-CN"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struct</a:t>
            </a:r>
            <a:r>
              <a:rPr kumimoji="1" lang="en-US" altLang="zh-CN" sz="4800">
                <a:solidFill>
                  <a:schemeClr val="tx2"/>
                </a:solidFill>
                <a:latin typeface="Times New Roman" charset="0"/>
                <a:ea typeface="楷体_GB2312" charset="0"/>
              </a:rPr>
              <a:t> CSNode  </a:t>
            </a:r>
          </a:p>
          <a:p>
            <a:pPr>
              <a:lnSpc>
                <a:spcPct val="115000"/>
              </a:lnSpc>
            </a:pPr>
            <a:r>
              <a:rPr kumimoji="1" lang="en-US" altLang="zh-CN" sz="4800">
                <a:solidFill>
                  <a:schemeClr val="tx2"/>
                </a:solidFill>
                <a:latin typeface="Times New Roman" charset="0"/>
                <a:ea typeface="楷体_GB2312" charset="0"/>
              </a:rPr>
              <a:t>           </a:t>
            </a: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firstchild, </a:t>
            </a: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nextsibling;</a:t>
            </a:r>
          </a:p>
          <a:p>
            <a:pPr>
              <a:lnSpc>
                <a:spcPct val="115000"/>
              </a:lnSpc>
            </a:pP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 CSNode, </a:t>
            </a:r>
            <a:r>
              <a:rPr kumimoji="1" lang="en-US" altLang="zh-CN" sz="4800" b="1">
                <a:solidFill>
                  <a:schemeClr val="tx2"/>
                </a:solidFill>
                <a:latin typeface="Times New Roman" charset="0"/>
                <a:ea typeface="楷体_GB2312" charset="0"/>
              </a:rPr>
              <a:t>*</a:t>
            </a:r>
            <a:r>
              <a:rPr kumimoji="1" lang="en-US" altLang="zh-CN" sz="4800">
                <a:solidFill>
                  <a:schemeClr val="tx2"/>
                </a:solidFill>
                <a:latin typeface="Times New Roman" charset="0"/>
                <a:ea typeface="楷体_GB2312" charset="0"/>
              </a:rPr>
              <a:t>CSTree;</a:t>
            </a:r>
            <a:endParaRPr kumimoji="1" lang="en-US" altLang="zh-CN" sz="4800">
              <a:solidFill>
                <a:schemeClr val="tx2"/>
              </a:solidFill>
              <a:latin typeface="Times New Roman" charset="0"/>
            </a:endParaRPr>
          </a:p>
        </p:txBody>
      </p:sp>
      <p:sp>
        <p:nvSpPr>
          <p:cNvPr id="269315" name="Text Box 3"/>
          <p:cNvSpPr txBox="1">
            <a:spLocks noChangeArrowheads="1"/>
          </p:cNvSpPr>
          <p:nvPr/>
        </p:nvSpPr>
        <p:spPr bwMode="auto">
          <a:xfrm>
            <a:off x="1371600" y="152400"/>
            <a:ext cx="47910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b="1">
                <a:solidFill>
                  <a:srgbClr val="000099"/>
                </a:solidFill>
                <a:latin typeface="Times New Roman" charset="0"/>
                <a:ea typeface="隶书" charset="0"/>
              </a:rPr>
              <a:t>C</a:t>
            </a:r>
            <a:r>
              <a:rPr kumimoji="1" lang="zh-CN" altLang="zh-CN" sz="4400" b="1">
                <a:solidFill>
                  <a:srgbClr val="000099"/>
                </a:solidFill>
                <a:latin typeface="隶书" charset="0"/>
                <a:ea typeface="隶书" charset="0"/>
              </a:rPr>
              <a:t>语言的类型描述:</a:t>
            </a:r>
            <a:endParaRPr kumimoji="1" lang="en-US" altLang="zh-CN" sz="2400">
              <a:latin typeface="Times New Roman" charset="0"/>
            </a:endParaRPr>
          </a:p>
        </p:txBody>
      </p:sp>
      <p:sp>
        <p:nvSpPr>
          <p:cNvPr id="269316" name="Rectangle 4"/>
          <p:cNvSpPr>
            <a:spLocks noChangeArrowheads="1"/>
          </p:cNvSpPr>
          <p:nvPr/>
        </p:nvSpPr>
        <p:spPr bwMode="auto">
          <a:xfrm>
            <a:off x="533400" y="1219200"/>
            <a:ext cx="2624138"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zh-CN" altLang="en-US" sz="4400" b="1">
                <a:solidFill>
                  <a:srgbClr val="990033"/>
                </a:solidFill>
                <a:latin typeface="Times New Roman" charset="0"/>
                <a:ea typeface="楷体_GB2312" charset="0"/>
              </a:rPr>
              <a:t>结点结构</a:t>
            </a:r>
            <a:r>
              <a:rPr kumimoji="1" lang="en-US" altLang="zh-CN" sz="4400" b="1">
                <a:solidFill>
                  <a:srgbClr val="990033"/>
                </a:solidFill>
                <a:latin typeface="Times New Roman" charset="0"/>
                <a:ea typeface="楷体_GB2312" charset="0"/>
              </a:rPr>
              <a:t>:</a:t>
            </a:r>
            <a:endParaRPr kumimoji="1" lang="en-US" altLang="zh-CN" sz="4800" b="1">
              <a:solidFill>
                <a:srgbClr val="990033"/>
              </a:solidFill>
              <a:latin typeface="Times New Roman" charset="0"/>
              <a:ea typeface="楷体_GB2312" charset="0"/>
            </a:endParaRPr>
          </a:p>
        </p:txBody>
      </p:sp>
      <p:sp>
        <p:nvSpPr>
          <p:cNvPr id="269317" name="Text Box 5"/>
          <p:cNvSpPr txBox="1">
            <a:spLocks noChangeArrowheads="1"/>
          </p:cNvSpPr>
          <p:nvPr/>
        </p:nvSpPr>
        <p:spPr bwMode="auto">
          <a:xfrm>
            <a:off x="3505200" y="1447800"/>
            <a:ext cx="5638800" cy="666750"/>
          </a:xfrm>
          <a:prstGeom prst="rect">
            <a:avLst/>
          </a:prstGeom>
          <a:solidFill>
            <a:srgbClr val="FFFF99">
              <a:alpha val="50000"/>
            </a:srgbClr>
          </a:solidFill>
          <a:ln w="25400" cap="sq">
            <a:solidFill>
              <a:srgbClr val="99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600">
                <a:latin typeface="Times New Roman" charset="0"/>
              </a:rPr>
              <a:t> </a:t>
            </a:r>
            <a:r>
              <a:rPr kumimoji="1" lang="en-US" altLang="zh-CN" sz="3600" b="1">
                <a:solidFill>
                  <a:srgbClr val="990000"/>
                </a:solidFill>
                <a:latin typeface="Times New Roman" charset="0"/>
              </a:rPr>
              <a:t>firstchild  data  nextsibling</a:t>
            </a:r>
            <a:endParaRPr kumimoji="1" lang="en-US" altLang="zh-CN" sz="4000">
              <a:latin typeface="Times New Roman" charset="0"/>
            </a:endParaRPr>
          </a:p>
        </p:txBody>
      </p:sp>
      <p:sp>
        <p:nvSpPr>
          <p:cNvPr id="269318" name="Line 6"/>
          <p:cNvSpPr>
            <a:spLocks noChangeShapeType="1"/>
          </p:cNvSpPr>
          <p:nvPr/>
        </p:nvSpPr>
        <p:spPr bwMode="auto">
          <a:xfrm>
            <a:off x="6705600" y="1447800"/>
            <a:ext cx="0" cy="685800"/>
          </a:xfrm>
          <a:prstGeom prst="line">
            <a:avLst/>
          </a:prstGeom>
          <a:noFill/>
          <a:ln w="127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9319" name="Line 7"/>
          <p:cNvSpPr>
            <a:spLocks noChangeShapeType="1"/>
          </p:cNvSpPr>
          <p:nvPr/>
        </p:nvSpPr>
        <p:spPr bwMode="auto">
          <a:xfrm>
            <a:off x="5562600" y="1447800"/>
            <a:ext cx="0" cy="685800"/>
          </a:xfrm>
          <a:prstGeom prst="line">
            <a:avLst/>
          </a:prstGeom>
          <a:noFill/>
          <a:ln w="12700"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9320" name="AutoShape 8">
            <a:hlinkClick r:id="" action="ppaction://hlinkshowjump?jump=previousslide" highlightClick="1"/>
          </p:cNvPr>
          <p:cNvSpPr>
            <a:spLocks noChangeArrowheads="1"/>
          </p:cNvSpPr>
          <p:nvPr/>
        </p:nvSpPr>
        <p:spPr bwMode="auto">
          <a:xfrm>
            <a:off x="8458200" y="6324600"/>
            <a:ext cx="304800" cy="304800"/>
          </a:xfrm>
          <a:prstGeom prst="actionButtonBackPrevious">
            <a:avLst/>
          </a:prstGeom>
          <a:solidFill>
            <a:srgbClr val="FFCC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896592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69315"/>
                                        </p:tgtEl>
                                        <p:attrNameLst>
                                          <p:attrName>style.visibility</p:attrName>
                                        </p:attrNameLst>
                                      </p:cBhvr>
                                      <p:to>
                                        <p:strVal val="visible"/>
                                      </p:to>
                                    </p:set>
                                    <p:anim calcmode="lin" valueType="num">
                                      <p:cBhvr additive="base">
                                        <p:cTn id="7" dur="500" fill="hold"/>
                                        <p:tgtEl>
                                          <p:spTgt spid="269315"/>
                                        </p:tgtEl>
                                        <p:attrNameLst>
                                          <p:attrName>ppt_x</p:attrName>
                                        </p:attrNameLst>
                                      </p:cBhvr>
                                      <p:tavLst>
                                        <p:tav tm="0">
                                          <p:val>
                                            <p:strVal val="#ppt_x"/>
                                          </p:val>
                                        </p:tav>
                                        <p:tav tm="100000">
                                          <p:val>
                                            <p:strVal val="#ppt_x"/>
                                          </p:val>
                                        </p:tav>
                                      </p:tavLst>
                                    </p:anim>
                                    <p:anim calcmode="lin" valueType="num">
                                      <p:cBhvr additive="base">
                                        <p:cTn id="8" dur="500" fill="hold"/>
                                        <p:tgtEl>
                                          <p:spTgt spid="26931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9316"/>
                                        </p:tgtEl>
                                        <p:attrNameLst>
                                          <p:attrName>style.visibility</p:attrName>
                                        </p:attrNameLst>
                                      </p:cBhvr>
                                      <p:to>
                                        <p:strVal val="visible"/>
                                      </p:to>
                                    </p:set>
                                    <p:anim calcmode="lin" valueType="num">
                                      <p:cBhvr additive="base">
                                        <p:cTn id="13" dur="500" fill="hold"/>
                                        <p:tgtEl>
                                          <p:spTgt spid="269316"/>
                                        </p:tgtEl>
                                        <p:attrNameLst>
                                          <p:attrName>ppt_x</p:attrName>
                                        </p:attrNameLst>
                                      </p:cBhvr>
                                      <p:tavLst>
                                        <p:tav tm="0">
                                          <p:val>
                                            <p:strVal val="0-#ppt_w/2"/>
                                          </p:val>
                                        </p:tav>
                                        <p:tav tm="100000">
                                          <p:val>
                                            <p:strVal val="#ppt_x"/>
                                          </p:val>
                                        </p:tav>
                                      </p:tavLst>
                                    </p:anim>
                                    <p:anim calcmode="lin" valueType="num">
                                      <p:cBhvr additive="base">
                                        <p:cTn id="14" dur="500" fill="hold"/>
                                        <p:tgtEl>
                                          <p:spTgt spid="26931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1" fill="hold" grpId="0" nodeType="clickEffect">
                                  <p:stCondLst>
                                    <p:cond delay="0"/>
                                  </p:stCondLst>
                                  <p:childTnLst>
                                    <p:set>
                                      <p:cBhvr>
                                        <p:cTn id="18" dur="1" fill="hold">
                                          <p:stCondLst>
                                            <p:cond delay="0"/>
                                          </p:stCondLst>
                                        </p:cTn>
                                        <p:tgtEl>
                                          <p:spTgt spid="269317"/>
                                        </p:tgtEl>
                                        <p:attrNameLst>
                                          <p:attrName>style.visibility</p:attrName>
                                        </p:attrNameLst>
                                      </p:cBhvr>
                                      <p:to>
                                        <p:strVal val="visible"/>
                                      </p:to>
                                    </p:set>
                                    <p:animEffect transition="in" filter="slide(fromTop)">
                                      <p:cBhvr>
                                        <p:cTn id="19" dur="500"/>
                                        <p:tgtEl>
                                          <p:spTgt spid="269317"/>
                                        </p:tgtEl>
                                      </p:cBhvr>
                                    </p:animEffect>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269318"/>
                                        </p:tgtEl>
                                        <p:attrNameLst>
                                          <p:attrName>style.visibility</p:attrName>
                                        </p:attrNameLst>
                                      </p:cBhvr>
                                      <p:to>
                                        <p:strVal val="visible"/>
                                      </p:to>
                                    </p:set>
                                  </p:childTnLst>
                                </p:cTn>
                              </p:par>
                            </p:childTnLst>
                          </p:cTn>
                        </p:par>
                        <p:par>
                          <p:cTn id="23" fill="hold" nodeType="afterGroup">
                            <p:stCondLst>
                              <p:cond delay="1000"/>
                            </p:stCondLst>
                            <p:childTnLst>
                              <p:par>
                                <p:cTn id="24" presetID="1" presetClass="entr" presetSubtype="0" fill="hold" grpId="0" nodeType="afterEffect">
                                  <p:stCondLst>
                                    <p:cond delay="0"/>
                                  </p:stCondLst>
                                  <p:childTnLst>
                                    <p:set>
                                      <p:cBhvr>
                                        <p:cTn id="25" dur="1" fill="hold">
                                          <p:stCondLst>
                                            <p:cond delay="499"/>
                                          </p:stCondLst>
                                        </p:cTn>
                                        <p:tgtEl>
                                          <p:spTgt spid="26931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6" fill="hold" grpId="0" nodeType="clickEffect">
                                  <p:stCondLst>
                                    <p:cond delay="0"/>
                                  </p:stCondLst>
                                  <p:childTnLst>
                                    <p:set>
                                      <p:cBhvr>
                                        <p:cTn id="29" dur="1" fill="hold">
                                          <p:stCondLst>
                                            <p:cond delay="0"/>
                                          </p:stCondLst>
                                        </p:cTn>
                                        <p:tgtEl>
                                          <p:spTgt spid="269314"/>
                                        </p:tgtEl>
                                        <p:attrNameLst>
                                          <p:attrName>style.visibility</p:attrName>
                                        </p:attrNameLst>
                                      </p:cBhvr>
                                      <p:to>
                                        <p:strVal val="visible"/>
                                      </p:to>
                                    </p:set>
                                    <p:anim calcmode="lin" valueType="num">
                                      <p:cBhvr additive="base">
                                        <p:cTn id="30" dur="500" fill="hold"/>
                                        <p:tgtEl>
                                          <p:spTgt spid="269314"/>
                                        </p:tgtEl>
                                        <p:attrNameLst>
                                          <p:attrName>ppt_x</p:attrName>
                                        </p:attrNameLst>
                                      </p:cBhvr>
                                      <p:tavLst>
                                        <p:tav tm="0">
                                          <p:val>
                                            <p:strVal val="1+#ppt_w/2"/>
                                          </p:val>
                                        </p:tav>
                                        <p:tav tm="100000">
                                          <p:val>
                                            <p:strVal val="#ppt_x"/>
                                          </p:val>
                                        </p:tav>
                                      </p:tavLst>
                                    </p:anim>
                                    <p:anim calcmode="lin" valueType="num">
                                      <p:cBhvr additive="base">
                                        <p:cTn id="31" dur="500" fill="hold"/>
                                        <p:tgtEl>
                                          <p:spTgt spid="269314"/>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500"/>
                            </p:stCondLst>
                            <p:childTnLst>
                              <p:par>
                                <p:cTn id="33" presetID="2" presetClass="entr" presetSubtype="6" fill="hold" grpId="0" nodeType="afterEffect">
                                  <p:stCondLst>
                                    <p:cond delay="0"/>
                                  </p:stCondLst>
                                  <p:childTnLst>
                                    <p:set>
                                      <p:cBhvr>
                                        <p:cTn id="34" dur="1" fill="hold">
                                          <p:stCondLst>
                                            <p:cond delay="0"/>
                                          </p:stCondLst>
                                        </p:cTn>
                                        <p:tgtEl>
                                          <p:spTgt spid="269320"/>
                                        </p:tgtEl>
                                        <p:attrNameLst>
                                          <p:attrName>style.visibility</p:attrName>
                                        </p:attrNameLst>
                                      </p:cBhvr>
                                      <p:to>
                                        <p:strVal val="visible"/>
                                      </p:to>
                                    </p:set>
                                    <p:anim calcmode="lin" valueType="num">
                                      <p:cBhvr additive="base">
                                        <p:cTn id="35" dur="500" fill="hold"/>
                                        <p:tgtEl>
                                          <p:spTgt spid="269320"/>
                                        </p:tgtEl>
                                        <p:attrNameLst>
                                          <p:attrName>ppt_x</p:attrName>
                                        </p:attrNameLst>
                                      </p:cBhvr>
                                      <p:tavLst>
                                        <p:tav tm="0">
                                          <p:val>
                                            <p:strVal val="1+#ppt_w/2"/>
                                          </p:val>
                                        </p:tav>
                                        <p:tav tm="100000">
                                          <p:val>
                                            <p:strVal val="#ppt_x"/>
                                          </p:val>
                                        </p:tav>
                                      </p:tavLst>
                                    </p:anim>
                                    <p:anim calcmode="lin" valueType="num">
                                      <p:cBhvr additive="base">
                                        <p:cTn id="36" dur="500" fill="hold"/>
                                        <p:tgtEl>
                                          <p:spTgt spid="269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4" grpId="0" autoUpdateAnimBg="0"/>
      <p:bldP spid="269315" grpId="0" autoUpdateAnimBg="0"/>
      <p:bldP spid="269316" grpId="0" autoUpdateAnimBg="0"/>
      <p:bldP spid="269317" grpId="0" animBg="1" autoUpdateAnimBg="0"/>
      <p:bldP spid="269318" grpId="0" animBg="1"/>
      <p:bldP spid="269319" grpId="0" animBg="1"/>
      <p:bldP spid="269320"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p:cNvSpPr txBox="1">
            <a:spLocks noChangeArrowheads="1"/>
          </p:cNvSpPr>
          <p:nvPr/>
        </p:nvSpPr>
        <p:spPr bwMode="auto">
          <a:xfrm>
            <a:off x="1143000" y="1066800"/>
            <a:ext cx="70008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latin typeface="Times New Roman" charset="0"/>
                <a:ea typeface="楷体_GB2312" charset="0"/>
              </a:rPr>
              <a:t> </a:t>
            </a:r>
            <a:r>
              <a:rPr kumimoji="1" lang="zh-CN" altLang="en-US" sz="4800" b="1">
                <a:solidFill>
                  <a:srgbClr val="990033"/>
                </a:solidFill>
                <a:latin typeface="Times New Roman" charset="0"/>
                <a:ea typeface="楷体_GB2312" charset="0"/>
              </a:rPr>
              <a:t>森林和二叉树的对应关系</a:t>
            </a:r>
            <a:endParaRPr kumimoji="1" lang="zh-CN" altLang="en-US" sz="4800">
              <a:latin typeface="Times New Roman" charset="0"/>
            </a:endParaRPr>
          </a:p>
        </p:txBody>
      </p:sp>
      <p:sp>
        <p:nvSpPr>
          <p:cNvPr id="270339" name="Text Box 3"/>
          <p:cNvSpPr txBox="1">
            <a:spLocks noChangeArrowheads="1"/>
          </p:cNvSpPr>
          <p:nvPr/>
        </p:nvSpPr>
        <p:spPr bwMode="auto">
          <a:xfrm>
            <a:off x="519113" y="1752600"/>
            <a:ext cx="6719887"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zh-CN" altLang="en-US" sz="4000" b="1">
                <a:solidFill>
                  <a:schemeClr val="tx2"/>
                </a:solidFill>
                <a:latin typeface="Times New Roman" charset="0"/>
                <a:ea typeface="楷体_GB2312" charset="0"/>
              </a:rPr>
              <a:t>设</a:t>
            </a:r>
            <a:r>
              <a:rPr kumimoji="1" lang="zh-CN" altLang="en-US" sz="4000" b="1">
                <a:solidFill>
                  <a:srgbClr val="990033"/>
                </a:solidFill>
                <a:latin typeface="Times New Roman" charset="0"/>
                <a:ea typeface="楷体_GB2312" charset="0"/>
              </a:rPr>
              <a:t>森林</a:t>
            </a:r>
            <a:endParaRPr kumimoji="1" lang="zh-CN" altLang="en-US" sz="4000" b="1">
              <a:latin typeface="Times New Roman" charset="0"/>
              <a:ea typeface="楷体_GB2312" charset="0"/>
            </a:endParaRPr>
          </a:p>
          <a:p>
            <a:pPr>
              <a:lnSpc>
                <a:spcPct val="125000"/>
              </a:lnSpc>
            </a:pPr>
            <a:r>
              <a:rPr kumimoji="1" lang="zh-CN" altLang="en-US" sz="4000" b="1">
                <a:solidFill>
                  <a:schemeClr val="tx2"/>
                </a:solidFill>
                <a:latin typeface="Times New Roman" charset="0"/>
                <a:ea typeface="楷体_GB2312" charset="0"/>
              </a:rPr>
              <a:t>     </a:t>
            </a:r>
            <a:r>
              <a:rPr kumimoji="1" lang="en-US" altLang="zh-CN" sz="4000" b="1">
                <a:solidFill>
                  <a:schemeClr val="tx2"/>
                </a:solidFill>
                <a:latin typeface="Times New Roman" charset="0"/>
                <a:ea typeface="楷体_GB2312" charset="0"/>
              </a:rPr>
              <a:t>F = ( T</a:t>
            </a:r>
            <a:r>
              <a:rPr kumimoji="1" lang="en-US" altLang="zh-CN" sz="4000" b="1" baseline="-25000">
                <a:solidFill>
                  <a:schemeClr val="tx2"/>
                </a:solidFill>
                <a:latin typeface="Times New Roman" charset="0"/>
                <a:ea typeface="楷体_GB2312" charset="0"/>
              </a:rPr>
              <a:t>1</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2</a:t>
            </a:r>
            <a:r>
              <a:rPr kumimoji="1" lang="en-US" altLang="zh-CN" sz="4000" b="1">
                <a:solidFill>
                  <a:schemeClr val="tx2"/>
                </a:solidFill>
                <a:latin typeface="Times New Roman" charset="0"/>
                <a:ea typeface="楷体_GB2312" charset="0"/>
              </a:rPr>
              <a:t>, …, T</a:t>
            </a:r>
            <a:r>
              <a:rPr kumimoji="1" lang="en-US" altLang="zh-CN" sz="4000" b="1" baseline="-25000">
                <a:solidFill>
                  <a:schemeClr val="tx2"/>
                </a:solidFill>
                <a:latin typeface="Times New Roman" charset="0"/>
                <a:ea typeface="楷体_GB2312" charset="0"/>
              </a:rPr>
              <a:t>n</a:t>
            </a:r>
            <a:r>
              <a:rPr kumimoji="1" lang="en-US" altLang="zh-CN" sz="4000" b="1">
                <a:solidFill>
                  <a:schemeClr val="tx2"/>
                </a:solidFill>
                <a:latin typeface="Times New Roman" charset="0"/>
                <a:ea typeface="楷体_GB2312" charset="0"/>
              </a:rPr>
              <a:t> );</a:t>
            </a:r>
          </a:p>
          <a:p>
            <a:pPr>
              <a:lnSpc>
                <a:spcPct val="125000"/>
              </a:lnSpc>
            </a:pP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1</a:t>
            </a:r>
            <a:r>
              <a:rPr kumimoji="1" lang="en-US" altLang="zh-CN" sz="4000" b="1">
                <a:solidFill>
                  <a:schemeClr val="tx2"/>
                </a:solidFill>
                <a:latin typeface="Times New Roman" charset="0"/>
                <a:ea typeface="楷体_GB2312" charset="0"/>
              </a:rPr>
              <a:t> = (root</a:t>
            </a:r>
            <a:r>
              <a:rPr kumimoji="1" lang="zh-CN" altLang="en-US" sz="4000" b="1">
                <a:solidFill>
                  <a:schemeClr val="tx2"/>
                </a:solidFill>
                <a:latin typeface="Times New Roman" charset="0"/>
                <a:ea typeface="楷体_GB2312" charset="0"/>
              </a:rPr>
              <a:t>，</a:t>
            </a:r>
            <a:r>
              <a:rPr kumimoji="1" lang="en-US" altLang="zh-CN" sz="4000" b="1">
                <a:solidFill>
                  <a:schemeClr val="tx2"/>
                </a:solidFill>
                <a:latin typeface="Times New Roman" charset="0"/>
                <a:ea typeface="楷体_GB2312" charset="0"/>
              </a:rPr>
              <a:t>t</a:t>
            </a:r>
            <a:r>
              <a:rPr kumimoji="1" lang="en-US" altLang="zh-CN" sz="4000" b="1" baseline="-25000">
                <a:solidFill>
                  <a:schemeClr val="tx2"/>
                </a:solidFill>
                <a:latin typeface="Times New Roman" charset="0"/>
                <a:ea typeface="楷体_GB2312" charset="0"/>
              </a:rPr>
              <a:t>11</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12</a:t>
            </a:r>
            <a:r>
              <a:rPr kumimoji="1" lang="en-US" altLang="zh-CN" sz="4000" b="1">
                <a:solidFill>
                  <a:schemeClr val="tx2"/>
                </a:solidFill>
                <a:latin typeface="Times New Roman" charset="0"/>
                <a:ea typeface="楷体_GB2312" charset="0"/>
              </a:rPr>
              <a:t>, …, t</a:t>
            </a:r>
            <a:r>
              <a:rPr kumimoji="1" lang="en-US" altLang="zh-CN" sz="4000" b="1" baseline="-25000">
                <a:solidFill>
                  <a:schemeClr val="tx2"/>
                </a:solidFill>
                <a:latin typeface="Times New Roman" charset="0"/>
                <a:ea typeface="楷体_GB2312" charset="0"/>
              </a:rPr>
              <a:t>1m</a:t>
            </a:r>
            <a:r>
              <a:rPr kumimoji="1" lang="en-US" altLang="zh-CN" sz="4000" b="1">
                <a:solidFill>
                  <a:schemeClr val="tx2"/>
                </a:solidFill>
                <a:latin typeface="Times New Roman" charset="0"/>
                <a:ea typeface="楷体_GB2312" charset="0"/>
              </a:rPr>
              <a:t>);</a:t>
            </a:r>
          </a:p>
        </p:txBody>
      </p:sp>
      <p:sp>
        <p:nvSpPr>
          <p:cNvPr id="270340" name="Rectangle 4"/>
          <p:cNvSpPr>
            <a:spLocks noChangeArrowheads="1"/>
          </p:cNvSpPr>
          <p:nvPr/>
        </p:nvSpPr>
        <p:spPr bwMode="auto">
          <a:xfrm>
            <a:off x="642938" y="4419600"/>
            <a:ext cx="7231062"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zh-CN" altLang="en-US" sz="4000" b="1">
                <a:solidFill>
                  <a:srgbClr val="990033"/>
                </a:solidFill>
                <a:latin typeface="Times New Roman" charset="0"/>
                <a:ea typeface="楷体_GB2312" charset="0"/>
              </a:rPr>
              <a:t>二叉树</a:t>
            </a:r>
            <a:r>
              <a:rPr kumimoji="1" lang="zh-CN" altLang="en-US" sz="4000" b="1">
                <a:latin typeface="Times New Roman" charset="0"/>
                <a:ea typeface="楷体_GB2312" charset="0"/>
              </a:rPr>
              <a:t>  </a:t>
            </a:r>
          </a:p>
          <a:p>
            <a:pPr>
              <a:lnSpc>
                <a:spcPct val="125000"/>
              </a:lnSpc>
            </a:pPr>
            <a:r>
              <a:rPr kumimoji="1" lang="zh-CN" altLang="en-US" sz="4000" b="1">
                <a:latin typeface="Times New Roman" charset="0"/>
                <a:ea typeface="楷体_GB2312" charset="0"/>
              </a:rPr>
              <a:t>    </a:t>
            </a:r>
            <a:r>
              <a:rPr kumimoji="1" lang="en-US" altLang="zh-CN" sz="4000" b="1">
                <a:solidFill>
                  <a:schemeClr val="tx2"/>
                </a:solidFill>
                <a:latin typeface="Times New Roman" charset="0"/>
                <a:ea typeface="楷体_GB2312" charset="0"/>
              </a:rPr>
              <a:t>B =( LBT, Node(root), RBT )</a:t>
            </a:r>
            <a:r>
              <a:rPr kumimoji="1" lang="en-US" altLang="zh-CN" sz="4000">
                <a:solidFill>
                  <a:schemeClr val="tx2"/>
                </a:solidFill>
                <a:latin typeface="楷体_GB2312" charset="0"/>
                <a:ea typeface="楷体_GB2312" charset="0"/>
              </a:rPr>
              <a:t>;</a:t>
            </a:r>
            <a:endParaRPr kumimoji="1" lang="en-US" altLang="zh-CN" sz="4000">
              <a:latin typeface="楷体_GB2312" charset="0"/>
              <a:ea typeface="楷体_GB2312" charset="0"/>
            </a:endParaRPr>
          </a:p>
        </p:txBody>
      </p:sp>
    </p:spTree>
    <p:extLst>
      <p:ext uri="{BB962C8B-B14F-4D97-AF65-F5344CB8AC3E}">
        <p14:creationId xmlns:p14="http://schemas.microsoft.com/office/powerpoint/2010/main" val="394171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270339"/>
                                        </p:tgtEl>
                                        <p:attrNameLst>
                                          <p:attrName>style.visibility</p:attrName>
                                        </p:attrNameLst>
                                      </p:cBhvr>
                                      <p:to>
                                        <p:strVal val="visible"/>
                                      </p:to>
                                    </p:set>
                                    <p:anim calcmode="lin" valueType="num">
                                      <p:cBhvr additive="base">
                                        <p:cTn id="7" dur="500" fill="hold"/>
                                        <p:tgtEl>
                                          <p:spTgt spid="270339"/>
                                        </p:tgtEl>
                                        <p:attrNameLst>
                                          <p:attrName>ppt_x</p:attrName>
                                        </p:attrNameLst>
                                      </p:cBhvr>
                                      <p:tavLst>
                                        <p:tav tm="0">
                                          <p:val>
                                            <p:strVal val="1+#ppt_w/2"/>
                                          </p:val>
                                        </p:tav>
                                        <p:tav tm="100000">
                                          <p:val>
                                            <p:strVal val="#ppt_x"/>
                                          </p:val>
                                        </p:tav>
                                      </p:tavLst>
                                    </p:anim>
                                    <p:anim calcmode="lin" valueType="num">
                                      <p:cBhvr additive="base">
                                        <p:cTn id="8" dur="500" fill="hold"/>
                                        <p:tgtEl>
                                          <p:spTgt spid="2703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0340"/>
                                        </p:tgtEl>
                                        <p:attrNameLst>
                                          <p:attrName>style.visibility</p:attrName>
                                        </p:attrNameLst>
                                      </p:cBhvr>
                                      <p:to>
                                        <p:strVal val="visible"/>
                                      </p:to>
                                    </p:set>
                                    <p:anim calcmode="lin" valueType="num">
                                      <p:cBhvr additive="base">
                                        <p:cTn id="13" dur="500" fill="hold"/>
                                        <p:tgtEl>
                                          <p:spTgt spid="270340"/>
                                        </p:tgtEl>
                                        <p:attrNameLst>
                                          <p:attrName>ppt_x</p:attrName>
                                        </p:attrNameLst>
                                      </p:cBhvr>
                                      <p:tavLst>
                                        <p:tav tm="0">
                                          <p:val>
                                            <p:strVal val="0-#ppt_w/2"/>
                                          </p:val>
                                        </p:tav>
                                        <p:tav tm="100000">
                                          <p:val>
                                            <p:strVal val="#ppt_x"/>
                                          </p:val>
                                        </p:tav>
                                      </p:tavLst>
                                    </p:anim>
                                    <p:anim calcmode="lin" valueType="num">
                                      <p:cBhvr additive="base">
                                        <p:cTn id="14" dur="500" fill="hold"/>
                                        <p:tgtEl>
                                          <p:spTgt spid="2703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autoUpdateAnimBg="0"/>
      <p:bldP spid="270340"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ext Box 2"/>
          <p:cNvSpPr txBox="1">
            <a:spLocks noChangeArrowheads="1"/>
          </p:cNvSpPr>
          <p:nvPr/>
        </p:nvSpPr>
        <p:spPr bwMode="auto">
          <a:xfrm>
            <a:off x="304800" y="1295400"/>
            <a:ext cx="85550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由森林转换成二叉树</a:t>
            </a:r>
            <a:r>
              <a:rPr kumimoji="1" lang="zh-CN" altLang="en-US" sz="4000">
                <a:latin typeface="Times New Roman" charset="0"/>
                <a:ea typeface="楷体_GB2312" charset="0"/>
              </a:rPr>
              <a:t>的</a:t>
            </a:r>
            <a:r>
              <a:rPr kumimoji="1" lang="zh-CN" altLang="en-US" sz="4000">
                <a:latin typeface="楷体_GB2312" charset="0"/>
                <a:ea typeface="楷体_GB2312" charset="0"/>
              </a:rPr>
              <a:t>转换规则为</a:t>
            </a:r>
            <a:r>
              <a:rPr kumimoji="1" lang="en-US" altLang="zh-CN" sz="4400">
                <a:latin typeface="楷体_GB2312" charset="0"/>
                <a:ea typeface="楷体_GB2312" charset="0"/>
              </a:rPr>
              <a:t>:</a:t>
            </a:r>
            <a:endParaRPr kumimoji="1" lang="en-US" altLang="zh-CN" sz="4400">
              <a:latin typeface="Times New Roman" charset="0"/>
            </a:endParaRPr>
          </a:p>
        </p:txBody>
      </p:sp>
      <p:sp>
        <p:nvSpPr>
          <p:cNvPr id="271363" name="Text Box 3"/>
          <p:cNvSpPr txBox="1">
            <a:spLocks noChangeArrowheads="1"/>
          </p:cNvSpPr>
          <p:nvPr/>
        </p:nvSpPr>
        <p:spPr bwMode="auto">
          <a:xfrm>
            <a:off x="420688" y="2038350"/>
            <a:ext cx="8964612"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kumimoji="1" lang="zh-CN" altLang="en-US" sz="4000">
                <a:solidFill>
                  <a:schemeClr val="tx2"/>
                </a:solidFill>
                <a:latin typeface="Times New Roman" charset="0"/>
                <a:ea typeface="楷体_GB2312" charset="0"/>
              </a:rPr>
              <a:t>若 </a:t>
            </a:r>
            <a:r>
              <a:rPr kumimoji="1" lang="en-US" altLang="zh-CN" sz="4000" b="1">
                <a:solidFill>
                  <a:schemeClr val="tx2"/>
                </a:solidFill>
                <a:latin typeface="Times New Roman" charset="0"/>
                <a:ea typeface="楷体_GB2312" charset="0"/>
              </a:rPr>
              <a:t>F = Φ</a:t>
            </a:r>
            <a:r>
              <a:rPr kumimoji="1" lang="zh-CN" altLang="en-US" sz="4000">
                <a:solidFill>
                  <a:schemeClr val="tx2"/>
                </a:solidFill>
                <a:latin typeface="Times New Roman" charset="0"/>
                <a:ea typeface="楷体_GB2312" charset="0"/>
              </a:rPr>
              <a:t>，则 </a:t>
            </a:r>
            <a:r>
              <a:rPr kumimoji="1" lang="en-US" altLang="zh-CN" sz="4000" b="1">
                <a:solidFill>
                  <a:schemeClr val="tx2"/>
                </a:solidFill>
                <a:latin typeface="Times New Roman" charset="0"/>
                <a:ea typeface="楷体_GB2312" charset="0"/>
              </a:rPr>
              <a:t>B = Φ</a:t>
            </a:r>
            <a:r>
              <a:rPr kumimoji="1" lang="zh-CN" altLang="en-US" sz="4000">
                <a:solidFill>
                  <a:schemeClr val="tx2"/>
                </a:solidFill>
                <a:latin typeface="Times New Roman" charset="0"/>
                <a:ea typeface="楷体_GB2312" charset="0"/>
              </a:rPr>
              <a:t>；</a:t>
            </a:r>
          </a:p>
          <a:p>
            <a:pPr>
              <a:lnSpc>
                <a:spcPct val="140000"/>
              </a:lnSpc>
            </a:pPr>
            <a:r>
              <a:rPr kumimoji="1" lang="zh-CN" altLang="en-US" sz="4000">
                <a:solidFill>
                  <a:schemeClr val="tx2"/>
                </a:solidFill>
                <a:latin typeface="Times New Roman" charset="0"/>
                <a:ea typeface="楷体_GB2312" charset="0"/>
              </a:rPr>
              <a:t>否则，</a:t>
            </a:r>
          </a:p>
          <a:p>
            <a:pPr>
              <a:lnSpc>
                <a:spcPct val="140000"/>
              </a:lnSpc>
            </a:pPr>
            <a:r>
              <a:rPr kumimoji="1" lang="zh-CN" altLang="en-US" sz="4000">
                <a:solidFill>
                  <a:schemeClr val="tx2"/>
                </a:solidFill>
                <a:latin typeface="Times New Roman" charset="0"/>
                <a:ea typeface="楷体_GB2312" charset="0"/>
              </a:rPr>
              <a:t>   由 </a:t>
            </a:r>
            <a:r>
              <a:rPr kumimoji="1" lang="en-US" altLang="zh-CN" sz="4000" b="1">
                <a:solidFill>
                  <a:schemeClr val="tx2"/>
                </a:solidFill>
                <a:latin typeface="Times New Roman" charset="0"/>
                <a:ea typeface="楷体_GB2312" charset="0"/>
              </a:rPr>
              <a:t>ROOT( T</a:t>
            </a:r>
            <a:r>
              <a:rPr kumimoji="1" lang="en-US" altLang="zh-CN" sz="4000" b="1" baseline="-25000">
                <a:solidFill>
                  <a:schemeClr val="tx2"/>
                </a:solidFill>
                <a:latin typeface="Times New Roman" charset="0"/>
                <a:ea typeface="楷体_GB2312" charset="0"/>
              </a:rPr>
              <a:t>1</a:t>
            </a:r>
            <a:r>
              <a:rPr kumimoji="1" lang="en-US" altLang="zh-CN" sz="4000" b="1">
                <a:solidFill>
                  <a:schemeClr val="tx2"/>
                </a:solidFill>
                <a:latin typeface="Times New Roman" charset="0"/>
                <a:ea typeface="楷体_GB2312" charset="0"/>
              </a:rPr>
              <a:t> )</a:t>
            </a:r>
            <a:r>
              <a:rPr kumimoji="1" lang="en-US" altLang="zh-CN" sz="4000">
                <a:solidFill>
                  <a:schemeClr val="tx2"/>
                </a:solidFill>
                <a:latin typeface="Times New Roman" charset="0"/>
                <a:ea typeface="楷体_GB2312" charset="0"/>
              </a:rPr>
              <a:t> </a:t>
            </a:r>
            <a:r>
              <a:rPr kumimoji="1" lang="zh-CN" altLang="en-US" sz="4000">
                <a:solidFill>
                  <a:schemeClr val="tx2"/>
                </a:solidFill>
                <a:latin typeface="Times New Roman" charset="0"/>
                <a:ea typeface="楷体_GB2312" charset="0"/>
              </a:rPr>
              <a:t>对应得到 </a:t>
            </a:r>
            <a:r>
              <a:rPr kumimoji="1" lang="en-US" altLang="zh-CN" sz="4000" b="1">
                <a:solidFill>
                  <a:schemeClr val="tx2"/>
                </a:solidFill>
                <a:latin typeface="Times New Roman" charset="0"/>
                <a:ea typeface="楷体_GB2312" charset="0"/>
              </a:rPr>
              <a:t>Node(root)</a:t>
            </a:r>
            <a:r>
              <a:rPr kumimoji="1" lang="zh-CN" altLang="en-US" sz="4000">
                <a:solidFill>
                  <a:schemeClr val="tx2"/>
                </a:solidFill>
                <a:latin typeface="Times New Roman" charset="0"/>
                <a:ea typeface="楷体_GB2312" charset="0"/>
              </a:rPr>
              <a:t>；</a:t>
            </a:r>
          </a:p>
          <a:p>
            <a:pPr>
              <a:lnSpc>
                <a:spcPct val="140000"/>
              </a:lnSpc>
            </a:pPr>
            <a:r>
              <a:rPr kumimoji="1" lang="zh-CN" altLang="en-US" sz="4000">
                <a:solidFill>
                  <a:schemeClr val="tx2"/>
                </a:solidFill>
                <a:latin typeface="Times New Roman" charset="0"/>
                <a:ea typeface="楷体_GB2312" charset="0"/>
              </a:rPr>
              <a:t>   由 </a:t>
            </a:r>
            <a:r>
              <a:rPr kumimoji="1" lang="en-US" altLang="zh-CN" sz="4000" b="1">
                <a:solidFill>
                  <a:schemeClr val="tx2"/>
                </a:solidFill>
                <a:latin typeface="Times New Roman" charset="0"/>
                <a:ea typeface="楷体_GB2312" charset="0"/>
              </a:rPr>
              <a:t>(t</a:t>
            </a:r>
            <a:r>
              <a:rPr kumimoji="1" lang="en-US" altLang="zh-CN" sz="4000" b="1" baseline="-25000">
                <a:solidFill>
                  <a:schemeClr val="tx2"/>
                </a:solidFill>
                <a:latin typeface="Times New Roman" charset="0"/>
                <a:ea typeface="楷体_GB2312" charset="0"/>
              </a:rPr>
              <a:t>11</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12</a:t>
            </a:r>
            <a:r>
              <a:rPr kumimoji="1" lang="en-US" altLang="zh-CN" sz="4000" b="1">
                <a:solidFill>
                  <a:schemeClr val="tx2"/>
                </a:solidFill>
                <a:latin typeface="Times New Roman" charset="0"/>
                <a:ea typeface="楷体_GB2312" charset="0"/>
              </a:rPr>
              <a:t>, …, t</a:t>
            </a:r>
            <a:r>
              <a:rPr kumimoji="1" lang="en-US" altLang="zh-CN" sz="4000" b="1" baseline="-25000">
                <a:solidFill>
                  <a:schemeClr val="tx2"/>
                </a:solidFill>
                <a:latin typeface="Times New Roman" charset="0"/>
                <a:ea typeface="楷体_GB2312" charset="0"/>
              </a:rPr>
              <a:t>1m</a:t>
            </a:r>
            <a:r>
              <a:rPr kumimoji="1" lang="en-US" altLang="zh-CN" sz="4000" b="1">
                <a:solidFill>
                  <a:schemeClr val="tx2"/>
                </a:solidFill>
                <a:latin typeface="Times New Roman" charset="0"/>
                <a:ea typeface="楷体_GB2312" charset="0"/>
              </a:rPr>
              <a:t> )</a:t>
            </a:r>
            <a:r>
              <a:rPr kumimoji="1" lang="en-US" altLang="zh-CN" sz="4000">
                <a:solidFill>
                  <a:schemeClr val="tx2"/>
                </a:solidFill>
                <a:latin typeface="Times New Roman" charset="0"/>
                <a:ea typeface="楷体_GB2312" charset="0"/>
              </a:rPr>
              <a:t> </a:t>
            </a:r>
            <a:r>
              <a:rPr kumimoji="1" lang="zh-CN" altLang="en-US" sz="4000">
                <a:solidFill>
                  <a:schemeClr val="tx2"/>
                </a:solidFill>
                <a:latin typeface="Times New Roman" charset="0"/>
                <a:ea typeface="楷体_GB2312" charset="0"/>
              </a:rPr>
              <a:t>对应得到 </a:t>
            </a:r>
            <a:r>
              <a:rPr kumimoji="1" lang="en-US" altLang="zh-CN" sz="4000" b="1">
                <a:solidFill>
                  <a:schemeClr val="tx2"/>
                </a:solidFill>
                <a:latin typeface="Times New Roman" charset="0"/>
                <a:ea typeface="楷体_GB2312" charset="0"/>
              </a:rPr>
              <a:t>LBT</a:t>
            </a:r>
            <a:r>
              <a:rPr kumimoji="1" lang="zh-CN" altLang="en-US" sz="4000">
                <a:solidFill>
                  <a:schemeClr val="tx2"/>
                </a:solidFill>
                <a:latin typeface="Times New Roman" charset="0"/>
                <a:ea typeface="楷体_GB2312" charset="0"/>
              </a:rPr>
              <a:t>；</a:t>
            </a:r>
          </a:p>
          <a:p>
            <a:pPr>
              <a:lnSpc>
                <a:spcPct val="140000"/>
              </a:lnSpc>
            </a:pPr>
            <a:r>
              <a:rPr kumimoji="1" lang="zh-CN" altLang="en-US" sz="4000">
                <a:solidFill>
                  <a:schemeClr val="tx2"/>
                </a:solidFill>
                <a:latin typeface="Times New Roman" charset="0"/>
                <a:ea typeface="楷体_GB2312" charset="0"/>
              </a:rPr>
              <a:t>   由 </a:t>
            </a:r>
            <a:r>
              <a:rPr kumimoji="1" lang="en-US" altLang="zh-CN" sz="4000" b="1">
                <a:solidFill>
                  <a:schemeClr val="tx2"/>
                </a:solidFill>
                <a:latin typeface="Times New Roman" charset="0"/>
                <a:ea typeface="楷体_GB2312" charset="0"/>
              </a:rPr>
              <a:t>(T</a:t>
            </a:r>
            <a:r>
              <a:rPr kumimoji="1" lang="en-US" altLang="zh-CN" sz="4000" b="1" baseline="-25000">
                <a:solidFill>
                  <a:schemeClr val="tx2"/>
                </a:solidFill>
                <a:latin typeface="Times New Roman" charset="0"/>
                <a:ea typeface="楷体_GB2312" charset="0"/>
              </a:rPr>
              <a:t>2</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3</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n </a:t>
            </a:r>
            <a:r>
              <a:rPr kumimoji="1" lang="en-US" altLang="zh-CN" sz="4000" b="1">
                <a:solidFill>
                  <a:schemeClr val="tx2"/>
                </a:solidFill>
                <a:latin typeface="Times New Roman" charset="0"/>
                <a:ea typeface="楷体_GB2312" charset="0"/>
              </a:rPr>
              <a:t>)</a:t>
            </a:r>
            <a:r>
              <a:rPr kumimoji="1" lang="en-US" altLang="zh-CN" sz="4000">
                <a:solidFill>
                  <a:schemeClr val="tx2"/>
                </a:solidFill>
                <a:latin typeface="Times New Roman" charset="0"/>
                <a:ea typeface="楷体_GB2312" charset="0"/>
              </a:rPr>
              <a:t> </a:t>
            </a:r>
            <a:r>
              <a:rPr kumimoji="1" lang="zh-CN" altLang="en-US" sz="4000">
                <a:solidFill>
                  <a:schemeClr val="tx2"/>
                </a:solidFill>
                <a:latin typeface="Times New Roman" charset="0"/>
                <a:ea typeface="楷体_GB2312" charset="0"/>
              </a:rPr>
              <a:t>对应得到 </a:t>
            </a:r>
            <a:r>
              <a:rPr kumimoji="1" lang="en-US" altLang="zh-CN" sz="4000" b="1">
                <a:solidFill>
                  <a:schemeClr val="tx2"/>
                </a:solidFill>
                <a:latin typeface="Times New Roman" charset="0"/>
                <a:ea typeface="楷体_GB2312" charset="0"/>
              </a:rPr>
              <a:t>RBT</a:t>
            </a:r>
            <a:r>
              <a:rPr kumimoji="1" lang="zh-CN" altLang="en-US" sz="4000" b="1">
                <a:solidFill>
                  <a:schemeClr val="tx2"/>
                </a:solidFill>
                <a:latin typeface="Times New Roman" charset="0"/>
                <a:ea typeface="楷体_GB2312" charset="0"/>
              </a:rPr>
              <a:t>。</a:t>
            </a:r>
            <a:endParaRPr kumimoji="1" lang="zh-CN" altLang="en-US" sz="4000">
              <a:latin typeface="Times New Roman" charset="0"/>
            </a:endParaRPr>
          </a:p>
        </p:txBody>
      </p:sp>
    </p:spTree>
    <p:extLst>
      <p:ext uri="{BB962C8B-B14F-4D97-AF65-F5344CB8AC3E}">
        <p14:creationId xmlns:p14="http://schemas.microsoft.com/office/powerpoint/2010/main" val="10590263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71363"/>
                                        </p:tgtEl>
                                        <p:attrNameLst>
                                          <p:attrName>style.visibility</p:attrName>
                                        </p:attrNameLst>
                                      </p:cBhvr>
                                      <p:to>
                                        <p:strVal val="visible"/>
                                      </p:to>
                                    </p:set>
                                    <p:animEffect transition="in" filter="blinds(vertical)">
                                      <p:cBhvr>
                                        <p:cTn id="7" dur="500"/>
                                        <p:tgtEl>
                                          <p:spTgt spid="271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ext Box 2"/>
          <p:cNvSpPr txBox="1">
            <a:spLocks noChangeArrowheads="1"/>
          </p:cNvSpPr>
          <p:nvPr/>
        </p:nvSpPr>
        <p:spPr bwMode="auto">
          <a:xfrm>
            <a:off x="304800" y="1295400"/>
            <a:ext cx="91392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由二叉树转换为森林</a:t>
            </a:r>
            <a:r>
              <a:rPr kumimoji="1" lang="zh-CN" altLang="en-US" sz="4400">
                <a:latin typeface="Times New Roman" charset="0"/>
                <a:ea typeface="楷体_GB2312" charset="0"/>
              </a:rPr>
              <a:t>的转换规则为：</a:t>
            </a:r>
            <a:endParaRPr kumimoji="1" lang="zh-CN" altLang="en-US" sz="2400">
              <a:latin typeface="Times New Roman" charset="0"/>
            </a:endParaRPr>
          </a:p>
        </p:txBody>
      </p:sp>
      <p:sp>
        <p:nvSpPr>
          <p:cNvPr id="272387" name="Text Box 3"/>
          <p:cNvSpPr txBox="1">
            <a:spLocks noChangeArrowheads="1"/>
          </p:cNvSpPr>
          <p:nvPr/>
        </p:nvSpPr>
        <p:spPr bwMode="auto">
          <a:xfrm>
            <a:off x="381000" y="2114550"/>
            <a:ext cx="8542338"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kumimoji="1" lang="zh-CN" altLang="en-US" sz="4000">
                <a:solidFill>
                  <a:schemeClr val="tx2"/>
                </a:solidFill>
                <a:latin typeface="Times New Roman" charset="0"/>
                <a:ea typeface="楷体_GB2312" charset="0"/>
              </a:rPr>
              <a:t>若 </a:t>
            </a:r>
            <a:r>
              <a:rPr kumimoji="1" lang="en-US" altLang="zh-CN" sz="4000" b="1">
                <a:solidFill>
                  <a:schemeClr val="tx2"/>
                </a:solidFill>
                <a:latin typeface="Times New Roman" charset="0"/>
                <a:ea typeface="楷体_GB2312" charset="0"/>
              </a:rPr>
              <a:t>B = Φ</a:t>
            </a:r>
            <a:r>
              <a:rPr kumimoji="1" lang="zh-CN" altLang="en-US" sz="4000">
                <a:solidFill>
                  <a:schemeClr val="tx2"/>
                </a:solidFill>
                <a:latin typeface="Times New Roman" charset="0"/>
                <a:ea typeface="楷体_GB2312" charset="0"/>
              </a:rPr>
              <a:t>， 则 </a:t>
            </a:r>
            <a:r>
              <a:rPr kumimoji="1" lang="en-US" altLang="zh-CN" sz="4000" b="1">
                <a:solidFill>
                  <a:schemeClr val="tx2"/>
                </a:solidFill>
                <a:latin typeface="Times New Roman" charset="0"/>
                <a:ea typeface="楷体_GB2312" charset="0"/>
              </a:rPr>
              <a:t>F = Φ</a:t>
            </a:r>
            <a:r>
              <a:rPr kumimoji="1" lang="zh-CN" altLang="en-US" sz="4000">
                <a:solidFill>
                  <a:schemeClr val="tx2"/>
                </a:solidFill>
                <a:latin typeface="Times New Roman" charset="0"/>
                <a:ea typeface="楷体_GB2312" charset="0"/>
              </a:rPr>
              <a:t>；</a:t>
            </a:r>
          </a:p>
          <a:p>
            <a:pPr>
              <a:lnSpc>
                <a:spcPct val="140000"/>
              </a:lnSpc>
            </a:pPr>
            <a:r>
              <a:rPr kumimoji="1" lang="zh-CN" altLang="en-US" sz="4000">
                <a:solidFill>
                  <a:schemeClr val="tx2"/>
                </a:solidFill>
                <a:latin typeface="Times New Roman" charset="0"/>
                <a:ea typeface="楷体_GB2312" charset="0"/>
              </a:rPr>
              <a:t>否则，</a:t>
            </a:r>
          </a:p>
          <a:p>
            <a:pPr>
              <a:lnSpc>
                <a:spcPct val="140000"/>
              </a:lnSpc>
            </a:pPr>
            <a:r>
              <a:rPr kumimoji="1" lang="zh-CN" altLang="en-US" sz="4000">
                <a:solidFill>
                  <a:schemeClr val="tx2"/>
                </a:solidFill>
                <a:latin typeface="Times New Roman" charset="0"/>
                <a:ea typeface="楷体_GB2312" charset="0"/>
              </a:rPr>
              <a:t>由 </a:t>
            </a:r>
            <a:r>
              <a:rPr kumimoji="1" lang="en-US" altLang="zh-CN" sz="4000" b="1">
                <a:solidFill>
                  <a:schemeClr val="tx2"/>
                </a:solidFill>
                <a:latin typeface="Times New Roman" charset="0"/>
                <a:ea typeface="楷体_GB2312" charset="0"/>
              </a:rPr>
              <a:t>Node(root)</a:t>
            </a:r>
            <a:r>
              <a:rPr kumimoji="1" lang="en-US" altLang="zh-CN" sz="4000">
                <a:solidFill>
                  <a:schemeClr val="tx2"/>
                </a:solidFill>
                <a:latin typeface="Times New Roman" charset="0"/>
                <a:ea typeface="楷体_GB2312" charset="0"/>
              </a:rPr>
              <a:t> </a:t>
            </a:r>
            <a:r>
              <a:rPr kumimoji="1" lang="zh-CN" altLang="en-US" sz="4000">
                <a:solidFill>
                  <a:schemeClr val="tx2"/>
                </a:solidFill>
                <a:latin typeface="Times New Roman" charset="0"/>
                <a:ea typeface="楷体_GB2312" charset="0"/>
              </a:rPr>
              <a:t>对应得到 </a:t>
            </a:r>
            <a:r>
              <a:rPr kumimoji="1" lang="en-US" altLang="zh-CN" sz="4000" b="1">
                <a:solidFill>
                  <a:schemeClr val="tx2"/>
                </a:solidFill>
                <a:latin typeface="Times New Roman" charset="0"/>
                <a:ea typeface="楷体_GB2312" charset="0"/>
              </a:rPr>
              <a:t>ROOT( T</a:t>
            </a:r>
            <a:r>
              <a:rPr kumimoji="1" lang="en-US" altLang="zh-CN" sz="4000" b="1" baseline="-25000">
                <a:solidFill>
                  <a:schemeClr val="tx2"/>
                </a:solidFill>
                <a:latin typeface="Times New Roman" charset="0"/>
                <a:ea typeface="楷体_GB2312" charset="0"/>
              </a:rPr>
              <a:t>1</a:t>
            </a:r>
            <a:r>
              <a:rPr kumimoji="1" lang="en-US" altLang="zh-CN" sz="4000" baseline="-25000">
                <a:solidFill>
                  <a:schemeClr val="tx2"/>
                </a:solidFill>
                <a:latin typeface="Times New Roman" charset="0"/>
                <a:ea typeface="楷体_GB2312" charset="0"/>
              </a:rPr>
              <a:t> </a:t>
            </a:r>
            <a:r>
              <a:rPr kumimoji="1" lang="en-US" altLang="zh-CN" sz="4000" b="1">
                <a:solidFill>
                  <a:schemeClr val="tx2"/>
                </a:solidFill>
                <a:latin typeface="Times New Roman" charset="0"/>
                <a:ea typeface="楷体_GB2312" charset="0"/>
              </a:rPr>
              <a:t>)</a:t>
            </a:r>
            <a:r>
              <a:rPr kumimoji="1" lang="zh-CN" altLang="en-US" sz="4000">
                <a:solidFill>
                  <a:schemeClr val="tx2"/>
                </a:solidFill>
                <a:latin typeface="Times New Roman" charset="0"/>
                <a:ea typeface="楷体_GB2312" charset="0"/>
              </a:rPr>
              <a:t>；</a:t>
            </a:r>
          </a:p>
          <a:p>
            <a:pPr>
              <a:lnSpc>
                <a:spcPct val="140000"/>
              </a:lnSpc>
            </a:pPr>
            <a:r>
              <a:rPr kumimoji="1" lang="zh-CN" altLang="en-US" sz="4000">
                <a:solidFill>
                  <a:schemeClr val="tx2"/>
                </a:solidFill>
                <a:latin typeface="Times New Roman" charset="0"/>
                <a:ea typeface="楷体_GB2312" charset="0"/>
              </a:rPr>
              <a:t>由</a:t>
            </a:r>
            <a:r>
              <a:rPr kumimoji="1" lang="en-US" altLang="zh-CN" sz="4000" b="1">
                <a:solidFill>
                  <a:schemeClr val="tx2"/>
                </a:solidFill>
                <a:latin typeface="Times New Roman" charset="0"/>
                <a:ea typeface="楷体_GB2312" charset="0"/>
              </a:rPr>
              <a:t>LBT</a:t>
            </a:r>
            <a:r>
              <a:rPr kumimoji="1" lang="en-US" altLang="zh-CN" sz="4000">
                <a:solidFill>
                  <a:schemeClr val="tx2"/>
                </a:solidFill>
                <a:latin typeface="Times New Roman" charset="0"/>
                <a:ea typeface="楷体_GB2312" charset="0"/>
              </a:rPr>
              <a:t> </a:t>
            </a:r>
            <a:r>
              <a:rPr kumimoji="1" lang="zh-CN" altLang="en-US" sz="4000">
                <a:solidFill>
                  <a:schemeClr val="tx2"/>
                </a:solidFill>
                <a:latin typeface="Times New Roman" charset="0"/>
                <a:ea typeface="楷体_GB2312" charset="0"/>
              </a:rPr>
              <a:t>对应得到 </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11</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12</a:t>
            </a:r>
            <a:r>
              <a:rPr kumimoji="1" lang="en-US" altLang="zh-CN" sz="4000" b="1">
                <a:solidFill>
                  <a:schemeClr val="tx2"/>
                </a:solidFill>
                <a:latin typeface="Times New Roman" charset="0"/>
                <a:ea typeface="楷体_GB2312" charset="0"/>
              </a:rPr>
              <a:t>, …</a:t>
            </a:r>
            <a:r>
              <a:rPr kumimoji="1" lang="zh-CN" altLang="en-US" sz="4000" b="1">
                <a:solidFill>
                  <a:schemeClr val="tx2"/>
                </a:solidFill>
                <a:latin typeface="Times New Roman" charset="0"/>
                <a:ea typeface="楷体_GB2312" charset="0"/>
              </a:rPr>
              <a:t>，</a:t>
            </a:r>
            <a:r>
              <a:rPr kumimoji="1" lang="en-US" altLang="zh-CN" sz="4000" b="1">
                <a:solidFill>
                  <a:schemeClr val="tx2"/>
                </a:solidFill>
                <a:latin typeface="Times New Roman" charset="0"/>
                <a:ea typeface="楷体_GB2312" charset="0"/>
              </a:rPr>
              <a:t>t</a:t>
            </a:r>
            <a:r>
              <a:rPr kumimoji="1" lang="en-US" altLang="zh-CN" sz="4000" b="1" baseline="-25000">
                <a:solidFill>
                  <a:schemeClr val="tx2"/>
                </a:solidFill>
                <a:latin typeface="Times New Roman" charset="0"/>
                <a:ea typeface="楷体_GB2312" charset="0"/>
              </a:rPr>
              <a:t>1m</a:t>
            </a:r>
            <a:r>
              <a:rPr kumimoji="1" lang="en-US" altLang="zh-CN" sz="4000" b="1">
                <a:solidFill>
                  <a:schemeClr val="tx2"/>
                </a:solidFill>
                <a:latin typeface="Times New Roman" charset="0"/>
                <a:ea typeface="楷体_GB2312" charset="0"/>
              </a:rPr>
              <a:t>)</a:t>
            </a:r>
            <a:r>
              <a:rPr kumimoji="1" lang="zh-CN" altLang="en-US" sz="4000">
                <a:solidFill>
                  <a:schemeClr val="tx2"/>
                </a:solidFill>
                <a:latin typeface="Times New Roman" charset="0"/>
                <a:ea typeface="楷体_GB2312" charset="0"/>
              </a:rPr>
              <a:t>；</a:t>
            </a:r>
          </a:p>
          <a:p>
            <a:pPr>
              <a:lnSpc>
                <a:spcPct val="140000"/>
              </a:lnSpc>
            </a:pPr>
            <a:r>
              <a:rPr kumimoji="1" lang="zh-CN" altLang="en-US" sz="4000">
                <a:solidFill>
                  <a:schemeClr val="tx2"/>
                </a:solidFill>
                <a:latin typeface="Times New Roman" charset="0"/>
                <a:ea typeface="楷体_GB2312" charset="0"/>
              </a:rPr>
              <a:t>由</a:t>
            </a:r>
            <a:r>
              <a:rPr kumimoji="1" lang="en-US" altLang="zh-CN" sz="4000" b="1">
                <a:solidFill>
                  <a:schemeClr val="tx2"/>
                </a:solidFill>
                <a:latin typeface="Times New Roman" charset="0"/>
                <a:ea typeface="楷体_GB2312" charset="0"/>
              </a:rPr>
              <a:t>RBT</a:t>
            </a:r>
            <a:r>
              <a:rPr kumimoji="1" lang="en-US" altLang="zh-CN" sz="4000">
                <a:solidFill>
                  <a:schemeClr val="tx2"/>
                </a:solidFill>
                <a:latin typeface="Times New Roman" charset="0"/>
                <a:ea typeface="楷体_GB2312" charset="0"/>
              </a:rPr>
              <a:t> </a:t>
            </a:r>
            <a:r>
              <a:rPr kumimoji="1" lang="zh-CN" altLang="en-US" sz="4000">
                <a:solidFill>
                  <a:schemeClr val="tx2"/>
                </a:solidFill>
                <a:latin typeface="Times New Roman" charset="0"/>
                <a:ea typeface="楷体_GB2312" charset="0"/>
              </a:rPr>
              <a:t>对应得到 </a:t>
            </a:r>
            <a:r>
              <a:rPr kumimoji="1" lang="en-US" altLang="zh-CN" sz="4000" b="1">
                <a:solidFill>
                  <a:schemeClr val="tx2"/>
                </a:solidFill>
                <a:latin typeface="Times New Roman" charset="0"/>
                <a:ea typeface="楷体_GB2312" charset="0"/>
              </a:rPr>
              <a:t>(T</a:t>
            </a:r>
            <a:r>
              <a:rPr kumimoji="1" lang="en-US" altLang="zh-CN" sz="4000" b="1" baseline="-25000">
                <a:solidFill>
                  <a:schemeClr val="tx2"/>
                </a:solidFill>
                <a:latin typeface="Times New Roman" charset="0"/>
                <a:ea typeface="楷体_GB2312" charset="0"/>
              </a:rPr>
              <a:t>2</a:t>
            </a:r>
            <a:r>
              <a:rPr kumimoji="1" lang="en-US" altLang="zh-CN" sz="4000" b="1">
                <a:solidFill>
                  <a:schemeClr val="tx2"/>
                </a:solidFill>
                <a:latin typeface="Times New Roman" charset="0"/>
                <a:ea typeface="楷体_GB2312" charset="0"/>
              </a:rPr>
              <a:t>, T</a:t>
            </a:r>
            <a:r>
              <a:rPr kumimoji="1" lang="en-US" altLang="zh-CN" sz="4000" b="1" baseline="-25000">
                <a:solidFill>
                  <a:schemeClr val="tx2"/>
                </a:solidFill>
                <a:latin typeface="Times New Roman" charset="0"/>
                <a:ea typeface="楷体_GB2312" charset="0"/>
              </a:rPr>
              <a:t>3</a:t>
            </a:r>
            <a:r>
              <a:rPr kumimoji="1" lang="en-US" altLang="zh-CN" sz="4000" b="1">
                <a:solidFill>
                  <a:schemeClr val="tx2"/>
                </a:solidFill>
                <a:latin typeface="Times New Roman" charset="0"/>
                <a:ea typeface="楷体_GB2312" charset="0"/>
              </a:rPr>
              <a:t>, …, T</a:t>
            </a:r>
            <a:r>
              <a:rPr kumimoji="1" lang="en-US" altLang="zh-CN" sz="4000" b="1" baseline="-25000">
                <a:solidFill>
                  <a:schemeClr val="tx2"/>
                </a:solidFill>
                <a:latin typeface="Times New Roman" charset="0"/>
                <a:ea typeface="楷体_GB2312" charset="0"/>
              </a:rPr>
              <a:t>n</a:t>
            </a:r>
            <a:r>
              <a:rPr kumimoji="1" lang="en-US" altLang="zh-CN" sz="4000" b="1">
                <a:solidFill>
                  <a:schemeClr val="tx2"/>
                </a:solidFill>
                <a:latin typeface="Times New Roman" charset="0"/>
                <a:ea typeface="楷体_GB2312" charset="0"/>
              </a:rPr>
              <a:t>)</a:t>
            </a:r>
            <a:r>
              <a:rPr kumimoji="1" lang="zh-CN" altLang="en-US" sz="4000" b="1">
                <a:solidFill>
                  <a:schemeClr val="tx2"/>
                </a:solidFill>
                <a:latin typeface="Times New Roman" charset="0"/>
                <a:ea typeface="楷体_GB2312" charset="0"/>
              </a:rPr>
              <a:t>。</a:t>
            </a:r>
            <a:endParaRPr kumimoji="1" lang="zh-CN" altLang="en-US" sz="2400">
              <a:solidFill>
                <a:schemeClr val="tx2"/>
              </a:solidFill>
              <a:latin typeface="Times New Roman" charset="0"/>
            </a:endParaRPr>
          </a:p>
        </p:txBody>
      </p:sp>
    </p:spTree>
    <p:extLst>
      <p:ext uri="{BB962C8B-B14F-4D97-AF65-F5344CB8AC3E}">
        <p14:creationId xmlns:p14="http://schemas.microsoft.com/office/powerpoint/2010/main" val="7114485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childTnLst>
                                    <p:set>
                                      <p:cBhvr>
                                        <p:cTn id="6" dur="1" fill="hold">
                                          <p:stCondLst>
                                            <p:cond delay="0"/>
                                          </p:stCondLst>
                                        </p:cTn>
                                        <p:tgtEl>
                                          <p:spTgt spid="272387"/>
                                        </p:tgtEl>
                                        <p:attrNameLst>
                                          <p:attrName>style.visibility</p:attrName>
                                        </p:attrNameLst>
                                      </p:cBhvr>
                                      <p:to>
                                        <p:strVal val="visible"/>
                                      </p:to>
                                    </p:set>
                                    <p:animEffect transition="in" filter="checkerboard(down)">
                                      <p:cBhvr>
                                        <p:cTn id="7" dur="500"/>
                                        <p:tgtEl>
                                          <p:spTgt spid="272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ext Box 2"/>
          <p:cNvSpPr txBox="1">
            <a:spLocks noChangeArrowheads="1"/>
          </p:cNvSpPr>
          <p:nvPr/>
        </p:nvSpPr>
        <p:spPr bwMode="auto">
          <a:xfrm>
            <a:off x="381000" y="1044575"/>
            <a:ext cx="838200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000">
                <a:latin typeface="Times New Roman" charset="0"/>
                <a:ea typeface="楷体_GB2312" charset="0"/>
              </a:rPr>
              <a:t>        </a:t>
            </a:r>
            <a:r>
              <a:rPr kumimoji="1" lang="zh-CN" altLang="en-US" sz="4400">
                <a:solidFill>
                  <a:schemeClr val="tx2"/>
                </a:solidFill>
                <a:latin typeface="Times New Roman" charset="0"/>
                <a:ea typeface="楷体_GB2312" charset="0"/>
              </a:rPr>
              <a:t>由此，树的各种操作均可对应二叉树的操作来完成。</a:t>
            </a:r>
            <a:endParaRPr kumimoji="1" lang="zh-CN" altLang="en-US" sz="4400">
              <a:latin typeface="Times New Roman" charset="0"/>
            </a:endParaRPr>
          </a:p>
        </p:txBody>
      </p:sp>
      <p:sp>
        <p:nvSpPr>
          <p:cNvPr id="273411" name="Text Box 3"/>
          <p:cNvSpPr txBox="1">
            <a:spLocks noChangeArrowheads="1"/>
          </p:cNvSpPr>
          <p:nvPr/>
        </p:nvSpPr>
        <p:spPr bwMode="auto">
          <a:xfrm>
            <a:off x="288925" y="2819400"/>
            <a:ext cx="8626475"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4000">
                <a:latin typeface="Times New Roman" charset="0"/>
                <a:ea typeface="楷体_GB2312" charset="0"/>
              </a:rPr>
              <a:t>         </a:t>
            </a:r>
            <a:r>
              <a:rPr kumimoji="1" lang="zh-CN" altLang="en-US" sz="4000" b="1">
                <a:solidFill>
                  <a:srgbClr val="990033"/>
                </a:solidFill>
                <a:latin typeface="Times New Roman" charset="0"/>
                <a:ea typeface="楷体_GB2312" charset="0"/>
              </a:rPr>
              <a:t>应当注意的是，</a:t>
            </a:r>
            <a:r>
              <a:rPr kumimoji="1" lang="zh-CN" altLang="en-US" sz="4000">
                <a:solidFill>
                  <a:schemeClr val="tx2"/>
                </a:solidFill>
                <a:latin typeface="Times New Roman" charset="0"/>
                <a:ea typeface="楷体_GB2312" charset="0"/>
              </a:rPr>
              <a:t>和树对应的二叉树，其左、右子树的概念</a:t>
            </a:r>
          </a:p>
          <a:p>
            <a:pPr>
              <a:lnSpc>
                <a:spcPct val="125000"/>
              </a:lnSpc>
            </a:pPr>
            <a:r>
              <a:rPr kumimoji="1" lang="zh-CN" altLang="en-US" sz="4000">
                <a:solidFill>
                  <a:schemeClr val="tx2"/>
                </a:solidFill>
                <a:latin typeface="Times New Roman" charset="0"/>
                <a:ea typeface="楷体_GB2312" charset="0"/>
              </a:rPr>
              <a:t>已改变为：</a:t>
            </a:r>
            <a:r>
              <a:rPr kumimoji="1" lang="zh-CN" altLang="en-US" sz="4000">
                <a:latin typeface="Times New Roman" charset="0"/>
                <a:ea typeface="楷体_GB2312" charset="0"/>
              </a:rPr>
              <a:t> </a:t>
            </a:r>
            <a:r>
              <a:rPr kumimoji="1" lang="zh-CN" altLang="en-US" sz="4000" b="1">
                <a:solidFill>
                  <a:srgbClr val="0000FF"/>
                </a:solidFill>
                <a:latin typeface="Times New Roman" charset="0"/>
                <a:ea typeface="楷体_GB2312" charset="0"/>
              </a:rPr>
              <a:t>左是孩子，右是兄弟。</a:t>
            </a:r>
          </a:p>
        </p:txBody>
      </p:sp>
      <p:sp>
        <p:nvSpPr>
          <p:cNvPr id="273412" name="AutoShape 4">
            <a:hlinkClick r:id="rId2" action="ppaction://hlinksldjump" highlightClick="1"/>
          </p:cNvPr>
          <p:cNvSpPr>
            <a:spLocks noChangeArrowheads="1"/>
          </p:cNvSpPr>
          <p:nvPr/>
        </p:nvSpPr>
        <p:spPr bwMode="auto">
          <a:xfrm>
            <a:off x="8229600" y="61722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1035046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73411"/>
                                        </p:tgtEl>
                                        <p:attrNameLst>
                                          <p:attrName>style.visibility</p:attrName>
                                        </p:attrNameLst>
                                      </p:cBhvr>
                                      <p:to>
                                        <p:strVal val="visible"/>
                                      </p:to>
                                    </p:set>
                                    <p:anim calcmode="lin" valueType="num">
                                      <p:cBhvr additive="base">
                                        <p:cTn id="7" dur="500" fill="hold"/>
                                        <p:tgtEl>
                                          <p:spTgt spid="273411"/>
                                        </p:tgtEl>
                                        <p:attrNameLst>
                                          <p:attrName>ppt_x</p:attrName>
                                        </p:attrNameLst>
                                      </p:cBhvr>
                                      <p:tavLst>
                                        <p:tav tm="0">
                                          <p:val>
                                            <p:strVal val="0-#ppt_w/2"/>
                                          </p:val>
                                        </p:tav>
                                        <p:tav tm="100000">
                                          <p:val>
                                            <p:strVal val="#ppt_x"/>
                                          </p:val>
                                        </p:tav>
                                      </p:tavLst>
                                    </p:anim>
                                    <p:anim calcmode="lin" valueType="num">
                                      <p:cBhvr additive="base">
                                        <p:cTn id="8" dur="500" fill="hold"/>
                                        <p:tgtEl>
                                          <p:spTgt spid="27341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73412"/>
                                        </p:tgtEl>
                                        <p:attrNameLst>
                                          <p:attrName>style.visibility</p:attrName>
                                        </p:attrNameLst>
                                      </p:cBhvr>
                                      <p:to>
                                        <p:strVal val="visible"/>
                                      </p:to>
                                    </p:set>
                                    <p:anim calcmode="lin" valueType="num">
                                      <p:cBhvr additive="base">
                                        <p:cTn id="12" dur="500" fill="hold"/>
                                        <p:tgtEl>
                                          <p:spTgt spid="273412"/>
                                        </p:tgtEl>
                                        <p:attrNameLst>
                                          <p:attrName>ppt_x</p:attrName>
                                        </p:attrNameLst>
                                      </p:cBhvr>
                                      <p:tavLst>
                                        <p:tav tm="0">
                                          <p:val>
                                            <p:strVal val="0-#ppt_w/2"/>
                                          </p:val>
                                        </p:tav>
                                        <p:tav tm="100000">
                                          <p:val>
                                            <p:strVal val="#ppt_x"/>
                                          </p:val>
                                        </p:tav>
                                      </p:tavLst>
                                    </p:anim>
                                    <p:anim calcmode="lin" valueType="num">
                                      <p:cBhvr additive="base">
                                        <p:cTn id="13" dur="500" fill="hold"/>
                                        <p:tgtEl>
                                          <p:spTgt spid="2734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autoUpdateAnimBg="0"/>
      <p:bldP spid="273412"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Text Box 2"/>
          <p:cNvSpPr txBox="1">
            <a:spLocks noChangeArrowheads="1"/>
          </p:cNvSpPr>
          <p:nvPr/>
        </p:nvSpPr>
        <p:spPr bwMode="auto">
          <a:xfrm>
            <a:off x="990600" y="1212850"/>
            <a:ext cx="7162800" cy="2609850"/>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lnSpc>
                <a:spcPct val="125000"/>
              </a:lnSpc>
            </a:pPr>
            <a:r>
              <a:rPr kumimoji="1" lang="en-US" altLang="zh-CN" sz="6600" b="1">
                <a:solidFill>
                  <a:srgbClr val="008080"/>
                </a:solidFill>
                <a:latin typeface="Times New Roman" charset="0"/>
                <a:ea typeface="楷体_GB2312" charset="0"/>
              </a:rPr>
              <a:t>6.7</a:t>
            </a:r>
          </a:p>
          <a:p>
            <a:pPr algn="ctr">
              <a:lnSpc>
                <a:spcPct val="125000"/>
              </a:lnSpc>
            </a:pPr>
            <a:r>
              <a:rPr kumimoji="1" lang="zh-CN" altLang="en-US" sz="6600" b="1">
                <a:solidFill>
                  <a:srgbClr val="008080"/>
                </a:solidFill>
                <a:latin typeface="隶书" charset="0"/>
                <a:ea typeface="隶书" charset="0"/>
              </a:rPr>
              <a:t>树和森林的遍历</a:t>
            </a:r>
            <a:endParaRPr kumimoji="1" lang="zh-CN" altLang="en-US" sz="2400">
              <a:latin typeface="Times New Roman" charset="0"/>
            </a:endParaRPr>
          </a:p>
        </p:txBody>
      </p:sp>
      <p:graphicFrame>
        <p:nvGraphicFramePr>
          <p:cNvPr id="274435" name="Object 3"/>
          <p:cNvGraphicFramePr>
            <a:graphicFrameLocks noChangeAspect="1"/>
          </p:cNvGraphicFramePr>
          <p:nvPr/>
        </p:nvGraphicFramePr>
        <p:xfrm>
          <a:off x="3352800" y="4724400"/>
          <a:ext cx="2438400" cy="1219200"/>
        </p:xfrm>
        <a:graphic>
          <a:graphicData uri="http://schemas.openxmlformats.org/presentationml/2006/ole">
            <mc:AlternateContent xmlns:mc="http://schemas.openxmlformats.org/markup-compatibility/2006">
              <mc:Choice xmlns:v="urn:schemas-microsoft-com:vml" Requires="v">
                <p:oleObj spid="_x0000_s928770" name="剪辑" r:id="rId3" imgW="1184760" imgH="684360" progId="MS_ClipArt_Gallery.2">
                  <p:embed/>
                </p:oleObj>
              </mc:Choice>
              <mc:Fallback>
                <p:oleObj name="剪辑" r:id="rId3" imgW="1184760" imgH="68436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724400"/>
                        <a:ext cx="24384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187311460"/>
      </p:ext>
    </p:extLst>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Text Box 2">
            <a:hlinkClick r:id="" action="ppaction://hlinkshowjump?jump=nextslide"/>
          </p:cNvPr>
          <p:cNvSpPr txBox="1">
            <a:spLocks noChangeArrowheads="1"/>
          </p:cNvSpPr>
          <p:nvPr/>
        </p:nvSpPr>
        <p:spPr bwMode="auto">
          <a:xfrm>
            <a:off x="1539875" y="1089025"/>
            <a:ext cx="3870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990033"/>
                </a:solidFill>
                <a:latin typeface="Times New Roman" charset="0"/>
                <a:ea typeface="楷体_GB2312" charset="0"/>
              </a:rPr>
              <a:t>一、树的遍历</a:t>
            </a:r>
            <a:endParaRPr kumimoji="1" lang="zh-CN" altLang="en-US" sz="4400">
              <a:latin typeface="Times New Roman" charset="0"/>
            </a:endParaRPr>
          </a:p>
        </p:txBody>
      </p:sp>
      <p:sp>
        <p:nvSpPr>
          <p:cNvPr id="275459" name="Text Box 3">
            <a:hlinkClick r:id="rId2" action="ppaction://hlinksldjump"/>
          </p:cNvPr>
          <p:cNvSpPr txBox="1">
            <a:spLocks noChangeArrowheads="1"/>
          </p:cNvSpPr>
          <p:nvPr/>
        </p:nvSpPr>
        <p:spPr bwMode="auto">
          <a:xfrm>
            <a:off x="1539875" y="2613025"/>
            <a:ext cx="44846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990033"/>
                </a:solidFill>
                <a:latin typeface="Times New Roman" charset="0"/>
                <a:ea typeface="楷体_GB2312" charset="0"/>
              </a:rPr>
              <a:t>二、森林的遍历</a:t>
            </a:r>
            <a:endParaRPr kumimoji="1" lang="zh-CN" altLang="en-US" sz="4400">
              <a:latin typeface="Times New Roman" charset="0"/>
            </a:endParaRPr>
          </a:p>
        </p:txBody>
      </p:sp>
      <p:sp>
        <p:nvSpPr>
          <p:cNvPr id="275460" name="Text Box 4">
            <a:hlinkClick r:id="rId3" action="ppaction://hlinksldjump"/>
          </p:cNvPr>
          <p:cNvSpPr txBox="1">
            <a:spLocks noChangeArrowheads="1"/>
          </p:cNvSpPr>
          <p:nvPr/>
        </p:nvSpPr>
        <p:spPr bwMode="auto">
          <a:xfrm>
            <a:off x="1539875" y="4137025"/>
            <a:ext cx="57134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800" b="1">
                <a:solidFill>
                  <a:srgbClr val="990033"/>
                </a:solidFill>
                <a:latin typeface="Times New Roman" charset="0"/>
                <a:ea typeface="楷体_GB2312" charset="0"/>
              </a:rPr>
              <a:t>三、树的遍历的应用</a:t>
            </a:r>
            <a:endParaRPr kumimoji="1" lang="zh-CN" altLang="en-US" sz="4400">
              <a:latin typeface="Times New Roman" charset="0"/>
            </a:endParaRPr>
          </a:p>
        </p:txBody>
      </p:sp>
      <p:sp>
        <p:nvSpPr>
          <p:cNvPr id="275461" name="AutoShape 5">
            <a:hlinkClick r:id="rId4" action="ppaction://hlinksldjump" highlightClick="1"/>
          </p:cNvPr>
          <p:cNvSpPr>
            <a:spLocks noChangeArrowheads="1"/>
          </p:cNvSpPr>
          <p:nvPr/>
        </p:nvSpPr>
        <p:spPr bwMode="auto">
          <a:xfrm>
            <a:off x="8153400" y="60198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6390093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5458"/>
                                        </p:tgtEl>
                                        <p:attrNameLst>
                                          <p:attrName>style.visibility</p:attrName>
                                        </p:attrNameLst>
                                      </p:cBhvr>
                                      <p:to>
                                        <p:strVal val="visible"/>
                                      </p:to>
                                    </p:set>
                                    <p:anim calcmode="lin" valueType="num">
                                      <p:cBhvr additive="base">
                                        <p:cTn id="7" dur="500" fill="hold"/>
                                        <p:tgtEl>
                                          <p:spTgt spid="275458"/>
                                        </p:tgtEl>
                                        <p:attrNameLst>
                                          <p:attrName>ppt_x</p:attrName>
                                        </p:attrNameLst>
                                      </p:cBhvr>
                                      <p:tavLst>
                                        <p:tav tm="0">
                                          <p:val>
                                            <p:strVal val="0-#ppt_w/2"/>
                                          </p:val>
                                        </p:tav>
                                        <p:tav tm="100000">
                                          <p:val>
                                            <p:strVal val="#ppt_x"/>
                                          </p:val>
                                        </p:tav>
                                      </p:tavLst>
                                    </p:anim>
                                    <p:anim calcmode="lin" valueType="num">
                                      <p:cBhvr additive="base">
                                        <p:cTn id="8" dur="500" fill="hold"/>
                                        <p:tgtEl>
                                          <p:spTgt spid="2754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5459"/>
                                        </p:tgtEl>
                                        <p:attrNameLst>
                                          <p:attrName>style.visibility</p:attrName>
                                        </p:attrNameLst>
                                      </p:cBhvr>
                                      <p:to>
                                        <p:strVal val="visible"/>
                                      </p:to>
                                    </p:set>
                                    <p:anim calcmode="lin" valueType="num">
                                      <p:cBhvr additive="base">
                                        <p:cTn id="13" dur="500" fill="hold"/>
                                        <p:tgtEl>
                                          <p:spTgt spid="275459"/>
                                        </p:tgtEl>
                                        <p:attrNameLst>
                                          <p:attrName>ppt_x</p:attrName>
                                        </p:attrNameLst>
                                      </p:cBhvr>
                                      <p:tavLst>
                                        <p:tav tm="0">
                                          <p:val>
                                            <p:strVal val="0-#ppt_w/2"/>
                                          </p:val>
                                        </p:tav>
                                        <p:tav tm="100000">
                                          <p:val>
                                            <p:strVal val="#ppt_x"/>
                                          </p:val>
                                        </p:tav>
                                      </p:tavLst>
                                    </p:anim>
                                    <p:anim calcmode="lin" valueType="num">
                                      <p:cBhvr additive="base">
                                        <p:cTn id="14" dur="500" fill="hold"/>
                                        <p:tgtEl>
                                          <p:spTgt spid="2754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75460"/>
                                        </p:tgtEl>
                                        <p:attrNameLst>
                                          <p:attrName>style.visibility</p:attrName>
                                        </p:attrNameLst>
                                      </p:cBhvr>
                                      <p:to>
                                        <p:strVal val="visible"/>
                                      </p:to>
                                    </p:set>
                                    <p:anim calcmode="lin" valueType="num">
                                      <p:cBhvr additive="base">
                                        <p:cTn id="19" dur="500" fill="hold"/>
                                        <p:tgtEl>
                                          <p:spTgt spid="275460"/>
                                        </p:tgtEl>
                                        <p:attrNameLst>
                                          <p:attrName>ppt_x</p:attrName>
                                        </p:attrNameLst>
                                      </p:cBhvr>
                                      <p:tavLst>
                                        <p:tav tm="0">
                                          <p:val>
                                            <p:strVal val="0-#ppt_w/2"/>
                                          </p:val>
                                        </p:tav>
                                        <p:tav tm="100000">
                                          <p:val>
                                            <p:strVal val="#ppt_x"/>
                                          </p:val>
                                        </p:tav>
                                      </p:tavLst>
                                    </p:anim>
                                    <p:anim calcmode="lin" valueType="num">
                                      <p:cBhvr additive="base">
                                        <p:cTn id="20" dur="500" fill="hold"/>
                                        <p:tgtEl>
                                          <p:spTgt spid="275460"/>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275461"/>
                                        </p:tgtEl>
                                        <p:attrNameLst>
                                          <p:attrName>style.visibility</p:attrName>
                                        </p:attrNameLst>
                                      </p:cBhvr>
                                      <p:to>
                                        <p:strVal val="visible"/>
                                      </p:to>
                                    </p:set>
                                    <p:anim calcmode="lin" valueType="num">
                                      <p:cBhvr additive="base">
                                        <p:cTn id="24" dur="500" fill="hold"/>
                                        <p:tgtEl>
                                          <p:spTgt spid="275461"/>
                                        </p:tgtEl>
                                        <p:attrNameLst>
                                          <p:attrName>ppt_x</p:attrName>
                                        </p:attrNameLst>
                                      </p:cBhvr>
                                      <p:tavLst>
                                        <p:tav tm="0">
                                          <p:val>
                                            <p:strVal val="0-#ppt_w/2"/>
                                          </p:val>
                                        </p:tav>
                                        <p:tav tm="100000">
                                          <p:val>
                                            <p:strVal val="#ppt_x"/>
                                          </p:val>
                                        </p:tav>
                                      </p:tavLst>
                                    </p:anim>
                                    <p:anim calcmode="lin" valueType="num">
                                      <p:cBhvr additive="base">
                                        <p:cTn id="25" dur="500" fill="hold"/>
                                        <p:tgtEl>
                                          <p:spTgt spid="2754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8" grpId="0" autoUpdateAnimBg="0"/>
      <p:bldP spid="275459" grpId="0" autoUpdateAnimBg="0"/>
      <p:bldP spid="275460" grpId="0" autoUpdateAnimBg="0"/>
      <p:bldP spid="275461"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Text Box 2"/>
          <p:cNvSpPr txBox="1">
            <a:spLocks noChangeArrowheads="1"/>
          </p:cNvSpPr>
          <p:nvPr/>
        </p:nvSpPr>
        <p:spPr bwMode="auto">
          <a:xfrm>
            <a:off x="1295400" y="152400"/>
            <a:ext cx="6507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0033"/>
                </a:solidFill>
                <a:latin typeface="Times New Roman" charset="0"/>
                <a:ea typeface="楷体_GB2312" charset="0"/>
              </a:rPr>
              <a:t>树的遍历可有三条搜索路径</a:t>
            </a:r>
            <a:r>
              <a:rPr kumimoji="1" lang="en-US" altLang="zh-CN" sz="4000" b="1">
                <a:solidFill>
                  <a:srgbClr val="990033"/>
                </a:solidFill>
                <a:latin typeface="Times New Roman" charset="0"/>
                <a:ea typeface="楷体_GB2312" charset="0"/>
              </a:rPr>
              <a:t>:</a:t>
            </a:r>
            <a:endParaRPr kumimoji="1" lang="en-US" altLang="zh-CN" sz="4000">
              <a:latin typeface="Times New Roman" charset="0"/>
            </a:endParaRPr>
          </a:p>
        </p:txBody>
      </p:sp>
      <p:sp>
        <p:nvSpPr>
          <p:cNvPr id="276483" name="Text Box 3"/>
          <p:cNvSpPr txBox="1">
            <a:spLocks noChangeArrowheads="1"/>
          </p:cNvSpPr>
          <p:nvPr/>
        </p:nvSpPr>
        <p:spPr bwMode="auto">
          <a:xfrm>
            <a:off x="457200" y="4784725"/>
            <a:ext cx="3048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4000" b="1">
                <a:solidFill>
                  <a:srgbClr val="333399"/>
                </a:solidFill>
                <a:latin typeface="Times New Roman" charset="0"/>
                <a:ea typeface="楷体_GB2312" charset="0"/>
              </a:rPr>
              <a:t>按层次遍历</a:t>
            </a:r>
            <a:r>
              <a:rPr kumimoji="1" lang="en-US" altLang="zh-CN" sz="4000" b="1">
                <a:solidFill>
                  <a:srgbClr val="333399"/>
                </a:solidFill>
                <a:latin typeface="Times New Roman" charset="0"/>
                <a:ea typeface="楷体_GB2312" charset="0"/>
              </a:rPr>
              <a:t>:</a:t>
            </a:r>
            <a:endParaRPr kumimoji="1" lang="en-US" altLang="zh-CN" sz="3600" b="1">
              <a:solidFill>
                <a:srgbClr val="CC6600"/>
              </a:solidFill>
              <a:latin typeface="Times New Roman" charset="0"/>
            </a:endParaRPr>
          </a:p>
        </p:txBody>
      </p:sp>
      <p:sp>
        <p:nvSpPr>
          <p:cNvPr id="276484" name="Text Box 4"/>
          <p:cNvSpPr txBox="1">
            <a:spLocks noChangeArrowheads="1"/>
          </p:cNvSpPr>
          <p:nvPr/>
        </p:nvSpPr>
        <p:spPr bwMode="auto">
          <a:xfrm>
            <a:off x="457200" y="914400"/>
            <a:ext cx="3886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4000" b="1">
                <a:solidFill>
                  <a:srgbClr val="333399"/>
                </a:solidFill>
                <a:latin typeface="Times New Roman" charset="0"/>
                <a:ea typeface="楷体_GB2312" charset="0"/>
              </a:rPr>
              <a:t>先根</a:t>
            </a:r>
            <a:r>
              <a:rPr kumimoji="1" lang="en-US" altLang="zh-CN" sz="4000" b="1">
                <a:solidFill>
                  <a:srgbClr val="333399"/>
                </a:solidFill>
                <a:latin typeface="Times New Roman" charset="0"/>
                <a:ea typeface="楷体_GB2312" charset="0"/>
              </a:rPr>
              <a:t>(</a:t>
            </a:r>
            <a:r>
              <a:rPr kumimoji="1" lang="zh-CN" altLang="en-US" sz="4000" b="1">
                <a:solidFill>
                  <a:srgbClr val="333399"/>
                </a:solidFill>
                <a:latin typeface="Times New Roman" charset="0"/>
                <a:ea typeface="楷体_GB2312" charset="0"/>
              </a:rPr>
              <a:t>次序</a:t>
            </a:r>
            <a:r>
              <a:rPr kumimoji="1" lang="en-US" altLang="zh-CN" sz="4000" b="1">
                <a:solidFill>
                  <a:srgbClr val="333399"/>
                </a:solidFill>
                <a:latin typeface="Times New Roman" charset="0"/>
                <a:ea typeface="楷体_GB2312" charset="0"/>
              </a:rPr>
              <a:t>)</a:t>
            </a:r>
            <a:r>
              <a:rPr kumimoji="1" lang="zh-CN" altLang="en-US" sz="4000" b="1">
                <a:solidFill>
                  <a:srgbClr val="333399"/>
                </a:solidFill>
                <a:latin typeface="Times New Roman" charset="0"/>
                <a:ea typeface="楷体_GB2312" charset="0"/>
              </a:rPr>
              <a:t>遍历</a:t>
            </a:r>
            <a:r>
              <a:rPr kumimoji="1" lang="en-US" altLang="zh-CN" sz="4000" b="1">
                <a:solidFill>
                  <a:srgbClr val="333399"/>
                </a:solidFill>
                <a:latin typeface="Times New Roman" charset="0"/>
                <a:ea typeface="楷体_GB2312" charset="0"/>
              </a:rPr>
              <a:t>:</a:t>
            </a:r>
            <a:endParaRPr kumimoji="1" lang="en-US" altLang="zh-CN" sz="3600">
              <a:solidFill>
                <a:schemeClr val="bg2"/>
              </a:solidFill>
              <a:latin typeface="Times New Roman" charset="0"/>
              <a:ea typeface="楷体_GB2312" charset="0"/>
            </a:endParaRPr>
          </a:p>
        </p:txBody>
      </p:sp>
      <p:sp>
        <p:nvSpPr>
          <p:cNvPr id="276485" name="Text Box 5"/>
          <p:cNvSpPr txBox="1">
            <a:spLocks noChangeArrowheads="1"/>
          </p:cNvSpPr>
          <p:nvPr/>
        </p:nvSpPr>
        <p:spPr bwMode="auto">
          <a:xfrm>
            <a:off x="457200" y="2895600"/>
            <a:ext cx="3810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zh-CN" altLang="en-US" sz="4000" b="1">
                <a:solidFill>
                  <a:srgbClr val="333399"/>
                </a:solidFill>
                <a:latin typeface="Times New Roman" charset="0"/>
                <a:ea typeface="楷体_GB2312" charset="0"/>
              </a:rPr>
              <a:t>后根</a:t>
            </a:r>
            <a:r>
              <a:rPr kumimoji="1" lang="en-US" altLang="zh-CN" sz="4000" b="1">
                <a:solidFill>
                  <a:srgbClr val="333399"/>
                </a:solidFill>
                <a:latin typeface="Times New Roman" charset="0"/>
                <a:ea typeface="楷体_GB2312" charset="0"/>
              </a:rPr>
              <a:t>(</a:t>
            </a:r>
            <a:r>
              <a:rPr kumimoji="1" lang="zh-CN" altLang="en-US" sz="4000" b="1">
                <a:solidFill>
                  <a:srgbClr val="333399"/>
                </a:solidFill>
                <a:latin typeface="Times New Roman" charset="0"/>
                <a:ea typeface="楷体_GB2312" charset="0"/>
              </a:rPr>
              <a:t>次序</a:t>
            </a:r>
            <a:r>
              <a:rPr kumimoji="1" lang="en-US" altLang="zh-CN" sz="4000" b="1">
                <a:solidFill>
                  <a:srgbClr val="333399"/>
                </a:solidFill>
                <a:latin typeface="Times New Roman" charset="0"/>
                <a:ea typeface="楷体_GB2312" charset="0"/>
              </a:rPr>
              <a:t>)</a:t>
            </a:r>
            <a:r>
              <a:rPr kumimoji="1" lang="zh-CN" altLang="en-US" sz="4000" b="1">
                <a:solidFill>
                  <a:srgbClr val="333399"/>
                </a:solidFill>
                <a:latin typeface="Times New Roman" charset="0"/>
                <a:ea typeface="楷体_GB2312" charset="0"/>
              </a:rPr>
              <a:t>遍历</a:t>
            </a:r>
            <a:r>
              <a:rPr kumimoji="1" lang="en-US" altLang="zh-CN" sz="4000" b="1">
                <a:solidFill>
                  <a:srgbClr val="333399"/>
                </a:solidFill>
                <a:latin typeface="Times New Roman" charset="0"/>
                <a:ea typeface="楷体_GB2312" charset="0"/>
              </a:rPr>
              <a:t>:</a:t>
            </a:r>
            <a:endParaRPr kumimoji="1" lang="en-US" altLang="zh-CN" sz="3600" b="1">
              <a:solidFill>
                <a:srgbClr val="CC6600"/>
              </a:solidFill>
              <a:latin typeface="Times New Roman" charset="0"/>
              <a:ea typeface="楷体_GB2312" charset="0"/>
            </a:endParaRPr>
          </a:p>
        </p:txBody>
      </p:sp>
      <p:sp>
        <p:nvSpPr>
          <p:cNvPr id="276486" name="Rectangle 6"/>
          <p:cNvSpPr>
            <a:spLocks noChangeArrowheads="1"/>
          </p:cNvSpPr>
          <p:nvPr/>
        </p:nvSpPr>
        <p:spPr bwMode="auto">
          <a:xfrm>
            <a:off x="1143000" y="1524000"/>
            <a:ext cx="7772400"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3600" b="1">
                <a:solidFill>
                  <a:srgbClr val="CC6600"/>
                </a:solidFill>
                <a:latin typeface="Times New Roman" charset="0"/>
                <a:ea typeface="楷体_GB2312" charset="0"/>
              </a:rPr>
              <a:t>    </a:t>
            </a:r>
            <a:r>
              <a:rPr kumimoji="1" lang="zh-CN" altLang="en-US" sz="3600" b="1">
                <a:solidFill>
                  <a:srgbClr val="CC6600"/>
                </a:solidFill>
                <a:latin typeface="Times New Roman" charset="0"/>
                <a:ea typeface="楷体_GB2312" charset="0"/>
              </a:rPr>
              <a:t>若树不空，则先访问根结点，然后依次先根遍历各棵子树。</a:t>
            </a:r>
          </a:p>
        </p:txBody>
      </p:sp>
      <p:sp>
        <p:nvSpPr>
          <p:cNvPr id="276487" name="Rectangle 7"/>
          <p:cNvSpPr>
            <a:spLocks noChangeArrowheads="1"/>
          </p:cNvSpPr>
          <p:nvPr/>
        </p:nvSpPr>
        <p:spPr bwMode="auto">
          <a:xfrm>
            <a:off x="1143000" y="3505200"/>
            <a:ext cx="7924800"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3600" b="1">
                <a:solidFill>
                  <a:srgbClr val="CC6600"/>
                </a:solidFill>
                <a:latin typeface="Times New Roman" charset="0"/>
                <a:ea typeface="楷体_GB2312" charset="0"/>
              </a:rPr>
              <a:t>    </a:t>
            </a:r>
            <a:r>
              <a:rPr kumimoji="1" lang="zh-CN" altLang="en-US" sz="3600" b="1">
                <a:solidFill>
                  <a:srgbClr val="CC6600"/>
                </a:solidFill>
                <a:latin typeface="Times New Roman" charset="0"/>
                <a:ea typeface="楷体_GB2312" charset="0"/>
              </a:rPr>
              <a:t>若树不空，则先依次后根遍历各棵子树，然后访问根结点。</a:t>
            </a:r>
          </a:p>
        </p:txBody>
      </p:sp>
      <p:sp>
        <p:nvSpPr>
          <p:cNvPr id="276488" name="Rectangle 8"/>
          <p:cNvSpPr>
            <a:spLocks noChangeArrowheads="1"/>
          </p:cNvSpPr>
          <p:nvPr/>
        </p:nvSpPr>
        <p:spPr bwMode="auto">
          <a:xfrm>
            <a:off x="1143000" y="5359400"/>
            <a:ext cx="7543800"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en-US" altLang="zh-CN" sz="3600" b="1">
                <a:solidFill>
                  <a:srgbClr val="CC6600"/>
                </a:solidFill>
                <a:latin typeface="Times New Roman" charset="0"/>
                <a:ea typeface="楷体_GB2312" charset="0"/>
              </a:rPr>
              <a:t>      </a:t>
            </a:r>
            <a:r>
              <a:rPr kumimoji="1" lang="zh-CN" altLang="en-US" sz="3600" b="1">
                <a:solidFill>
                  <a:srgbClr val="CC6600"/>
                </a:solidFill>
                <a:latin typeface="Times New Roman" charset="0"/>
                <a:ea typeface="楷体_GB2312" charset="0"/>
              </a:rPr>
              <a:t>若树不空，则自上而下自左至右访问树中每个结点。</a:t>
            </a:r>
          </a:p>
        </p:txBody>
      </p:sp>
    </p:spTree>
    <p:extLst>
      <p:ext uri="{BB962C8B-B14F-4D97-AF65-F5344CB8AC3E}">
        <p14:creationId xmlns:p14="http://schemas.microsoft.com/office/powerpoint/2010/main" val="10565818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76484"/>
                                        </p:tgtEl>
                                        <p:attrNameLst>
                                          <p:attrName>style.visibility</p:attrName>
                                        </p:attrNameLst>
                                      </p:cBhvr>
                                      <p:to>
                                        <p:strVal val="visible"/>
                                      </p:to>
                                    </p:set>
                                    <p:anim calcmode="lin" valueType="num">
                                      <p:cBhvr>
                                        <p:cTn id="7" dur="500" fill="hold"/>
                                        <p:tgtEl>
                                          <p:spTgt spid="276484"/>
                                        </p:tgtEl>
                                        <p:attrNameLst>
                                          <p:attrName>ppt_x</p:attrName>
                                        </p:attrNameLst>
                                      </p:cBhvr>
                                      <p:tavLst>
                                        <p:tav tm="0">
                                          <p:val>
                                            <p:strVal val="#ppt_x-#ppt_w/2"/>
                                          </p:val>
                                        </p:tav>
                                        <p:tav tm="100000">
                                          <p:val>
                                            <p:strVal val="#ppt_x"/>
                                          </p:val>
                                        </p:tav>
                                      </p:tavLst>
                                    </p:anim>
                                    <p:anim calcmode="lin" valueType="num">
                                      <p:cBhvr>
                                        <p:cTn id="8" dur="500" fill="hold"/>
                                        <p:tgtEl>
                                          <p:spTgt spid="276484"/>
                                        </p:tgtEl>
                                        <p:attrNameLst>
                                          <p:attrName>ppt_y</p:attrName>
                                        </p:attrNameLst>
                                      </p:cBhvr>
                                      <p:tavLst>
                                        <p:tav tm="0">
                                          <p:val>
                                            <p:strVal val="#ppt_y"/>
                                          </p:val>
                                        </p:tav>
                                        <p:tav tm="100000">
                                          <p:val>
                                            <p:strVal val="#ppt_y"/>
                                          </p:val>
                                        </p:tav>
                                      </p:tavLst>
                                    </p:anim>
                                    <p:anim calcmode="lin" valueType="num">
                                      <p:cBhvr>
                                        <p:cTn id="9" dur="500" fill="hold"/>
                                        <p:tgtEl>
                                          <p:spTgt spid="276484"/>
                                        </p:tgtEl>
                                        <p:attrNameLst>
                                          <p:attrName>ppt_w</p:attrName>
                                        </p:attrNameLst>
                                      </p:cBhvr>
                                      <p:tavLst>
                                        <p:tav tm="0">
                                          <p:val>
                                            <p:fltVal val="0"/>
                                          </p:val>
                                        </p:tav>
                                        <p:tav tm="100000">
                                          <p:val>
                                            <p:strVal val="#ppt_w"/>
                                          </p:val>
                                        </p:tav>
                                      </p:tavLst>
                                    </p:anim>
                                    <p:anim calcmode="lin" valueType="num">
                                      <p:cBhvr>
                                        <p:cTn id="10" dur="500" fill="hold"/>
                                        <p:tgtEl>
                                          <p:spTgt spid="27648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76485"/>
                                        </p:tgtEl>
                                        <p:attrNameLst>
                                          <p:attrName>style.visibility</p:attrName>
                                        </p:attrNameLst>
                                      </p:cBhvr>
                                      <p:to>
                                        <p:strVal val="visible"/>
                                      </p:to>
                                    </p:set>
                                    <p:anim calcmode="lin" valueType="num">
                                      <p:cBhvr>
                                        <p:cTn id="15" dur="500" fill="hold"/>
                                        <p:tgtEl>
                                          <p:spTgt spid="276485"/>
                                        </p:tgtEl>
                                        <p:attrNameLst>
                                          <p:attrName>ppt_x</p:attrName>
                                        </p:attrNameLst>
                                      </p:cBhvr>
                                      <p:tavLst>
                                        <p:tav tm="0">
                                          <p:val>
                                            <p:strVal val="#ppt_x-#ppt_w/2"/>
                                          </p:val>
                                        </p:tav>
                                        <p:tav tm="100000">
                                          <p:val>
                                            <p:strVal val="#ppt_x"/>
                                          </p:val>
                                        </p:tav>
                                      </p:tavLst>
                                    </p:anim>
                                    <p:anim calcmode="lin" valueType="num">
                                      <p:cBhvr>
                                        <p:cTn id="16" dur="500" fill="hold"/>
                                        <p:tgtEl>
                                          <p:spTgt spid="276485"/>
                                        </p:tgtEl>
                                        <p:attrNameLst>
                                          <p:attrName>ppt_y</p:attrName>
                                        </p:attrNameLst>
                                      </p:cBhvr>
                                      <p:tavLst>
                                        <p:tav tm="0">
                                          <p:val>
                                            <p:strVal val="#ppt_y"/>
                                          </p:val>
                                        </p:tav>
                                        <p:tav tm="100000">
                                          <p:val>
                                            <p:strVal val="#ppt_y"/>
                                          </p:val>
                                        </p:tav>
                                      </p:tavLst>
                                    </p:anim>
                                    <p:anim calcmode="lin" valueType="num">
                                      <p:cBhvr>
                                        <p:cTn id="17" dur="500" fill="hold"/>
                                        <p:tgtEl>
                                          <p:spTgt spid="276485"/>
                                        </p:tgtEl>
                                        <p:attrNameLst>
                                          <p:attrName>ppt_w</p:attrName>
                                        </p:attrNameLst>
                                      </p:cBhvr>
                                      <p:tavLst>
                                        <p:tav tm="0">
                                          <p:val>
                                            <p:fltVal val="0"/>
                                          </p:val>
                                        </p:tav>
                                        <p:tav tm="100000">
                                          <p:val>
                                            <p:strVal val="#ppt_w"/>
                                          </p:val>
                                        </p:tav>
                                      </p:tavLst>
                                    </p:anim>
                                    <p:anim calcmode="lin" valueType="num">
                                      <p:cBhvr>
                                        <p:cTn id="18" dur="500" fill="hold"/>
                                        <p:tgtEl>
                                          <p:spTgt spid="27648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76483"/>
                                        </p:tgtEl>
                                        <p:attrNameLst>
                                          <p:attrName>style.visibility</p:attrName>
                                        </p:attrNameLst>
                                      </p:cBhvr>
                                      <p:to>
                                        <p:strVal val="visible"/>
                                      </p:to>
                                    </p:set>
                                    <p:anim calcmode="lin" valueType="num">
                                      <p:cBhvr>
                                        <p:cTn id="23" dur="500" fill="hold"/>
                                        <p:tgtEl>
                                          <p:spTgt spid="276483"/>
                                        </p:tgtEl>
                                        <p:attrNameLst>
                                          <p:attrName>ppt_x</p:attrName>
                                        </p:attrNameLst>
                                      </p:cBhvr>
                                      <p:tavLst>
                                        <p:tav tm="0">
                                          <p:val>
                                            <p:strVal val="#ppt_x-#ppt_w/2"/>
                                          </p:val>
                                        </p:tav>
                                        <p:tav tm="100000">
                                          <p:val>
                                            <p:strVal val="#ppt_x"/>
                                          </p:val>
                                        </p:tav>
                                      </p:tavLst>
                                    </p:anim>
                                    <p:anim calcmode="lin" valueType="num">
                                      <p:cBhvr>
                                        <p:cTn id="24" dur="500" fill="hold"/>
                                        <p:tgtEl>
                                          <p:spTgt spid="276483"/>
                                        </p:tgtEl>
                                        <p:attrNameLst>
                                          <p:attrName>ppt_y</p:attrName>
                                        </p:attrNameLst>
                                      </p:cBhvr>
                                      <p:tavLst>
                                        <p:tav tm="0">
                                          <p:val>
                                            <p:strVal val="#ppt_y"/>
                                          </p:val>
                                        </p:tav>
                                        <p:tav tm="100000">
                                          <p:val>
                                            <p:strVal val="#ppt_y"/>
                                          </p:val>
                                        </p:tav>
                                      </p:tavLst>
                                    </p:anim>
                                    <p:anim calcmode="lin" valueType="num">
                                      <p:cBhvr>
                                        <p:cTn id="25" dur="500" fill="hold"/>
                                        <p:tgtEl>
                                          <p:spTgt spid="276483"/>
                                        </p:tgtEl>
                                        <p:attrNameLst>
                                          <p:attrName>ppt_w</p:attrName>
                                        </p:attrNameLst>
                                      </p:cBhvr>
                                      <p:tavLst>
                                        <p:tav tm="0">
                                          <p:val>
                                            <p:fltVal val="0"/>
                                          </p:val>
                                        </p:tav>
                                        <p:tav tm="100000">
                                          <p:val>
                                            <p:strVal val="#ppt_w"/>
                                          </p:val>
                                        </p:tav>
                                      </p:tavLst>
                                    </p:anim>
                                    <p:anim calcmode="lin" valueType="num">
                                      <p:cBhvr>
                                        <p:cTn id="26" dur="500" fill="hold"/>
                                        <p:tgtEl>
                                          <p:spTgt spid="276483"/>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276486"/>
                                        </p:tgtEl>
                                        <p:attrNameLst>
                                          <p:attrName>style.visibility</p:attrName>
                                        </p:attrNameLst>
                                      </p:cBhvr>
                                      <p:to>
                                        <p:strVal val="visible"/>
                                      </p:to>
                                    </p:set>
                                    <p:animEffect transition="in" filter="wipe(left)">
                                      <p:cBhvr>
                                        <p:cTn id="31" dur="300"/>
                                        <p:tgtEl>
                                          <p:spTgt spid="27648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276487"/>
                                        </p:tgtEl>
                                        <p:attrNameLst>
                                          <p:attrName>style.visibility</p:attrName>
                                        </p:attrNameLst>
                                      </p:cBhvr>
                                      <p:to>
                                        <p:strVal val="visible"/>
                                      </p:to>
                                    </p:set>
                                    <p:animEffect transition="in" filter="wipe(left)">
                                      <p:cBhvr>
                                        <p:cTn id="36" dur="300"/>
                                        <p:tgtEl>
                                          <p:spTgt spid="27648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276488"/>
                                        </p:tgtEl>
                                        <p:attrNameLst>
                                          <p:attrName>style.visibility</p:attrName>
                                        </p:attrNameLst>
                                      </p:cBhvr>
                                      <p:to>
                                        <p:strVal val="visible"/>
                                      </p:to>
                                    </p:set>
                                    <p:animEffect transition="in" filter="wipe(left)">
                                      <p:cBhvr>
                                        <p:cTn id="41" dur="300"/>
                                        <p:tgtEl>
                                          <p:spTgt spid="276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3" grpId="0" autoUpdateAnimBg="0"/>
      <p:bldP spid="276484" grpId="0" autoUpdateAnimBg="0"/>
      <p:bldP spid="276485" grpId="0" autoUpdateAnimBg="0"/>
      <p:bldP spid="276486" grpId="0" autoUpdateAnimBg="0"/>
      <p:bldP spid="276487" grpId="0" autoUpdateAnimBg="0"/>
      <p:bldP spid="276488" grpId="0"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Text Box 2"/>
          <p:cNvSpPr txBox="1">
            <a:spLocks noChangeArrowheads="1"/>
          </p:cNvSpPr>
          <p:nvPr/>
        </p:nvSpPr>
        <p:spPr bwMode="auto">
          <a:xfrm>
            <a:off x="5075238" y="381000"/>
            <a:ext cx="3840162"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a:latin typeface="Times New Roman" charset="0"/>
              </a:rPr>
              <a:t>            A</a:t>
            </a:r>
          </a:p>
          <a:p>
            <a:endParaRPr kumimoji="1" lang="en-US" altLang="zh-CN" sz="4000">
              <a:latin typeface="Times New Roman" charset="0"/>
            </a:endParaRPr>
          </a:p>
          <a:p>
            <a:r>
              <a:rPr kumimoji="1" lang="en-US" altLang="zh-CN" sz="4000">
                <a:latin typeface="Times New Roman" charset="0"/>
              </a:rPr>
              <a:t>   B      C      D</a:t>
            </a:r>
          </a:p>
          <a:p>
            <a:endParaRPr kumimoji="1" lang="en-US" altLang="zh-CN" sz="4000">
              <a:latin typeface="Times New Roman" charset="0"/>
            </a:endParaRPr>
          </a:p>
          <a:p>
            <a:r>
              <a:rPr kumimoji="1" lang="en-US" altLang="zh-CN" sz="4000">
                <a:latin typeface="Times New Roman" charset="0"/>
              </a:rPr>
              <a:t>E    F           G</a:t>
            </a:r>
          </a:p>
          <a:p>
            <a:endParaRPr kumimoji="1" lang="en-US" altLang="zh-CN" sz="4000">
              <a:latin typeface="Times New Roman" charset="0"/>
            </a:endParaRPr>
          </a:p>
          <a:p>
            <a:r>
              <a:rPr kumimoji="1" lang="en-US" altLang="zh-CN" sz="4000">
                <a:latin typeface="Times New Roman" charset="0"/>
              </a:rPr>
              <a:t>                    H</a:t>
            </a:r>
          </a:p>
          <a:p>
            <a:endParaRPr kumimoji="1" lang="en-US" altLang="zh-CN" sz="4000">
              <a:latin typeface="Times New Roman" charset="0"/>
            </a:endParaRPr>
          </a:p>
          <a:p>
            <a:r>
              <a:rPr kumimoji="1" lang="en-US" altLang="zh-CN" sz="4000">
                <a:latin typeface="Times New Roman" charset="0"/>
              </a:rPr>
              <a:t>               I    J    K</a:t>
            </a:r>
          </a:p>
          <a:p>
            <a:endParaRPr kumimoji="1" lang="en-US" altLang="zh-CN" sz="4000">
              <a:latin typeface="Times New Roman" charset="0"/>
            </a:endParaRPr>
          </a:p>
          <a:p>
            <a:endParaRPr kumimoji="1" lang="en-US" altLang="zh-CN" sz="2400">
              <a:latin typeface="Times New Roman" charset="0"/>
            </a:endParaRPr>
          </a:p>
        </p:txBody>
      </p:sp>
      <p:sp>
        <p:nvSpPr>
          <p:cNvPr id="277507" name="Oval 3"/>
          <p:cNvSpPr>
            <a:spLocks noChangeArrowheads="1"/>
          </p:cNvSpPr>
          <p:nvPr/>
        </p:nvSpPr>
        <p:spPr bwMode="auto">
          <a:xfrm>
            <a:off x="6599238" y="457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08" name="Oval 4"/>
          <p:cNvSpPr>
            <a:spLocks noChangeArrowheads="1"/>
          </p:cNvSpPr>
          <p:nvPr/>
        </p:nvSpPr>
        <p:spPr bwMode="auto">
          <a:xfrm>
            <a:off x="5456238" y="1676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09" name="Oval 5"/>
          <p:cNvSpPr>
            <a:spLocks noChangeArrowheads="1"/>
          </p:cNvSpPr>
          <p:nvPr/>
        </p:nvSpPr>
        <p:spPr bwMode="auto">
          <a:xfrm>
            <a:off x="6599238" y="1676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0" name="Oval 6"/>
          <p:cNvSpPr>
            <a:spLocks noChangeArrowheads="1"/>
          </p:cNvSpPr>
          <p:nvPr/>
        </p:nvSpPr>
        <p:spPr bwMode="auto">
          <a:xfrm>
            <a:off x="7589838" y="1676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1" name="Oval 7"/>
          <p:cNvSpPr>
            <a:spLocks noChangeArrowheads="1"/>
          </p:cNvSpPr>
          <p:nvPr/>
        </p:nvSpPr>
        <p:spPr bwMode="auto">
          <a:xfrm>
            <a:off x="4999038" y="2895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2" name="Oval 8"/>
          <p:cNvSpPr>
            <a:spLocks noChangeArrowheads="1"/>
          </p:cNvSpPr>
          <p:nvPr/>
        </p:nvSpPr>
        <p:spPr bwMode="auto">
          <a:xfrm>
            <a:off x="5837238" y="2895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3" name="Oval 9"/>
          <p:cNvSpPr>
            <a:spLocks noChangeArrowheads="1"/>
          </p:cNvSpPr>
          <p:nvPr/>
        </p:nvSpPr>
        <p:spPr bwMode="auto">
          <a:xfrm>
            <a:off x="7589838" y="2895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4" name="Oval 10"/>
          <p:cNvSpPr>
            <a:spLocks noChangeArrowheads="1"/>
          </p:cNvSpPr>
          <p:nvPr/>
        </p:nvSpPr>
        <p:spPr bwMode="auto">
          <a:xfrm>
            <a:off x="7589838" y="41148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5" name="Oval 11"/>
          <p:cNvSpPr>
            <a:spLocks noChangeArrowheads="1"/>
          </p:cNvSpPr>
          <p:nvPr/>
        </p:nvSpPr>
        <p:spPr bwMode="auto">
          <a:xfrm>
            <a:off x="7589838" y="5334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6" name="Oval 12"/>
          <p:cNvSpPr>
            <a:spLocks noChangeArrowheads="1"/>
          </p:cNvSpPr>
          <p:nvPr/>
        </p:nvSpPr>
        <p:spPr bwMode="auto">
          <a:xfrm>
            <a:off x="6827838" y="5334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7" name="Oval 13"/>
          <p:cNvSpPr>
            <a:spLocks noChangeArrowheads="1"/>
          </p:cNvSpPr>
          <p:nvPr/>
        </p:nvSpPr>
        <p:spPr bwMode="auto">
          <a:xfrm>
            <a:off x="8351838" y="5334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8" name="Line 14"/>
          <p:cNvSpPr>
            <a:spLocks noChangeShapeType="1"/>
          </p:cNvSpPr>
          <p:nvPr/>
        </p:nvSpPr>
        <p:spPr bwMode="auto">
          <a:xfrm>
            <a:off x="6904038" y="9906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19" name="Line 15"/>
          <p:cNvSpPr>
            <a:spLocks noChangeShapeType="1"/>
          </p:cNvSpPr>
          <p:nvPr/>
        </p:nvSpPr>
        <p:spPr bwMode="auto">
          <a:xfrm flipH="1">
            <a:off x="5761038" y="838200"/>
            <a:ext cx="838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0" name="Line 16"/>
          <p:cNvSpPr>
            <a:spLocks noChangeShapeType="1"/>
          </p:cNvSpPr>
          <p:nvPr/>
        </p:nvSpPr>
        <p:spPr bwMode="auto">
          <a:xfrm>
            <a:off x="7132638" y="838200"/>
            <a:ext cx="6858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1" name="Line 17"/>
          <p:cNvSpPr>
            <a:spLocks noChangeShapeType="1"/>
          </p:cNvSpPr>
          <p:nvPr/>
        </p:nvSpPr>
        <p:spPr bwMode="auto">
          <a:xfrm flipH="1">
            <a:off x="5227638" y="2057400"/>
            <a:ext cx="2286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2" name="Line 18"/>
          <p:cNvSpPr>
            <a:spLocks noChangeShapeType="1"/>
          </p:cNvSpPr>
          <p:nvPr/>
        </p:nvSpPr>
        <p:spPr bwMode="auto">
          <a:xfrm>
            <a:off x="5989638" y="2057400"/>
            <a:ext cx="76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3" name="Line 19"/>
          <p:cNvSpPr>
            <a:spLocks noChangeShapeType="1"/>
          </p:cNvSpPr>
          <p:nvPr/>
        </p:nvSpPr>
        <p:spPr bwMode="auto">
          <a:xfrm>
            <a:off x="7818438" y="22098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4" name="Line 20"/>
          <p:cNvSpPr>
            <a:spLocks noChangeShapeType="1"/>
          </p:cNvSpPr>
          <p:nvPr/>
        </p:nvSpPr>
        <p:spPr bwMode="auto">
          <a:xfrm>
            <a:off x="7818438" y="34290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5" name="Line 21"/>
          <p:cNvSpPr>
            <a:spLocks noChangeShapeType="1"/>
          </p:cNvSpPr>
          <p:nvPr/>
        </p:nvSpPr>
        <p:spPr bwMode="auto">
          <a:xfrm>
            <a:off x="7894638" y="46482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6" name="Line 22"/>
          <p:cNvSpPr>
            <a:spLocks noChangeShapeType="1"/>
          </p:cNvSpPr>
          <p:nvPr/>
        </p:nvSpPr>
        <p:spPr bwMode="auto">
          <a:xfrm flipH="1">
            <a:off x="7056438" y="4495800"/>
            <a:ext cx="5334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7" name="Line 23"/>
          <p:cNvSpPr>
            <a:spLocks noChangeShapeType="1"/>
          </p:cNvSpPr>
          <p:nvPr/>
        </p:nvSpPr>
        <p:spPr bwMode="auto">
          <a:xfrm>
            <a:off x="8123238" y="4495800"/>
            <a:ext cx="457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7528" name="Text Box 24"/>
          <p:cNvSpPr txBox="1">
            <a:spLocks noChangeArrowheads="1"/>
          </p:cNvSpPr>
          <p:nvPr/>
        </p:nvSpPr>
        <p:spPr bwMode="auto">
          <a:xfrm>
            <a:off x="533400" y="288925"/>
            <a:ext cx="4648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b="1">
                <a:solidFill>
                  <a:srgbClr val="0000FF"/>
                </a:solidFill>
                <a:latin typeface="Times New Roman" charset="0"/>
                <a:ea typeface="楷体_GB2312" charset="0"/>
              </a:rPr>
              <a:t>      </a:t>
            </a:r>
            <a:r>
              <a:rPr kumimoji="1" lang="zh-CN" altLang="en-US" sz="4000" b="1">
                <a:solidFill>
                  <a:srgbClr val="0000FF"/>
                </a:solidFill>
                <a:latin typeface="Times New Roman" charset="0"/>
                <a:ea typeface="楷体_GB2312" charset="0"/>
              </a:rPr>
              <a:t>先根遍历时顶点的访问次序：</a:t>
            </a:r>
          </a:p>
        </p:txBody>
      </p:sp>
      <p:sp>
        <p:nvSpPr>
          <p:cNvPr id="277529" name="Text Box 25"/>
          <p:cNvSpPr txBox="1">
            <a:spLocks noChangeArrowheads="1"/>
          </p:cNvSpPr>
          <p:nvPr/>
        </p:nvSpPr>
        <p:spPr bwMode="auto">
          <a:xfrm>
            <a:off x="76200" y="1508125"/>
            <a:ext cx="5178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990033"/>
                </a:solidFill>
                <a:latin typeface="Times New Roman" charset="0"/>
              </a:rPr>
              <a:t>A B E F C D G H I J K</a:t>
            </a:r>
            <a:endParaRPr kumimoji="1" lang="en-US" altLang="zh-CN" sz="2400" b="1">
              <a:latin typeface="Times New Roman" charset="0"/>
            </a:endParaRPr>
          </a:p>
        </p:txBody>
      </p:sp>
      <p:sp>
        <p:nvSpPr>
          <p:cNvPr id="277530" name="Text Box 26"/>
          <p:cNvSpPr txBox="1">
            <a:spLocks noChangeArrowheads="1"/>
          </p:cNvSpPr>
          <p:nvPr/>
        </p:nvSpPr>
        <p:spPr bwMode="auto">
          <a:xfrm>
            <a:off x="76200" y="2346325"/>
            <a:ext cx="474027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b="1">
                <a:solidFill>
                  <a:srgbClr val="0000FF"/>
                </a:solidFill>
                <a:latin typeface="Times New Roman" charset="0"/>
                <a:ea typeface="楷体_GB2312" charset="0"/>
              </a:rPr>
              <a:t>       </a:t>
            </a:r>
            <a:r>
              <a:rPr kumimoji="1" lang="zh-CN" altLang="en-US" sz="4000" b="1">
                <a:solidFill>
                  <a:srgbClr val="0000FF"/>
                </a:solidFill>
                <a:latin typeface="Times New Roman" charset="0"/>
                <a:ea typeface="楷体_GB2312" charset="0"/>
              </a:rPr>
              <a:t>后根遍历时顶点的访问次序：</a:t>
            </a:r>
          </a:p>
        </p:txBody>
      </p:sp>
      <p:sp>
        <p:nvSpPr>
          <p:cNvPr id="277531" name="Text Box 27"/>
          <p:cNvSpPr txBox="1">
            <a:spLocks noChangeArrowheads="1"/>
          </p:cNvSpPr>
          <p:nvPr/>
        </p:nvSpPr>
        <p:spPr bwMode="auto">
          <a:xfrm>
            <a:off x="76200" y="3641725"/>
            <a:ext cx="5178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990033"/>
                </a:solidFill>
                <a:latin typeface="Times New Roman" charset="0"/>
              </a:rPr>
              <a:t>E F B C I J K H G D A</a:t>
            </a:r>
            <a:endParaRPr kumimoji="1" lang="en-US" altLang="zh-CN" sz="4000">
              <a:solidFill>
                <a:srgbClr val="990033"/>
              </a:solidFill>
              <a:latin typeface="Times New Roman" charset="0"/>
            </a:endParaRPr>
          </a:p>
        </p:txBody>
      </p:sp>
      <p:sp>
        <p:nvSpPr>
          <p:cNvPr id="277532" name="Text Box 28"/>
          <p:cNvSpPr txBox="1">
            <a:spLocks noChangeArrowheads="1"/>
          </p:cNvSpPr>
          <p:nvPr/>
        </p:nvSpPr>
        <p:spPr bwMode="auto">
          <a:xfrm>
            <a:off x="152400" y="4479925"/>
            <a:ext cx="4419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b="1">
                <a:solidFill>
                  <a:srgbClr val="0000FF"/>
                </a:solidFill>
                <a:latin typeface="Times New Roman" charset="0"/>
                <a:ea typeface="楷体_GB2312" charset="0"/>
              </a:rPr>
              <a:t>     </a:t>
            </a:r>
            <a:r>
              <a:rPr kumimoji="1" lang="zh-CN" altLang="en-US" sz="4000" b="1">
                <a:solidFill>
                  <a:srgbClr val="0000FF"/>
                </a:solidFill>
                <a:latin typeface="Times New Roman" charset="0"/>
                <a:ea typeface="楷体_GB2312" charset="0"/>
              </a:rPr>
              <a:t>层次遍历时顶点的访问次序：</a:t>
            </a:r>
          </a:p>
        </p:txBody>
      </p:sp>
      <p:sp>
        <p:nvSpPr>
          <p:cNvPr id="277533" name="Text Box 29"/>
          <p:cNvSpPr txBox="1">
            <a:spLocks noChangeArrowheads="1"/>
          </p:cNvSpPr>
          <p:nvPr/>
        </p:nvSpPr>
        <p:spPr bwMode="auto">
          <a:xfrm>
            <a:off x="152400" y="5851525"/>
            <a:ext cx="5178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990033"/>
                </a:solidFill>
                <a:latin typeface="Times New Roman" charset="0"/>
              </a:rPr>
              <a:t>A B C D E F G H I J K</a:t>
            </a:r>
            <a:endParaRPr kumimoji="1" lang="en-US" altLang="zh-CN" sz="4000">
              <a:solidFill>
                <a:srgbClr val="990033"/>
              </a:solidFill>
              <a:latin typeface="Times New Roman" charset="0"/>
            </a:endParaRPr>
          </a:p>
        </p:txBody>
      </p:sp>
      <p:sp>
        <p:nvSpPr>
          <p:cNvPr id="277534" name="AutoShape 30">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86742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77528"/>
                                        </p:tgtEl>
                                        <p:attrNameLst>
                                          <p:attrName>style.visibility</p:attrName>
                                        </p:attrNameLst>
                                      </p:cBhvr>
                                      <p:to>
                                        <p:strVal val="visible"/>
                                      </p:to>
                                    </p:set>
                                    <p:anim calcmode="lin" valueType="num">
                                      <p:cBhvr additive="base">
                                        <p:cTn id="7" dur="500" fill="hold"/>
                                        <p:tgtEl>
                                          <p:spTgt spid="277528"/>
                                        </p:tgtEl>
                                        <p:attrNameLst>
                                          <p:attrName>ppt_x</p:attrName>
                                        </p:attrNameLst>
                                      </p:cBhvr>
                                      <p:tavLst>
                                        <p:tav tm="0">
                                          <p:val>
                                            <p:strVal val="0-#ppt_w/2"/>
                                          </p:val>
                                        </p:tav>
                                        <p:tav tm="100000">
                                          <p:val>
                                            <p:strVal val="#ppt_x"/>
                                          </p:val>
                                        </p:tav>
                                      </p:tavLst>
                                    </p:anim>
                                    <p:anim calcmode="lin" valueType="num">
                                      <p:cBhvr additive="base">
                                        <p:cTn id="8" dur="500" fill="hold"/>
                                        <p:tgtEl>
                                          <p:spTgt spid="27752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277529"/>
                                        </p:tgtEl>
                                        <p:attrNameLst>
                                          <p:attrName>style.visibility</p:attrName>
                                        </p:attrNameLst>
                                      </p:cBhvr>
                                      <p:to>
                                        <p:strVal val="visible"/>
                                      </p:to>
                                    </p:set>
                                    <p:anim calcmode="lin" valueType="num">
                                      <p:cBhvr>
                                        <p:cTn id="13" dur="500" fill="hold"/>
                                        <p:tgtEl>
                                          <p:spTgt spid="277529"/>
                                        </p:tgtEl>
                                        <p:attrNameLst>
                                          <p:attrName>ppt_x</p:attrName>
                                        </p:attrNameLst>
                                      </p:cBhvr>
                                      <p:tavLst>
                                        <p:tav tm="0">
                                          <p:val>
                                            <p:strVal val="#ppt_x-#ppt_w/2"/>
                                          </p:val>
                                        </p:tav>
                                        <p:tav tm="100000">
                                          <p:val>
                                            <p:strVal val="#ppt_x"/>
                                          </p:val>
                                        </p:tav>
                                      </p:tavLst>
                                    </p:anim>
                                    <p:anim calcmode="lin" valueType="num">
                                      <p:cBhvr>
                                        <p:cTn id="14" dur="500" fill="hold"/>
                                        <p:tgtEl>
                                          <p:spTgt spid="277529"/>
                                        </p:tgtEl>
                                        <p:attrNameLst>
                                          <p:attrName>ppt_y</p:attrName>
                                        </p:attrNameLst>
                                      </p:cBhvr>
                                      <p:tavLst>
                                        <p:tav tm="0">
                                          <p:val>
                                            <p:strVal val="#ppt_y"/>
                                          </p:val>
                                        </p:tav>
                                        <p:tav tm="100000">
                                          <p:val>
                                            <p:strVal val="#ppt_y"/>
                                          </p:val>
                                        </p:tav>
                                      </p:tavLst>
                                    </p:anim>
                                    <p:anim calcmode="lin" valueType="num">
                                      <p:cBhvr>
                                        <p:cTn id="15" dur="500" fill="hold"/>
                                        <p:tgtEl>
                                          <p:spTgt spid="277529"/>
                                        </p:tgtEl>
                                        <p:attrNameLst>
                                          <p:attrName>ppt_w</p:attrName>
                                        </p:attrNameLst>
                                      </p:cBhvr>
                                      <p:tavLst>
                                        <p:tav tm="0">
                                          <p:val>
                                            <p:fltVal val="0"/>
                                          </p:val>
                                        </p:tav>
                                        <p:tav tm="100000">
                                          <p:val>
                                            <p:strVal val="#ppt_w"/>
                                          </p:val>
                                        </p:tav>
                                      </p:tavLst>
                                    </p:anim>
                                    <p:anim calcmode="lin" valueType="num">
                                      <p:cBhvr>
                                        <p:cTn id="16" dur="500" fill="hold"/>
                                        <p:tgtEl>
                                          <p:spTgt spid="277529"/>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77530"/>
                                        </p:tgtEl>
                                        <p:attrNameLst>
                                          <p:attrName>style.visibility</p:attrName>
                                        </p:attrNameLst>
                                      </p:cBhvr>
                                      <p:to>
                                        <p:strVal val="visible"/>
                                      </p:to>
                                    </p:set>
                                    <p:anim calcmode="lin" valueType="num">
                                      <p:cBhvr additive="base">
                                        <p:cTn id="21" dur="500" fill="hold"/>
                                        <p:tgtEl>
                                          <p:spTgt spid="277530"/>
                                        </p:tgtEl>
                                        <p:attrNameLst>
                                          <p:attrName>ppt_x</p:attrName>
                                        </p:attrNameLst>
                                      </p:cBhvr>
                                      <p:tavLst>
                                        <p:tav tm="0">
                                          <p:val>
                                            <p:strVal val="0-#ppt_w/2"/>
                                          </p:val>
                                        </p:tav>
                                        <p:tav tm="100000">
                                          <p:val>
                                            <p:strVal val="#ppt_x"/>
                                          </p:val>
                                        </p:tav>
                                      </p:tavLst>
                                    </p:anim>
                                    <p:anim calcmode="lin" valueType="num">
                                      <p:cBhvr additive="base">
                                        <p:cTn id="22" dur="500" fill="hold"/>
                                        <p:tgtEl>
                                          <p:spTgt spid="277530"/>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277531"/>
                                        </p:tgtEl>
                                        <p:attrNameLst>
                                          <p:attrName>style.visibility</p:attrName>
                                        </p:attrNameLst>
                                      </p:cBhvr>
                                      <p:to>
                                        <p:strVal val="visible"/>
                                      </p:to>
                                    </p:set>
                                    <p:anim calcmode="lin" valueType="num">
                                      <p:cBhvr>
                                        <p:cTn id="27" dur="500" fill="hold"/>
                                        <p:tgtEl>
                                          <p:spTgt spid="277531"/>
                                        </p:tgtEl>
                                        <p:attrNameLst>
                                          <p:attrName>ppt_x</p:attrName>
                                        </p:attrNameLst>
                                      </p:cBhvr>
                                      <p:tavLst>
                                        <p:tav tm="0">
                                          <p:val>
                                            <p:strVal val="#ppt_x-#ppt_w/2"/>
                                          </p:val>
                                        </p:tav>
                                        <p:tav tm="100000">
                                          <p:val>
                                            <p:strVal val="#ppt_x"/>
                                          </p:val>
                                        </p:tav>
                                      </p:tavLst>
                                    </p:anim>
                                    <p:anim calcmode="lin" valueType="num">
                                      <p:cBhvr>
                                        <p:cTn id="28" dur="500" fill="hold"/>
                                        <p:tgtEl>
                                          <p:spTgt spid="277531"/>
                                        </p:tgtEl>
                                        <p:attrNameLst>
                                          <p:attrName>ppt_y</p:attrName>
                                        </p:attrNameLst>
                                      </p:cBhvr>
                                      <p:tavLst>
                                        <p:tav tm="0">
                                          <p:val>
                                            <p:strVal val="#ppt_y"/>
                                          </p:val>
                                        </p:tav>
                                        <p:tav tm="100000">
                                          <p:val>
                                            <p:strVal val="#ppt_y"/>
                                          </p:val>
                                        </p:tav>
                                      </p:tavLst>
                                    </p:anim>
                                    <p:anim calcmode="lin" valueType="num">
                                      <p:cBhvr>
                                        <p:cTn id="29" dur="500" fill="hold"/>
                                        <p:tgtEl>
                                          <p:spTgt spid="277531"/>
                                        </p:tgtEl>
                                        <p:attrNameLst>
                                          <p:attrName>ppt_w</p:attrName>
                                        </p:attrNameLst>
                                      </p:cBhvr>
                                      <p:tavLst>
                                        <p:tav tm="0">
                                          <p:val>
                                            <p:fltVal val="0"/>
                                          </p:val>
                                        </p:tav>
                                        <p:tav tm="100000">
                                          <p:val>
                                            <p:strVal val="#ppt_w"/>
                                          </p:val>
                                        </p:tav>
                                      </p:tavLst>
                                    </p:anim>
                                    <p:anim calcmode="lin" valueType="num">
                                      <p:cBhvr>
                                        <p:cTn id="30" dur="500" fill="hold"/>
                                        <p:tgtEl>
                                          <p:spTgt spid="277531"/>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12" fill="hold" grpId="0" nodeType="clickEffect">
                                  <p:stCondLst>
                                    <p:cond delay="0"/>
                                  </p:stCondLst>
                                  <p:childTnLst>
                                    <p:set>
                                      <p:cBhvr>
                                        <p:cTn id="34" dur="1" fill="hold">
                                          <p:stCondLst>
                                            <p:cond delay="0"/>
                                          </p:stCondLst>
                                        </p:cTn>
                                        <p:tgtEl>
                                          <p:spTgt spid="277532"/>
                                        </p:tgtEl>
                                        <p:attrNameLst>
                                          <p:attrName>style.visibility</p:attrName>
                                        </p:attrNameLst>
                                      </p:cBhvr>
                                      <p:to>
                                        <p:strVal val="visible"/>
                                      </p:to>
                                    </p:set>
                                    <p:anim calcmode="lin" valueType="num">
                                      <p:cBhvr additive="base">
                                        <p:cTn id="35" dur="500" fill="hold"/>
                                        <p:tgtEl>
                                          <p:spTgt spid="277532"/>
                                        </p:tgtEl>
                                        <p:attrNameLst>
                                          <p:attrName>ppt_x</p:attrName>
                                        </p:attrNameLst>
                                      </p:cBhvr>
                                      <p:tavLst>
                                        <p:tav tm="0">
                                          <p:val>
                                            <p:strVal val="0-#ppt_w/2"/>
                                          </p:val>
                                        </p:tav>
                                        <p:tav tm="100000">
                                          <p:val>
                                            <p:strVal val="#ppt_x"/>
                                          </p:val>
                                        </p:tav>
                                      </p:tavLst>
                                    </p:anim>
                                    <p:anim calcmode="lin" valueType="num">
                                      <p:cBhvr additive="base">
                                        <p:cTn id="36" dur="500" fill="hold"/>
                                        <p:tgtEl>
                                          <p:spTgt spid="277532"/>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grpId="0" nodeType="clickEffect">
                                  <p:stCondLst>
                                    <p:cond delay="0"/>
                                  </p:stCondLst>
                                  <p:childTnLst>
                                    <p:set>
                                      <p:cBhvr>
                                        <p:cTn id="40" dur="1" fill="hold">
                                          <p:stCondLst>
                                            <p:cond delay="0"/>
                                          </p:stCondLst>
                                        </p:cTn>
                                        <p:tgtEl>
                                          <p:spTgt spid="277533"/>
                                        </p:tgtEl>
                                        <p:attrNameLst>
                                          <p:attrName>style.visibility</p:attrName>
                                        </p:attrNameLst>
                                      </p:cBhvr>
                                      <p:to>
                                        <p:strVal val="visible"/>
                                      </p:to>
                                    </p:set>
                                    <p:anim calcmode="lin" valueType="num">
                                      <p:cBhvr>
                                        <p:cTn id="41" dur="500" fill="hold"/>
                                        <p:tgtEl>
                                          <p:spTgt spid="277533"/>
                                        </p:tgtEl>
                                        <p:attrNameLst>
                                          <p:attrName>ppt_x</p:attrName>
                                        </p:attrNameLst>
                                      </p:cBhvr>
                                      <p:tavLst>
                                        <p:tav tm="0">
                                          <p:val>
                                            <p:strVal val="#ppt_x-#ppt_w/2"/>
                                          </p:val>
                                        </p:tav>
                                        <p:tav tm="100000">
                                          <p:val>
                                            <p:strVal val="#ppt_x"/>
                                          </p:val>
                                        </p:tav>
                                      </p:tavLst>
                                    </p:anim>
                                    <p:anim calcmode="lin" valueType="num">
                                      <p:cBhvr>
                                        <p:cTn id="42" dur="500" fill="hold"/>
                                        <p:tgtEl>
                                          <p:spTgt spid="277533"/>
                                        </p:tgtEl>
                                        <p:attrNameLst>
                                          <p:attrName>ppt_y</p:attrName>
                                        </p:attrNameLst>
                                      </p:cBhvr>
                                      <p:tavLst>
                                        <p:tav tm="0">
                                          <p:val>
                                            <p:strVal val="#ppt_y"/>
                                          </p:val>
                                        </p:tav>
                                        <p:tav tm="100000">
                                          <p:val>
                                            <p:strVal val="#ppt_y"/>
                                          </p:val>
                                        </p:tav>
                                      </p:tavLst>
                                    </p:anim>
                                    <p:anim calcmode="lin" valueType="num">
                                      <p:cBhvr>
                                        <p:cTn id="43" dur="500" fill="hold"/>
                                        <p:tgtEl>
                                          <p:spTgt spid="277533"/>
                                        </p:tgtEl>
                                        <p:attrNameLst>
                                          <p:attrName>ppt_w</p:attrName>
                                        </p:attrNameLst>
                                      </p:cBhvr>
                                      <p:tavLst>
                                        <p:tav tm="0">
                                          <p:val>
                                            <p:fltVal val="0"/>
                                          </p:val>
                                        </p:tav>
                                        <p:tav tm="100000">
                                          <p:val>
                                            <p:strVal val="#ppt_w"/>
                                          </p:val>
                                        </p:tav>
                                      </p:tavLst>
                                    </p:anim>
                                    <p:anim calcmode="lin" valueType="num">
                                      <p:cBhvr>
                                        <p:cTn id="44" dur="500" fill="hold"/>
                                        <p:tgtEl>
                                          <p:spTgt spid="277533"/>
                                        </p:tgtEl>
                                        <p:attrNameLst>
                                          <p:attrName>ppt_h</p:attrName>
                                        </p:attrNameLst>
                                      </p:cBhvr>
                                      <p:tavLst>
                                        <p:tav tm="0">
                                          <p:val>
                                            <p:strVal val="#ppt_h"/>
                                          </p:val>
                                        </p:tav>
                                        <p:tav tm="100000">
                                          <p:val>
                                            <p:strVal val="#ppt_h"/>
                                          </p:val>
                                        </p:tav>
                                      </p:tavLst>
                                    </p:anim>
                                  </p:childTnLst>
                                </p:cTn>
                              </p:par>
                            </p:childTnLst>
                          </p:cTn>
                        </p:par>
                        <p:par>
                          <p:cTn id="45" fill="hold" nodeType="afterGroup">
                            <p:stCondLst>
                              <p:cond delay="500"/>
                            </p:stCondLst>
                            <p:childTnLst>
                              <p:par>
                                <p:cTn id="46" presetID="2" presetClass="entr" presetSubtype="6" fill="hold" grpId="0" nodeType="afterEffect">
                                  <p:stCondLst>
                                    <p:cond delay="0"/>
                                  </p:stCondLst>
                                  <p:childTnLst>
                                    <p:set>
                                      <p:cBhvr>
                                        <p:cTn id="47" dur="1" fill="hold">
                                          <p:stCondLst>
                                            <p:cond delay="0"/>
                                          </p:stCondLst>
                                        </p:cTn>
                                        <p:tgtEl>
                                          <p:spTgt spid="277534"/>
                                        </p:tgtEl>
                                        <p:attrNameLst>
                                          <p:attrName>style.visibility</p:attrName>
                                        </p:attrNameLst>
                                      </p:cBhvr>
                                      <p:to>
                                        <p:strVal val="visible"/>
                                      </p:to>
                                    </p:set>
                                    <p:anim calcmode="lin" valueType="num">
                                      <p:cBhvr additive="base">
                                        <p:cTn id="48" dur="500" fill="hold"/>
                                        <p:tgtEl>
                                          <p:spTgt spid="277534"/>
                                        </p:tgtEl>
                                        <p:attrNameLst>
                                          <p:attrName>ppt_x</p:attrName>
                                        </p:attrNameLst>
                                      </p:cBhvr>
                                      <p:tavLst>
                                        <p:tav tm="0">
                                          <p:val>
                                            <p:strVal val="1+#ppt_w/2"/>
                                          </p:val>
                                        </p:tav>
                                        <p:tav tm="100000">
                                          <p:val>
                                            <p:strVal val="#ppt_x"/>
                                          </p:val>
                                        </p:tav>
                                      </p:tavLst>
                                    </p:anim>
                                    <p:anim calcmode="lin" valueType="num">
                                      <p:cBhvr additive="base">
                                        <p:cTn id="49" dur="500" fill="hold"/>
                                        <p:tgtEl>
                                          <p:spTgt spid="2775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28" grpId="0" autoUpdateAnimBg="0"/>
      <p:bldP spid="277529" grpId="0" autoUpdateAnimBg="0"/>
      <p:bldP spid="277530" grpId="0" autoUpdateAnimBg="0"/>
      <p:bldP spid="277531" grpId="0" autoUpdateAnimBg="0"/>
      <p:bldP spid="277532" grpId="0" autoUpdateAnimBg="0"/>
      <p:bldP spid="277533" grpId="0" autoUpdateAnimBg="0"/>
      <p:bldP spid="277534"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Text Box 2"/>
          <p:cNvSpPr txBox="1">
            <a:spLocks noChangeArrowheads="1"/>
          </p:cNvSpPr>
          <p:nvPr/>
        </p:nvSpPr>
        <p:spPr bwMode="auto">
          <a:xfrm>
            <a:off x="457200" y="228600"/>
            <a:ext cx="3840163"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a:latin typeface="Times New Roman" charset="0"/>
              </a:rPr>
              <a:t>            </a:t>
            </a:r>
          </a:p>
          <a:p>
            <a:endParaRPr kumimoji="1" lang="en-US" altLang="zh-CN" sz="4000">
              <a:latin typeface="Times New Roman" charset="0"/>
            </a:endParaRPr>
          </a:p>
          <a:p>
            <a:r>
              <a:rPr kumimoji="1" lang="en-US" altLang="zh-CN" sz="4000">
                <a:latin typeface="Times New Roman" charset="0"/>
              </a:rPr>
              <a:t>   B      C      D</a:t>
            </a:r>
          </a:p>
          <a:p>
            <a:endParaRPr kumimoji="1" lang="en-US" altLang="zh-CN" sz="4000">
              <a:latin typeface="Times New Roman" charset="0"/>
            </a:endParaRPr>
          </a:p>
          <a:p>
            <a:r>
              <a:rPr kumimoji="1" lang="en-US" altLang="zh-CN" sz="4000">
                <a:latin typeface="Times New Roman" charset="0"/>
              </a:rPr>
              <a:t>E    F           G</a:t>
            </a:r>
          </a:p>
          <a:p>
            <a:endParaRPr kumimoji="1" lang="en-US" altLang="zh-CN" sz="4000">
              <a:latin typeface="Times New Roman" charset="0"/>
            </a:endParaRPr>
          </a:p>
          <a:p>
            <a:r>
              <a:rPr kumimoji="1" lang="en-US" altLang="zh-CN" sz="4000">
                <a:latin typeface="Times New Roman" charset="0"/>
              </a:rPr>
              <a:t>                    H</a:t>
            </a:r>
          </a:p>
          <a:p>
            <a:endParaRPr kumimoji="1" lang="en-US" altLang="zh-CN" sz="4000">
              <a:latin typeface="Times New Roman" charset="0"/>
            </a:endParaRPr>
          </a:p>
          <a:p>
            <a:r>
              <a:rPr kumimoji="1" lang="en-US" altLang="zh-CN" sz="4000">
                <a:latin typeface="Times New Roman" charset="0"/>
              </a:rPr>
              <a:t>               I    J    K</a:t>
            </a:r>
          </a:p>
          <a:p>
            <a:endParaRPr kumimoji="1" lang="en-US" altLang="zh-CN" sz="4000">
              <a:latin typeface="Times New Roman" charset="0"/>
            </a:endParaRPr>
          </a:p>
          <a:p>
            <a:endParaRPr kumimoji="1" lang="en-US" altLang="zh-CN" sz="2400">
              <a:latin typeface="Times New Roman" charset="0"/>
            </a:endParaRPr>
          </a:p>
        </p:txBody>
      </p:sp>
      <p:sp>
        <p:nvSpPr>
          <p:cNvPr id="278531" name="Oval 3"/>
          <p:cNvSpPr>
            <a:spLocks noChangeArrowheads="1"/>
          </p:cNvSpPr>
          <p:nvPr/>
        </p:nvSpPr>
        <p:spPr bwMode="auto">
          <a:xfrm>
            <a:off x="838200" y="1524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2" name="Oval 4"/>
          <p:cNvSpPr>
            <a:spLocks noChangeArrowheads="1"/>
          </p:cNvSpPr>
          <p:nvPr/>
        </p:nvSpPr>
        <p:spPr bwMode="auto">
          <a:xfrm>
            <a:off x="1981200" y="1524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3" name="Oval 5"/>
          <p:cNvSpPr>
            <a:spLocks noChangeArrowheads="1"/>
          </p:cNvSpPr>
          <p:nvPr/>
        </p:nvSpPr>
        <p:spPr bwMode="auto">
          <a:xfrm>
            <a:off x="2971800" y="1524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4" name="Oval 6"/>
          <p:cNvSpPr>
            <a:spLocks noChangeArrowheads="1"/>
          </p:cNvSpPr>
          <p:nvPr/>
        </p:nvSpPr>
        <p:spPr bwMode="auto">
          <a:xfrm>
            <a:off x="381000" y="2743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5" name="Oval 7"/>
          <p:cNvSpPr>
            <a:spLocks noChangeArrowheads="1"/>
          </p:cNvSpPr>
          <p:nvPr/>
        </p:nvSpPr>
        <p:spPr bwMode="auto">
          <a:xfrm>
            <a:off x="1219200" y="2743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6" name="Oval 8"/>
          <p:cNvSpPr>
            <a:spLocks noChangeArrowheads="1"/>
          </p:cNvSpPr>
          <p:nvPr/>
        </p:nvSpPr>
        <p:spPr bwMode="auto">
          <a:xfrm>
            <a:off x="2971800" y="2743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7" name="Oval 9"/>
          <p:cNvSpPr>
            <a:spLocks noChangeArrowheads="1"/>
          </p:cNvSpPr>
          <p:nvPr/>
        </p:nvSpPr>
        <p:spPr bwMode="auto">
          <a:xfrm>
            <a:off x="2971800" y="3962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8" name="Oval 10"/>
          <p:cNvSpPr>
            <a:spLocks noChangeArrowheads="1"/>
          </p:cNvSpPr>
          <p:nvPr/>
        </p:nvSpPr>
        <p:spPr bwMode="auto">
          <a:xfrm>
            <a:off x="2971800" y="5181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39" name="Oval 11"/>
          <p:cNvSpPr>
            <a:spLocks noChangeArrowheads="1"/>
          </p:cNvSpPr>
          <p:nvPr/>
        </p:nvSpPr>
        <p:spPr bwMode="auto">
          <a:xfrm>
            <a:off x="2209800" y="5181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0" name="Oval 12"/>
          <p:cNvSpPr>
            <a:spLocks noChangeArrowheads="1"/>
          </p:cNvSpPr>
          <p:nvPr/>
        </p:nvSpPr>
        <p:spPr bwMode="auto">
          <a:xfrm>
            <a:off x="3733800" y="5181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1" name="Line 13"/>
          <p:cNvSpPr>
            <a:spLocks noChangeShapeType="1"/>
          </p:cNvSpPr>
          <p:nvPr/>
        </p:nvSpPr>
        <p:spPr bwMode="auto">
          <a:xfrm flipH="1">
            <a:off x="609600" y="1905000"/>
            <a:ext cx="2286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2" name="Line 14"/>
          <p:cNvSpPr>
            <a:spLocks noChangeShapeType="1"/>
          </p:cNvSpPr>
          <p:nvPr/>
        </p:nvSpPr>
        <p:spPr bwMode="auto">
          <a:xfrm>
            <a:off x="1371600" y="1905000"/>
            <a:ext cx="76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3" name="Line 15"/>
          <p:cNvSpPr>
            <a:spLocks noChangeShapeType="1"/>
          </p:cNvSpPr>
          <p:nvPr/>
        </p:nvSpPr>
        <p:spPr bwMode="auto">
          <a:xfrm>
            <a:off x="3200400" y="2057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4" name="Line 16"/>
          <p:cNvSpPr>
            <a:spLocks noChangeShapeType="1"/>
          </p:cNvSpPr>
          <p:nvPr/>
        </p:nvSpPr>
        <p:spPr bwMode="auto">
          <a:xfrm>
            <a:off x="3200400" y="32766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5" name="Line 17"/>
          <p:cNvSpPr>
            <a:spLocks noChangeShapeType="1"/>
          </p:cNvSpPr>
          <p:nvPr/>
        </p:nvSpPr>
        <p:spPr bwMode="auto">
          <a:xfrm>
            <a:off x="3276600" y="44958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6" name="Line 18"/>
          <p:cNvSpPr>
            <a:spLocks noChangeShapeType="1"/>
          </p:cNvSpPr>
          <p:nvPr/>
        </p:nvSpPr>
        <p:spPr bwMode="auto">
          <a:xfrm flipH="1">
            <a:off x="2438400" y="4343400"/>
            <a:ext cx="5334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7" name="Line 19"/>
          <p:cNvSpPr>
            <a:spLocks noChangeShapeType="1"/>
          </p:cNvSpPr>
          <p:nvPr/>
        </p:nvSpPr>
        <p:spPr bwMode="auto">
          <a:xfrm>
            <a:off x="3505200" y="4343400"/>
            <a:ext cx="457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8" name="Rectangle 20"/>
          <p:cNvSpPr>
            <a:spLocks noChangeArrowheads="1"/>
          </p:cNvSpPr>
          <p:nvPr/>
        </p:nvSpPr>
        <p:spPr bwMode="auto">
          <a:xfrm>
            <a:off x="457200" y="1371600"/>
            <a:ext cx="1295400" cy="838200"/>
          </a:xfrm>
          <a:prstGeom prst="rect">
            <a:avLst/>
          </a:prstGeom>
          <a:noFill/>
          <a:ln w="12700" cap="sq">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49" name="Rectangle 21"/>
          <p:cNvSpPr>
            <a:spLocks noChangeArrowheads="1"/>
          </p:cNvSpPr>
          <p:nvPr/>
        </p:nvSpPr>
        <p:spPr bwMode="auto">
          <a:xfrm>
            <a:off x="152400" y="2514600"/>
            <a:ext cx="1676400" cy="1143000"/>
          </a:xfrm>
          <a:prstGeom prst="rect">
            <a:avLst/>
          </a:prstGeom>
          <a:noFill/>
          <a:ln w="12700" cap="sq">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50" name="Rectangle 22"/>
          <p:cNvSpPr>
            <a:spLocks noChangeArrowheads="1"/>
          </p:cNvSpPr>
          <p:nvPr/>
        </p:nvSpPr>
        <p:spPr bwMode="auto">
          <a:xfrm>
            <a:off x="1905000" y="1371600"/>
            <a:ext cx="2438400" cy="4572000"/>
          </a:xfrm>
          <a:prstGeom prst="rect">
            <a:avLst/>
          </a:prstGeom>
          <a:noFill/>
          <a:ln w="12700" cap="sq">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78551" name="Text Box 23"/>
          <p:cNvSpPr txBox="1">
            <a:spLocks noChangeArrowheads="1"/>
          </p:cNvSpPr>
          <p:nvPr/>
        </p:nvSpPr>
        <p:spPr bwMode="auto">
          <a:xfrm>
            <a:off x="4708525" y="1203325"/>
            <a:ext cx="428307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a:solidFill>
                  <a:srgbClr val="990033"/>
                </a:solidFill>
                <a:latin typeface="Times New Roman" charset="0"/>
                <a:ea typeface="楷体_GB2312" charset="0"/>
              </a:rPr>
              <a:t>1</a:t>
            </a:r>
            <a:r>
              <a:rPr kumimoji="1" lang="zh-CN" altLang="en-US" sz="4000">
                <a:solidFill>
                  <a:srgbClr val="990033"/>
                </a:solidFill>
                <a:latin typeface="楷体_GB2312" charset="0"/>
                <a:ea typeface="楷体_GB2312" charset="0"/>
              </a:rPr>
              <a:t>．森林中第一棵树的根结点；</a:t>
            </a:r>
            <a:endParaRPr kumimoji="1" lang="zh-CN" altLang="en-US" sz="2400">
              <a:latin typeface="Times New Roman" charset="0"/>
            </a:endParaRPr>
          </a:p>
        </p:txBody>
      </p:sp>
      <p:sp>
        <p:nvSpPr>
          <p:cNvPr id="278552" name="Text Box 24"/>
          <p:cNvSpPr txBox="1">
            <a:spLocks noChangeArrowheads="1"/>
          </p:cNvSpPr>
          <p:nvPr/>
        </p:nvSpPr>
        <p:spPr bwMode="auto">
          <a:xfrm>
            <a:off x="4724400" y="2879725"/>
            <a:ext cx="4191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4000">
                <a:solidFill>
                  <a:srgbClr val="990033"/>
                </a:solidFill>
                <a:latin typeface="Times New Roman" charset="0"/>
                <a:ea typeface="楷体_GB2312" charset="0"/>
              </a:rPr>
              <a:t>2</a:t>
            </a:r>
            <a:r>
              <a:rPr kumimoji="1" lang="zh-CN" altLang="en-US" sz="4000">
                <a:solidFill>
                  <a:srgbClr val="990033"/>
                </a:solidFill>
                <a:latin typeface="楷体_GB2312" charset="0"/>
                <a:ea typeface="楷体_GB2312" charset="0"/>
              </a:rPr>
              <a:t>．森林中第一棵树的子树森林；</a:t>
            </a:r>
            <a:endParaRPr kumimoji="1" lang="zh-CN" altLang="en-US" sz="2400">
              <a:latin typeface="Times New Roman" charset="0"/>
            </a:endParaRPr>
          </a:p>
        </p:txBody>
      </p:sp>
      <p:sp>
        <p:nvSpPr>
          <p:cNvPr id="278553" name="Text Box 25"/>
          <p:cNvSpPr txBox="1">
            <a:spLocks noChangeArrowheads="1"/>
          </p:cNvSpPr>
          <p:nvPr/>
        </p:nvSpPr>
        <p:spPr bwMode="auto">
          <a:xfrm>
            <a:off x="4648200" y="4556125"/>
            <a:ext cx="432117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4000">
                <a:solidFill>
                  <a:srgbClr val="990033"/>
                </a:solidFill>
                <a:latin typeface="Times New Roman" charset="0"/>
                <a:ea typeface="楷体_GB2312" charset="0"/>
              </a:rPr>
              <a:t>3</a:t>
            </a:r>
            <a:r>
              <a:rPr kumimoji="1" lang="zh-CN" altLang="en-US" sz="4000">
                <a:solidFill>
                  <a:srgbClr val="990033"/>
                </a:solidFill>
                <a:latin typeface="楷体_GB2312" charset="0"/>
                <a:ea typeface="楷体_GB2312" charset="0"/>
              </a:rPr>
              <a:t>．森林中其它树构成的森林。</a:t>
            </a:r>
            <a:endParaRPr kumimoji="1" lang="zh-CN" altLang="en-US" sz="2400">
              <a:latin typeface="Times New Roman" charset="0"/>
            </a:endParaRPr>
          </a:p>
        </p:txBody>
      </p:sp>
      <p:sp>
        <p:nvSpPr>
          <p:cNvPr id="278554" name="Text Box 26"/>
          <p:cNvSpPr txBox="1">
            <a:spLocks noChangeArrowheads="1"/>
          </p:cNvSpPr>
          <p:nvPr/>
        </p:nvSpPr>
        <p:spPr bwMode="auto">
          <a:xfrm>
            <a:off x="4387850" y="304800"/>
            <a:ext cx="475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a:solidFill>
                  <a:srgbClr val="0000FF"/>
                </a:solidFill>
                <a:latin typeface="Times New Roman" charset="0"/>
                <a:ea typeface="楷体_GB2312" charset="0"/>
              </a:rPr>
              <a:t>森林由三部分构成：</a:t>
            </a:r>
          </a:p>
        </p:txBody>
      </p:sp>
      <p:sp>
        <p:nvSpPr>
          <p:cNvPr id="278555" name="AutoShape 27">
            <a:hlinkClick r:id="" action="ppaction://hlinkshowjump?jump=lastslideviewed" highlightClick="1"/>
          </p:cNvPr>
          <p:cNvSpPr>
            <a:spLocks noChangeArrowheads="1"/>
          </p:cNvSpPr>
          <p:nvPr/>
        </p:nvSpPr>
        <p:spPr bwMode="auto">
          <a:xfrm>
            <a:off x="8534400" y="6248400"/>
            <a:ext cx="381000" cy="381000"/>
          </a:xfrm>
          <a:prstGeom prst="actionButtonReturn">
            <a:avLst/>
          </a:prstGeom>
          <a:solidFill>
            <a:srgbClr val="CAF2CE"/>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995909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78554"/>
                                        </p:tgtEl>
                                        <p:attrNameLst>
                                          <p:attrName>style.visibility</p:attrName>
                                        </p:attrNameLst>
                                      </p:cBhvr>
                                      <p:to>
                                        <p:strVal val="visible"/>
                                      </p:to>
                                    </p:set>
                                    <p:anim calcmode="lin" valueType="num">
                                      <p:cBhvr additive="base">
                                        <p:cTn id="7" dur="500" fill="hold"/>
                                        <p:tgtEl>
                                          <p:spTgt spid="278554"/>
                                        </p:tgtEl>
                                        <p:attrNameLst>
                                          <p:attrName>ppt_x</p:attrName>
                                        </p:attrNameLst>
                                      </p:cBhvr>
                                      <p:tavLst>
                                        <p:tav tm="0">
                                          <p:val>
                                            <p:strVal val="#ppt_x"/>
                                          </p:val>
                                        </p:tav>
                                        <p:tav tm="100000">
                                          <p:val>
                                            <p:strVal val="#ppt_x"/>
                                          </p:val>
                                        </p:tav>
                                      </p:tavLst>
                                    </p:anim>
                                    <p:anim calcmode="lin" valueType="num">
                                      <p:cBhvr additive="base">
                                        <p:cTn id="8" dur="500" fill="hold"/>
                                        <p:tgtEl>
                                          <p:spTgt spid="27855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278551"/>
                                        </p:tgtEl>
                                        <p:attrNameLst>
                                          <p:attrName>style.visibility</p:attrName>
                                        </p:attrNameLst>
                                      </p:cBhvr>
                                      <p:to>
                                        <p:strVal val="visible"/>
                                      </p:to>
                                    </p:set>
                                    <p:anim calcmode="lin" valueType="num">
                                      <p:cBhvr>
                                        <p:cTn id="13" dur="500" fill="hold"/>
                                        <p:tgtEl>
                                          <p:spTgt spid="278551"/>
                                        </p:tgtEl>
                                        <p:attrNameLst>
                                          <p:attrName>ppt_x</p:attrName>
                                        </p:attrNameLst>
                                      </p:cBhvr>
                                      <p:tavLst>
                                        <p:tav tm="0">
                                          <p:val>
                                            <p:strVal val="#ppt_x-#ppt_w/2"/>
                                          </p:val>
                                        </p:tav>
                                        <p:tav tm="100000">
                                          <p:val>
                                            <p:strVal val="#ppt_x"/>
                                          </p:val>
                                        </p:tav>
                                      </p:tavLst>
                                    </p:anim>
                                    <p:anim calcmode="lin" valueType="num">
                                      <p:cBhvr>
                                        <p:cTn id="14" dur="500" fill="hold"/>
                                        <p:tgtEl>
                                          <p:spTgt spid="278551"/>
                                        </p:tgtEl>
                                        <p:attrNameLst>
                                          <p:attrName>ppt_y</p:attrName>
                                        </p:attrNameLst>
                                      </p:cBhvr>
                                      <p:tavLst>
                                        <p:tav tm="0">
                                          <p:val>
                                            <p:strVal val="#ppt_y"/>
                                          </p:val>
                                        </p:tav>
                                        <p:tav tm="100000">
                                          <p:val>
                                            <p:strVal val="#ppt_y"/>
                                          </p:val>
                                        </p:tav>
                                      </p:tavLst>
                                    </p:anim>
                                    <p:anim calcmode="lin" valueType="num">
                                      <p:cBhvr>
                                        <p:cTn id="15" dur="500" fill="hold"/>
                                        <p:tgtEl>
                                          <p:spTgt spid="278551"/>
                                        </p:tgtEl>
                                        <p:attrNameLst>
                                          <p:attrName>ppt_w</p:attrName>
                                        </p:attrNameLst>
                                      </p:cBhvr>
                                      <p:tavLst>
                                        <p:tav tm="0">
                                          <p:val>
                                            <p:fltVal val="0"/>
                                          </p:val>
                                        </p:tav>
                                        <p:tav tm="100000">
                                          <p:val>
                                            <p:strVal val="#ppt_w"/>
                                          </p:val>
                                        </p:tav>
                                      </p:tavLst>
                                    </p:anim>
                                    <p:anim calcmode="lin" valueType="num">
                                      <p:cBhvr>
                                        <p:cTn id="16" dur="500" fill="hold"/>
                                        <p:tgtEl>
                                          <p:spTgt spid="278551"/>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278548"/>
                                        </p:tgtEl>
                                        <p:attrNameLst>
                                          <p:attrName>style.visibility</p:attrName>
                                        </p:attrNameLst>
                                      </p:cBhvr>
                                      <p:to>
                                        <p:strVal val="visible"/>
                                      </p:to>
                                    </p:set>
                                    <p:anim calcmode="lin" valueType="num">
                                      <p:cBhvr>
                                        <p:cTn id="21" dur="500" fill="hold"/>
                                        <p:tgtEl>
                                          <p:spTgt spid="278548"/>
                                        </p:tgtEl>
                                        <p:attrNameLst>
                                          <p:attrName>ppt_x</p:attrName>
                                        </p:attrNameLst>
                                      </p:cBhvr>
                                      <p:tavLst>
                                        <p:tav tm="0">
                                          <p:val>
                                            <p:strVal val="#ppt_x-#ppt_w/2"/>
                                          </p:val>
                                        </p:tav>
                                        <p:tav tm="100000">
                                          <p:val>
                                            <p:strVal val="#ppt_x"/>
                                          </p:val>
                                        </p:tav>
                                      </p:tavLst>
                                    </p:anim>
                                    <p:anim calcmode="lin" valueType="num">
                                      <p:cBhvr>
                                        <p:cTn id="22" dur="500" fill="hold"/>
                                        <p:tgtEl>
                                          <p:spTgt spid="278548"/>
                                        </p:tgtEl>
                                        <p:attrNameLst>
                                          <p:attrName>ppt_y</p:attrName>
                                        </p:attrNameLst>
                                      </p:cBhvr>
                                      <p:tavLst>
                                        <p:tav tm="0">
                                          <p:val>
                                            <p:strVal val="#ppt_y"/>
                                          </p:val>
                                        </p:tav>
                                        <p:tav tm="100000">
                                          <p:val>
                                            <p:strVal val="#ppt_y"/>
                                          </p:val>
                                        </p:tav>
                                      </p:tavLst>
                                    </p:anim>
                                    <p:anim calcmode="lin" valueType="num">
                                      <p:cBhvr>
                                        <p:cTn id="23" dur="500" fill="hold"/>
                                        <p:tgtEl>
                                          <p:spTgt spid="278548"/>
                                        </p:tgtEl>
                                        <p:attrNameLst>
                                          <p:attrName>ppt_w</p:attrName>
                                        </p:attrNameLst>
                                      </p:cBhvr>
                                      <p:tavLst>
                                        <p:tav tm="0">
                                          <p:val>
                                            <p:fltVal val="0"/>
                                          </p:val>
                                        </p:tav>
                                        <p:tav tm="100000">
                                          <p:val>
                                            <p:strVal val="#ppt_w"/>
                                          </p:val>
                                        </p:tav>
                                      </p:tavLst>
                                    </p:anim>
                                    <p:anim calcmode="lin" valueType="num">
                                      <p:cBhvr>
                                        <p:cTn id="24" dur="500" fill="hold"/>
                                        <p:tgtEl>
                                          <p:spTgt spid="278548"/>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278552"/>
                                        </p:tgtEl>
                                        <p:attrNameLst>
                                          <p:attrName>style.visibility</p:attrName>
                                        </p:attrNameLst>
                                      </p:cBhvr>
                                      <p:to>
                                        <p:strVal val="visible"/>
                                      </p:to>
                                    </p:set>
                                    <p:anim calcmode="lin" valueType="num">
                                      <p:cBhvr>
                                        <p:cTn id="29" dur="500" fill="hold"/>
                                        <p:tgtEl>
                                          <p:spTgt spid="278552"/>
                                        </p:tgtEl>
                                        <p:attrNameLst>
                                          <p:attrName>ppt_x</p:attrName>
                                        </p:attrNameLst>
                                      </p:cBhvr>
                                      <p:tavLst>
                                        <p:tav tm="0">
                                          <p:val>
                                            <p:strVal val="#ppt_x-#ppt_w/2"/>
                                          </p:val>
                                        </p:tav>
                                        <p:tav tm="100000">
                                          <p:val>
                                            <p:strVal val="#ppt_x"/>
                                          </p:val>
                                        </p:tav>
                                      </p:tavLst>
                                    </p:anim>
                                    <p:anim calcmode="lin" valueType="num">
                                      <p:cBhvr>
                                        <p:cTn id="30" dur="500" fill="hold"/>
                                        <p:tgtEl>
                                          <p:spTgt spid="278552"/>
                                        </p:tgtEl>
                                        <p:attrNameLst>
                                          <p:attrName>ppt_y</p:attrName>
                                        </p:attrNameLst>
                                      </p:cBhvr>
                                      <p:tavLst>
                                        <p:tav tm="0">
                                          <p:val>
                                            <p:strVal val="#ppt_y"/>
                                          </p:val>
                                        </p:tav>
                                        <p:tav tm="100000">
                                          <p:val>
                                            <p:strVal val="#ppt_y"/>
                                          </p:val>
                                        </p:tav>
                                      </p:tavLst>
                                    </p:anim>
                                    <p:anim calcmode="lin" valueType="num">
                                      <p:cBhvr>
                                        <p:cTn id="31" dur="500" fill="hold"/>
                                        <p:tgtEl>
                                          <p:spTgt spid="278552"/>
                                        </p:tgtEl>
                                        <p:attrNameLst>
                                          <p:attrName>ppt_w</p:attrName>
                                        </p:attrNameLst>
                                      </p:cBhvr>
                                      <p:tavLst>
                                        <p:tav tm="0">
                                          <p:val>
                                            <p:fltVal val="0"/>
                                          </p:val>
                                        </p:tav>
                                        <p:tav tm="100000">
                                          <p:val>
                                            <p:strVal val="#ppt_w"/>
                                          </p:val>
                                        </p:tav>
                                      </p:tavLst>
                                    </p:anim>
                                    <p:anim calcmode="lin" valueType="num">
                                      <p:cBhvr>
                                        <p:cTn id="32" dur="500" fill="hold"/>
                                        <p:tgtEl>
                                          <p:spTgt spid="278552"/>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278549"/>
                                        </p:tgtEl>
                                        <p:attrNameLst>
                                          <p:attrName>style.visibility</p:attrName>
                                        </p:attrNameLst>
                                      </p:cBhvr>
                                      <p:to>
                                        <p:strVal val="visible"/>
                                      </p:to>
                                    </p:set>
                                    <p:anim calcmode="lin" valueType="num">
                                      <p:cBhvr>
                                        <p:cTn id="37" dur="500" fill="hold"/>
                                        <p:tgtEl>
                                          <p:spTgt spid="278549"/>
                                        </p:tgtEl>
                                        <p:attrNameLst>
                                          <p:attrName>ppt_x</p:attrName>
                                        </p:attrNameLst>
                                      </p:cBhvr>
                                      <p:tavLst>
                                        <p:tav tm="0">
                                          <p:val>
                                            <p:strVal val="#ppt_x-#ppt_w/2"/>
                                          </p:val>
                                        </p:tav>
                                        <p:tav tm="100000">
                                          <p:val>
                                            <p:strVal val="#ppt_x"/>
                                          </p:val>
                                        </p:tav>
                                      </p:tavLst>
                                    </p:anim>
                                    <p:anim calcmode="lin" valueType="num">
                                      <p:cBhvr>
                                        <p:cTn id="38" dur="500" fill="hold"/>
                                        <p:tgtEl>
                                          <p:spTgt spid="278549"/>
                                        </p:tgtEl>
                                        <p:attrNameLst>
                                          <p:attrName>ppt_y</p:attrName>
                                        </p:attrNameLst>
                                      </p:cBhvr>
                                      <p:tavLst>
                                        <p:tav tm="0">
                                          <p:val>
                                            <p:strVal val="#ppt_y"/>
                                          </p:val>
                                        </p:tav>
                                        <p:tav tm="100000">
                                          <p:val>
                                            <p:strVal val="#ppt_y"/>
                                          </p:val>
                                        </p:tav>
                                      </p:tavLst>
                                    </p:anim>
                                    <p:anim calcmode="lin" valueType="num">
                                      <p:cBhvr>
                                        <p:cTn id="39" dur="500" fill="hold"/>
                                        <p:tgtEl>
                                          <p:spTgt spid="278549"/>
                                        </p:tgtEl>
                                        <p:attrNameLst>
                                          <p:attrName>ppt_w</p:attrName>
                                        </p:attrNameLst>
                                      </p:cBhvr>
                                      <p:tavLst>
                                        <p:tav tm="0">
                                          <p:val>
                                            <p:fltVal val="0"/>
                                          </p:val>
                                        </p:tav>
                                        <p:tav tm="100000">
                                          <p:val>
                                            <p:strVal val="#ppt_w"/>
                                          </p:val>
                                        </p:tav>
                                      </p:tavLst>
                                    </p:anim>
                                    <p:anim calcmode="lin" valueType="num">
                                      <p:cBhvr>
                                        <p:cTn id="40" dur="500" fill="hold"/>
                                        <p:tgtEl>
                                          <p:spTgt spid="278549"/>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8" fill="hold" grpId="0" nodeType="clickEffect">
                                  <p:stCondLst>
                                    <p:cond delay="0"/>
                                  </p:stCondLst>
                                  <p:childTnLst>
                                    <p:set>
                                      <p:cBhvr>
                                        <p:cTn id="44" dur="1" fill="hold">
                                          <p:stCondLst>
                                            <p:cond delay="0"/>
                                          </p:stCondLst>
                                        </p:cTn>
                                        <p:tgtEl>
                                          <p:spTgt spid="278553"/>
                                        </p:tgtEl>
                                        <p:attrNameLst>
                                          <p:attrName>style.visibility</p:attrName>
                                        </p:attrNameLst>
                                      </p:cBhvr>
                                      <p:to>
                                        <p:strVal val="visible"/>
                                      </p:to>
                                    </p:set>
                                    <p:anim calcmode="lin" valueType="num">
                                      <p:cBhvr>
                                        <p:cTn id="45" dur="500" fill="hold"/>
                                        <p:tgtEl>
                                          <p:spTgt spid="278553"/>
                                        </p:tgtEl>
                                        <p:attrNameLst>
                                          <p:attrName>ppt_x</p:attrName>
                                        </p:attrNameLst>
                                      </p:cBhvr>
                                      <p:tavLst>
                                        <p:tav tm="0">
                                          <p:val>
                                            <p:strVal val="#ppt_x-#ppt_w/2"/>
                                          </p:val>
                                        </p:tav>
                                        <p:tav tm="100000">
                                          <p:val>
                                            <p:strVal val="#ppt_x"/>
                                          </p:val>
                                        </p:tav>
                                      </p:tavLst>
                                    </p:anim>
                                    <p:anim calcmode="lin" valueType="num">
                                      <p:cBhvr>
                                        <p:cTn id="46" dur="500" fill="hold"/>
                                        <p:tgtEl>
                                          <p:spTgt spid="278553"/>
                                        </p:tgtEl>
                                        <p:attrNameLst>
                                          <p:attrName>ppt_y</p:attrName>
                                        </p:attrNameLst>
                                      </p:cBhvr>
                                      <p:tavLst>
                                        <p:tav tm="0">
                                          <p:val>
                                            <p:strVal val="#ppt_y"/>
                                          </p:val>
                                        </p:tav>
                                        <p:tav tm="100000">
                                          <p:val>
                                            <p:strVal val="#ppt_y"/>
                                          </p:val>
                                        </p:tav>
                                      </p:tavLst>
                                    </p:anim>
                                    <p:anim calcmode="lin" valueType="num">
                                      <p:cBhvr>
                                        <p:cTn id="47" dur="500" fill="hold"/>
                                        <p:tgtEl>
                                          <p:spTgt spid="278553"/>
                                        </p:tgtEl>
                                        <p:attrNameLst>
                                          <p:attrName>ppt_w</p:attrName>
                                        </p:attrNameLst>
                                      </p:cBhvr>
                                      <p:tavLst>
                                        <p:tav tm="0">
                                          <p:val>
                                            <p:fltVal val="0"/>
                                          </p:val>
                                        </p:tav>
                                        <p:tav tm="100000">
                                          <p:val>
                                            <p:strVal val="#ppt_w"/>
                                          </p:val>
                                        </p:tav>
                                      </p:tavLst>
                                    </p:anim>
                                    <p:anim calcmode="lin" valueType="num">
                                      <p:cBhvr>
                                        <p:cTn id="48" dur="500" fill="hold"/>
                                        <p:tgtEl>
                                          <p:spTgt spid="278553"/>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 fill="hold" grpId="0" nodeType="clickEffect">
                                  <p:stCondLst>
                                    <p:cond delay="0"/>
                                  </p:stCondLst>
                                  <p:childTnLst>
                                    <p:set>
                                      <p:cBhvr>
                                        <p:cTn id="52" dur="1" fill="hold">
                                          <p:stCondLst>
                                            <p:cond delay="0"/>
                                          </p:stCondLst>
                                        </p:cTn>
                                        <p:tgtEl>
                                          <p:spTgt spid="278550"/>
                                        </p:tgtEl>
                                        <p:attrNameLst>
                                          <p:attrName>style.visibility</p:attrName>
                                        </p:attrNameLst>
                                      </p:cBhvr>
                                      <p:to>
                                        <p:strVal val="visible"/>
                                      </p:to>
                                    </p:set>
                                    <p:anim calcmode="lin" valueType="num">
                                      <p:cBhvr>
                                        <p:cTn id="53" dur="500" fill="hold"/>
                                        <p:tgtEl>
                                          <p:spTgt spid="278550"/>
                                        </p:tgtEl>
                                        <p:attrNameLst>
                                          <p:attrName>ppt_x</p:attrName>
                                        </p:attrNameLst>
                                      </p:cBhvr>
                                      <p:tavLst>
                                        <p:tav tm="0">
                                          <p:val>
                                            <p:strVal val="#ppt_x"/>
                                          </p:val>
                                        </p:tav>
                                        <p:tav tm="100000">
                                          <p:val>
                                            <p:strVal val="#ppt_x"/>
                                          </p:val>
                                        </p:tav>
                                      </p:tavLst>
                                    </p:anim>
                                    <p:anim calcmode="lin" valueType="num">
                                      <p:cBhvr>
                                        <p:cTn id="54" dur="500" fill="hold"/>
                                        <p:tgtEl>
                                          <p:spTgt spid="278550"/>
                                        </p:tgtEl>
                                        <p:attrNameLst>
                                          <p:attrName>ppt_y</p:attrName>
                                        </p:attrNameLst>
                                      </p:cBhvr>
                                      <p:tavLst>
                                        <p:tav tm="0">
                                          <p:val>
                                            <p:strVal val="#ppt_y-#ppt_h/2"/>
                                          </p:val>
                                        </p:tav>
                                        <p:tav tm="100000">
                                          <p:val>
                                            <p:strVal val="#ppt_y"/>
                                          </p:val>
                                        </p:tav>
                                      </p:tavLst>
                                    </p:anim>
                                    <p:anim calcmode="lin" valueType="num">
                                      <p:cBhvr>
                                        <p:cTn id="55" dur="500" fill="hold"/>
                                        <p:tgtEl>
                                          <p:spTgt spid="278550"/>
                                        </p:tgtEl>
                                        <p:attrNameLst>
                                          <p:attrName>ppt_w</p:attrName>
                                        </p:attrNameLst>
                                      </p:cBhvr>
                                      <p:tavLst>
                                        <p:tav tm="0">
                                          <p:val>
                                            <p:strVal val="#ppt_w"/>
                                          </p:val>
                                        </p:tav>
                                        <p:tav tm="100000">
                                          <p:val>
                                            <p:strVal val="#ppt_w"/>
                                          </p:val>
                                        </p:tav>
                                      </p:tavLst>
                                    </p:anim>
                                    <p:anim calcmode="lin" valueType="num">
                                      <p:cBhvr>
                                        <p:cTn id="56" dur="500" fill="hold"/>
                                        <p:tgtEl>
                                          <p:spTgt spid="278550"/>
                                        </p:tgtEl>
                                        <p:attrNameLst>
                                          <p:attrName>ppt_h</p:attrName>
                                        </p:attrNameLst>
                                      </p:cBhvr>
                                      <p:tavLst>
                                        <p:tav tm="0">
                                          <p:val>
                                            <p:fltVal val="0"/>
                                          </p:val>
                                        </p:tav>
                                        <p:tav tm="100000">
                                          <p:val>
                                            <p:strVal val="#ppt_h"/>
                                          </p:val>
                                        </p:tav>
                                      </p:tavLst>
                                    </p:anim>
                                  </p:childTnLst>
                                </p:cTn>
                              </p:par>
                            </p:childTnLst>
                          </p:cTn>
                        </p:par>
                        <p:par>
                          <p:cTn id="57" fill="hold" nodeType="afterGroup">
                            <p:stCondLst>
                              <p:cond delay="500"/>
                            </p:stCondLst>
                            <p:childTnLst>
                              <p:par>
                                <p:cTn id="58" presetID="2" presetClass="entr" presetSubtype="6" fill="hold" grpId="0" nodeType="afterEffect">
                                  <p:stCondLst>
                                    <p:cond delay="0"/>
                                  </p:stCondLst>
                                  <p:childTnLst>
                                    <p:set>
                                      <p:cBhvr>
                                        <p:cTn id="59" dur="1" fill="hold">
                                          <p:stCondLst>
                                            <p:cond delay="0"/>
                                          </p:stCondLst>
                                        </p:cTn>
                                        <p:tgtEl>
                                          <p:spTgt spid="278555"/>
                                        </p:tgtEl>
                                        <p:attrNameLst>
                                          <p:attrName>style.visibility</p:attrName>
                                        </p:attrNameLst>
                                      </p:cBhvr>
                                      <p:to>
                                        <p:strVal val="visible"/>
                                      </p:to>
                                    </p:set>
                                    <p:anim calcmode="lin" valueType="num">
                                      <p:cBhvr additive="base">
                                        <p:cTn id="60" dur="500" fill="hold"/>
                                        <p:tgtEl>
                                          <p:spTgt spid="278555"/>
                                        </p:tgtEl>
                                        <p:attrNameLst>
                                          <p:attrName>ppt_x</p:attrName>
                                        </p:attrNameLst>
                                      </p:cBhvr>
                                      <p:tavLst>
                                        <p:tav tm="0">
                                          <p:val>
                                            <p:strVal val="1+#ppt_w/2"/>
                                          </p:val>
                                        </p:tav>
                                        <p:tav tm="100000">
                                          <p:val>
                                            <p:strVal val="#ppt_x"/>
                                          </p:val>
                                        </p:tav>
                                      </p:tavLst>
                                    </p:anim>
                                    <p:anim calcmode="lin" valueType="num">
                                      <p:cBhvr additive="base">
                                        <p:cTn id="61" dur="500" fill="hold"/>
                                        <p:tgtEl>
                                          <p:spTgt spid="2785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48" grpId="0" animBg="1"/>
      <p:bldP spid="278549" grpId="0" animBg="1"/>
      <p:bldP spid="278550" grpId="0" animBg="1"/>
      <p:bldP spid="278551" grpId="0" autoUpdateAnimBg="0"/>
      <p:bldP spid="278552" grpId="0" autoUpdateAnimBg="0"/>
      <p:bldP spid="278553" grpId="0" autoUpdateAnimBg="0"/>
      <p:bldP spid="278554" grpId="0" autoUpdateAnimBg="0"/>
      <p:bldP spid="278555"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Text Box 2"/>
          <p:cNvSpPr txBox="1">
            <a:spLocks noChangeArrowheads="1"/>
          </p:cNvSpPr>
          <p:nvPr/>
        </p:nvSpPr>
        <p:spPr bwMode="auto">
          <a:xfrm>
            <a:off x="636588" y="1066800"/>
            <a:ext cx="2870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0000FF"/>
                </a:solidFill>
                <a:latin typeface="Times New Roman" charset="0"/>
                <a:ea typeface="楷体_GB2312" charset="0"/>
              </a:rPr>
              <a:t>1.  </a:t>
            </a:r>
            <a:r>
              <a:rPr kumimoji="1" lang="zh-CN" altLang="en-US" sz="4000" b="1">
                <a:solidFill>
                  <a:srgbClr val="0000FF"/>
                </a:solidFill>
                <a:latin typeface="Times New Roman" charset="0"/>
                <a:ea typeface="楷体_GB2312" charset="0"/>
              </a:rPr>
              <a:t>先序遍历</a:t>
            </a:r>
            <a:endParaRPr kumimoji="1" lang="zh-CN" altLang="en-US" sz="4000">
              <a:latin typeface="Times New Roman" charset="0"/>
            </a:endParaRPr>
          </a:p>
        </p:txBody>
      </p:sp>
      <p:sp>
        <p:nvSpPr>
          <p:cNvPr id="279555" name="Text Box 3"/>
          <p:cNvSpPr txBox="1">
            <a:spLocks noChangeArrowheads="1"/>
          </p:cNvSpPr>
          <p:nvPr/>
        </p:nvSpPr>
        <p:spPr bwMode="auto">
          <a:xfrm>
            <a:off x="1447800" y="152400"/>
            <a:ext cx="2986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CC00FF"/>
                </a:solidFill>
                <a:latin typeface="Times New Roman" charset="0"/>
                <a:ea typeface="隶书" charset="0"/>
              </a:rPr>
              <a:t>森林的遍历</a:t>
            </a:r>
            <a:endParaRPr kumimoji="1" lang="zh-CN" altLang="en-US" sz="2400">
              <a:latin typeface="Times New Roman" charset="0"/>
            </a:endParaRPr>
          </a:p>
        </p:txBody>
      </p:sp>
      <p:sp>
        <p:nvSpPr>
          <p:cNvPr id="279556" name="Rectangle 4"/>
          <p:cNvSpPr>
            <a:spLocks noChangeArrowheads="1"/>
          </p:cNvSpPr>
          <p:nvPr/>
        </p:nvSpPr>
        <p:spPr bwMode="auto">
          <a:xfrm>
            <a:off x="366713" y="914400"/>
            <a:ext cx="8839200"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4000">
                <a:solidFill>
                  <a:srgbClr val="006666"/>
                </a:solidFill>
                <a:latin typeface="Times New Roman" charset="0"/>
                <a:ea typeface="楷体_GB2312" charset="0"/>
              </a:rPr>
              <a:t>                           </a:t>
            </a:r>
            <a:r>
              <a:rPr kumimoji="1" lang="zh-CN" altLang="en-US" sz="4000">
                <a:solidFill>
                  <a:srgbClr val="006666"/>
                </a:solidFill>
                <a:latin typeface="Times New Roman" charset="0"/>
                <a:ea typeface="楷体_GB2312" charset="0"/>
              </a:rPr>
              <a:t>若森林不空，则</a:t>
            </a:r>
          </a:p>
          <a:p>
            <a:pPr>
              <a:lnSpc>
                <a:spcPct val="125000"/>
              </a:lnSpc>
            </a:pPr>
            <a:r>
              <a:rPr kumimoji="1" lang="zh-CN" altLang="en-US" sz="4000" b="1">
                <a:solidFill>
                  <a:srgbClr val="FF0000"/>
                </a:solidFill>
                <a:latin typeface="Times New Roman" charset="0"/>
                <a:ea typeface="楷体_GB2312" charset="0"/>
              </a:rPr>
              <a:t>访问</a:t>
            </a:r>
            <a:r>
              <a:rPr kumimoji="1" lang="zh-CN" altLang="en-US" sz="4000">
                <a:solidFill>
                  <a:srgbClr val="FF0000"/>
                </a:solidFill>
                <a:latin typeface="Times New Roman" charset="0"/>
                <a:ea typeface="楷体_GB2312" charset="0"/>
              </a:rPr>
              <a:t>森林中第一棵树的根结点；</a:t>
            </a:r>
            <a:endParaRPr kumimoji="1" lang="zh-CN" altLang="en-US" sz="4000">
              <a:latin typeface="Times New Roman" charset="0"/>
              <a:ea typeface="楷体_GB2312" charset="0"/>
            </a:endParaRPr>
          </a:p>
          <a:p>
            <a:pPr>
              <a:lnSpc>
                <a:spcPct val="125000"/>
              </a:lnSpc>
            </a:pPr>
            <a:r>
              <a:rPr kumimoji="1" lang="zh-CN" altLang="en-US" sz="4000" b="1">
                <a:solidFill>
                  <a:srgbClr val="333399"/>
                </a:solidFill>
                <a:latin typeface="Times New Roman" charset="0"/>
                <a:ea typeface="楷体_GB2312" charset="0"/>
              </a:rPr>
              <a:t>先序遍历</a:t>
            </a:r>
            <a:r>
              <a:rPr kumimoji="1" lang="zh-CN" altLang="en-US" sz="4000">
                <a:solidFill>
                  <a:srgbClr val="006666"/>
                </a:solidFill>
                <a:latin typeface="Times New Roman" charset="0"/>
                <a:ea typeface="楷体_GB2312" charset="0"/>
              </a:rPr>
              <a:t>森林中第一棵树的子树森林；</a:t>
            </a:r>
          </a:p>
          <a:p>
            <a:pPr>
              <a:lnSpc>
                <a:spcPct val="125000"/>
              </a:lnSpc>
            </a:pPr>
            <a:r>
              <a:rPr kumimoji="1" lang="zh-CN" altLang="en-US" sz="4000" b="1">
                <a:solidFill>
                  <a:srgbClr val="333399"/>
                </a:solidFill>
                <a:latin typeface="Times New Roman" charset="0"/>
                <a:ea typeface="楷体_GB2312" charset="0"/>
              </a:rPr>
              <a:t>先序遍历</a:t>
            </a:r>
            <a:r>
              <a:rPr kumimoji="1" lang="zh-CN" altLang="en-US" sz="4000">
                <a:solidFill>
                  <a:srgbClr val="006666"/>
                </a:solidFill>
                <a:latin typeface="Times New Roman" charset="0"/>
                <a:ea typeface="楷体_GB2312" charset="0"/>
              </a:rPr>
              <a:t>森林中</a:t>
            </a:r>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除第一棵树之外</a:t>
            </a:r>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其</a:t>
            </a:r>
          </a:p>
          <a:p>
            <a:pPr>
              <a:lnSpc>
                <a:spcPct val="125000"/>
              </a:lnSpc>
            </a:pPr>
            <a:r>
              <a:rPr kumimoji="1" lang="zh-CN" altLang="en-US" sz="4000">
                <a:solidFill>
                  <a:srgbClr val="006666"/>
                </a:solidFill>
                <a:latin typeface="Times New Roman" charset="0"/>
                <a:ea typeface="楷体_GB2312" charset="0"/>
              </a:rPr>
              <a:t>                余树构成的森林。</a:t>
            </a:r>
          </a:p>
        </p:txBody>
      </p:sp>
      <p:sp>
        <p:nvSpPr>
          <p:cNvPr id="279557" name="Rectangle 5"/>
          <p:cNvSpPr>
            <a:spLocks noChangeArrowheads="1"/>
          </p:cNvSpPr>
          <p:nvPr/>
        </p:nvSpPr>
        <p:spPr bwMode="auto">
          <a:xfrm>
            <a:off x="381000" y="4953000"/>
            <a:ext cx="84582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zh-CN" altLang="en-US" sz="4000">
                <a:solidFill>
                  <a:srgbClr val="CC6600"/>
                </a:solidFill>
                <a:latin typeface="Times New Roman" charset="0"/>
                <a:ea typeface="楷体_GB2312" charset="0"/>
              </a:rPr>
              <a:t>即：</a:t>
            </a:r>
            <a:r>
              <a:rPr kumimoji="1" lang="zh-CN" altLang="en-US" sz="4000" b="1">
                <a:solidFill>
                  <a:srgbClr val="CC6600"/>
                </a:solidFill>
                <a:latin typeface="Times New Roman" charset="0"/>
                <a:ea typeface="楷体_GB2312" charset="0"/>
              </a:rPr>
              <a:t>依次从左至右</a:t>
            </a:r>
            <a:r>
              <a:rPr kumimoji="1" lang="zh-CN" altLang="en-US" sz="4000">
                <a:solidFill>
                  <a:srgbClr val="CC6600"/>
                </a:solidFill>
                <a:latin typeface="Times New Roman" charset="0"/>
                <a:ea typeface="楷体_GB2312" charset="0"/>
              </a:rPr>
              <a:t>对森林中的每一棵</a:t>
            </a:r>
            <a:r>
              <a:rPr kumimoji="1" lang="zh-CN" altLang="en-US" sz="4000" b="1">
                <a:solidFill>
                  <a:srgbClr val="990000"/>
                </a:solidFill>
                <a:latin typeface="Times New Roman" charset="0"/>
                <a:ea typeface="楷体_GB2312" charset="0"/>
              </a:rPr>
              <a:t>树</a:t>
            </a:r>
            <a:r>
              <a:rPr kumimoji="1" lang="zh-CN" altLang="en-US" sz="4000">
                <a:solidFill>
                  <a:srgbClr val="CC6600"/>
                </a:solidFill>
                <a:latin typeface="Times New Roman" charset="0"/>
                <a:ea typeface="楷体_GB2312" charset="0"/>
              </a:rPr>
              <a:t>进行</a:t>
            </a:r>
            <a:r>
              <a:rPr kumimoji="1" lang="zh-CN" altLang="en-US" sz="4000" b="1">
                <a:solidFill>
                  <a:srgbClr val="990000"/>
                </a:solidFill>
                <a:latin typeface="Times New Roman" charset="0"/>
                <a:ea typeface="楷体_GB2312" charset="0"/>
              </a:rPr>
              <a:t>先根遍历</a:t>
            </a:r>
            <a:r>
              <a:rPr kumimoji="1" lang="zh-CN" altLang="en-US" sz="4000">
                <a:solidFill>
                  <a:srgbClr val="CC6600"/>
                </a:solidFill>
                <a:latin typeface="Times New Roman" charset="0"/>
                <a:ea typeface="楷体_GB2312" charset="0"/>
              </a:rPr>
              <a:t>。</a:t>
            </a:r>
          </a:p>
        </p:txBody>
      </p:sp>
      <p:sp>
        <p:nvSpPr>
          <p:cNvPr id="279558" name="AutoShape 6">
            <a:hlinkClick r:id="" action="ppaction://hlinkshowjump?jump=previousslide" highlightClick="1"/>
          </p:cNvPr>
          <p:cNvSpPr>
            <a:spLocks noChangeArrowheads="1"/>
          </p:cNvSpPr>
          <p:nvPr/>
        </p:nvSpPr>
        <p:spPr bwMode="auto">
          <a:xfrm>
            <a:off x="84582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58277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79555"/>
                                        </p:tgtEl>
                                        <p:attrNameLst>
                                          <p:attrName>style.visibility</p:attrName>
                                        </p:attrNameLst>
                                      </p:cBhvr>
                                      <p:to>
                                        <p:strVal val="visible"/>
                                      </p:to>
                                    </p:set>
                                    <p:anim calcmode="lin" valueType="num">
                                      <p:cBhvr additive="base">
                                        <p:cTn id="7" dur="500" fill="hold"/>
                                        <p:tgtEl>
                                          <p:spTgt spid="279555"/>
                                        </p:tgtEl>
                                        <p:attrNameLst>
                                          <p:attrName>ppt_x</p:attrName>
                                        </p:attrNameLst>
                                      </p:cBhvr>
                                      <p:tavLst>
                                        <p:tav tm="0">
                                          <p:val>
                                            <p:strVal val="0-#ppt_w/2"/>
                                          </p:val>
                                        </p:tav>
                                        <p:tav tm="100000">
                                          <p:val>
                                            <p:strVal val="#ppt_x"/>
                                          </p:val>
                                        </p:tav>
                                      </p:tavLst>
                                    </p:anim>
                                    <p:anim calcmode="lin" valueType="num">
                                      <p:cBhvr additive="base">
                                        <p:cTn id="8" dur="500" fill="hold"/>
                                        <p:tgtEl>
                                          <p:spTgt spid="27955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279554"/>
                                        </p:tgtEl>
                                        <p:attrNameLst>
                                          <p:attrName>style.visibility</p:attrName>
                                        </p:attrNameLst>
                                      </p:cBhvr>
                                      <p:to>
                                        <p:strVal val="visible"/>
                                      </p:to>
                                    </p:set>
                                    <p:anim calcmode="lin" valueType="num">
                                      <p:cBhvr>
                                        <p:cTn id="13" dur="500" fill="hold"/>
                                        <p:tgtEl>
                                          <p:spTgt spid="279554"/>
                                        </p:tgtEl>
                                        <p:attrNameLst>
                                          <p:attrName>ppt_x</p:attrName>
                                        </p:attrNameLst>
                                      </p:cBhvr>
                                      <p:tavLst>
                                        <p:tav tm="0">
                                          <p:val>
                                            <p:strVal val="#ppt_x-#ppt_w/2"/>
                                          </p:val>
                                        </p:tav>
                                        <p:tav tm="100000">
                                          <p:val>
                                            <p:strVal val="#ppt_x"/>
                                          </p:val>
                                        </p:tav>
                                      </p:tavLst>
                                    </p:anim>
                                    <p:anim calcmode="lin" valueType="num">
                                      <p:cBhvr>
                                        <p:cTn id="14" dur="500" fill="hold"/>
                                        <p:tgtEl>
                                          <p:spTgt spid="279554"/>
                                        </p:tgtEl>
                                        <p:attrNameLst>
                                          <p:attrName>ppt_y</p:attrName>
                                        </p:attrNameLst>
                                      </p:cBhvr>
                                      <p:tavLst>
                                        <p:tav tm="0">
                                          <p:val>
                                            <p:strVal val="#ppt_y"/>
                                          </p:val>
                                        </p:tav>
                                        <p:tav tm="100000">
                                          <p:val>
                                            <p:strVal val="#ppt_y"/>
                                          </p:val>
                                        </p:tav>
                                      </p:tavLst>
                                    </p:anim>
                                    <p:anim calcmode="lin" valueType="num">
                                      <p:cBhvr>
                                        <p:cTn id="15" dur="500" fill="hold"/>
                                        <p:tgtEl>
                                          <p:spTgt spid="279554"/>
                                        </p:tgtEl>
                                        <p:attrNameLst>
                                          <p:attrName>ppt_w</p:attrName>
                                        </p:attrNameLst>
                                      </p:cBhvr>
                                      <p:tavLst>
                                        <p:tav tm="0">
                                          <p:val>
                                            <p:fltVal val="0"/>
                                          </p:val>
                                        </p:tav>
                                        <p:tav tm="100000">
                                          <p:val>
                                            <p:strVal val="#ppt_w"/>
                                          </p:val>
                                        </p:tav>
                                      </p:tavLst>
                                    </p:anim>
                                    <p:anim calcmode="lin" valueType="num">
                                      <p:cBhvr>
                                        <p:cTn id="16" dur="500" fill="hold"/>
                                        <p:tgtEl>
                                          <p:spTgt spid="279554"/>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279556"/>
                                        </p:tgtEl>
                                        <p:attrNameLst>
                                          <p:attrName>style.visibility</p:attrName>
                                        </p:attrNameLst>
                                      </p:cBhvr>
                                      <p:to>
                                        <p:strVal val="visible"/>
                                      </p:to>
                                    </p:set>
                                    <p:animEffect transition="in" filter="strips(downRight)">
                                      <p:cBhvr>
                                        <p:cTn id="21" dur="500"/>
                                        <p:tgtEl>
                                          <p:spTgt spid="27955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279557"/>
                                        </p:tgtEl>
                                        <p:attrNameLst>
                                          <p:attrName>style.visibility</p:attrName>
                                        </p:attrNameLst>
                                      </p:cBhvr>
                                      <p:to>
                                        <p:strVal val="visible"/>
                                      </p:to>
                                    </p:set>
                                    <p:animEffect transition="in" filter="wipe(left)">
                                      <p:cBhvr>
                                        <p:cTn id="26" dur="300"/>
                                        <p:tgtEl>
                                          <p:spTgt spid="279557"/>
                                        </p:tgtEl>
                                      </p:cBhvr>
                                    </p:animEffect>
                                  </p:childTnLst>
                                </p:cTn>
                              </p:par>
                            </p:childTnLst>
                          </p:cTn>
                        </p:par>
                        <p:par>
                          <p:cTn id="27" fill="hold" nodeType="afterGroup">
                            <p:stCondLst>
                              <p:cond delay="5700"/>
                            </p:stCondLst>
                            <p:childTnLst>
                              <p:par>
                                <p:cTn id="28" presetID="2" presetClass="entr" presetSubtype="6" fill="hold" grpId="0" nodeType="afterEffect">
                                  <p:stCondLst>
                                    <p:cond delay="0"/>
                                  </p:stCondLst>
                                  <p:childTnLst>
                                    <p:set>
                                      <p:cBhvr>
                                        <p:cTn id="29" dur="1" fill="hold">
                                          <p:stCondLst>
                                            <p:cond delay="0"/>
                                          </p:stCondLst>
                                        </p:cTn>
                                        <p:tgtEl>
                                          <p:spTgt spid="279558"/>
                                        </p:tgtEl>
                                        <p:attrNameLst>
                                          <p:attrName>style.visibility</p:attrName>
                                        </p:attrNameLst>
                                      </p:cBhvr>
                                      <p:to>
                                        <p:strVal val="visible"/>
                                      </p:to>
                                    </p:set>
                                    <p:anim calcmode="lin" valueType="num">
                                      <p:cBhvr additive="base">
                                        <p:cTn id="30" dur="500" fill="hold"/>
                                        <p:tgtEl>
                                          <p:spTgt spid="279558"/>
                                        </p:tgtEl>
                                        <p:attrNameLst>
                                          <p:attrName>ppt_x</p:attrName>
                                        </p:attrNameLst>
                                      </p:cBhvr>
                                      <p:tavLst>
                                        <p:tav tm="0">
                                          <p:val>
                                            <p:strVal val="1+#ppt_w/2"/>
                                          </p:val>
                                        </p:tav>
                                        <p:tav tm="100000">
                                          <p:val>
                                            <p:strVal val="#ppt_x"/>
                                          </p:val>
                                        </p:tav>
                                      </p:tavLst>
                                    </p:anim>
                                    <p:anim calcmode="lin" valueType="num">
                                      <p:cBhvr additive="base">
                                        <p:cTn id="31" dur="500" fill="hold"/>
                                        <p:tgtEl>
                                          <p:spTgt spid="2795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autoUpdateAnimBg="0"/>
      <p:bldP spid="279555" grpId="0" autoUpdateAnimBg="0"/>
      <p:bldP spid="279556" grpId="0" autoUpdateAnimBg="0"/>
      <p:bldP spid="279557" grpId="0" autoUpdateAnimBg="0"/>
      <p:bldP spid="279558"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ext Box 2"/>
          <p:cNvSpPr txBox="1">
            <a:spLocks noChangeArrowheads="1"/>
          </p:cNvSpPr>
          <p:nvPr/>
        </p:nvSpPr>
        <p:spPr bwMode="auto">
          <a:xfrm>
            <a:off x="1447800" y="228600"/>
            <a:ext cx="324167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zh-CN" altLang="en-US" sz="4000" b="1">
                <a:solidFill>
                  <a:srgbClr val="0000FF"/>
                </a:solidFill>
                <a:latin typeface="Times New Roman" charset="0"/>
                <a:ea typeface="楷体_GB2312" charset="0"/>
              </a:rPr>
              <a:t>２．中序遍历</a:t>
            </a:r>
          </a:p>
        </p:txBody>
      </p:sp>
      <p:sp>
        <p:nvSpPr>
          <p:cNvPr id="280579" name="Rectangle 3"/>
          <p:cNvSpPr>
            <a:spLocks noChangeArrowheads="1"/>
          </p:cNvSpPr>
          <p:nvPr/>
        </p:nvSpPr>
        <p:spPr bwMode="auto">
          <a:xfrm>
            <a:off x="309563" y="1143000"/>
            <a:ext cx="8839200"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4000">
                <a:latin typeface="Times New Roman" charset="0"/>
                <a:ea typeface="楷体_GB2312" charset="0"/>
              </a:rPr>
              <a:t>       </a:t>
            </a:r>
            <a:r>
              <a:rPr kumimoji="1" lang="zh-CN" altLang="en-US" sz="4000">
                <a:solidFill>
                  <a:srgbClr val="006666"/>
                </a:solidFill>
                <a:latin typeface="Times New Roman" charset="0"/>
                <a:ea typeface="楷体_GB2312" charset="0"/>
              </a:rPr>
              <a:t>若森林不空，则</a:t>
            </a:r>
            <a:endParaRPr kumimoji="1" lang="zh-CN" altLang="en-US" sz="4000">
              <a:latin typeface="Times New Roman" charset="0"/>
              <a:ea typeface="楷体_GB2312" charset="0"/>
            </a:endParaRPr>
          </a:p>
          <a:p>
            <a:pPr>
              <a:lnSpc>
                <a:spcPct val="125000"/>
              </a:lnSpc>
            </a:pPr>
            <a:r>
              <a:rPr kumimoji="1" lang="zh-CN" altLang="en-US" sz="4000" b="1">
                <a:solidFill>
                  <a:srgbClr val="333399"/>
                </a:solidFill>
                <a:latin typeface="Times New Roman" charset="0"/>
                <a:ea typeface="楷体_GB2312" charset="0"/>
              </a:rPr>
              <a:t>中序遍历</a:t>
            </a:r>
            <a:r>
              <a:rPr kumimoji="1" lang="zh-CN" altLang="en-US" sz="4000">
                <a:solidFill>
                  <a:srgbClr val="006666"/>
                </a:solidFill>
                <a:latin typeface="Times New Roman" charset="0"/>
                <a:ea typeface="楷体_GB2312" charset="0"/>
              </a:rPr>
              <a:t>森林中第一棵树的子树森林；</a:t>
            </a:r>
            <a:endParaRPr kumimoji="1" lang="zh-CN" altLang="en-US" sz="4000">
              <a:latin typeface="Times New Roman" charset="0"/>
              <a:ea typeface="楷体_GB2312" charset="0"/>
            </a:endParaRPr>
          </a:p>
          <a:p>
            <a:pPr>
              <a:lnSpc>
                <a:spcPct val="125000"/>
              </a:lnSpc>
            </a:pPr>
            <a:r>
              <a:rPr kumimoji="1" lang="zh-CN" altLang="en-US" sz="4000" b="1">
                <a:solidFill>
                  <a:srgbClr val="FF0000"/>
                </a:solidFill>
                <a:latin typeface="Times New Roman" charset="0"/>
                <a:ea typeface="楷体_GB2312" charset="0"/>
              </a:rPr>
              <a:t>访问</a:t>
            </a:r>
            <a:r>
              <a:rPr kumimoji="1" lang="zh-CN" altLang="en-US" sz="4000">
                <a:solidFill>
                  <a:srgbClr val="FF0000"/>
                </a:solidFill>
                <a:latin typeface="Times New Roman" charset="0"/>
                <a:ea typeface="楷体_GB2312" charset="0"/>
              </a:rPr>
              <a:t>森林中第一棵树的根结点；</a:t>
            </a:r>
          </a:p>
          <a:p>
            <a:pPr>
              <a:lnSpc>
                <a:spcPct val="125000"/>
              </a:lnSpc>
            </a:pPr>
            <a:r>
              <a:rPr kumimoji="1" lang="zh-CN" altLang="en-US" sz="4000" b="1">
                <a:solidFill>
                  <a:srgbClr val="333399"/>
                </a:solidFill>
                <a:latin typeface="Times New Roman" charset="0"/>
                <a:ea typeface="楷体_GB2312" charset="0"/>
              </a:rPr>
              <a:t>中序遍历</a:t>
            </a:r>
            <a:r>
              <a:rPr kumimoji="1" lang="zh-CN" altLang="en-US" sz="4000">
                <a:solidFill>
                  <a:srgbClr val="006666"/>
                </a:solidFill>
                <a:latin typeface="Times New Roman" charset="0"/>
                <a:ea typeface="楷体_GB2312" charset="0"/>
              </a:rPr>
              <a:t>森林中</a:t>
            </a:r>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除第一棵树之外</a:t>
            </a:r>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其</a:t>
            </a:r>
            <a:br>
              <a:rPr kumimoji="1" lang="zh-CN" altLang="en-US" sz="4000">
                <a:solidFill>
                  <a:srgbClr val="006666"/>
                </a:solidFill>
                <a:latin typeface="Times New Roman" charset="0"/>
                <a:ea typeface="楷体_GB2312" charset="0"/>
              </a:rPr>
            </a:br>
            <a:r>
              <a:rPr kumimoji="1" lang="zh-CN" altLang="en-US" sz="4000">
                <a:solidFill>
                  <a:srgbClr val="006666"/>
                </a:solidFill>
                <a:latin typeface="Times New Roman" charset="0"/>
                <a:ea typeface="楷体_GB2312" charset="0"/>
              </a:rPr>
              <a:t>     余树构成的森林。</a:t>
            </a:r>
          </a:p>
        </p:txBody>
      </p:sp>
      <p:sp>
        <p:nvSpPr>
          <p:cNvPr id="280580" name="Rectangle 4"/>
          <p:cNvSpPr>
            <a:spLocks noChangeArrowheads="1"/>
          </p:cNvSpPr>
          <p:nvPr/>
        </p:nvSpPr>
        <p:spPr bwMode="auto">
          <a:xfrm>
            <a:off x="381000" y="5029200"/>
            <a:ext cx="87630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4000">
                <a:solidFill>
                  <a:srgbClr val="CC6600"/>
                </a:solidFill>
                <a:latin typeface="Times New Roman" charset="0"/>
                <a:ea typeface="楷体_GB2312" charset="0"/>
              </a:rPr>
              <a:t>即：</a:t>
            </a:r>
            <a:r>
              <a:rPr kumimoji="1" lang="zh-CN" altLang="en-US" sz="4000" b="1">
                <a:solidFill>
                  <a:srgbClr val="CC6600"/>
                </a:solidFill>
                <a:latin typeface="Times New Roman" charset="0"/>
                <a:ea typeface="楷体_GB2312" charset="0"/>
              </a:rPr>
              <a:t>依次从左至右</a:t>
            </a:r>
            <a:r>
              <a:rPr kumimoji="1" lang="zh-CN" altLang="en-US" sz="4000">
                <a:solidFill>
                  <a:srgbClr val="CC6600"/>
                </a:solidFill>
                <a:latin typeface="Times New Roman" charset="0"/>
                <a:ea typeface="楷体_GB2312" charset="0"/>
              </a:rPr>
              <a:t>对森林中的每一棵</a:t>
            </a:r>
            <a:r>
              <a:rPr kumimoji="1" lang="zh-CN" altLang="en-US" sz="4000" b="1">
                <a:solidFill>
                  <a:srgbClr val="990000"/>
                </a:solidFill>
                <a:latin typeface="Times New Roman" charset="0"/>
                <a:ea typeface="楷体_GB2312" charset="0"/>
              </a:rPr>
              <a:t>树</a:t>
            </a:r>
            <a:r>
              <a:rPr kumimoji="1" lang="zh-CN" altLang="en-US" sz="4000">
                <a:solidFill>
                  <a:srgbClr val="CC6600"/>
                </a:solidFill>
                <a:latin typeface="Times New Roman" charset="0"/>
                <a:ea typeface="楷体_GB2312" charset="0"/>
              </a:rPr>
              <a:t>进行</a:t>
            </a:r>
            <a:r>
              <a:rPr kumimoji="1" lang="zh-CN" altLang="en-US" sz="4000" b="1">
                <a:solidFill>
                  <a:srgbClr val="990000"/>
                </a:solidFill>
                <a:latin typeface="Times New Roman" charset="0"/>
                <a:ea typeface="楷体_GB2312" charset="0"/>
              </a:rPr>
              <a:t>后根遍历</a:t>
            </a:r>
            <a:r>
              <a:rPr kumimoji="1" lang="zh-CN" altLang="en-US" sz="4000">
                <a:solidFill>
                  <a:srgbClr val="CC6600"/>
                </a:solidFill>
                <a:latin typeface="Times New Roman" charset="0"/>
                <a:ea typeface="楷体_GB2312" charset="0"/>
              </a:rPr>
              <a:t>。</a:t>
            </a:r>
          </a:p>
        </p:txBody>
      </p:sp>
      <p:sp>
        <p:nvSpPr>
          <p:cNvPr id="280581" name="AutoShape 5">
            <a:hlinkClick r:id="rId2" action="ppaction://hlinksldjump" highlightClick="1"/>
          </p:cNvPr>
          <p:cNvSpPr>
            <a:spLocks noChangeArrowheads="1"/>
          </p:cNvSpPr>
          <p:nvPr/>
        </p:nvSpPr>
        <p:spPr bwMode="auto">
          <a:xfrm>
            <a:off x="83058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50649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80578"/>
                                        </p:tgtEl>
                                        <p:attrNameLst>
                                          <p:attrName>style.visibility</p:attrName>
                                        </p:attrNameLst>
                                      </p:cBhvr>
                                      <p:to>
                                        <p:strVal val="visible"/>
                                      </p:to>
                                    </p:set>
                                    <p:anim calcmode="lin" valueType="num">
                                      <p:cBhvr additive="base">
                                        <p:cTn id="7" dur="500" fill="hold"/>
                                        <p:tgtEl>
                                          <p:spTgt spid="280578"/>
                                        </p:tgtEl>
                                        <p:attrNameLst>
                                          <p:attrName>ppt_x</p:attrName>
                                        </p:attrNameLst>
                                      </p:cBhvr>
                                      <p:tavLst>
                                        <p:tav tm="0">
                                          <p:val>
                                            <p:strVal val="#ppt_x"/>
                                          </p:val>
                                        </p:tav>
                                        <p:tav tm="100000">
                                          <p:val>
                                            <p:strVal val="#ppt_x"/>
                                          </p:val>
                                        </p:tav>
                                      </p:tavLst>
                                    </p:anim>
                                    <p:anim calcmode="lin" valueType="num">
                                      <p:cBhvr additive="base">
                                        <p:cTn id="8" dur="500" fill="hold"/>
                                        <p:tgtEl>
                                          <p:spTgt spid="28057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280579"/>
                                        </p:tgtEl>
                                        <p:attrNameLst>
                                          <p:attrName>style.visibility</p:attrName>
                                        </p:attrNameLst>
                                      </p:cBhvr>
                                      <p:to>
                                        <p:strVal val="visible"/>
                                      </p:to>
                                    </p:set>
                                    <p:animEffect transition="in" filter="strips(downRight)">
                                      <p:cBhvr>
                                        <p:cTn id="13" dur="500"/>
                                        <p:tgtEl>
                                          <p:spTgt spid="28057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280580"/>
                                        </p:tgtEl>
                                        <p:attrNameLst>
                                          <p:attrName>style.visibility</p:attrName>
                                        </p:attrNameLst>
                                      </p:cBhvr>
                                      <p:to>
                                        <p:strVal val="visible"/>
                                      </p:to>
                                    </p:set>
                                    <p:animEffect transition="in" filter="wipe(left)">
                                      <p:cBhvr>
                                        <p:cTn id="18" dur="300"/>
                                        <p:tgtEl>
                                          <p:spTgt spid="280580"/>
                                        </p:tgtEl>
                                      </p:cBhvr>
                                    </p:animEffect>
                                  </p:childTnLst>
                                </p:cTn>
                              </p:par>
                            </p:childTnLst>
                          </p:cTn>
                        </p:par>
                        <p:par>
                          <p:cTn id="19" fill="hold" nodeType="afterGroup">
                            <p:stCondLst>
                              <p:cond delay="5700"/>
                            </p:stCondLst>
                            <p:childTnLst>
                              <p:par>
                                <p:cTn id="20" presetID="2" presetClass="entr" presetSubtype="6" fill="hold" grpId="0" nodeType="afterEffect">
                                  <p:stCondLst>
                                    <p:cond delay="0"/>
                                  </p:stCondLst>
                                  <p:childTnLst>
                                    <p:set>
                                      <p:cBhvr>
                                        <p:cTn id="21" dur="1" fill="hold">
                                          <p:stCondLst>
                                            <p:cond delay="0"/>
                                          </p:stCondLst>
                                        </p:cTn>
                                        <p:tgtEl>
                                          <p:spTgt spid="280581"/>
                                        </p:tgtEl>
                                        <p:attrNameLst>
                                          <p:attrName>style.visibility</p:attrName>
                                        </p:attrNameLst>
                                      </p:cBhvr>
                                      <p:to>
                                        <p:strVal val="visible"/>
                                      </p:to>
                                    </p:set>
                                    <p:anim calcmode="lin" valueType="num">
                                      <p:cBhvr additive="base">
                                        <p:cTn id="22" dur="500" fill="hold"/>
                                        <p:tgtEl>
                                          <p:spTgt spid="280581"/>
                                        </p:tgtEl>
                                        <p:attrNameLst>
                                          <p:attrName>ppt_x</p:attrName>
                                        </p:attrNameLst>
                                      </p:cBhvr>
                                      <p:tavLst>
                                        <p:tav tm="0">
                                          <p:val>
                                            <p:strVal val="1+#ppt_w/2"/>
                                          </p:val>
                                        </p:tav>
                                        <p:tav tm="100000">
                                          <p:val>
                                            <p:strVal val="#ppt_x"/>
                                          </p:val>
                                        </p:tav>
                                      </p:tavLst>
                                    </p:anim>
                                    <p:anim calcmode="lin" valueType="num">
                                      <p:cBhvr additive="base">
                                        <p:cTn id="23" dur="500" fill="hold"/>
                                        <p:tgtEl>
                                          <p:spTgt spid="280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8" grpId="0" autoUpdateAnimBg="0"/>
      <p:bldP spid="280579" grpId="0" autoUpdateAnimBg="0"/>
      <p:bldP spid="280580" grpId="0" autoUpdateAnimBg="0"/>
      <p:bldP spid="280581"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Text Box 2"/>
          <p:cNvSpPr txBox="1">
            <a:spLocks noChangeArrowheads="1"/>
          </p:cNvSpPr>
          <p:nvPr/>
        </p:nvSpPr>
        <p:spPr bwMode="auto">
          <a:xfrm>
            <a:off x="1447800" y="533400"/>
            <a:ext cx="6934200" cy="1555750"/>
          </a:xfrm>
          <a:prstGeom prst="rect">
            <a:avLst/>
          </a:prstGeom>
          <a:solidFill>
            <a:srgbClr val="FBE2D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400" b="1">
                <a:solidFill>
                  <a:srgbClr val="CC3300"/>
                </a:solidFill>
                <a:latin typeface="Times New Roman" charset="0"/>
                <a:ea typeface="楷体_GB2312" charset="0"/>
              </a:rPr>
              <a:t> </a:t>
            </a:r>
            <a:r>
              <a:rPr kumimoji="1" lang="zh-CN" altLang="en-US" sz="4800" b="1">
                <a:solidFill>
                  <a:srgbClr val="CC3300"/>
                </a:solidFill>
                <a:latin typeface="Times New Roman" charset="0"/>
                <a:ea typeface="隶书" charset="0"/>
              </a:rPr>
              <a:t>树的遍历和二叉树遍历的对应关系 ？</a:t>
            </a:r>
            <a:endParaRPr kumimoji="1" lang="zh-CN" altLang="en-US" sz="2400">
              <a:latin typeface="Times New Roman" charset="0"/>
            </a:endParaRPr>
          </a:p>
        </p:txBody>
      </p:sp>
      <p:sp>
        <p:nvSpPr>
          <p:cNvPr id="281603" name="Text Box 3"/>
          <p:cNvSpPr txBox="1">
            <a:spLocks noChangeArrowheads="1"/>
          </p:cNvSpPr>
          <p:nvPr/>
        </p:nvSpPr>
        <p:spPr bwMode="auto">
          <a:xfrm>
            <a:off x="431800" y="3565525"/>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3333CC"/>
                </a:solidFill>
                <a:latin typeface="Times New Roman" charset="0"/>
                <a:ea typeface="楷体_GB2312" charset="0"/>
              </a:rPr>
              <a:t>先根遍历</a:t>
            </a:r>
            <a:endParaRPr kumimoji="1" lang="zh-CN" altLang="en-US" sz="2400" b="1">
              <a:latin typeface="Times New Roman" charset="0"/>
              <a:ea typeface="楷体_GB2312" charset="0"/>
            </a:endParaRPr>
          </a:p>
        </p:txBody>
      </p:sp>
      <p:sp>
        <p:nvSpPr>
          <p:cNvPr id="281604" name="Text Box 4"/>
          <p:cNvSpPr txBox="1">
            <a:spLocks noChangeArrowheads="1"/>
          </p:cNvSpPr>
          <p:nvPr/>
        </p:nvSpPr>
        <p:spPr bwMode="auto">
          <a:xfrm>
            <a:off x="431800" y="4724400"/>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3333CC"/>
                </a:solidFill>
                <a:latin typeface="Times New Roman" charset="0"/>
                <a:ea typeface="楷体_GB2312" charset="0"/>
              </a:rPr>
              <a:t>后根遍历</a:t>
            </a:r>
          </a:p>
        </p:txBody>
      </p:sp>
      <p:sp>
        <p:nvSpPr>
          <p:cNvPr id="281605" name="Rectangle 5"/>
          <p:cNvSpPr>
            <a:spLocks noChangeArrowheads="1"/>
          </p:cNvSpPr>
          <p:nvPr/>
        </p:nvSpPr>
        <p:spPr bwMode="auto">
          <a:xfrm>
            <a:off x="1208088" y="2422525"/>
            <a:ext cx="6969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3333CC"/>
                </a:solidFill>
                <a:latin typeface="Times New Roman" charset="0"/>
                <a:ea typeface="楷体_GB2312" charset="0"/>
              </a:rPr>
              <a:t>树</a:t>
            </a:r>
          </a:p>
        </p:txBody>
      </p:sp>
      <p:sp>
        <p:nvSpPr>
          <p:cNvPr id="281606" name="Rectangle 6"/>
          <p:cNvSpPr>
            <a:spLocks noChangeArrowheads="1"/>
          </p:cNvSpPr>
          <p:nvPr/>
        </p:nvSpPr>
        <p:spPr bwMode="auto">
          <a:xfrm>
            <a:off x="6507163" y="2422525"/>
            <a:ext cx="17224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0000"/>
                </a:solidFill>
                <a:latin typeface="Times New Roman" charset="0"/>
                <a:ea typeface="楷体_GB2312" charset="0"/>
              </a:rPr>
              <a:t>二叉树</a:t>
            </a:r>
            <a:endParaRPr kumimoji="1" lang="zh-CN" altLang="en-US" sz="4000" b="1">
              <a:solidFill>
                <a:srgbClr val="3333CC"/>
              </a:solidFill>
              <a:latin typeface="Times New Roman" charset="0"/>
              <a:ea typeface="楷体_GB2312" charset="0"/>
            </a:endParaRPr>
          </a:p>
        </p:txBody>
      </p:sp>
      <p:sp>
        <p:nvSpPr>
          <p:cNvPr id="281607" name="Rectangle 7"/>
          <p:cNvSpPr>
            <a:spLocks noChangeArrowheads="1"/>
          </p:cNvSpPr>
          <p:nvPr/>
        </p:nvSpPr>
        <p:spPr bwMode="auto">
          <a:xfrm>
            <a:off x="3971925" y="2422525"/>
            <a:ext cx="1209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chemeClr val="bg2"/>
                </a:solidFill>
                <a:latin typeface="Times New Roman" charset="0"/>
                <a:ea typeface="楷体_GB2312" charset="0"/>
              </a:rPr>
              <a:t>森林</a:t>
            </a:r>
            <a:endParaRPr kumimoji="1" lang="zh-CN" altLang="en-US" sz="4000" b="1">
              <a:solidFill>
                <a:srgbClr val="3333CC"/>
              </a:solidFill>
              <a:latin typeface="Times New Roman" charset="0"/>
              <a:ea typeface="楷体_GB2312" charset="0"/>
            </a:endParaRPr>
          </a:p>
        </p:txBody>
      </p:sp>
      <p:sp>
        <p:nvSpPr>
          <p:cNvPr id="281608" name="Text Box 8"/>
          <p:cNvSpPr txBox="1">
            <a:spLocks noChangeArrowheads="1"/>
          </p:cNvSpPr>
          <p:nvPr/>
        </p:nvSpPr>
        <p:spPr bwMode="auto">
          <a:xfrm>
            <a:off x="3429000" y="3565525"/>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chemeClr val="bg2"/>
                </a:solidFill>
                <a:latin typeface="Times New Roman" charset="0"/>
                <a:ea typeface="楷体_GB2312" charset="0"/>
              </a:rPr>
              <a:t>先序遍历</a:t>
            </a:r>
            <a:endParaRPr kumimoji="1" lang="zh-CN" altLang="en-US" sz="2400" b="1">
              <a:latin typeface="Times New Roman" charset="0"/>
              <a:ea typeface="楷体_GB2312" charset="0"/>
            </a:endParaRPr>
          </a:p>
        </p:txBody>
      </p:sp>
      <p:sp>
        <p:nvSpPr>
          <p:cNvPr id="281609" name="Text Box 9"/>
          <p:cNvSpPr txBox="1">
            <a:spLocks noChangeArrowheads="1"/>
          </p:cNvSpPr>
          <p:nvPr/>
        </p:nvSpPr>
        <p:spPr bwMode="auto">
          <a:xfrm>
            <a:off x="6248400" y="3565525"/>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0000"/>
                </a:solidFill>
                <a:latin typeface="Times New Roman" charset="0"/>
                <a:ea typeface="楷体_GB2312" charset="0"/>
              </a:rPr>
              <a:t>先序遍历</a:t>
            </a:r>
            <a:endParaRPr kumimoji="1" lang="zh-CN" altLang="en-US" sz="2400" b="1">
              <a:latin typeface="Times New Roman" charset="0"/>
              <a:ea typeface="楷体_GB2312" charset="0"/>
            </a:endParaRPr>
          </a:p>
        </p:txBody>
      </p:sp>
      <p:sp>
        <p:nvSpPr>
          <p:cNvPr id="281610" name="Text Box 10"/>
          <p:cNvSpPr txBox="1">
            <a:spLocks noChangeArrowheads="1"/>
          </p:cNvSpPr>
          <p:nvPr/>
        </p:nvSpPr>
        <p:spPr bwMode="auto">
          <a:xfrm>
            <a:off x="3429000" y="4708525"/>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chemeClr val="bg2"/>
                </a:solidFill>
                <a:latin typeface="Times New Roman" charset="0"/>
                <a:ea typeface="楷体_GB2312" charset="0"/>
              </a:rPr>
              <a:t>中序遍历</a:t>
            </a:r>
            <a:endParaRPr kumimoji="1" lang="zh-CN" altLang="en-US" sz="2400" b="1">
              <a:latin typeface="Times New Roman" charset="0"/>
              <a:ea typeface="楷体_GB2312" charset="0"/>
            </a:endParaRPr>
          </a:p>
        </p:txBody>
      </p:sp>
      <p:sp>
        <p:nvSpPr>
          <p:cNvPr id="281611" name="Text Box 11"/>
          <p:cNvSpPr txBox="1">
            <a:spLocks noChangeArrowheads="1"/>
          </p:cNvSpPr>
          <p:nvPr/>
        </p:nvSpPr>
        <p:spPr bwMode="auto">
          <a:xfrm>
            <a:off x="6223000" y="4708525"/>
            <a:ext cx="223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990000"/>
                </a:solidFill>
                <a:latin typeface="Times New Roman" charset="0"/>
                <a:ea typeface="楷体_GB2312" charset="0"/>
              </a:rPr>
              <a:t>中序遍历</a:t>
            </a:r>
            <a:endParaRPr kumimoji="1" lang="zh-CN" altLang="en-US" sz="2400" b="1">
              <a:latin typeface="Times New Roman" charset="0"/>
              <a:ea typeface="楷体_GB2312" charset="0"/>
            </a:endParaRPr>
          </a:p>
        </p:txBody>
      </p:sp>
      <p:sp>
        <p:nvSpPr>
          <p:cNvPr id="281612" name="AutoShape 12">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65117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81602"/>
                                        </p:tgtEl>
                                        <p:attrNameLst>
                                          <p:attrName>style.visibility</p:attrName>
                                        </p:attrNameLst>
                                      </p:cBhvr>
                                      <p:to>
                                        <p:strVal val="visible"/>
                                      </p:to>
                                    </p:set>
                                    <p:anim calcmode="lin" valueType="num">
                                      <p:cBhvr additive="base">
                                        <p:cTn id="7" dur="500" fill="hold"/>
                                        <p:tgtEl>
                                          <p:spTgt spid="281602"/>
                                        </p:tgtEl>
                                        <p:attrNameLst>
                                          <p:attrName>ppt_x</p:attrName>
                                        </p:attrNameLst>
                                      </p:cBhvr>
                                      <p:tavLst>
                                        <p:tav tm="0">
                                          <p:val>
                                            <p:strVal val="#ppt_x"/>
                                          </p:val>
                                        </p:tav>
                                        <p:tav tm="100000">
                                          <p:val>
                                            <p:strVal val="#ppt_x"/>
                                          </p:val>
                                        </p:tav>
                                      </p:tavLst>
                                    </p:anim>
                                    <p:anim calcmode="lin" valueType="num">
                                      <p:cBhvr additive="base">
                                        <p:cTn id="8" dur="500" fill="hold"/>
                                        <p:tgtEl>
                                          <p:spTgt spid="28160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281605"/>
                                        </p:tgtEl>
                                        <p:attrNameLst>
                                          <p:attrName>style.visibility</p:attrName>
                                        </p:attrNameLst>
                                      </p:cBhvr>
                                      <p:to>
                                        <p:strVal val="visible"/>
                                      </p:to>
                                    </p:set>
                                    <p:animEffect transition="in" filter="wipe(left)">
                                      <p:cBhvr>
                                        <p:cTn id="13" dur="300"/>
                                        <p:tgtEl>
                                          <p:spTgt spid="2816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281607"/>
                                        </p:tgtEl>
                                        <p:attrNameLst>
                                          <p:attrName>style.visibility</p:attrName>
                                        </p:attrNameLst>
                                      </p:cBhvr>
                                      <p:to>
                                        <p:strVal val="visible"/>
                                      </p:to>
                                    </p:set>
                                    <p:animEffect transition="in" filter="wipe(left)">
                                      <p:cBhvr>
                                        <p:cTn id="18" dur="300"/>
                                        <p:tgtEl>
                                          <p:spTgt spid="28160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281606"/>
                                        </p:tgtEl>
                                        <p:attrNameLst>
                                          <p:attrName>style.visibility</p:attrName>
                                        </p:attrNameLst>
                                      </p:cBhvr>
                                      <p:to>
                                        <p:strVal val="visible"/>
                                      </p:to>
                                    </p:set>
                                    <p:animEffect transition="in" filter="wipe(left)">
                                      <p:cBhvr>
                                        <p:cTn id="23" dur="300"/>
                                        <p:tgtEl>
                                          <p:spTgt spid="28160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281603"/>
                                        </p:tgtEl>
                                        <p:attrNameLst>
                                          <p:attrName>style.visibility</p:attrName>
                                        </p:attrNameLst>
                                      </p:cBhvr>
                                      <p:to>
                                        <p:strVal val="visible"/>
                                      </p:to>
                                    </p:set>
                                    <p:animEffect transition="in" filter="wipe(left)">
                                      <p:cBhvr>
                                        <p:cTn id="28" dur="300"/>
                                        <p:tgtEl>
                                          <p:spTgt spid="28160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281608"/>
                                        </p:tgtEl>
                                        <p:attrNameLst>
                                          <p:attrName>style.visibility</p:attrName>
                                        </p:attrNameLst>
                                      </p:cBhvr>
                                      <p:to>
                                        <p:strVal val="visible"/>
                                      </p:to>
                                    </p:set>
                                    <p:animEffect transition="in" filter="wipe(left)">
                                      <p:cBhvr>
                                        <p:cTn id="33" dur="300"/>
                                        <p:tgtEl>
                                          <p:spTgt spid="28160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281609"/>
                                        </p:tgtEl>
                                        <p:attrNameLst>
                                          <p:attrName>style.visibility</p:attrName>
                                        </p:attrNameLst>
                                      </p:cBhvr>
                                      <p:to>
                                        <p:strVal val="visible"/>
                                      </p:to>
                                    </p:set>
                                    <p:animEffect transition="in" filter="wipe(left)">
                                      <p:cBhvr>
                                        <p:cTn id="38" dur="300"/>
                                        <p:tgtEl>
                                          <p:spTgt spid="28160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281604"/>
                                        </p:tgtEl>
                                        <p:attrNameLst>
                                          <p:attrName>style.visibility</p:attrName>
                                        </p:attrNameLst>
                                      </p:cBhvr>
                                      <p:to>
                                        <p:strVal val="visible"/>
                                      </p:to>
                                    </p:set>
                                    <p:animEffect transition="in" filter="wipe(left)">
                                      <p:cBhvr>
                                        <p:cTn id="43" dur="300"/>
                                        <p:tgtEl>
                                          <p:spTgt spid="28160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iterate type="wd">
                                    <p:tmPct val="100000"/>
                                  </p:iterate>
                                  <p:childTnLst>
                                    <p:set>
                                      <p:cBhvr>
                                        <p:cTn id="47" dur="1" fill="hold">
                                          <p:stCondLst>
                                            <p:cond delay="0"/>
                                          </p:stCondLst>
                                        </p:cTn>
                                        <p:tgtEl>
                                          <p:spTgt spid="281610"/>
                                        </p:tgtEl>
                                        <p:attrNameLst>
                                          <p:attrName>style.visibility</p:attrName>
                                        </p:attrNameLst>
                                      </p:cBhvr>
                                      <p:to>
                                        <p:strVal val="visible"/>
                                      </p:to>
                                    </p:set>
                                    <p:animEffect transition="in" filter="wipe(left)">
                                      <p:cBhvr>
                                        <p:cTn id="48" dur="300"/>
                                        <p:tgtEl>
                                          <p:spTgt spid="2816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281611"/>
                                        </p:tgtEl>
                                        <p:attrNameLst>
                                          <p:attrName>style.visibility</p:attrName>
                                        </p:attrNameLst>
                                      </p:cBhvr>
                                      <p:to>
                                        <p:strVal val="visible"/>
                                      </p:to>
                                    </p:set>
                                    <p:animEffect transition="in" filter="wipe(left)">
                                      <p:cBhvr>
                                        <p:cTn id="53" dur="300"/>
                                        <p:tgtEl>
                                          <p:spTgt spid="281611"/>
                                        </p:tgtEl>
                                      </p:cBhvr>
                                    </p:animEffect>
                                  </p:childTnLst>
                                </p:cTn>
                              </p:par>
                            </p:childTnLst>
                          </p:cTn>
                        </p:par>
                        <p:par>
                          <p:cTn id="54" fill="hold" nodeType="afterGroup">
                            <p:stCondLst>
                              <p:cond delay="900"/>
                            </p:stCondLst>
                            <p:childTnLst>
                              <p:par>
                                <p:cTn id="55" presetID="2" presetClass="entr" presetSubtype="6" fill="hold" grpId="0" nodeType="afterEffect">
                                  <p:stCondLst>
                                    <p:cond delay="0"/>
                                  </p:stCondLst>
                                  <p:childTnLst>
                                    <p:set>
                                      <p:cBhvr>
                                        <p:cTn id="56" dur="1" fill="hold">
                                          <p:stCondLst>
                                            <p:cond delay="0"/>
                                          </p:stCondLst>
                                        </p:cTn>
                                        <p:tgtEl>
                                          <p:spTgt spid="281612"/>
                                        </p:tgtEl>
                                        <p:attrNameLst>
                                          <p:attrName>style.visibility</p:attrName>
                                        </p:attrNameLst>
                                      </p:cBhvr>
                                      <p:to>
                                        <p:strVal val="visible"/>
                                      </p:to>
                                    </p:set>
                                    <p:anim calcmode="lin" valueType="num">
                                      <p:cBhvr additive="base">
                                        <p:cTn id="57" dur="500" fill="hold"/>
                                        <p:tgtEl>
                                          <p:spTgt spid="281612"/>
                                        </p:tgtEl>
                                        <p:attrNameLst>
                                          <p:attrName>ppt_x</p:attrName>
                                        </p:attrNameLst>
                                      </p:cBhvr>
                                      <p:tavLst>
                                        <p:tav tm="0">
                                          <p:val>
                                            <p:strVal val="1+#ppt_w/2"/>
                                          </p:val>
                                        </p:tav>
                                        <p:tav tm="100000">
                                          <p:val>
                                            <p:strVal val="#ppt_x"/>
                                          </p:val>
                                        </p:tav>
                                      </p:tavLst>
                                    </p:anim>
                                    <p:anim calcmode="lin" valueType="num">
                                      <p:cBhvr additive="base">
                                        <p:cTn id="58" dur="500" fill="hold"/>
                                        <p:tgtEl>
                                          <p:spTgt spid="2816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2" grpId="0" animBg="1" autoUpdateAnimBg="0"/>
      <p:bldP spid="281603" grpId="0" autoUpdateAnimBg="0"/>
      <p:bldP spid="281604" grpId="0" autoUpdateAnimBg="0"/>
      <p:bldP spid="281605" grpId="0" autoUpdateAnimBg="0"/>
      <p:bldP spid="281606" grpId="0" autoUpdateAnimBg="0"/>
      <p:bldP spid="281607" grpId="0" autoUpdateAnimBg="0"/>
      <p:bldP spid="281608" grpId="0" autoUpdateAnimBg="0"/>
      <p:bldP spid="281609" grpId="0" autoUpdateAnimBg="0"/>
      <p:bldP spid="281610" grpId="0" autoUpdateAnimBg="0"/>
      <p:bldP spid="281611" grpId="0" autoUpdateAnimBg="0"/>
      <p:bldP spid="281612"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Text Box 2"/>
          <p:cNvSpPr txBox="1">
            <a:spLocks noChangeArrowheads="1"/>
          </p:cNvSpPr>
          <p:nvPr/>
        </p:nvSpPr>
        <p:spPr bwMode="auto">
          <a:xfrm>
            <a:off x="1447800" y="228600"/>
            <a:ext cx="660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990000"/>
                </a:solidFill>
                <a:latin typeface="Times New Roman" charset="0"/>
                <a:ea typeface="楷体_GB2312" charset="0"/>
              </a:rPr>
              <a:t>设树的存储结构为孩子兄弟链表</a:t>
            </a:r>
            <a:endParaRPr kumimoji="1" lang="zh-CN" altLang="en-US" sz="2400">
              <a:latin typeface="Times New Roman" charset="0"/>
            </a:endParaRPr>
          </a:p>
        </p:txBody>
      </p:sp>
      <p:sp>
        <p:nvSpPr>
          <p:cNvPr id="282627" name="Text Box 3"/>
          <p:cNvSpPr txBox="1">
            <a:spLocks noChangeArrowheads="1"/>
          </p:cNvSpPr>
          <p:nvPr/>
        </p:nvSpPr>
        <p:spPr bwMode="auto">
          <a:xfrm>
            <a:off x="457200" y="914400"/>
            <a:ext cx="8172450"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5000"/>
              </a:lnSpc>
            </a:pPr>
            <a:r>
              <a:rPr kumimoji="1" lang="en-US" altLang="zh-CN" sz="3600" b="1">
                <a:solidFill>
                  <a:schemeClr val="tx2"/>
                </a:solidFill>
                <a:latin typeface="Times New Roman" charset="0"/>
                <a:ea typeface="楷体_GB2312" charset="0"/>
              </a:rPr>
              <a:t>typedef struct</a:t>
            </a:r>
            <a:r>
              <a:rPr kumimoji="1" lang="en-US" altLang="zh-CN" sz="3600">
                <a:solidFill>
                  <a:schemeClr val="tx2"/>
                </a:solidFill>
                <a:latin typeface="Times New Roman" charset="0"/>
                <a:ea typeface="楷体_GB2312" charset="0"/>
              </a:rPr>
              <a:t> CSNode</a:t>
            </a:r>
            <a:r>
              <a:rPr kumimoji="1" lang="en-US" altLang="zh-CN" sz="3600" b="1">
                <a:solidFill>
                  <a:schemeClr val="tx2"/>
                </a:solidFill>
                <a:latin typeface="Times New Roman" charset="0"/>
                <a:ea typeface="楷体_GB2312" charset="0"/>
              </a:rPr>
              <a:t>{</a:t>
            </a:r>
            <a:endParaRPr kumimoji="1" lang="en-US" altLang="zh-CN" sz="3600">
              <a:solidFill>
                <a:schemeClr val="tx2"/>
              </a:solidFill>
              <a:latin typeface="Times New Roman" charset="0"/>
              <a:ea typeface="楷体_GB2312" charset="0"/>
            </a:endParaRPr>
          </a:p>
          <a:p>
            <a:pPr>
              <a:lnSpc>
                <a:spcPct val="115000"/>
              </a:lnSpc>
            </a:pPr>
            <a:r>
              <a:rPr kumimoji="1" lang="en-US" altLang="zh-CN" sz="3600">
                <a:solidFill>
                  <a:schemeClr val="tx2"/>
                </a:solidFill>
                <a:latin typeface="Times New Roman" charset="0"/>
                <a:ea typeface="楷体_GB2312" charset="0"/>
              </a:rPr>
              <a:t>     Elem          data;</a:t>
            </a:r>
          </a:p>
          <a:p>
            <a:pPr>
              <a:lnSpc>
                <a:spcPct val="115000"/>
              </a:lnSpc>
            </a:pPr>
            <a:r>
              <a:rPr kumimoji="1" lang="en-US" altLang="zh-CN" sz="3600">
                <a:solidFill>
                  <a:schemeClr val="tx2"/>
                </a:solidFill>
                <a:latin typeface="Times New Roman" charset="0"/>
                <a:ea typeface="楷体_GB2312" charset="0"/>
              </a:rPr>
              <a:t>     </a:t>
            </a:r>
            <a:r>
              <a:rPr kumimoji="1" lang="en-US" altLang="zh-CN" sz="3600" b="1">
                <a:solidFill>
                  <a:schemeClr val="tx2"/>
                </a:solidFill>
                <a:latin typeface="Times New Roman" charset="0"/>
                <a:ea typeface="楷体_GB2312" charset="0"/>
              </a:rPr>
              <a:t>struct</a:t>
            </a:r>
            <a:r>
              <a:rPr kumimoji="1" lang="en-US" altLang="zh-CN" sz="3600">
                <a:solidFill>
                  <a:schemeClr val="tx2"/>
                </a:solidFill>
                <a:latin typeface="Times New Roman" charset="0"/>
                <a:ea typeface="楷体_GB2312" charset="0"/>
              </a:rPr>
              <a:t> CSNode </a:t>
            </a:r>
            <a:r>
              <a:rPr kumimoji="1" lang="en-US" altLang="zh-CN" sz="3600" b="1">
                <a:solidFill>
                  <a:schemeClr val="tx2"/>
                </a:solidFill>
                <a:latin typeface="Times New Roman" charset="0"/>
                <a:ea typeface="楷体_GB2312" charset="0"/>
              </a:rPr>
              <a:t>*</a:t>
            </a:r>
            <a:r>
              <a:rPr kumimoji="1" lang="en-US" altLang="zh-CN" sz="3600">
                <a:solidFill>
                  <a:schemeClr val="tx2"/>
                </a:solidFill>
                <a:latin typeface="Times New Roman" charset="0"/>
                <a:ea typeface="楷体_GB2312" charset="0"/>
              </a:rPr>
              <a:t>firstchild, </a:t>
            </a:r>
            <a:r>
              <a:rPr kumimoji="1" lang="en-US" altLang="zh-CN" sz="3600" b="1">
                <a:solidFill>
                  <a:schemeClr val="tx2"/>
                </a:solidFill>
                <a:latin typeface="Times New Roman" charset="0"/>
                <a:ea typeface="楷体_GB2312" charset="0"/>
              </a:rPr>
              <a:t>*</a:t>
            </a:r>
            <a:r>
              <a:rPr kumimoji="1" lang="en-US" altLang="zh-CN" sz="3600">
                <a:solidFill>
                  <a:schemeClr val="tx2"/>
                </a:solidFill>
                <a:latin typeface="Times New Roman" charset="0"/>
                <a:ea typeface="楷体_GB2312" charset="0"/>
              </a:rPr>
              <a:t>nextsibling;</a:t>
            </a:r>
          </a:p>
          <a:p>
            <a:pPr>
              <a:lnSpc>
                <a:spcPct val="115000"/>
              </a:lnSpc>
            </a:pPr>
            <a:r>
              <a:rPr kumimoji="1" lang="en-US" altLang="zh-CN" sz="3600" b="1">
                <a:solidFill>
                  <a:schemeClr val="tx2"/>
                </a:solidFill>
                <a:latin typeface="Times New Roman" charset="0"/>
                <a:ea typeface="楷体_GB2312" charset="0"/>
              </a:rPr>
              <a:t>}</a:t>
            </a:r>
            <a:r>
              <a:rPr kumimoji="1" lang="en-US" altLang="zh-CN" sz="3600">
                <a:solidFill>
                  <a:schemeClr val="tx2"/>
                </a:solidFill>
                <a:latin typeface="Times New Roman" charset="0"/>
                <a:ea typeface="楷体_GB2312" charset="0"/>
              </a:rPr>
              <a:t> CSNode, </a:t>
            </a:r>
            <a:r>
              <a:rPr kumimoji="1" lang="en-US" altLang="zh-CN" sz="3600" b="1">
                <a:solidFill>
                  <a:schemeClr val="tx2"/>
                </a:solidFill>
                <a:latin typeface="Times New Roman" charset="0"/>
                <a:ea typeface="楷体_GB2312" charset="0"/>
              </a:rPr>
              <a:t>*</a:t>
            </a:r>
            <a:r>
              <a:rPr kumimoji="1" lang="en-US" altLang="zh-CN" sz="3600">
                <a:solidFill>
                  <a:schemeClr val="tx2"/>
                </a:solidFill>
                <a:latin typeface="Times New Roman" charset="0"/>
                <a:ea typeface="楷体_GB2312" charset="0"/>
              </a:rPr>
              <a:t>CSTree;</a:t>
            </a:r>
            <a:endParaRPr kumimoji="1" lang="en-US" altLang="zh-CN" sz="3600">
              <a:solidFill>
                <a:schemeClr val="tx2"/>
              </a:solidFill>
              <a:latin typeface="Times New Roman" charset="0"/>
            </a:endParaRPr>
          </a:p>
        </p:txBody>
      </p:sp>
      <p:sp>
        <p:nvSpPr>
          <p:cNvPr id="282628" name="Text Box 4">
            <a:hlinkClick r:id="" action="ppaction://hlinkshowjump?jump=nextslide"/>
          </p:cNvPr>
          <p:cNvSpPr txBox="1">
            <a:spLocks noChangeArrowheads="1"/>
          </p:cNvSpPr>
          <p:nvPr/>
        </p:nvSpPr>
        <p:spPr bwMode="auto">
          <a:xfrm>
            <a:off x="533400" y="3946525"/>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8080"/>
                </a:solidFill>
                <a:latin typeface="Times New Roman" charset="0"/>
                <a:ea typeface="楷体_GB2312" charset="0"/>
              </a:rPr>
              <a:t>一、求树的深度</a:t>
            </a:r>
            <a:endParaRPr kumimoji="1" lang="zh-CN" altLang="en-US" sz="3600" b="1">
              <a:solidFill>
                <a:srgbClr val="008080"/>
              </a:solidFill>
              <a:latin typeface="Times New Roman" charset="0"/>
              <a:ea typeface="楷体_GB2312" charset="0"/>
            </a:endParaRPr>
          </a:p>
        </p:txBody>
      </p:sp>
      <p:sp>
        <p:nvSpPr>
          <p:cNvPr id="282629" name="Text Box 5">
            <a:hlinkClick r:id="rId2" action="ppaction://hlinksldjump"/>
          </p:cNvPr>
          <p:cNvSpPr txBox="1">
            <a:spLocks noChangeArrowheads="1"/>
          </p:cNvSpPr>
          <p:nvPr/>
        </p:nvSpPr>
        <p:spPr bwMode="auto">
          <a:xfrm>
            <a:off x="552450" y="4860925"/>
            <a:ext cx="8388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8080"/>
                </a:solidFill>
                <a:latin typeface="Times New Roman" charset="0"/>
                <a:ea typeface="楷体_GB2312" charset="0"/>
              </a:rPr>
              <a:t>二、输出树中所有从根到叶子的路径</a:t>
            </a:r>
            <a:endParaRPr kumimoji="1" lang="zh-CN" altLang="en-US" sz="4000">
              <a:latin typeface="Times New Roman" charset="0"/>
            </a:endParaRPr>
          </a:p>
        </p:txBody>
      </p:sp>
      <p:sp>
        <p:nvSpPr>
          <p:cNvPr id="282630" name="Text Box 6">
            <a:hlinkClick r:id="rId3" action="ppaction://hlinksldjump"/>
          </p:cNvPr>
          <p:cNvSpPr txBox="1">
            <a:spLocks noChangeArrowheads="1"/>
          </p:cNvSpPr>
          <p:nvPr/>
        </p:nvSpPr>
        <p:spPr bwMode="auto">
          <a:xfrm>
            <a:off x="533400" y="5775325"/>
            <a:ext cx="4799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8080"/>
                </a:solidFill>
                <a:latin typeface="Times New Roman" charset="0"/>
                <a:ea typeface="楷体_GB2312" charset="0"/>
              </a:rPr>
              <a:t>三、建树的存储结构</a:t>
            </a:r>
            <a:endParaRPr kumimoji="1" lang="zh-CN" altLang="en-US" sz="2400">
              <a:latin typeface="Times New Roman" charset="0"/>
              <a:ea typeface="隶书" charset="0"/>
            </a:endParaRPr>
          </a:p>
        </p:txBody>
      </p:sp>
      <p:sp>
        <p:nvSpPr>
          <p:cNvPr id="282631" name="AutoShape 7">
            <a:hlinkClick r:id="rId4"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315341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82626"/>
                                        </p:tgtEl>
                                        <p:attrNameLst>
                                          <p:attrName>style.visibility</p:attrName>
                                        </p:attrNameLst>
                                      </p:cBhvr>
                                      <p:to>
                                        <p:strVal val="visible"/>
                                      </p:to>
                                    </p:set>
                                    <p:anim calcmode="lin" valueType="num">
                                      <p:cBhvr additive="base">
                                        <p:cTn id="7" dur="500" fill="hold"/>
                                        <p:tgtEl>
                                          <p:spTgt spid="282626"/>
                                        </p:tgtEl>
                                        <p:attrNameLst>
                                          <p:attrName>ppt_x</p:attrName>
                                        </p:attrNameLst>
                                      </p:cBhvr>
                                      <p:tavLst>
                                        <p:tav tm="0">
                                          <p:val>
                                            <p:strVal val="#ppt_x"/>
                                          </p:val>
                                        </p:tav>
                                        <p:tav tm="100000">
                                          <p:val>
                                            <p:strVal val="#ppt_x"/>
                                          </p:val>
                                        </p:tav>
                                      </p:tavLst>
                                    </p:anim>
                                    <p:anim calcmode="lin" valueType="num">
                                      <p:cBhvr additive="base">
                                        <p:cTn id="8" dur="500" fill="hold"/>
                                        <p:tgtEl>
                                          <p:spTgt spid="28262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282627"/>
                                        </p:tgtEl>
                                        <p:attrNameLst>
                                          <p:attrName>style.visibility</p:attrName>
                                        </p:attrNameLst>
                                      </p:cBhvr>
                                      <p:to>
                                        <p:strVal val="visible"/>
                                      </p:to>
                                    </p:set>
                                    <p:anim calcmode="lin" valueType="num">
                                      <p:cBhvr additive="base">
                                        <p:cTn id="13" dur="500" fill="hold"/>
                                        <p:tgtEl>
                                          <p:spTgt spid="282627"/>
                                        </p:tgtEl>
                                        <p:attrNameLst>
                                          <p:attrName>ppt_x</p:attrName>
                                        </p:attrNameLst>
                                      </p:cBhvr>
                                      <p:tavLst>
                                        <p:tav tm="0">
                                          <p:val>
                                            <p:strVal val="1+#ppt_w/2"/>
                                          </p:val>
                                        </p:tav>
                                        <p:tav tm="100000">
                                          <p:val>
                                            <p:strVal val="#ppt_x"/>
                                          </p:val>
                                        </p:tav>
                                      </p:tavLst>
                                    </p:anim>
                                    <p:anim calcmode="lin" valueType="num">
                                      <p:cBhvr additive="base">
                                        <p:cTn id="14" dur="500" fill="hold"/>
                                        <p:tgtEl>
                                          <p:spTgt spid="28262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82628"/>
                                        </p:tgtEl>
                                        <p:attrNameLst>
                                          <p:attrName>style.visibility</p:attrName>
                                        </p:attrNameLst>
                                      </p:cBhvr>
                                      <p:to>
                                        <p:strVal val="visible"/>
                                      </p:to>
                                    </p:set>
                                    <p:animEffect transition="in" filter="wipe(left)">
                                      <p:cBhvr>
                                        <p:cTn id="19" dur="500"/>
                                        <p:tgtEl>
                                          <p:spTgt spid="28262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82629"/>
                                        </p:tgtEl>
                                        <p:attrNameLst>
                                          <p:attrName>style.visibility</p:attrName>
                                        </p:attrNameLst>
                                      </p:cBhvr>
                                      <p:to>
                                        <p:strVal val="visible"/>
                                      </p:to>
                                    </p:set>
                                    <p:animEffect transition="in" filter="wipe(left)">
                                      <p:cBhvr>
                                        <p:cTn id="24" dur="500"/>
                                        <p:tgtEl>
                                          <p:spTgt spid="28262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82630"/>
                                        </p:tgtEl>
                                        <p:attrNameLst>
                                          <p:attrName>style.visibility</p:attrName>
                                        </p:attrNameLst>
                                      </p:cBhvr>
                                      <p:to>
                                        <p:strVal val="visible"/>
                                      </p:to>
                                    </p:set>
                                    <p:animEffect transition="in" filter="wipe(left)">
                                      <p:cBhvr>
                                        <p:cTn id="29" dur="500"/>
                                        <p:tgtEl>
                                          <p:spTgt spid="282630"/>
                                        </p:tgtEl>
                                      </p:cBhvr>
                                    </p:animEffect>
                                  </p:childTnLst>
                                </p:cTn>
                              </p:par>
                            </p:childTnLst>
                          </p:cTn>
                        </p:par>
                        <p:par>
                          <p:cTn id="30" fill="hold" nodeType="afterGroup">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282631"/>
                                        </p:tgtEl>
                                        <p:attrNameLst>
                                          <p:attrName>style.visibility</p:attrName>
                                        </p:attrNameLst>
                                      </p:cBhvr>
                                      <p:to>
                                        <p:strVal val="visible"/>
                                      </p:to>
                                    </p:set>
                                    <p:anim calcmode="lin" valueType="num">
                                      <p:cBhvr additive="base">
                                        <p:cTn id="33" dur="500" fill="hold"/>
                                        <p:tgtEl>
                                          <p:spTgt spid="282631"/>
                                        </p:tgtEl>
                                        <p:attrNameLst>
                                          <p:attrName>ppt_x</p:attrName>
                                        </p:attrNameLst>
                                      </p:cBhvr>
                                      <p:tavLst>
                                        <p:tav tm="0">
                                          <p:val>
                                            <p:strVal val="1+#ppt_w/2"/>
                                          </p:val>
                                        </p:tav>
                                        <p:tav tm="100000">
                                          <p:val>
                                            <p:strVal val="#ppt_x"/>
                                          </p:val>
                                        </p:tav>
                                      </p:tavLst>
                                    </p:anim>
                                    <p:anim calcmode="lin" valueType="num">
                                      <p:cBhvr additive="base">
                                        <p:cTn id="34" dur="500" fill="hold"/>
                                        <p:tgtEl>
                                          <p:spTgt spid="2826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autoUpdateAnimBg="0"/>
      <p:bldP spid="282627" grpId="0" autoUpdateAnimBg="0"/>
      <p:bldP spid="282628" grpId="0" autoUpdateAnimBg="0"/>
      <p:bldP spid="282629" grpId="0" autoUpdateAnimBg="0"/>
      <p:bldP spid="282630" grpId="0" autoUpdateAnimBg="0"/>
      <p:bldP spid="282631"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Text Box 2"/>
          <p:cNvSpPr txBox="1">
            <a:spLocks noChangeArrowheads="1"/>
          </p:cNvSpPr>
          <p:nvPr/>
        </p:nvSpPr>
        <p:spPr bwMode="auto">
          <a:xfrm>
            <a:off x="533400" y="1066800"/>
            <a:ext cx="8229600"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3600" b="1">
                <a:solidFill>
                  <a:srgbClr val="333399"/>
                </a:solidFill>
                <a:latin typeface="Times New Roman" charset="0"/>
                <a:ea typeface="楷体_GB2312" charset="0"/>
              </a:rPr>
              <a:t>int</a:t>
            </a:r>
            <a:r>
              <a:rPr kumimoji="1" lang="en-US" altLang="zh-CN" sz="3600">
                <a:solidFill>
                  <a:srgbClr val="333399"/>
                </a:solidFill>
                <a:latin typeface="Times New Roman" charset="0"/>
                <a:ea typeface="楷体_GB2312" charset="0"/>
              </a:rPr>
              <a:t> TreeDepth(CSTree T) </a:t>
            </a:r>
            <a:r>
              <a:rPr kumimoji="1" lang="en-US" altLang="zh-CN" sz="3600" b="1">
                <a:solidFill>
                  <a:srgbClr val="333399"/>
                </a:solidFill>
                <a:latin typeface="Times New Roman" charset="0"/>
                <a:ea typeface="楷体_GB2312" charset="0"/>
              </a:rPr>
              <a:t>{</a:t>
            </a:r>
          </a:p>
          <a:p>
            <a:pPr>
              <a:lnSpc>
                <a:spcPct val="120000"/>
              </a:lnSpc>
            </a:pPr>
            <a:r>
              <a:rPr kumimoji="1" lang="en-US" altLang="zh-CN" sz="3600">
                <a:solidFill>
                  <a:srgbClr val="333399"/>
                </a:solidFill>
                <a:latin typeface="Times New Roman" charset="0"/>
                <a:ea typeface="楷体_GB2312" charset="0"/>
              </a:rPr>
              <a:t>  </a:t>
            </a:r>
            <a:r>
              <a:rPr kumimoji="1" lang="en-US" altLang="zh-CN" sz="3600" b="1">
                <a:solidFill>
                  <a:srgbClr val="333399"/>
                </a:solidFill>
                <a:latin typeface="Times New Roman" charset="0"/>
                <a:ea typeface="楷体_GB2312" charset="0"/>
              </a:rPr>
              <a:t>if</a:t>
            </a:r>
            <a:r>
              <a:rPr kumimoji="1" lang="en-US" altLang="zh-CN" sz="3600">
                <a:solidFill>
                  <a:srgbClr val="333399"/>
                </a:solidFill>
                <a:latin typeface="Times New Roman" charset="0"/>
                <a:ea typeface="楷体_GB2312" charset="0"/>
              </a:rPr>
              <a:t>(</a:t>
            </a:r>
            <a:r>
              <a:rPr kumimoji="1" lang="en-US" altLang="zh-CN" sz="3600" b="1">
                <a:solidFill>
                  <a:srgbClr val="333399"/>
                </a:solidFill>
                <a:latin typeface="Times New Roman" charset="0"/>
                <a:ea typeface="楷体_GB2312" charset="0"/>
              </a:rPr>
              <a:t>!</a:t>
            </a:r>
            <a:r>
              <a:rPr kumimoji="1" lang="en-US" altLang="zh-CN" sz="3600">
                <a:solidFill>
                  <a:srgbClr val="333399"/>
                </a:solidFill>
                <a:latin typeface="Times New Roman" charset="0"/>
                <a:ea typeface="楷体_GB2312" charset="0"/>
              </a:rPr>
              <a:t>T)  </a:t>
            </a:r>
            <a:r>
              <a:rPr kumimoji="1" lang="en-US" altLang="zh-CN" sz="3600" b="1">
                <a:solidFill>
                  <a:srgbClr val="333399"/>
                </a:solidFill>
                <a:latin typeface="Times New Roman" charset="0"/>
                <a:ea typeface="楷体_GB2312" charset="0"/>
              </a:rPr>
              <a:t>return</a:t>
            </a:r>
            <a:r>
              <a:rPr kumimoji="1" lang="en-US" altLang="zh-CN" sz="3600">
                <a:solidFill>
                  <a:srgbClr val="333399"/>
                </a:solidFill>
                <a:latin typeface="Times New Roman" charset="0"/>
                <a:ea typeface="楷体_GB2312" charset="0"/>
              </a:rPr>
              <a:t> 0;</a:t>
            </a:r>
          </a:p>
          <a:p>
            <a:pPr>
              <a:lnSpc>
                <a:spcPct val="120000"/>
              </a:lnSpc>
            </a:pPr>
            <a:r>
              <a:rPr kumimoji="1" lang="en-US" altLang="zh-CN" sz="3600">
                <a:solidFill>
                  <a:srgbClr val="333399"/>
                </a:solidFill>
                <a:latin typeface="Times New Roman" charset="0"/>
                <a:ea typeface="楷体_GB2312" charset="0"/>
              </a:rPr>
              <a:t>  </a:t>
            </a:r>
            <a:r>
              <a:rPr kumimoji="1" lang="en-US" altLang="zh-CN" sz="3600" b="1">
                <a:solidFill>
                  <a:srgbClr val="333399"/>
                </a:solidFill>
                <a:latin typeface="Times New Roman" charset="0"/>
                <a:ea typeface="楷体_GB2312" charset="0"/>
              </a:rPr>
              <a:t>else {</a:t>
            </a:r>
          </a:p>
          <a:p>
            <a:pPr>
              <a:lnSpc>
                <a:spcPct val="120000"/>
              </a:lnSpc>
            </a:pPr>
            <a:r>
              <a:rPr kumimoji="1" lang="en-US" altLang="zh-CN" sz="3600">
                <a:solidFill>
                  <a:srgbClr val="333399"/>
                </a:solidFill>
                <a:latin typeface="Times New Roman" charset="0"/>
                <a:ea typeface="楷体_GB2312" charset="0"/>
              </a:rPr>
              <a:t>     h1 = TreeDepth( T-&gt;firstchild );</a:t>
            </a:r>
          </a:p>
          <a:p>
            <a:pPr>
              <a:lnSpc>
                <a:spcPct val="120000"/>
              </a:lnSpc>
            </a:pPr>
            <a:r>
              <a:rPr kumimoji="1" lang="en-US" altLang="zh-CN" sz="3600">
                <a:solidFill>
                  <a:srgbClr val="333399"/>
                </a:solidFill>
                <a:latin typeface="Times New Roman" charset="0"/>
                <a:ea typeface="楷体_GB2312" charset="0"/>
              </a:rPr>
              <a:t>     h2 = TreeDepth( T-&gt;nextsibling);</a:t>
            </a:r>
          </a:p>
          <a:p>
            <a:pPr>
              <a:lnSpc>
                <a:spcPct val="120000"/>
              </a:lnSpc>
            </a:pPr>
            <a:endParaRPr kumimoji="1" lang="en-US" altLang="zh-CN" sz="3600" b="1">
              <a:solidFill>
                <a:srgbClr val="333399"/>
              </a:solidFill>
              <a:latin typeface="Times New Roman" charset="0"/>
              <a:ea typeface="楷体_GB2312" charset="0"/>
            </a:endParaRPr>
          </a:p>
          <a:p>
            <a:pPr>
              <a:lnSpc>
                <a:spcPct val="120000"/>
              </a:lnSpc>
            </a:pPr>
            <a:r>
              <a:rPr kumimoji="1" lang="en-US" altLang="zh-CN" sz="3600" b="1">
                <a:solidFill>
                  <a:srgbClr val="333399"/>
                </a:solidFill>
                <a:latin typeface="Times New Roman" charset="0"/>
                <a:ea typeface="楷体_GB2312" charset="0"/>
              </a:rPr>
              <a:t>  }</a:t>
            </a:r>
          </a:p>
          <a:p>
            <a:pPr>
              <a:lnSpc>
                <a:spcPct val="120000"/>
              </a:lnSpc>
            </a:pPr>
            <a:r>
              <a:rPr kumimoji="1" lang="en-US" altLang="zh-CN" sz="3600" b="1">
                <a:solidFill>
                  <a:srgbClr val="333399"/>
                </a:solidFill>
                <a:latin typeface="Times New Roman" charset="0"/>
                <a:ea typeface="楷体_GB2312" charset="0"/>
              </a:rPr>
              <a:t>}</a:t>
            </a:r>
            <a:r>
              <a:rPr kumimoji="1" lang="en-US" altLang="zh-CN" sz="3600">
                <a:solidFill>
                  <a:srgbClr val="333399"/>
                </a:solidFill>
                <a:latin typeface="Times New Roman" charset="0"/>
                <a:ea typeface="楷体_GB2312" charset="0"/>
              </a:rPr>
              <a:t> // TreeDepth</a:t>
            </a:r>
            <a:endParaRPr kumimoji="1" lang="en-US" altLang="zh-CN" sz="3600">
              <a:solidFill>
                <a:srgbClr val="333399"/>
              </a:solidFill>
              <a:latin typeface="Times New Roman" charset="0"/>
            </a:endParaRPr>
          </a:p>
        </p:txBody>
      </p:sp>
      <p:sp>
        <p:nvSpPr>
          <p:cNvPr id="283651" name="Text Box 3"/>
          <p:cNvSpPr txBox="1">
            <a:spLocks noChangeArrowheads="1"/>
          </p:cNvSpPr>
          <p:nvPr/>
        </p:nvSpPr>
        <p:spPr bwMode="auto">
          <a:xfrm>
            <a:off x="1143000" y="4419600"/>
            <a:ext cx="51006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CC0000"/>
                </a:solidFill>
                <a:latin typeface="Times New Roman" charset="0"/>
                <a:ea typeface="楷体_GB2312" charset="0"/>
              </a:rPr>
              <a:t>return</a:t>
            </a:r>
            <a:r>
              <a:rPr kumimoji="1" lang="en-US" altLang="zh-CN" sz="4000">
                <a:solidFill>
                  <a:srgbClr val="CC0000"/>
                </a:solidFill>
                <a:latin typeface="Times New Roman" charset="0"/>
                <a:ea typeface="楷体_GB2312" charset="0"/>
              </a:rPr>
              <a:t>(max(h1+1, h2));</a:t>
            </a:r>
            <a:endParaRPr kumimoji="1" lang="en-US" altLang="zh-CN" sz="2400">
              <a:latin typeface="Times New Roman" charset="0"/>
            </a:endParaRPr>
          </a:p>
        </p:txBody>
      </p:sp>
      <p:sp>
        <p:nvSpPr>
          <p:cNvPr id="283652" name="Text Box 4"/>
          <p:cNvSpPr txBox="1">
            <a:spLocks noChangeArrowheads="1"/>
          </p:cNvSpPr>
          <p:nvPr/>
        </p:nvSpPr>
        <p:spPr bwMode="auto">
          <a:xfrm>
            <a:off x="1524000" y="152400"/>
            <a:ext cx="5230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b="1">
                <a:solidFill>
                  <a:srgbClr val="008080"/>
                </a:solidFill>
                <a:latin typeface="Times New Roman" charset="0"/>
                <a:ea typeface="楷体_GB2312" charset="0"/>
              </a:rPr>
              <a:t>一、求树的深度的算法：</a:t>
            </a:r>
          </a:p>
        </p:txBody>
      </p:sp>
      <p:sp>
        <p:nvSpPr>
          <p:cNvPr id="283653" name="AutoShape 5">
            <a:hlinkClick r:id="rId2" action="ppaction://hlinksldjump" highlightClick="1"/>
          </p:cNvPr>
          <p:cNvSpPr>
            <a:spLocks noChangeArrowheads="1"/>
          </p:cNvSpPr>
          <p:nvPr/>
        </p:nvSpPr>
        <p:spPr bwMode="auto">
          <a:xfrm>
            <a:off x="83820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22651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3652"/>
                                        </p:tgtEl>
                                        <p:attrNameLst>
                                          <p:attrName>style.visibility</p:attrName>
                                        </p:attrNameLst>
                                      </p:cBhvr>
                                      <p:to>
                                        <p:strVal val="visible"/>
                                      </p:to>
                                    </p:set>
                                    <p:animEffect transition="in" filter="wipe(up)">
                                      <p:cBhvr>
                                        <p:cTn id="7" dur="500"/>
                                        <p:tgtEl>
                                          <p:spTgt spid="283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283650"/>
                                        </p:tgtEl>
                                        <p:attrNameLst>
                                          <p:attrName>style.visibility</p:attrName>
                                        </p:attrNameLst>
                                      </p:cBhvr>
                                      <p:to>
                                        <p:strVal val="visible"/>
                                      </p:to>
                                    </p:set>
                                    <p:animEffect transition="in" filter="strips(upRight)">
                                      <p:cBhvr>
                                        <p:cTn id="12" dur="500"/>
                                        <p:tgtEl>
                                          <p:spTgt spid="2836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3651"/>
                                        </p:tgtEl>
                                        <p:attrNameLst>
                                          <p:attrName>style.visibility</p:attrName>
                                        </p:attrNameLst>
                                      </p:cBhvr>
                                      <p:to>
                                        <p:strVal val="visible"/>
                                      </p:to>
                                    </p:set>
                                    <p:animEffect transition="in" filter="wipe(left)">
                                      <p:cBhvr>
                                        <p:cTn id="17" dur="500"/>
                                        <p:tgtEl>
                                          <p:spTgt spid="283651"/>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283653"/>
                                        </p:tgtEl>
                                        <p:attrNameLst>
                                          <p:attrName>style.visibility</p:attrName>
                                        </p:attrNameLst>
                                      </p:cBhvr>
                                      <p:to>
                                        <p:strVal val="visible"/>
                                      </p:to>
                                    </p:set>
                                    <p:anim calcmode="lin" valueType="num">
                                      <p:cBhvr additive="base">
                                        <p:cTn id="21" dur="500" fill="hold"/>
                                        <p:tgtEl>
                                          <p:spTgt spid="283653"/>
                                        </p:tgtEl>
                                        <p:attrNameLst>
                                          <p:attrName>ppt_x</p:attrName>
                                        </p:attrNameLst>
                                      </p:cBhvr>
                                      <p:tavLst>
                                        <p:tav tm="0">
                                          <p:val>
                                            <p:strVal val="1+#ppt_w/2"/>
                                          </p:val>
                                        </p:tav>
                                        <p:tav tm="100000">
                                          <p:val>
                                            <p:strVal val="#ppt_x"/>
                                          </p:val>
                                        </p:tav>
                                      </p:tavLst>
                                    </p:anim>
                                    <p:anim calcmode="lin" valueType="num">
                                      <p:cBhvr additive="base">
                                        <p:cTn id="22" dur="500" fill="hold"/>
                                        <p:tgtEl>
                                          <p:spTgt spid="2836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0" grpId="0" autoUpdateAnimBg="0"/>
      <p:bldP spid="283651" grpId="0" autoUpdateAnimBg="0"/>
      <p:bldP spid="283652" grpId="0" autoUpdateAnimBg="0"/>
      <p:bldP spid="283653"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Text Box 2"/>
          <p:cNvSpPr txBox="1">
            <a:spLocks noChangeArrowheads="1"/>
          </p:cNvSpPr>
          <p:nvPr/>
        </p:nvSpPr>
        <p:spPr bwMode="auto">
          <a:xfrm>
            <a:off x="60325" y="273050"/>
            <a:ext cx="8982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200" b="1">
                <a:solidFill>
                  <a:srgbClr val="008080"/>
                </a:solidFill>
                <a:latin typeface="Times New Roman" charset="0"/>
                <a:ea typeface="楷体_GB2312" charset="0"/>
              </a:rPr>
              <a:t>二、</a:t>
            </a:r>
            <a:r>
              <a:rPr kumimoji="1" lang="zh-CN" altLang="en-US" sz="3600" b="1">
                <a:solidFill>
                  <a:srgbClr val="008080"/>
                </a:solidFill>
                <a:latin typeface="Times New Roman" charset="0"/>
                <a:ea typeface="楷体_GB2312" charset="0"/>
              </a:rPr>
              <a:t>输出树中所有从根到叶子的路径的算法</a:t>
            </a:r>
            <a:r>
              <a:rPr kumimoji="1" lang="en-US" altLang="zh-CN" sz="3600" b="1">
                <a:solidFill>
                  <a:srgbClr val="008080"/>
                </a:solidFill>
                <a:latin typeface="Times New Roman" charset="0"/>
                <a:ea typeface="楷体_GB2312" charset="0"/>
              </a:rPr>
              <a:t>:</a:t>
            </a:r>
            <a:endParaRPr kumimoji="1" lang="en-US" altLang="zh-CN" sz="4000">
              <a:latin typeface="Times New Roman" charset="0"/>
            </a:endParaRPr>
          </a:p>
        </p:txBody>
      </p:sp>
      <p:sp>
        <p:nvSpPr>
          <p:cNvPr id="284675" name="Text Box 3"/>
          <p:cNvSpPr txBox="1">
            <a:spLocks noChangeArrowheads="1"/>
          </p:cNvSpPr>
          <p:nvPr/>
        </p:nvSpPr>
        <p:spPr bwMode="auto">
          <a:xfrm>
            <a:off x="685800" y="1066800"/>
            <a:ext cx="3840163"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a:latin typeface="Times New Roman" charset="0"/>
              </a:rPr>
              <a:t>            A</a:t>
            </a:r>
          </a:p>
          <a:p>
            <a:endParaRPr kumimoji="1" lang="en-US" altLang="zh-CN" sz="4000">
              <a:latin typeface="Times New Roman" charset="0"/>
            </a:endParaRPr>
          </a:p>
          <a:p>
            <a:r>
              <a:rPr kumimoji="1" lang="en-US" altLang="zh-CN" sz="4000">
                <a:latin typeface="Times New Roman" charset="0"/>
              </a:rPr>
              <a:t>   B      C      D</a:t>
            </a:r>
          </a:p>
          <a:p>
            <a:endParaRPr kumimoji="1" lang="en-US" altLang="zh-CN" sz="4000">
              <a:latin typeface="Times New Roman" charset="0"/>
            </a:endParaRPr>
          </a:p>
          <a:p>
            <a:r>
              <a:rPr kumimoji="1" lang="en-US" altLang="zh-CN" sz="4000">
                <a:latin typeface="Times New Roman" charset="0"/>
              </a:rPr>
              <a:t>E    F           G</a:t>
            </a:r>
          </a:p>
          <a:p>
            <a:endParaRPr kumimoji="1" lang="en-US" altLang="zh-CN" sz="4000">
              <a:latin typeface="Times New Roman" charset="0"/>
            </a:endParaRPr>
          </a:p>
          <a:p>
            <a:r>
              <a:rPr kumimoji="1" lang="en-US" altLang="zh-CN" sz="4000">
                <a:latin typeface="Times New Roman" charset="0"/>
              </a:rPr>
              <a:t>                    H</a:t>
            </a:r>
          </a:p>
          <a:p>
            <a:endParaRPr kumimoji="1" lang="en-US" altLang="zh-CN" sz="4000">
              <a:latin typeface="Times New Roman" charset="0"/>
            </a:endParaRPr>
          </a:p>
          <a:p>
            <a:r>
              <a:rPr kumimoji="1" lang="en-US" altLang="zh-CN" sz="4000">
                <a:latin typeface="Times New Roman" charset="0"/>
              </a:rPr>
              <a:t>               I    J    K</a:t>
            </a:r>
          </a:p>
        </p:txBody>
      </p:sp>
      <p:sp>
        <p:nvSpPr>
          <p:cNvPr id="284676" name="Oval 4"/>
          <p:cNvSpPr>
            <a:spLocks noChangeArrowheads="1"/>
          </p:cNvSpPr>
          <p:nvPr/>
        </p:nvSpPr>
        <p:spPr bwMode="auto">
          <a:xfrm>
            <a:off x="2209800" y="11430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77" name="Oval 5"/>
          <p:cNvSpPr>
            <a:spLocks noChangeArrowheads="1"/>
          </p:cNvSpPr>
          <p:nvPr/>
        </p:nvSpPr>
        <p:spPr bwMode="auto">
          <a:xfrm>
            <a:off x="1066800" y="2362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78" name="Oval 6"/>
          <p:cNvSpPr>
            <a:spLocks noChangeArrowheads="1"/>
          </p:cNvSpPr>
          <p:nvPr/>
        </p:nvSpPr>
        <p:spPr bwMode="auto">
          <a:xfrm>
            <a:off x="2209800" y="2362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79" name="Oval 7"/>
          <p:cNvSpPr>
            <a:spLocks noChangeArrowheads="1"/>
          </p:cNvSpPr>
          <p:nvPr/>
        </p:nvSpPr>
        <p:spPr bwMode="auto">
          <a:xfrm>
            <a:off x="3200400" y="23622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0" name="Oval 8"/>
          <p:cNvSpPr>
            <a:spLocks noChangeArrowheads="1"/>
          </p:cNvSpPr>
          <p:nvPr/>
        </p:nvSpPr>
        <p:spPr bwMode="auto">
          <a:xfrm>
            <a:off x="609600" y="3581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1" name="Oval 9"/>
          <p:cNvSpPr>
            <a:spLocks noChangeArrowheads="1"/>
          </p:cNvSpPr>
          <p:nvPr/>
        </p:nvSpPr>
        <p:spPr bwMode="auto">
          <a:xfrm>
            <a:off x="1447800" y="3581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2" name="Oval 10"/>
          <p:cNvSpPr>
            <a:spLocks noChangeArrowheads="1"/>
          </p:cNvSpPr>
          <p:nvPr/>
        </p:nvSpPr>
        <p:spPr bwMode="auto">
          <a:xfrm>
            <a:off x="3200400" y="35814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3" name="Oval 11"/>
          <p:cNvSpPr>
            <a:spLocks noChangeArrowheads="1"/>
          </p:cNvSpPr>
          <p:nvPr/>
        </p:nvSpPr>
        <p:spPr bwMode="auto">
          <a:xfrm>
            <a:off x="3200400" y="48006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4" name="Oval 12"/>
          <p:cNvSpPr>
            <a:spLocks noChangeArrowheads="1"/>
          </p:cNvSpPr>
          <p:nvPr/>
        </p:nvSpPr>
        <p:spPr bwMode="auto">
          <a:xfrm>
            <a:off x="3200400" y="60198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5" name="Oval 13"/>
          <p:cNvSpPr>
            <a:spLocks noChangeArrowheads="1"/>
          </p:cNvSpPr>
          <p:nvPr/>
        </p:nvSpPr>
        <p:spPr bwMode="auto">
          <a:xfrm>
            <a:off x="2438400" y="60198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6" name="Oval 14"/>
          <p:cNvSpPr>
            <a:spLocks noChangeArrowheads="1"/>
          </p:cNvSpPr>
          <p:nvPr/>
        </p:nvSpPr>
        <p:spPr bwMode="auto">
          <a:xfrm>
            <a:off x="3962400" y="6019800"/>
            <a:ext cx="533400" cy="5334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7" name="Line 15"/>
          <p:cNvSpPr>
            <a:spLocks noChangeShapeType="1"/>
          </p:cNvSpPr>
          <p:nvPr/>
        </p:nvSpPr>
        <p:spPr bwMode="auto">
          <a:xfrm>
            <a:off x="2514600" y="16764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8" name="Line 16"/>
          <p:cNvSpPr>
            <a:spLocks noChangeShapeType="1"/>
          </p:cNvSpPr>
          <p:nvPr/>
        </p:nvSpPr>
        <p:spPr bwMode="auto">
          <a:xfrm flipH="1">
            <a:off x="1371600" y="1524000"/>
            <a:ext cx="838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89" name="Line 17"/>
          <p:cNvSpPr>
            <a:spLocks noChangeShapeType="1"/>
          </p:cNvSpPr>
          <p:nvPr/>
        </p:nvSpPr>
        <p:spPr bwMode="auto">
          <a:xfrm>
            <a:off x="2743200" y="1524000"/>
            <a:ext cx="6858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0" name="Line 18"/>
          <p:cNvSpPr>
            <a:spLocks noChangeShapeType="1"/>
          </p:cNvSpPr>
          <p:nvPr/>
        </p:nvSpPr>
        <p:spPr bwMode="auto">
          <a:xfrm flipH="1">
            <a:off x="838200" y="2743200"/>
            <a:ext cx="2286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1" name="Line 19"/>
          <p:cNvSpPr>
            <a:spLocks noChangeShapeType="1"/>
          </p:cNvSpPr>
          <p:nvPr/>
        </p:nvSpPr>
        <p:spPr bwMode="auto">
          <a:xfrm>
            <a:off x="1600200" y="2743200"/>
            <a:ext cx="76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2" name="Line 20"/>
          <p:cNvSpPr>
            <a:spLocks noChangeShapeType="1"/>
          </p:cNvSpPr>
          <p:nvPr/>
        </p:nvSpPr>
        <p:spPr bwMode="auto">
          <a:xfrm>
            <a:off x="3429000" y="28956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3" name="Line 21"/>
          <p:cNvSpPr>
            <a:spLocks noChangeShapeType="1"/>
          </p:cNvSpPr>
          <p:nvPr/>
        </p:nvSpPr>
        <p:spPr bwMode="auto">
          <a:xfrm>
            <a:off x="3429000" y="41148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4" name="Line 22"/>
          <p:cNvSpPr>
            <a:spLocks noChangeShapeType="1"/>
          </p:cNvSpPr>
          <p:nvPr/>
        </p:nvSpPr>
        <p:spPr bwMode="auto">
          <a:xfrm>
            <a:off x="3505200" y="53340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5" name="Line 23"/>
          <p:cNvSpPr>
            <a:spLocks noChangeShapeType="1"/>
          </p:cNvSpPr>
          <p:nvPr/>
        </p:nvSpPr>
        <p:spPr bwMode="auto">
          <a:xfrm flipH="1">
            <a:off x="2667000" y="5181600"/>
            <a:ext cx="5334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6" name="Line 24"/>
          <p:cNvSpPr>
            <a:spLocks noChangeShapeType="1"/>
          </p:cNvSpPr>
          <p:nvPr/>
        </p:nvSpPr>
        <p:spPr bwMode="auto">
          <a:xfrm>
            <a:off x="3733800" y="5181600"/>
            <a:ext cx="4572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4697" name="Text Box 25"/>
          <p:cNvSpPr txBox="1">
            <a:spLocks noChangeArrowheads="1"/>
          </p:cNvSpPr>
          <p:nvPr/>
        </p:nvSpPr>
        <p:spPr bwMode="auto">
          <a:xfrm>
            <a:off x="4098925" y="1006475"/>
            <a:ext cx="50450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zh-CN" altLang="en-US" sz="3600">
                <a:solidFill>
                  <a:srgbClr val="333399"/>
                </a:solidFill>
                <a:latin typeface="楷体_GB2312" charset="0"/>
                <a:ea typeface="楷体_GB2312" charset="0"/>
              </a:rPr>
              <a:t>例如：对左图所示的树，其输出结果应为：</a:t>
            </a:r>
            <a:endParaRPr kumimoji="1" lang="zh-CN" altLang="en-US" sz="2400">
              <a:latin typeface="Times New Roman" charset="0"/>
            </a:endParaRPr>
          </a:p>
        </p:txBody>
      </p:sp>
      <p:sp>
        <p:nvSpPr>
          <p:cNvPr id="284698" name="Text Box 26"/>
          <p:cNvSpPr txBox="1">
            <a:spLocks noChangeArrowheads="1"/>
          </p:cNvSpPr>
          <p:nvPr/>
        </p:nvSpPr>
        <p:spPr bwMode="auto">
          <a:xfrm>
            <a:off x="5175250" y="2371725"/>
            <a:ext cx="2368550" cy="421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3600" b="1">
                <a:solidFill>
                  <a:srgbClr val="990000"/>
                </a:solidFill>
                <a:latin typeface="Times New Roman" charset="0"/>
              </a:rPr>
              <a:t>A B E</a:t>
            </a:r>
          </a:p>
          <a:p>
            <a:pPr>
              <a:lnSpc>
                <a:spcPct val="125000"/>
              </a:lnSpc>
            </a:pPr>
            <a:r>
              <a:rPr kumimoji="1" lang="en-US" altLang="zh-CN" sz="3600" b="1">
                <a:solidFill>
                  <a:srgbClr val="990000"/>
                </a:solidFill>
                <a:latin typeface="Times New Roman" charset="0"/>
              </a:rPr>
              <a:t>A B F</a:t>
            </a:r>
          </a:p>
          <a:p>
            <a:pPr>
              <a:lnSpc>
                <a:spcPct val="125000"/>
              </a:lnSpc>
            </a:pPr>
            <a:r>
              <a:rPr kumimoji="1" lang="en-US" altLang="zh-CN" sz="3600" b="1">
                <a:solidFill>
                  <a:srgbClr val="990000"/>
                </a:solidFill>
                <a:latin typeface="Times New Roman" charset="0"/>
              </a:rPr>
              <a:t>A C</a:t>
            </a:r>
          </a:p>
          <a:p>
            <a:pPr>
              <a:lnSpc>
                <a:spcPct val="125000"/>
              </a:lnSpc>
            </a:pPr>
            <a:r>
              <a:rPr kumimoji="1" lang="en-US" altLang="zh-CN" sz="3600" b="1">
                <a:solidFill>
                  <a:srgbClr val="990000"/>
                </a:solidFill>
                <a:latin typeface="Times New Roman" charset="0"/>
              </a:rPr>
              <a:t>A D G H I</a:t>
            </a:r>
          </a:p>
          <a:p>
            <a:pPr>
              <a:lnSpc>
                <a:spcPct val="125000"/>
              </a:lnSpc>
            </a:pPr>
            <a:r>
              <a:rPr kumimoji="1" lang="en-US" altLang="zh-CN" sz="3600" b="1">
                <a:solidFill>
                  <a:srgbClr val="990000"/>
                </a:solidFill>
                <a:latin typeface="Times New Roman" charset="0"/>
              </a:rPr>
              <a:t>A D G H J</a:t>
            </a:r>
          </a:p>
          <a:p>
            <a:pPr>
              <a:lnSpc>
                <a:spcPct val="125000"/>
              </a:lnSpc>
            </a:pPr>
            <a:r>
              <a:rPr kumimoji="1" lang="en-US" altLang="zh-CN" sz="3600" b="1">
                <a:solidFill>
                  <a:srgbClr val="990000"/>
                </a:solidFill>
                <a:latin typeface="Times New Roman" charset="0"/>
              </a:rPr>
              <a:t>A D G H K</a:t>
            </a:r>
            <a:endParaRPr kumimoji="1" lang="en-US" altLang="zh-CN" sz="2400">
              <a:latin typeface="Times New Roman" charset="0"/>
            </a:endParaRPr>
          </a:p>
        </p:txBody>
      </p:sp>
    </p:spTree>
    <p:extLst>
      <p:ext uri="{BB962C8B-B14F-4D97-AF65-F5344CB8AC3E}">
        <p14:creationId xmlns:p14="http://schemas.microsoft.com/office/powerpoint/2010/main" val="6809425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84674"/>
                                        </p:tgtEl>
                                        <p:attrNameLst>
                                          <p:attrName>style.visibility</p:attrName>
                                        </p:attrNameLst>
                                      </p:cBhvr>
                                      <p:to>
                                        <p:strVal val="visible"/>
                                      </p:to>
                                    </p:set>
                                    <p:anim calcmode="lin" valueType="num">
                                      <p:cBhvr additive="base">
                                        <p:cTn id="7" dur="500" fill="hold"/>
                                        <p:tgtEl>
                                          <p:spTgt spid="284674"/>
                                        </p:tgtEl>
                                        <p:attrNameLst>
                                          <p:attrName>ppt_x</p:attrName>
                                        </p:attrNameLst>
                                      </p:cBhvr>
                                      <p:tavLst>
                                        <p:tav tm="0">
                                          <p:val>
                                            <p:strVal val="#ppt_x"/>
                                          </p:val>
                                        </p:tav>
                                        <p:tav tm="100000">
                                          <p:val>
                                            <p:strVal val="#ppt_x"/>
                                          </p:val>
                                        </p:tav>
                                      </p:tavLst>
                                    </p:anim>
                                    <p:anim calcmode="lin" valueType="num">
                                      <p:cBhvr additive="base">
                                        <p:cTn id="8" dur="500" fill="hold"/>
                                        <p:tgtEl>
                                          <p:spTgt spid="28467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84675"/>
                                        </p:tgtEl>
                                        <p:attrNameLst>
                                          <p:attrName>style.visibility</p:attrName>
                                        </p:attrNameLst>
                                      </p:cBhvr>
                                      <p:to>
                                        <p:strVal val="visible"/>
                                      </p:to>
                                    </p:se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284676"/>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284677"/>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284678"/>
                                        </p:tgtEl>
                                        <p:attrNameLst>
                                          <p:attrName>style.visibility</p:attrName>
                                        </p:attrNameLst>
                                      </p:cBhvr>
                                      <p:to>
                                        <p:strVal val="visible"/>
                                      </p:to>
                                    </p:set>
                                  </p:childTnLst>
                                </p:cTn>
                              </p:par>
                            </p:childTnLst>
                          </p:cTn>
                        </p:par>
                        <p:par>
                          <p:cTn id="22" fill="hold" nodeType="afterGroup">
                            <p:stCondLst>
                              <p:cond delay="2000"/>
                            </p:stCondLst>
                            <p:childTnLst>
                              <p:par>
                                <p:cTn id="23" presetID="1" presetClass="entr" presetSubtype="0" fill="hold" grpId="0" nodeType="afterEffect">
                                  <p:stCondLst>
                                    <p:cond delay="0"/>
                                  </p:stCondLst>
                                  <p:childTnLst>
                                    <p:set>
                                      <p:cBhvr>
                                        <p:cTn id="24" dur="1" fill="hold">
                                          <p:stCondLst>
                                            <p:cond delay="499"/>
                                          </p:stCondLst>
                                        </p:cTn>
                                        <p:tgtEl>
                                          <p:spTgt spid="284679"/>
                                        </p:tgtEl>
                                        <p:attrNameLst>
                                          <p:attrName>style.visibility</p:attrName>
                                        </p:attrNameLst>
                                      </p:cBhvr>
                                      <p:to>
                                        <p:strVal val="visible"/>
                                      </p:to>
                                    </p:set>
                                  </p:childTnLst>
                                </p:cTn>
                              </p:par>
                            </p:childTnLst>
                          </p:cTn>
                        </p:par>
                        <p:par>
                          <p:cTn id="25" fill="hold" nodeType="afterGroup">
                            <p:stCondLst>
                              <p:cond delay="2500"/>
                            </p:stCondLst>
                            <p:childTnLst>
                              <p:par>
                                <p:cTn id="26" presetID="1" presetClass="entr" presetSubtype="0" fill="hold" grpId="0" nodeType="afterEffect">
                                  <p:stCondLst>
                                    <p:cond delay="0"/>
                                  </p:stCondLst>
                                  <p:childTnLst>
                                    <p:set>
                                      <p:cBhvr>
                                        <p:cTn id="27" dur="1" fill="hold">
                                          <p:stCondLst>
                                            <p:cond delay="499"/>
                                          </p:stCondLst>
                                        </p:cTn>
                                        <p:tgtEl>
                                          <p:spTgt spid="284680"/>
                                        </p:tgtEl>
                                        <p:attrNameLst>
                                          <p:attrName>style.visibility</p:attrName>
                                        </p:attrNameLst>
                                      </p:cBhvr>
                                      <p:to>
                                        <p:strVal val="visible"/>
                                      </p:to>
                                    </p:set>
                                  </p:childTnLst>
                                </p:cTn>
                              </p:par>
                            </p:childTnLst>
                          </p:cTn>
                        </p:par>
                        <p:par>
                          <p:cTn id="28" fill="hold" nodeType="afterGroup">
                            <p:stCondLst>
                              <p:cond delay="3000"/>
                            </p:stCondLst>
                            <p:childTnLst>
                              <p:par>
                                <p:cTn id="29" presetID="1" presetClass="entr" presetSubtype="0" fill="hold" grpId="0" nodeType="afterEffect">
                                  <p:stCondLst>
                                    <p:cond delay="0"/>
                                  </p:stCondLst>
                                  <p:childTnLst>
                                    <p:set>
                                      <p:cBhvr>
                                        <p:cTn id="30" dur="1" fill="hold">
                                          <p:stCondLst>
                                            <p:cond delay="499"/>
                                          </p:stCondLst>
                                        </p:cTn>
                                        <p:tgtEl>
                                          <p:spTgt spid="284681"/>
                                        </p:tgtEl>
                                        <p:attrNameLst>
                                          <p:attrName>style.visibility</p:attrName>
                                        </p:attrNameLst>
                                      </p:cBhvr>
                                      <p:to>
                                        <p:strVal val="visible"/>
                                      </p:to>
                                    </p:set>
                                  </p:childTnLst>
                                </p:cTn>
                              </p:par>
                            </p:childTnLst>
                          </p:cTn>
                        </p:par>
                        <p:par>
                          <p:cTn id="31" fill="hold" nodeType="afterGroup">
                            <p:stCondLst>
                              <p:cond delay="3500"/>
                            </p:stCondLst>
                            <p:childTnLst>
                              <p:par>
                                <p:cTn id="32" presetID="1" presetClass="entr" presetSubtype="0" fill="hold" grpId="0" nodeType="afterEffect">
                                  <p:stCondLst>
                                    <p:cond delay="0"/>
                                  </p:stCondLst>
                                  <p:childTnLst>
                                    <p:set>
                                      <p:cBhvr>
                                        <p:cTn id="33" dur="1" fill="hold">
                                          <p:stCondLst>
                                            <p:cond delay="499"/>
                                          </p:stCondLst>
                                        </p:cTn>
                                        <p:tgtEl>
                                          <p:spTgt spid="284682"/>
                                        </p:tgtEl>
                                        <p:attrNameLst>
                                          <p:attrName>style.visibility</p:attrName>
                                        </p:attrNameLst>
                                      </p:cBhvr>
                                      <p:to>
                                        <p:strVal val="visible"/>
                                      </p:to>
                                    </p:set>
                                  </p:childTnLst>
                                </p:cTn>
                              </p:par>
                            </p:childTnLst>
                          </p:cTn>
                        </p:par>
                        <p:par>
                          <p:cTn id="34" fill="hold" nodeType="afterGroup">
                            <p:stCondLst>
                              <p:cond delay="4000"/>
                            </p:stCondLst>
                            <p:childTnLst>
                              <p:par>
                                <p:cTn id="35" presetID="1" presetClass="entr" presetSubtype="0" fill="hold" grpId="0" nodeType="afterEffect">
                                  <p:stCondLst>
                                    <p:cond delay="0"/>
                                  </p:stCondLst>
                                  <p:childTnLst>
                                    <p:set>
                                      <p:cBhvr>
                                        <p:cTn id="36" dur="1" fill="hold">
                                          <p:stCondLst>
                                            <p:cond delay="499"/>
                                          </p:stCondLst>
                                        </p:cTn>
                                        <p:tgtEl>
                                          <p:spTgt spid="284683"/>
                                        </p:tgtEl>
                                        <p:attrNameLst>
                                          <p:attrName>style.visibility</p:attrName>
                                        </p:attrNameLst>
                                      </p:cBhvr>
                                      <p:to>
                                        <p:strVal val="visible"/>
                                      </p:to>
                                    </p:set>
                                  </p:childTnLst>
                                </p:cTn>
                              </p:par>
                            </p:childTnLst>
                          </p:cTn>
                        </p:par>
                        <p:par>
                          <p:cTn id="37" fill="hold" nodeType="afterGroup">
                            <p:stCondLst>
                              <p:cond delay="4500"/>
                            </p:stCondLst>
                            <p:childTnLst>
                              <p:par>
                                <p:cTn id="38" presetID="1" presetClass="entr" presetSubtype="0" fill="hold" grpId="0" nodeType="afterEffect">
                                  <p:stCondLst>
                                    <p:cond delay="0"/>
                                  </p:stCondLst>
                                  <p:childTnLst>
                                    <p:set>
                                      <p:cBhvr>
                                        <p:cTn id="39" dur="1" fill="hold">
                                          <p:stCondLst>
                                            <p:cond delay="499"/>
                                          </p:stCondLst>
                                        </p:cTn>
                                        <p:tgtEl>
                                          <p:spTgt spid="284684"/>
                                        </p:tgtEl>
                                        <p:attrNameLst>
                                          <p:attrName>style.visibility</p:attrName>
                                        </p:attrNameLst>
                                      </p:cBhvr>
                                      <p:to>
                                        <p:strVal val="visible"/>
                                      </p:to>
                                    </p:set>
                                  </p:childTnLst>
                                </p:cTn>
                              </p:par>
                            </p:childTnLst>
                          </p:cTn>
                        </p:par>
                        <p:par>
                          <p:cTn id="40" fill="hold" nodeType="afterGroup">
                            <p:stCondLst>
                              <p:cond delay="5000"/>
                            </p:stCondLst>
                            <p:childTnLst>
                              <p:par>
                                <p:cTn id="41" presetID="1" presetClass="entr" presetSubtype="0" fill="hold" grpId="0" nodeType="afterEffect">
                                  <p:stCondLst>
                                    <p:cond delay="0"/>
                                  </p:stCondLst>
                                  <p:childTnLst>
                                    <p:set>
                                      <p:cBhvr>
                                        <p:cTn id="42" dur="1" fill="hold">
                                          <p:stCondLst>
                                            <p:cond delay="499"/>
                                          </p:stCondLst>
                                        </p:cTn>
                                        <p:tgtEl>
                                          <p:spTgt spid="284685"/>
                                        </p:tgtEl>
                                        <p:attrNameLst>
                                          <p:attrName>style.visibility</p:attrName>
                                        </p:attrNameLst>
                                      </p:cBhvr>
                                      <p:to>
                                        <p:strVal val="visible"/>
                                      </p:to>
                                    </p:set>
                                  </p:childTnLst>
                                </p:cTn>
                              </p:par>
                            </p:childTnLst>
                          </p:cTn>
                        </p:par>
                        <p:par>
                          <p:cTn id="43" fill="hold" nodeType="afterGroup">
                            <p:stCondLst>
                              <p:cond delay="5500"/>
                            </p:stCondLst>
                            <p:childTnLst>
                              <p:par>
                                <p:cTn id="44" presetID="1" presetClass="entr" presetSubtype="0" fill="hold" grpId="0" nodeType="afterEffect">
                                  <p:stCondLst>
                                    <p:cond delay="0"/>
                                  </p:stCondLst>
                                  <p:childTnLst>
                                    <p:set>
                                      <p:cBhvr>
                                        <p:cTn id="45" dur="1" fill="hold">
                                          <p:stCondLst>
                                            <p:cond delay="499"/>
                                          </p:stCondLst>
                                        </p:cTn>
                                        <p:tgtEl>
                                          <p:spTgt spid="284686"/>
                                        </p:tgtEl>
                                        <p:attrNameLst>
                                          <p:attrName>style.visibility</p:attrName>
                                        </p:attrNameLst>
                                      </p:cBhvr>
                                      <p:to>
                                        <p:strVal val="visible"/>
                                      </p:to>
                                    </p:set>
                                  </p:childTnLst>
                                </p:cTn>
                              </p:par>
                            </p:childTnLst>
                          </p:cTn>
                        </p:par>
                        <p:par>
                          <p:cTn id="46" fill="hold" nodeType="afterGroup">
                            <p:stCondLst>
                              <p:cond delay="6000"/>
                            </p:stCondLst>
                            <p:childTnLst>
                              <p:par>
                                <p:cTn id="47" presetID="1" presetClass="entr" presetSubtype="0" fill="hold" grpId="0" nodeType="afterEffect">
                                  <p:stCondLst>
                                    <p:cond delay="0"/>
                                  </p:stCondLst>
                                  <p:childTnLst>
                                    <p:set>
                                      <p:cBhvr>
                                        <p:cTn id="48" dur="1" fill="hold">
                                          <p:stCondLst>
                                            <p:cond delay="499"/>
                                          </p:stCondLst>
                                        </p:cTn>
                                        <p:tgtEl>
                                          <p:spTgt spid="284687"/>
                                        </p:tgtEl>
                                        <p:attrNameLst>
                                          <p:attrName>style.visibility</p:attrName>
                                        </p:attrNameLst>
                                      </p:cBhvr>
                                      <p:to>
                                        <p:strVal val="visible"/>
                                      </p:to>
                                    </p:set>
                                  </p:childTnLst>
                                </p:cTn>
                              </p:par>
                            </p:childTnLst>
                          </p:cTn>
                        </p:par>
                        <p:par>
                          <p:cTn id="49" fill="hold" nodeType="afterGroup">
                            <p:stCondLst>
                              <p:cond delay="6500"/>
                            </p:stCondLst>
                            <p:childTnLst>
                              <p:par>
                                <p:cTn id="50" presetID="1" presetClass="entr" presetSubtype="0" fill="hold" grpId="0" nodeType="afterEffect">
                                  <p:stCondLst>
                                    <p:cond delay="0"/>
                                  </p:stCondLst>
                                  <p:childTnLst>
                                    <p:set>
                                      <p:cBhvr>
                                        <p:cTn id="51" dur="1" fill="hold">
                                          <p:stCondLst>
                                            <p:cond delay="499"/>
                                          </p:stCondLst>
                                        </p:cTn>
                                        <p:tgtEl>
                                          <p:spTgt spid="284688"/>
                                        </p:tgtEl>
                                        <p:attrNameLst>
                                          <p:attrName>style.visibility</p:attrName>
                                        </p:attrNameLst>
                                      </p:cBhvr>
                                      <p:to>
                                        <p:strVal val="visible"/>
                                      </p:to>
                                    </p:set>
                                  </p:childTnLst>
                                </p:cTn>
                              </p:par>
                            </p:childTnLst>
                          </p:cTn>
                        </p:par>
                        <p:par>
                          <p:cTn id="52" fill="hold" nodeType="afterGroup">
                            <p:stCondLst>
                              <p:cond delay="7000"/>
                            </p:stCondLst>
                            <p:childTnLst>
                              <p:par>
                                <p:cTn id="53" presetID="1" presetClass="entr" presetSubtype="0" fill="hold" grpId="0" nodeType="afterEffect">
                                  <p:stCondLst>
                                    <p:cond delay="0"/>
                                  </p:stCondLst>
                                  <p:childTnLst>
                                    <p:set>
                                      <p:cBhvr>
                                        <p:cTn id="54" dur="1" fill="hold">
                                          <p:stCondLst>
                                            <p:cond delay="499"/>
                                          </p:stCondLst>
                                        </p:cTn>
                                        <p:tgtEl>
                                          <p:spTgt spid="284689"/>
                                        </p:tgtEl>
                                        <p:attrNameLst>
                                          <p:attrName>style.visibility</p:attrName>
                                        </p:attrNameLst>
                                      </p:cBhvr>
                                      <p:to>
                                        <p:strVal val="visible"/>
                                      </p:to>
                                    </p:set>
                                  </p:childTnLst>
                                </p:cTn>
                              </p:par>
                            </p:childTnLst>
                          </p:cTn>
                        </p:par>
                        <p:par>
                          <p:cTn id="55" fill="hold" nodeType="afterGroup">
                            <p:stCondLst>
                              <p:cond delay="7500"/>
                            </p:stCondLst>
                            <p:childTnLst>
                              <p:par>
                                <p:cTn id="56" presetID="1" presetClass="entr" presetSubtype="0" fill="hold" grpId="0" nodeType="afterEffect">
                                  <p:stCondLst>
                                    <p:cond delay="0"/>
                                  </p:stCondLst>
                                  <p:childTnLst>
                                    <p:set>
                                      <p:cBhvr>
                                        <p:cTn id="57" dur="1" fill="hold">
                                          <p:stCondLst>
                                            <p:cond delay="499"/>
                                          </p:stCondLst>
                                        </p:cTn>
                                        <p:tgtEl>
                                          <p:spTgt spid="284690"/>
                                        </p:tgtEl>
                                        <p:attrNameLst>
                                          <p:attrName>style.visibility</p:attrName>
                                        </p:attrNameLst>
                                      </p:cBhvr>
                                      <p:to>
                                        <p:strVal val="visible"/>
                                      </p:to>
                                    </p:set>
                                  </p:childTnLst>
                                </p:cTn>
                              </p:par>
                            </p:childTnLst>
                          </p:cTn>
                        </p:par>
                        <p:par>
                          <p:cTn id="58" fill="hold" nodeType="afterGroup">
                            <p:stCondLst>
                              <p:cond delay="8000"/>
                            </p:stCondLst>
                            <p:childTnLst>
                              <p:par>
                                <p:cTn id="59" presetID="1" presetClass="entr" presetSubtype="0" fill="hold" grpId="0" nodeType="afterEffect">
                                  <p:stCondLst>
                                    <p:cond delay="0"/>
                                  </p:stCondLst>
                                  <p:childTnLst>
                                    <p:set>
                                      <p:cBhvr>
                                        <p:cTn id="60" dur="1" fill="hold">
                                          <p:stCondLst>
                                            <p:cond delay="499"/>
                                          </p:stCondLst>
                                        </p:cTn>
                                        <p:tgtEl>
                                          <p:spTgt spid="284691"/>
                                        </p:tgtEl>
                                        <p:attrNameLst>
                                          <p:attrName>style.visibility</p:attrName>
                                        </p:attrNameLst>
                                      </p:cBhvr>
                                      <p:to>
                                        <p:strVal val="visible"/>
                                      </p:to>
                                    </p:set>
                                  </p:childTnLst>
                                </p:cTn>
                              </p:par>
                            </p:childTnLst>
                          </p:cTn>
                        </p:par>
                        <p:par>
                          <p:cTn id="61" fill="hold" nodeType="afterGroup">
                            <p:stCondLst>
                              <p:cond delay="8500"/>
                            </p:stCondLst>
                            <p:childTnLst>
                              <p:par>
                                <p:cTn id="62" presetID="1" presetClass="entr" presetSubtype="0" fill="hold" grpId="0" nodeType="afterEffect">
                                  <p:stCondLst>
                                    <p:cond delay="0"/>
                                  </p:stCondLst>
                                  <p:childTnLst>
                                    <p:set>
                                      <p:cBhvr>
                                        <p:cTn id="63" dur="1" fill="hold">
                                          <p:stCondLst>
                                            <p:cond delay="499"/>
                                          </p:stCondLst>
                                        </p:cTn>
                                        <p:tgtEl>
                                          <p:spTgt spid="284692"/>
                                        </p:tgtEl>
                                        <p:attrNameLst>
                                          <p:attrName>style.visibility</p:attrName>
                                        </p:attrNameLst>
                                      </p:cBhvr>
                                      <p:to>
                                        <p:strVal val="visible"/>
                                      </p:to>
                                    </p:set>
                                  </p:childTnLst>
                                </p:cTn>
                              </p:par>
                            </p:childTnLst>
                          </p:cTn>
                        </p:par>
                        <p:par>
                          <p:cTn id="64" fill="hold" nodeType="afterGroup">
                            <p:stCondLst>
                              <p:cond delay="9000"/>
                            </p:stCondLst>
                            <p:childTnLst>
                              <p:par>
                                <p:cTn id="65" presetID="1" presetClass="entr" presetSubtype="0" fill="hold" grpId="0" nodeType="afterEffect">
                                  <p:stCondLst>
                                    <p:cond delay="0"/>
                                  </p:stCondLst>
                                  <p:childTnLst>
                                    <p:set>
                                      <p:cBhvr>
                                        <p:cTn id="66" dur="1" fill="hold">
                                          <p:stCondLst>
                                            <p:cond delay="499"/>
                                          </p:stCondLst>
                                        </p:cTn>
                                        <p:tgtEl>
                                          <p:spTgt spid="284693"/>
                                        </p:tgtEl>
                                        <p:attrNameLst>
                                          <p:attrName>style.visibility</p:attrName>
                                        </p:attrNameLst>
                                      </p:cBhvr>
                                      <p:to>
                                        <p:strVal val="visible"/>
                                      </p:to>
                                    </p:set>
                                  </p:childTnLst>
                                </p:cTn>
                              </p:par>
                            </p:childTnLst>
                          </p:cTn>
                        </p:par>
                        <p:par>
                          <p:cTn id="67" fill="hold" nodeType="afterGroup">
                            <p:stCondLst>
                              <p:cond delay="9500"/>
                            </p:stCondLst>
                            <p:childTnLst>
                              <p:par>
                                <p:cTn id="68" presetID="1" presetClass="entr" presetSubtype="0" fill="hold" grpId="0" nodeType="afterEffect">
                                  <p:stCondLst>
                                    <p:cond delay="0"/>
                                  </p:stCondLst>
                                  <p:childTnLst>
                                    <p:set>
                                      <p:cBhvr>
                                        <p:cTn id="69" dur="1" fill="hold">
                                          <p:stCondLst>
                                            <p:cond delay="499"/>
                                          </p:stCondLst>
                                        </p:cTn>
                                        <p:tgtEl>
                                          <p:spTgt spid="284694"/>
                                        </p:tgtEl>
                                        <p:attrNameLst>
                                          <p:attrName>style.visibility</p:attrName>
                                        </p:attrNameLst>
                                      </p:cBhvr>
                                      <p:to>
                                        <p:strVal val="visible"/>
                                      </p:to>
                                    </p:set>
                                  </p:childTnLst>
                                </p:cTn>
                              </p:par>
                            </p:childTnLst>
                          </p:cTn>
                        </p:par>
                        <p:par>
                          <p:cTn id="70" fill="hold" nodeType="afterGroup">
                            <p:stCondLst>
                              <p:cond delay="10000"/>
                            </p:stCondLst>
                            <p:childTnLst>
                              <p:par>
                                <p:cTn id="71" presetID="1" presetClass="entr" presetSubtype="0" fill="hold" grpId="0" nodeType="afterEffect">
                                  <p:stCondLst>
                                    <p:cond delay="0"/>
                                  </p:stCondLst>
                                  <p:childTnLst>
                                    <p:set>
                                      <p:cBhvr>
                                        <p:cTn id="72" dur="1" fill="hold">
                                          <p:stCondLst>
                                            <p:cond delay="499"/>
                                          </p:stCondLst>
                                        </p:cTn>
                                        <p:tgtEl>
                                          <p:spTgt spid="284695"/>
                                        </p:tgtEl>
                                        <p:attrNameLst>
                                          <p:attrName>style.visibility</p:attrName>
                                        </p:attrNameLst>
                                      </p:cBhvr>
                                      <p:to>
                                        <p:strVal val="visible"/>
                                      </p:to>
                                    </p:set>
                                  </p:childTnLst>
                                </p:cTn>
                              </p:par>
                            </p:childTnLst>
                          </p:cTn>
                        </p:par>
                        <p:par>
                          <p:cTn id="73" fill="hold" nodeType="afterGroup">
                            <p:stCondLst>
                              <p:cond delay="10500"/>
                            </p:stCondLst>
                            <p:childTnLst>
                              <p:par>
                                <p:cTn id="74" presetID="1" presetClass="entr" presetSubtype="0" fill="hold" grpId="0" nodeType="afterEffect">
                                  <p:stCondLst>
                                    <p:cond delay="0"/>
                                  </p:stCondLst>
                                  <p:childTnLst>
                                    <p:set>
                                      <p:cBhvr>
                                        <p:cTn id="75" dur="1" fill="hold">
                                          <p:stCondLst>
                                            <p:cond delay="499"/>
                                          </p:stCondLst>
                                        </p:cTn>
                                        <p:tgtEl>
                                          <p:spTgt spid="284696"/>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 presetClass="entr" presetSubtype="2" fill="hold" grpId="0" nodeType="clickEffect">
                                  <p:stCondLst>
                                    <p:cond delay="0"/>
                                  </p:stCondLst>
                                  <p:childTnLst>
                                    <p:set>
                                      <p:cBhvr>
                                        <p:cTn id="79" dur="1" fill="hold">
                                          <p:stCondLst>
                                            <p:cond delay="0"/>
                                          </p:stCondLst>
                                        </p:cTn>
                                        <p:tgtEl>
                                          <p:spTgt spid="284697"/>
                                        </p:tgtEl>
                                        <p:attrNameLst>
                                          <p:attrName>style.visibility</p:attrName>
                                        </p:attrNameLst>
                                      </p:cBhvr>
                                      <p:to>
                                        <p:strVal val="visible"/>
                                      </p:to>
                                    </p:set>
                                    <p:anim calcmode="lin" valueType="num">
                                      <p:cBhvr additive="base">
                                        <p:cTn id="80" dur="500" fill="hold"/>
                                        <p:tgtEl>
                                          <p:spTgt spid="284697"/>
                                        </p:tgtEl>
                                        <p:attrNameLst>
                                          <p:attrName>ppt_x</p:attrName>
                                        </p:attrNameLst>
                                      </p:cBhvr>
                                      <p:tavLst>
                                        <p:tav tm="0">
                                          <p:val>
                                            <p:strVal val="1+#ppt_w/2"/>
                                          </p:val>
                                        </p:tav>
                                        <p:tav tm="100000">
                                          <p:val>
                                            <p:strVal val="#ppt_x"/>
                                          </p:val>
                                        </p:tav>
                                      </p:tavLst>
                                    </p:anim>
                                    <p:anim calcmode="lin" valueType="num">
                                      <p:cBhvr additive="base">
                                        <p:cTn id="81" dur="500" fill="hold"/>
                                        <p:tgtEl>
                                          <p:spTgt spid="284697"/>
                                        </p:tgtEl>
                                        <p:attrNameLst>
                                          <p:attrName>ppt_y</p:attrName>
                                        </p:attrNameLst>
                                      </p:cBhvr>
                                      <p:tavLst>
                                        <p:tav tm="0">
                                          <p:val>
                                            <p:strVal val="#ppt_y"/>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iterate type="wd">
                                    <p:tmPct val="100000"/>
                                  </p:iterate>
                                  <p:childTnLst>
                                    <p:set>
                                      <p:cBhvr>
                                        <p:cTn id="85" dur="1" fill="hold">
                                          <p:stCondLst>
                                            <p:cond delay="0"/>
                                          </p:stCondLst>
                                        </p:cTn>
                                        <p:tgtEl>
                                          <p:spTgt spid="284698"/>
                                        </p:tgtEl>
                                        <p:attrNameLst>
                                          <p:attrName>style.visibility</p:attrName>
                                        </p:attrNameLst>
                                      </p:cBhvr>
                                      <p:to>
                                        <p:strVal val="visible"/>
                                      </p:to>
                                    </p:set>
                                    <p:animEffect transition="in" filter="wipe(left)">
                                      <p:cBhvr>
                                        <p:cTn id="86" dur="300"/>
                                        <p:tgtEl>
                                          <p:spTgt spid="284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4" grpId="0" autoUpdateAnimBg="0"/>
      <p:bldP spid="284675" grpId="0" autoUpdateAnimBg="0"/>
      <p:bldP spid="284676" grpId="0" animBg="1"/>
      <p:bldP spid="284677" grpId="0" animBg="1"/>
      <p:bldP spid="284678" grpId="0" animBg="1"/>
      <p:bldP spid="284679" grpId="0" animBg="1"/>
      <p:bldP spid="284680" grpId="0" animBg="1"/>
      <p:bldP spid="284681" grpId="0" animBg="1"/>
      <p:bldP spid="284682" grpId="0" animBg="1"/>
      <p:bldP spid="284683" grpId="0" animBg="1"/>
      <p:bldP spid="284684" grpId="0" animBg="1"/>
      <p:bldP spid="284685" grpId="0" animBg="1"/>
      <p:bldP spid="284686" grpId="0" animBg="1"/>
      <p:bldP spid="284687" grpId="0" animBg="1"/>
      <p:bldP spid="284688" grpId="0" animBg="1"/>
      <p:bldP spid="284689" grpId="0" animBg="1"/>
      <p:bldP spid="284690" grpId="0" animBg="1"/>
      <p:bldP spid="284691" grpId="0" animBg="1"/>
      <p:bldP spid="284692" grpId="0" animBg="1"/>
      <p:bldP spid="284693" grpId="0" animBg="1"/>
      <p:bldP spid="284694" grpId="0" animBg="1"/>
      <p:bldP spid="284695" grpId="0" animBg="1"/>
      <p:bldP spid="284696" grpId="0" animBg="1"/>
      <p:bldP spid="284697" grpId="0" autoUpdateAnimBg="0"/>
      <p:bldP spid="284698" grpId="0"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Text Box 2"/>
          <p:cNvSpPr txBox="1">
            <a:spLocks noChangeArrowheads="1"/>
          </p:cNvSpPr>
          <p:nvPr/>
        </p:nvSpPr>
        <p:spPr bwMode="auto">
          <a:xfrm>
            <a:off x="533400" y="863600"/>
            <a:ext cx="8229600" cy="599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0000"/>
              </a:lnSpc>
            </a:pPr>
            <a:r>
              <a:rPr kumimoji="1" lang="en-US" altLang="zh-CN" sz="3200" b="1">
                <a:latin typeface="Times New Roman" charset="0"/>
                <a:ea typeface="楷体_GB2312" charset="0"/>
              </a:rPr>
              <a:t>void</a:t>
            </a:r>
            <a:r>
              <a:rPr kumimoji="1" lang="en-US" altLang="zh-CN" sz="3200">
                <a:latin typeface="Times New Roman" charset="0"/>
                <a:ea typeface="楷体_GB2312" charset="0"/>
              </a:rPr>
              <a:t> AllPath( Bitree T, Stack</a:t>
            </a:r>
            <a:r>
              <a:rPr kumimoji="1" lang="en-US" altLang="zh-CN" sz="3200" b="1">
                <a:latin typeface="Times New Roman" charset="0"/>
                <a:ea typeface="楷体_GB2312" charset="0"/>
              </a:rPr>
              <a:t>&amp;</a:t>
            </a:r>
            <a:r>
              <a:rPr kumimoji="1" lang="en-US" altLang="zh-CN" sz="3200">
                <a:latin typeface="Times New Roman" charset="0"/>
                <a:ea typeface="楷体_GB2312" charset="0"/>
              </a:rPr>
              <a:t> S ) </a:t>
            </a:r>
            <a:r>
              <a:rPr kumimoji="1" lang="en-US" altLang="zh-CN" sz="3200" b="1">
                <a:latin typeface="Times New Roman" charset="0"/>
                <a:ea typeface="楷体_GB2312" charset="0"/>
              </a:rPr>
              <a:t>{</a:t>
            </a:r>
          </a:p>
          <a:p>
            <a:pPr>
              <a:lnSpc>
                <a:spcPct val="110000"/>
              </a:lnSpc>
            </a:pPr>
            <a:r>
              <a:rPr kumimoji="1" lang="en-US" altLang="zh-CN" sz="3200" b="1">
                <a:latin typeface="Times New Roman" charset="0"/>
                <a:ea typeface="楷体_GB2312" charset="0"/>
              </a:rPr>
              <a:t>  </a:t>
            </a:r>
            <a:endParaRPr kumimoji="1" lang="en-US" altLang="zh-CN" sz="3200">
              <a:latin typeface="Times New Roman" charset="0"/>
              <a:ea typeface="楷体_GB2312" charset="0"/>
            </a:endParaRPr>
          </a:p>
          <a:p>
            <a:pPr>
              <a:lnSpc>
                <a:spcPct val="110000"/>
              </a:lnSpc>
            </a:pPr>
            <a:r>
              <a:rPr kumimoji="1" lang="en-US" altLang="zh-CN" sz="3200" b="1">
                <a:solidFill>
                  <a:srgbClr val="800000"/>
                </a:solidFill>
                <a:latin typeface="Times New Roman" charset="0"/>
                <a:ea typeface="楷体_GB2312" charset="0"/>
              </a:rPr>
              <a:t>  if</a:t>
            </a:r>
            <a:r>
              <a:rPr kumimoji="1" lang="en-US" altLang="zh-CN" sz="3200">
                <a:solidFill>
                  <a:srgbClr val="800000"/>
                </a:solidFill>
                <a:latin typeface="Times New Roman" charset="0"/>
                <a:ea typeface="楷体_GB2312" charset="0"/>
              </a:rPr>
              <a:t> (T)</a:t>
            </a:r>
            <a:r>
              <a:rPr kumimoji="1" lang="en-US" altLang="zh-CN" sz="3200">
                <a:latin typeface="Times New Roman" charset="0"/>
                <a:ea typeface="楷体_GB2312" charset="0"/>
              </a:rPr>
              <a:t> </a:t>
            </a:r>
            <a:r>
              <a:rPr kumimoji="1" lang="en-US" altLang="zh-CN" sz="3200" b="1">
                <a:latin typeface="Times New Roman" charset="0"/>
                <a:ea typeface="楷体_GB2312" charset="0"/>
              </a:rPr>
              <a:t>{</a:t>
            </a:r>
            <a:endParaRPr kumimoji="1" lang="en-US" altLang="zh-CN" sz="3200">
              <a:latin typeface="Times New Roman" charset="0"/>
              <a:ea typeface="楷体_GB2312" charset="0"/>
            </a:endParaRPr>
          </a:p>
          <a:p>
            <a:pPr>
              <a:lnSpc>
                <a:spcPct val="110000"/>
              </a:lnSpc>
            </a:pPr>
            <a:r>
              <a:rPr kumimoji="1" lang="en-US" altLang="zh-CN" sz="3200">
                <a:solidFill>
                  <a:srgbClr val="008080"/>
                </a:solidFill>
                <a:latin typeface="Times New Roman" charset="0"/>
                <a:ea typeface="楷体_GB2312" charset="0"/>
              </a:rPr>
              <a:t>    </a:t>
            </a:r>
            <a:r>
              <a:rPr kumimoji="1" lang="en-US" altLang="zh-CN" sz="3200">
                <a:solidFill>
                  <a:srgbClr val="0000FF"/>
                </a:solidFill>
                <a:latin typeface="Times New Roman" charset="0"/>
                <a:ea typeface="楷体_GB2312" charset="0"/>
              </a:rPr>
              <a:t>Push( S, T-&gt;data );</a:t>
            </a:r>
          </a:p>
          <a:p>
            <a:pPr>
              <a:lnSpc>
                <a:spcPct val="110000"/>
              </a:lnSpc>
            </a:pPr>
            <a:r>
              <a:rPr kumimoji="1" lang="en-US" altLang="zh-CN" sz="3200" b="1">
                <a:solidFill>
                  <a:srgbClr val="FF00FF"/>
                </a:solidFill>
                <a:latin typeface="Times New Roman" charset="0"/>
                <a:ea typeface="楷体_GB2312" charset="0"/>
              </a:rPr>
              <a:t>    if</a:t>
            </a:r>
            <a:r>
              <a:rPr kumimoji="1" lang="en-US" altLang="zh-CN" sz="3200">
                <a:solidFill>
                  <a:srgbClr val="FF00FF"/>
                </a:solidFill>
                <a:latin typeface="Times New Roman" charset="0"/>
                <a:ea typeface="楷体_GB2312" charset="0"/>
              </a:rPr>
              <a:t> (</a:t>
            </a:r>
            <a:r>
              <a:rPr kumimoji="1" lang="en-US" altLang="zh-CN" sz="3200" b="1">
                <a:solidFill>
                  <a:srgbClr val="FF00FF"/>
                </a:solidFill>
                <a:latin typeface="Times New Roman" charset="0"/>
                <a:ea typeface="楷体_GB2312" charset="0"/>
              </a:rPr>
              <a:t>!</a:t>
            </a:r>
            <a:r>
              <a:rPr kumimoji="1" lang="en-US" altLang="zh-CN" sz="3200">
                <a:solidFill>
                  <a:srgbClr val="FF00FF"/>
                </a:solidFill>
                <a:latin typeface="Times New Roman" charset="0"/>
                <a:ea typeface="楷体_GB2312" charset="0"/>
              </a:rPr>
              <a:t>T-&gt;Lchild</a:t>
            </a:r>
            <a:r>
              <a:rPr kumimoji="1" lang="en-US" altLang="zh-CN" sz="3200" b="1">
                <a:solidFill>
                  <a:srgbClr val="FF00FF"/>
                </a:solidFill>
                <a:latin typeface="Times New Roman" charset="0"/>
                <a:ea typeface="楷体_GB2312" charset="0"/>
              </a:rPr>
              <a:t> &amp;&amp; !</a:t>
            </a:r>
            <a:r>
              <a:rPr kumimoji="1" lang="en-US" altLang="zh-CN" sz="3200">
                <a:solidFill>
                  <a:srgbClr val="FF00FF"/>
                </a:solidFill>
                <a:latin typeface="Times New Roman" charset="0"/>
                <a:ea typeface="楷体_GB2312" charset="0"/>
              </a:rPr>
              <a:t>T-&gt;Rchild ) PrintStack(S)</a:t>
            </a:r>
            <a:r>
              <a:rPr kumimoji="1" lang="en-US" altLang="zh-CN" sz="3200">
                <a:latin typeface="Times New Roman" charset="0"/>
                <a:ea typeface="楷体_GB2312" charset="0"/>
              </a:rPr>
              <a:t>;</a:t>
            </a:r>
          </a:p>
          <a:p>
            <a:pPr>
              <a:lnSpc>
                <a:spcPct val="110000"/>
              </a:lnSpc>
            </a:pPr>
            <a:r>
              <a:rPr kumimoji="1" lang="en-US" altLang="zh-CN" sz="3200" b="1">
                <a:latin typeface="Times New Roman" charset="0"/>
                <a:ea typeface="楷体_GB2312" charset="0"/>
              </a:rPr>
              <a:t>    else {</a:t>
            </a:r>
            <a:r>
              <a:rPr kumimoji="1" lang="en-US" altLang="zh-CN" sz="3200">
                <a:latin typeface="Times New Roman" charset="0"/>
                <a:ea typeface="楷体_GB2312" charset="0"/>
              </a:rPr>
              <a:t>  </a:t>
            </a:r>
            <a:r>
              <a:rPr kumimoji="1" lang="en-US" altLang="zh-CN" sz="2800" b="1">
                <a:latin typeface="Times New Roman" charset="0"/>
                <a:ea typeface="楷体_GB2312" charset="0"/>
              </a:rPr>
              <a:t>AllPath( T-&gt;Lchild, S );</a:t>
            </a:r>
          </a:p>
          <a:p>
            <a:pPr>
              <a:lnSpc>
                <a:spcPct val="110000"/>
              </a:lnSpc>
            </a:pPr>
            <a:r>
              <a:rPr kumimoji="1" lang="en-US" altLang="zh-CN" sz="2800" b="1">
                <a:latin typeface="Times New Roman" charset="0"/>
                <a:ea typeface="楷体_GB2312" charset="0"/>
              </a:rPr>
              <a:t>                AllPath( T-&gt;Rchild, S );</a:t>
            </a:r>
            <a:r>
              <a:rPr kumimoji="1" lang="en-US" altLang="zh-CN" sz="3200" b="1">
                <a:latin typeface="Times New Roman" charset="0"/>
                <a:ea typeface="楷体_GB2312" charset="0"/>
              </a:rPr>
              <a:t>  </a:t>
            </a:r>
          </a:p>
          <a:p>
            <a:pPr>
              <a:lnSpc>
                <a:spcPct val="110000"/>
              </a:lnSpc>
            </a:pPr>
            <a:r>
              <a:rPr kumimoji="1" lang="en-US" altLang="zh-CN" sz="3200" b="1">
                <a:latin typeface="Times New Roman" charset="0"/>
                <a:ea typeface="楷体_GB2312" charset="0"/>
              </a:rPr>
              <a:t>    }</a:t>
            </a:r>
          </a:p>
          <a:p>
            <a:pPr>
              <a:lnSpc>
                <a:spcPct val="110000"/>
              </a:lnSpc>
            </a:pPr>
            <a:r>
              <a:rPr kumimoji="1" lang="en-US" altLang="zh-CN" sz="3200">
                <a:solidFill>
                  <a:srgbClr val="008080"/>
                </a:solidFill>
                <a:latin typeface="Times New Roman" charset="0"/>
                <a:ea typeface="楷体_GB2312" charset="0"/>
              </a:rPr>
              <a:t>    </a:t>
            </a:r>
            <a:r>
              <a:rPr kumimoji="1" lang="en-US" altLang="zh-CN" sz="3200">
                <a:solidFill>
                  <a:srgbClr val="0000FF"/>
                </a:solidFill>
                <a:latin typeface="Times New Roman" charset="0"/>
                <a:ea typeface="楷体_GB2312" charset="0"/>
              </a:rPr>
              <a:t>Pop(S);</a:t>
            </a:r>
          </a:p>
          <a:p>
            <a:pPr>
              <a:lnSpc>
                <a:spcPct val="110000"/>
              </a:lnSpc>
            </a:pPr>
            <a:r>
              <a:rPr kumimoji="1" lang="en-US" altLang="zh-CN" sz="3200">
                <a:latin typeface="Times New Roman" charset="0"/>
                <a:ea typeface="楷体_GB2312" charset="0"/>
              </a:rPr>
              <a:t>  </a:t>
            </a:r>
            <a:r>
              <a:rPr kumimoji="1" lang="en-US" altLang="zh-CN" sz="3200" b="1">
                <a:latin typeface="Times New Roman" charset="0"/>
                <a:ea typeface="楷体_GB2312" charset="0"/>
              </a:rPr>
              <a:t>} </a:t>
            </a:r>
            <a:r>
              <a:rPr kumimoji="1" lang="en-US" altLang="zh-CN" sz="3200">
                <a:latin typeface="Times New Roman" charset="0"/>
                <a:ea typeface="楷体_GB2312" charset="0"/>
              </a:rPr>
              <a:t>//</a:t>
            </a:r>
            <a:r>
              <a:rPr kumimoji="1" lang="en-US" altLang="zh-CN" sz="3200" b="1">
                <a:latin typeface="Times New Roman" charset="0"/>
                <a:ea typeface="楷体_GB2312" charset="0"/>
              </a:rPr>
              <a:t> </a:t>
            </a:r>
            <a:r>
              <a:rPr kumimoji="1" lang="en-US" altLang="zh-CN" sz="3200">
                <a:latin typeface="Times New Roman" charset="0"/>
                <a:ea typeface="楷体_GB2312" charset="0"/>
              </a:rPr>
              <a:t>if(T)</a:t>
            </a:r>
            <a:endParaRPr kumimoji="1" lang="en-US" altLang="zh-CN" sz="3200" b="1">
              <a:latin typeface="Times New Roman" charset="0"/>
              <a:ea typeface="楷体_GB2312" charset="0"/>
            </a:endParaRPr>
          </a:p>
          <a:p>
            <a:pPr>
              <a:lnSpc>
                <a:spcPct val="110000"/>
              </a:lnSpc>
            </a:pPr>
            <a:r>
              <a:rPr kumimoji="1" lang="en-US" altLang="zh-CN" sz="3200" b="1">
                <a:latin typeface="Times New Roman" charset="0"/>
                <a:ea typeface="楷体_GB2312" charset="0"/>
              </a:rPr>
              <a:t>}</a:t>
            </a:r>
            <a:r>
              <a:rPr kumimoji="1" lang="en-US" altLang="zh-CN" sz="3200">
                <a:latin typeface="Times New Roman" charset="0"/>
                <a:ea typeface="楷体_GB2312" charset="0"/>
              </a:rPr>
              <a:t> // AllPath</a:t>
            </a:r>
            <a:endParaRPr kumimoji="1" lang="en-US" altLang="zh-CN" sz="3200">
              <a:latin typeface="Times New Roman" charset="0"/>
            </a:endParaRPr>
          </a:p>
        </p:txBody>
      </p:sp>
      <p:sp>
        <p:nvSpPr>
          <p:cNvPr id="285699" name="Text Box 3"/>
          <p:cNvSpPr txBox="1">
            <a:spLocks noChangeArrowheads="1"/>
          </p:cNvSpPr>
          <p:nvPr/>
        </p:nvSpPr>
        <p:spPr bwMode="auto">
          <a:xfrm>
            <a:off x="631825" y="1524000"/>
            <a:ext cx="7978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200" b="1">
                <a:solidFill>
                  <a:srgbClr val="00502E"/>
                </a:solidFill>
                <a:latin typeface="Times New Roman" charset="0"/>
                <a:ea typeface="楷体_GB2312" charset="0"/>
              </a:rPr>
              <a:t>// </a:t>
            </a:r>
            <a:r>
              <a:rPr kumimoji="1" lang="zh-CN" altLang="en-US" sz="3200" b="1">
                <a:solidFill>
                  <a:srgbClr val="00502E"/>
                </a:solidFill>
                <a:latin typeface="Times New Roman" charset="0"/>
                <a:ea typeface="楷体_GB2312" charset="0"/>
              </a:rPr>
              <a:t>输出二叉树上从根到所有叶子结点的路径</a:t>
            </a:r>
            <a:endParaRPr kumimoji="1" lang="zh-CN" altLang="en-US" sz="3200" b="1">
              <a:solidFill>
                <a:schemeClr val="tx2"/>
              </a:solidFill>
              <a:latin typeface="Times New Roman" charset="0"/>
              <a:ea typeface="楷体_GB2312" charset="0"/>
            </a:endParaRPr>
          </a:p>
        </p:txBody>
      </p:sp>
    </p:spTree>
    <p:extLst>
      <p:ext uri="{BB962C8B-B14F-4D97-AF65-F5344CB8AC3E}">
        <p14:creationId xmlns:p14="http://schemas.microsoft.com/office/powerpoint/2010/main" val="14836297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285698"/>
                                        </p:tgtEl>
                                        <p:attrNameLst>
                                          <p:attrName>style.visibility</p:attrName>
                                        </p:attrNameLst>
                                      </p:cBhvr>
                                      <p:to>
                                        <p:strVal val="visible"/>
                                      </p:to>
                                    </p:set>
                                    <p:animEffect transition="in" filter="strips(upRight)">
                                      <p:cBhvr>
                                        <p:cTn id="7" dur="500"/>
                                        <p:tgtEl>
                                          <p:spTgt spid="285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85699"/>
                                        </p:tgtEl>
                                        <p:attrNameLst>
                                          <p:attrName>style.visibility</p:attrName>
                                        </p:attrNameLst>
                                      </p:cBhvr>
                                      <p:to>
                                        <p:strVal val="visible"/>
                                      </p:to>
                                    </p:set>
                                    <p:animEffect transition="in" filter="wipe(left)">
                                      <p:cBhvr>
                                        <p:cTn id="12" dur="300"/>
                                        <p:tgtEl>
                                          <p:spTgt spid="285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autoUpdateAnimBg="0"/>
      <p:bldP spid="285699"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Text Box 2"/>
          <p:cNvSpPr txBox="1">
            <a:spLocks noChangeArrowheads="1"/>
          </p:cNvSpPr>
          <p:nvPr/>
        </p:nvSpPr>
        <p:spPr bwMode="auto">
          <a:xfrm>
            <a:off x="1566863" y="112713"/>
            <a:ext cx="6967537" cy="668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006666"/>
                </a:solidFill>
                <a:latin typeface="Times New Roman" charset="0"/>
                <a:ea typeface="楷体_GB2312" charset="0"/>
              </a:rPr>
              <a:t>void</a:t>
            </a:r>
            <a:r>
              <a:rPr kumimoji="1" lang="en-US" altLang="zh-CN" sz="3600">
                <a:solidFill>
                  <a:srgbClr val="006666"/>
                </a:solidFill>
                <a:latin typeface="Times New Roman" charset="0"/>
                <a:ea typeface="楷体_GB2312" charset="0"/>
              </a:rPr>
              <a:t> OutPath( Bitree T, Stack</a:t>
            </a:r>
            <a:r>
              <a:rPr kumimoji="1" lang="en-US" altLang="zh-CN" sz="3600" b="1">
                <a:solidFill>
                  <a:srgbClr val="006666"/>
                </a:solidFill>
                <a:latin typeface="Times New Roman" charset="0"/>
                <a:ea typeface="楷体_GB2312" charset="0"/>
              </a:rPr>
              <a:t>&amp;</a:t>
            </a:r>
            <a:r>
              <a:rPr kumimoji="1" lang="en-US" altLang="zh-CN" sz="3600">
                <a:solidFill>
                  <a:srgbClr val="006666"/>
                </a:solidFill>
                <a:latin typeface="Times New Roman" charset="0"/>
                <a:ea typeface="楷体_GB2312" charset="0"/>
              </a:rPr>
              <a:t> S ) </a:t>
            </a:r>
            <a:r>
              <a:rPr kumimoji="1" lang="en-US" altLang="zh-CN" sz="3600" b="1">
                <a:solidFill>
                  <a:srgbClr val="006666"/>
                </a:solidFill>
                <a:latin typeface="Times New Roman" charset="0"/>
                <a:ea typeface="楷体_GB2312" charset="0"/>
              </a:rPr>
              <a:t>{</a:t>
            </a:r>
            <a:endParaRPr kumimoji="1" lang="en-US" altLang="zh-CN" sz="3600">
              <a:latin typeface="Times New Roman" charset="0"/>
              <a:ea typeface="楷体_GB2312" charset="0"/>
            </a:endParaRPr>
          </a:p>
          <a:p>
            <a:pPr>
              <a:lnSpc>
                <a:spcPct val="120000"/>
              </a:lnSpc>
            </a:pPr>
            <a:r>
              <a:rPr kumimoji="1" lang="en-US" altLang="zh-CN" sz="3600">
                <a:latin typeface="Times New Roman" charset="0"/>
                <a:ea typeface="楷体_GB2312" charset="0"/>
              </a:rPr>
              <a:t>  </a:t>
            </a:r>
          </a:p>
          <a:p>
            <a:pPr>
              <a:lnSpc>
                <a:spcPct val="120000"/>
              </a:lnSpc>
            </a:pPr>
            <a:r>
              <a:rPr kumimoji="1" lang="en-US" altLang="zh-CN" sz="3600">
                <a:latin typeface="Times New Roman" charset="0"/>
                <a:ea typeface="楷体_GB2312" charset="0"/>
              </a:rPr>
              <a:t>  </a:t>
            </a:r>
            <a:r>
              <a:rPr kumimoji="1" lang="en-US" altLang="zh-CN" sz="3600" b="1">
                <a:solidFill>
                  <a:srgbClr val="800000"/>
                </a:solidFill>
                <a:latin typeface="Times New Roman" charset="0"/>
                <a:ea typeface="楷体_GB2312" charset="0"/>
              </a:rPr>
              <a:t>if</a:t>
            </a:r>
            <a:r>
              <a:rPr kumimoji="1" lang="en-US" altLang="zh-CN" sz="3600">
                <a:solidFill>
                  <a:srgbClr val="800000"/>
                </a:solidFill>
                <a:latin typeface="Times New Roman" charset="0"/>
                <a:ea typeface="楷体_GB2312" charset="0"/>
              </a:rPr>
              <a:t> ( T ) </a:t>
            </a:r>
            <a:r>
              <a:rPr kumimoji="1" lang="en-US" altLang="zh-CN" sz="3600" b="1">
                <a:solidFill>
                  <a:srgbClr val="006666"/>
                </a:solidFill>
                <a:latin typeface="Times New Roman" charset="0"/>
                <a:ea typeface="楷体_GB2312" charset="0"/>
              </a:rPr>
              <a:t>{</a:t>
            </a:r>
            <a:endParaRPr kumimoji="1" lang="en-US" altLang="zh-CN" sz="3600">
              <a:solidFill>
                <a:srgbClr val="006666"/>
              </a:solidFill>
              <a:latin typeface="Times New Roman" charset="0"/>
              <a:ea typeface="楷体_GB2312" charset="0"/>
            </a:endParaRPr>
          </a:p>
          <a:p>
            <a:pPr>
              <a:lnSpc>
                <a:spcPct val="120000"/>
              </a:lnSpc>
            </a:pPr>
            <a:r>
              <a:rPr kumimoji="1" lang="en-US" altLang="zh-CN" sz="3600">
                <a:latin typeface="Times New Roman" charset="0"/>
                <a:ea typeface="楷体_GB2312" charset="0"/>
              </a:rPr>
              <a:t>    </a:t>
            </a:r>
            <a:r>
              <a:rPr kumimoji="1" lang="en-US" altLang="zh-CN" sz="3600">
                <a:solidFill>
                  <a:srgbClr val="FF3300"/>
                </a:solidFill>
                <a:latin typeface="Times New Roman" charset="0"/>
                <a:ea typeface="楷体_GB2312" charset="0"/>
              </a:rPr>
              <a:t>Push(S, T-&gt;data );</a:t>
            </a:r>
            <a:endParaRPr kumimoji="1" lang="en-US" altLang="zh-CN" sz="3600">
              <a:latin typeface="Times New Roman" charset="0"/>
              <a:ea typeface="楷体_GB2312" charset="0"/>
            </a:endParaRPr>
          </a:p>
          <a:p>
            <a:pPr>
              <a:lnSpc>
                <a:spcPct val="120000"/>
              </a:lnSpc>
            </a:pPr>
            <a:r>
              <a:rPr kumimoji="1" lang="en-US" altLang="zh-CN" sz="3600">
                <a:latin typeface="Times New Roman" charset="0"/>
                <a:ea typeface="楷体_GB2312" charset="0"/>
              </a:rPr>
              <a:t>    </a:t>
            </a:r>
            <a:r>
              <a:rPr kumimoji="1" lang="en-US" altLang="zh-CN" sz="3600" b="1">
                <a:solidFill>
                  <a:srgbClr val="FF00FF"/>
                </a:solidFill>
                <a:latin typeface="Times New Roman" charset="0"/>
                <a:ea typeface="楷体_GB2312" charset="0"/>
              </a:rPr>
              <a:t>if</a:t>
            </a:r>
            <a:r>
              <a:rPr kumimoji="1" lang="en-US" altLang="zh-CN" sz="3600">
                <a:solidFill>
                  <a:srgbClr val="FF00FF"/>
                </a:solidFill>
                <a:latin typeface="Times New Roman" charset="0"/>
                <a:ea typeface="楷体_GB2312" charset="0"/>
              </a:rPr>
              <a:t> ( </a:t>
            </a:r>
            <a:r>
              <a:rPr kumimoji="1" lang="en-US" altLang="zh-CN" sz="3600" b="1">
                <a:solidFill>
                  <a:srgbClr val="FF00FF"/>
                </a:solidFill>
                <a:latin typeface="Times New Roman" charset="0"/>
                <a:ea typeface="楷体_GB2312" charset="0"/>
              </a:rPr>
              <a:t>!</a:t>
            </a:r>
            <a:r>
              <a:rPr kumimoji="1" lang="en-US" altLang="zh-CN" sz="3600">
                <a:solidFill>
                  <a:srgbClr val="FF00FF"/>
                </a:solidFill>
                <a:latin typeface="Times New Roman" charset="0"/>
                <a:ea typeface="楷体_GB2312" charset="0"/>
              </a:rPr>
              <a:t>T-&gt;firstchild ) Printstack(s);</a:t>
            </a:r>
          </a:p>
          <a:p>
            <a:pPr>
              <a:lnSpc>
                <a:spcPct val="120000"/>
              </a:lnSpc>
            </a:pPr>
            <a:r>
              <a:rPr kumimoji="1" lang="en-US" altLang="zh-CN" sz="3600">
                <a:latin typeface="Times New Roman" charset="0"/>
                <a:ea typeface="楷体_GB2312" charset="0"/>
              </a:rPr>
              <a:t>    </a:t>
            </a:r>
            <a:r>
              <a:rPr kumimoji="1" lang="en-US" altLang="zh-CN" sz="3600" b="1">
                <a:latin typeface="Times New Roman" charset="0"/>
                <a:ea typeface="楷体_GB2312" charset="0"/>
              </a:rPr>
              <a:t>else</a:t>
            </a:r>
            <a:r>
              <a:rPr kumimoji="1" lang="en-US" altLang="zh-CN" sz="3600">
                <a:latin typeface="Times New Roman" charset="0"/>
                <a:ea typeface="楷体_GB2312" charset="0"/>
              </a:rPr>
              <a:t> OutPath( T-&gt;firstchild, s );</a:t>
            </a:r>
          </a:p>
          <a:p>
            <a:pPr>
              <a:lnSpc>
                <a:spcPct val="120000"/>
              </a:lnSpc>
            </a:pPr>
            <a:r>
              <a:rPr kumimoji="1" lang="en-US" altLang="zh-CN" sz="3600">
                <a:latin typeface="Times New Roman" charset="0"/>
                <a:ea typeface="楷体_GB2312" charset="0"/>
              </a:rPr>
              <a:t>    </a:t>
            </a:r>
            <a:r>
              <a:rPr kumimoji="1" lang="en-US" altLang="zh-CN" sz="3600">
                <a:solidFill>
                  <a:srgbClr val="FF3300"/>
                </a:solidFill>
                <a:latin typeface="Times New Roman" charset="0"/>
                <a:ea typeface="楷体_GB2312" charset="0"/>
              </a:rPr>
              <a:t>Pop(S);</a:t>
            </a:r>
          </a:p>
          <a:p>
            <a:pPr>
              <a:lnSpc>
                <a:spcPct val="120000"/>
              </a:lnSpc>
            </a:pPr>
            <a:r>
              <a:rPr kumimoji="1" lang="en-US" altLang="zh-CN" sz="3600">
                <a:latin typeface="Times New Roman" charset="0"/>
                <a:ea typeface="楷体_GB2312" charset="0"/>
              </a:rPr>
              <a:t>    OutPath(</a:t>
            </a:r>
            <a:r>
              <a:rPr kumimoji="1" lang="en-US" altLang="zh-CN" sz="3600">
                <a:solidFill>
                  <a:srgbClr val="800000"/>
                </a:solidFill>
                <a:latin typeface="Times New Roman" charset="0"/>
                <a:ea typeface="楷体_GB2312" charset="0"/>
              </a:rPr>
              <a:t> T-&gt;nextsibling)</a:t>
            </a:r>
            <a:r>
              <a:rPr kumimoji="1" lang="en-US" altLang="zh-CN" sz="3600">
                <a:latin typeface="Times New Roman" charset="0"/>
                <a:ea typeface="楷体_GB2312" charset="0"/>
              </a:rPr>
              <a:t>;</a:t>
            </a:r>
          </a:p>
          <a:p>
            <a:pPr>
              <a:lnSpc>
                <a:spcPct val="120000"/>
              </a:lnSpc>
            </a:pPr>
            <a:r>
              <a:rPr kumimoji="1" lang="en-US" altLang="zh-CN" sz="3600">
                <a:latin typeface="Times New Roman" charset="0"/>
                <a:ea typeface="楷体_GB2312" charset="0"/>
              </a:rPr>
              <a:t>  </a:t>
            </a:r>
            <a:r>
              <a:rPr kumimoji="1" lang="en-US" altLang="zh-CN" sz="3600" b="1">
                <a:solidFill>
                  <a:srgbClr val="006666"/>
                </a:solidFill>
                <a:latin typeface="Times New Roman" charset="0"/>
                <a:ea typeface="楷体_GB2312" charset="0"/>
              </a:rPr>
              <a:t>}</a:t>
            </a:r>
            <a:r>
              <a:rPr kumimoji="1" lang="en-US" altLang="zh-CN" sz="3600">
                <a:solidFill>
                  <a:srgbClr val="006666"/>
                </a:solidFill>
                <a:latin typeface="Times New Roman" charset="0"/>
                <a:ea typeface="楷体_GB2312" charset="0"/>
              </a:rPr>
              <a:t> // while</a:t>
            </a:r>
          </a:p>
          <a:p>
            <a:pPr>
              <a:lnSpc>
                <a:spcPct val="120000"/>
              </a:lnSpc>
            </a:pPr>
            <a:r>
              <a:rPr kumimoji="1" lang="en-US" altLang="zh-CN" sz="3600" b="1">
                <a:solidFill>
                  <a:srgbClr val="006666"/>
                </a:solidFill>
                <a:latin typeface="Times New Roman" charset="0"/>
                <a:ea typeface="楷体_GB2312" charset="0"/>
              </a:rPr>
              <a:t>}</a:t>
            </a:r>
            <a:r>
              <a:rPr kumimoji="1" lang="en-US" altLang="zh-CN" sz="3600">
                <a:solidFill>
                  <a:srgbClr val="006666"/>
                </a:solidFill>
                <a:latin typeface="Times New Roman" charset="0"/>
                <a:ea typeface="楷体_GB2312" charset="0"/>
              </a:rPr>
              <a:t> // OutPath</a:t>
            </a:r>
            <a:endParaRPr kumimoji="1" lang="en-US" altLang="zh-CN" sz="3600">
              <a:solidFill>
                <a:srgbClr val="006666"/>
              </a:solidFill>
              <a:latin typeface="Times New Roman" charset="0"/>
            </a:endParaRPr>
          </a:p>
        </p:txBody>
      </p:sp>
      <p:sp>
        <p:nvSpPr>
          <p:cNvPr id="286723" name="Text Box 3"/>
          <p:cNvSpPr txBox="1">
            <a:spLocks noChangeArrowheads="1"/>
          </p:cNvSpPr>
          <p:nvPr/>
        </p:nvSpPr>
        <p:spPr bwMode="auto">
          <a:xfrm>
            <a:off x="914400" y="914400"/>
            <a:ext cx="7705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0000FF"/>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a:solidFill>
                  <a:srgbClr val="0000FF"/>
                </a:solidFill>
                <a:latin typeface="Times New Roman" charset="0"/>
                <a:ea typeface="楷体_GB2312" charset="0"/>
              </a:rPr>
              <a:t>// </a:t>
            </a:r>
            <a:r>
              <a:rPr kumimoji="1" lang="zh-CN" altLang="en-US" sz="4000">
                <a:solidFill>
                  <a:srgbClr val="0000FF"/>
                </a:solidFill>
                <a:latin typeface="Times New Roman" charset="0"/>
                <a:ea typeface="楷体_GB2312" charset="0"/>
              </a:rPr>
              <a:t>输出森林中所有从根到叶的路径</a:t>
            </a:r>
            <a:endParaRPr kumimoji="1" lang="zh-CN" altLang="en-US" sz="4000">
              <a:latin typeface="Times New Roman" charset="0"/>
              <a:ea typeface="楷体_GB2312" charset="0"/>
            </a:endParaRPr>
          </a:p>
        </p:txBody>
      </p:sp>
      <p:sp>
        <p:nvSpPr>
          <p:cNvPr id="286724" name="AutoShape 4">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164967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strips(upLeft)">
                                      <p:cBhvr>
                                        <p:cTn id="7" dur="500"/>
                                        <p:tgtEl>
                                          <p:spTgt spid="286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86723"/>
                                        </p:tgtEl>
                                        <p:attrNameLst>
                                          <p:attrName>style.visibility</p:attrName>
                                        </p:attrNameLst>
                                      </p:cBhvr>
                                      <p:to>
                                        <p:strVal val="visible"/>
                                      </p:to>
                                    </p:set>
                                    <p:animEffect transition="in" filter="wipe(left)">
                                      <p:cBhvr>
                                        <p:cTn id="12" dur="300"/>
                                        <p:tgtEl>
                                          <p:spTgt spid="286723"/>
                                        </p:tgtEl>
                                      </p:cBhvr>
                                    </p:animEffect>
                                  </p:childTnLst>
                                </p:cTn>
                              </p:par>
                            </p:childTnLst>
                          </p:cTn>
                        </p:par>
                        <p:par>
                          <p:cTn id="13" fill="hold" nodeType="afterGroup">
                            <p:stCondLst>
                              <p:cond delay="3300"/>
                            </p:stCondLst>
                            <p:childTnLst>
                              <p:par>
                                <p:cTn id="14" presetID="2" presetClass="entr" presetSubtype="6" fill="hold" grpId="0" nodeType="afterEffect">
                                  <p:stCondLst>
                                    <p:cond delay="0"/>
                                  </p:stCondLst>
                                  <p:childTnLst>
                                    <p:set>
                                      <p:cBhvr>
                                        <p:cTn id="15" dur="1" fill="hold">
                                          <p:stCondLst>
                                            <p:cond delay="0"/>
                                          </p:stCondLst>
                                        </p:cTn>
                                        <p:tgtEl>
                                          <p:spTgt spid="286724"/>
                                        </p:tgtEl>
                                        <p:attrNameLst>
                                          <p:attrName>style.visibility</p:attrName>
                                        </p:attrNameLst>
                                      </p:cBhvr>
                                      <p:to>
                                        <p:strVal val="visible"/>
                                      </p:to>
                                    </p:set>
                                    <p:anim calcmode="lin" valueType="num">
                                      <p:cBhvr additive="base">
                                        <p:cTn id="16" dur="500" fill="hold"/>
                                        <p:tgtEl>
                                          <p:spTgt spid="286724"/>
                                        </p:tgtEl>
                                        <p:attrNameLst>
                                          <p:attrName>ppt_x</p:attrName>
                                        </p:attrNameLst>
                                      </p:cBhvr>
                                      <p:tavLst>
                                        <p:tav tm="0">
                                          <p:val>
                                            <p:strVal val="1+#ppt_w/2"/>
                                          </p:val>
                                        </p:tav>
                                        <p:tav tm="100000">
                                          <p:val>
                                            <p:strVal val="#ppt_x"/>
                                          </p:val>
                                        </p:tav>
                                      </p:tavLst>
                                    </p:anim>
                                    <p:anim calcmode="lin" valueType="num">
                                      <p:cBhvr additive="base">
                                        <p:cTn id="17" dur="500" fill="hold"/>
                                        <p:tgtEl>
                                          <p:spTgt spid="286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autoUpdateAnimBg="0"/>
      <p:bldP spid="286723" grpId="0" autoUpdateAnimBg="0"/>
      <p:bldP spid="286724"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Text Box 2"/>
          <p:cNvSpPr txBox="1">
            <a:spLocks noChangeArrowheads="1"/>
          </p:cNvSpPr>
          <p:nvPr/>
        </p:nvSpPr>
        <p:spPr bwMode="auto">
          <a:xfrm>
            <a:off x="1447800" y="152400"/>
            <a:ext cx="64690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8080"/>
                </a:solidFill>
                <a:latin typeface="Times New Roman" charset="0"/>
                <a:ea typeface="楷体_GB2312" charset="0"/>
              </a:rPr>
              <a:t>三、建树的存储结构的算法</a:t>
            </a:r>
            <a:r>
              <a:rPr kumimoji="1" lang="en-US" altLang="zh-CN" sz="4000" b="1">
                <a:solidFill>
                  <a:srgbClr val="008080"/>
                </a:solidFill>
                <a:latin typeface="Times New Roman" charset="0"/>
                <a:ea typeface="隶书" charset="0"/>
              </a:rPr>
              <a:t>:</a:t>
            </a:r>
            <a:endParaRPr kumimoji="1" lang="en-US" altLang="zh-CN" sz="2400">
              <a:latin typeface="Times New Roman" charset="0"/>
              <a:ea typeface="隶书" charset="0"/>
            </a:endParaRPr>
          </a:p>
        </p:txBody>
      </p:sp>
      <p:sp>
        <p:nvSpPr>
          <p:cNvPr id="287747" name="Text Box 3"/>
          <p:cNvSpPr txBox="1">
            <a:spLocks noChangeArrowheads="1"/>
          </p:cNvSpPr>
          <p:nvPr/>
        </p:nvSpPr>
        <p:spPr bwMode="auto">
          <a:xfrm>
            <a:off x="365125" y="1485900"/>
            <a:ext cx="84740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5000"/>
              </a:lnSpc>
            </a:pPr>
            <a:r>
              <a:rPr kumimoji="1" lang="en-US" altLang="zh-CN" sz="3600">
                <a:latin typeface="Times New Roman" charset="0"/>
                <a:ea typeface="楷体_GB2312" charset="0"/>
              </a:rPr>
              <a:t>        </a:t>
            </a:r>
            <a:r>
              <a:rPr kumimoji="1" lang="zh-CN" altLang="en-US" sz="4000">
                <a:solidFill>
                  <a:srgbClr val="800080"/>
                </a:solidFill>
                <a:latin typeface="Times New Roman" charset="0"/>
                <a:ea typeface="楷体_GB2312" charset="0"/>
              </a:rPr>
              <a:t>和二叉树类似，不同的定义相应有不同的算法。</a:t>
            </a:r>
            <a:endParaRPr kumimoji="1" lang="zh-CN" altLang="en-US" sz="2400">
              <a:latin typeface="Times New Roman" charset="0"/>
            </a:endParaRPr>
          </a:p>
        </p:txBody>
      </p:sp>
      <p:sp>
        <p:nvSpPr>
          <p:cNvPr id="287748" name="Text Box 4"/>
          <p:cNvSpPr txBox="1">
            <a:spLocks noChangeArrowheads="1"/>
          </p:cNvSpPr>
          <p:nvPr/>
        </p:nvSpPr>
        <p:spPr bwMode="auto">
          <a:xfrm>
            <a:off x="457200" y="3722688"/>
            <a:ext cx="8153400" cy="206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3600">
                <a:latin typeface="Times New Roman" charset="0"/>
                <a:ea typeface="楷体_GB2312" charset="0"/>
              </a:rPr>
              <a:t>        </a:t>
            </a:r>
            <a:r>
              <a:rPr kumimoji="1" lang="zh-CN" altLang="en-US" sz="3600">
                <a:solidFill>
                  <a:srgbClr val="990000"/>
                </a:solidFill>
                <a:latin typeface="Times New Roman" charset="0"/>
                <a:ea typeface="楷体_GB2312" charset="0"/>
              </a:rPr>
              <a:t>假设以二元组</a:t>
            </a:r>
            <a:r>
              <a:rPr kumimoji="1" lang="en-US" altLang="zh-CN" sz="3600" b="1">
                <a:solidFill>
                  <a:srgbClr val="990000"/>
                </a:solidFill>
                <a:latin typeface="Times New Roman" charset="0"/>
                <a:ea typeface="楷体_GB2312" charset="0"/>
              </a:rPr>
              <a:t>(F</a:t>
            </a:r>
            <a:r>
              <a:rPr kumimoji="1" lang="zh-CN" altLang="en-US" sz="3600" b="1">
                <a:solidFill>
                  <a:srgbClr val="990000"/>
                </a:solidFill>
                <a:latin typeface="Times New Roman" charset="0"/>
                <a:ea typeface="楷体_GB2312" charset="0"/>
              </a:rPr>
              <a:t>，</a:t>
            </a:r>
            <a:r>
              <a:rPr kumimoji="1" lang="en-US" altLang="zh-CN" sz="3600" b="1">
                <a:solidFill>
                  <a:srgbClr val="990000"/>
                </a:solidFill>
                <a:latin typeface="Times New Roman" charset="0"/>
                <a:ea typeface="楷体_GB2312" charset="0"/>
              </a:rPr>
              <a:t>C)</a:t>
            </a:r>
            <a:r>
              <a:rPr kumimoji="1" lang="zh-CN" altLang="en-US" sz="3600">
                <a:solidFill>
                  <a:srgbClr val="990000"/>
                </a:solidFill>
                <a:latin typeface="Times New Roman" charset="0"/>
                <a:ea typeface="楷体_GB2312" charset="0"/>
              </a:rPr>
              <a:t>的形式</a:t>
            </a:r>
            <a:r>
              <a:rPr kumimoji="1" lang="zh-CN" altLang="en-US" sz="3600" b="1">
                <a:solidFill>
                  <a:srgbClr val="990000"/>
                </a:solidFill>
                <a:latin typeface="Times New Roman" charset="0"/>
                <a:ea typeface="楷体_GB2312" charset="0"/>
              </a:rPr>
              <a:t>自上而下</a:t>
            </a:r>
            <a:r>
              <a:rPr kumimoji="1" lang="zh-CN" altLang="en-US" sz="3600">
                <a:solidFill>
                  <a:srgbClr val="990000"/>
                </a:solidFill>
                <a:latin typeface="Times New Roman" charset="0"/>
                <a:ea typeface="楷体_GB2312" charset="0"/>
              </a:rPr>
              <a:t>、</a:t>
            </a:r>
            <a:r>
              <a:rPr kumimoji="1" lang="zh-CN" altLang="en-US" sz="3600" b="1">
                <a:solidFill>
                  <a:srgbClr val="990000"/>
                </a:solidFill>
                <a:latin typeface="Times New Roman" charset="0"/>
                <a:ea typeface="楷体_GB2312" charset="0"/>
              </a:rPr>
              <a:t>自左而右</a:t>
            </a:r>
            <a:r>
              <a:rPr kumimoji="1" lang="zh-CN" altLang="en-US" sz="3600">
                <a:solidFill>
                  <a:srgbClr val="990000"/>
                </a:solidFill>
                <a:latin typeface="Times New Roman" charset="0"/>
                <a:ea typeface="楷体_GB2312" charset="0"/>
              </a:rPr>
              <a:t>依次输入树的各边，建立树的</a:t>
            </a:r>
            <a:r>
              <a:rPr kumimoji="1" lang="zh-CN" altLang="en-US" sz="3600" b="1">
                <a:solidFill>
                  <a:srgbClr val="990000"/>
                </a:solidFill>
                <a:latin typeface="Times New Roman" charset="0"/>
                <a:ea typeface="楷体_GB2312" charset="0"/>
              </a:rPr>
              <a:t>孩子</a:t>
            </a:r>
            <a:r>
              <a:rPr kumimoji="1" lang="en-US" altLang="zh-CN" sz="3600" b="1">
                <a:solidFill>
                  <a:srgbClr val="990000"/>
                </a:solidFill>
                <a:latin typeface="Times New Roman" charset="0"/>
                <a:ea typeface="楷体_GB2312" charset="0"/>
              </a:rPr>
              <a:t>-</a:t>
            </a:r>
            <a:r>
              <a:rPr kumimoji="1" lang="zh-CN" altLang="en-US" sz="3600" b="1">
                <a:solidFill>
                  <a:srgbClr val="990000"/>
                </a:solidFill>
                <a:latin typeface="Times New Roman" charset="0"/>
                <a:ea typeface="楷体_GB2312" charset="0"/>
              </a:rPr>
              <a:t>兄弟链表</a:t>
            </a:r>
            <a:r>
              <a:rPr kumimoji="1" lang="zh-CN" altLang="en-US" sz="3600">
                <a:solidFill>
                  <a:srgbClr val="990000"/>
                </a:solidFill>
                <a:latin typeface="Times New Roman" charset="0"/>
                <a:ea typeface="楷体_GB2312" charset="0"/>
              </a:rPr>
              <a:t>。</a:t>
            </a:r>
            <a:endParaRPr kumimoji="1" lang="zh-CN" altLang="en-US" sz="2400">
              <a:solidFill>
                <a:srgbClr val="990000"/>
              </a:solidFill>
              <a:latin typeface="Times New Roman" charset="0"/>
            </a:endParaRPr>
          </a:p>
        </p:txBody>
      </p:sp>
    </p:spTree>
    <p:extLst>
      <p:ext uri="{BB962C8B-B14F-4D97-AF65-F5344CB8AC3E}">
        <p14:creationId xmlns:p14="http://schemas.microsoft.com/office/powerpoint/2010/main" val="446159010"/>
      </p:ext>
    </p:extLst>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Oval 2"/>
          <p:cNvSpPr>
            <a:spLocks noChangeArrowheads="1"/>
          </p:cNvSpPr>
          <p:nvPr/>
        </p:nvSpPr>
        <p:spPr bwMode="auto">
          <a:xfrm>
            <a:off x="1295400" y="16002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1" name="Text Box 3"/>
          <p:cNvSpPr txBox="1">
            <a:spLocks noChangeArrowheads="1"/>
          </p:cNvSpPr>
          <p:nvPr/>
        </p:nvSpPr>
        <p:spPr bwMode="auto">
          <a:xfrm>
            <a:off x="1317625" y="15240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A</a:t>
            </a:r>
            <a:endParaRPr kumimoji="1" lang="en-US" altLang="zh-CN" sz="2400">
              <a:latin typeface="Times New Roman" charset="0"/>
            </a:endParaRPr>
          </a:p>
        </p:txBody>
      </p:sp>
      <p:sp>
        <p:nvSpPr>
          <p:cNvPr id="288772" name="Oval 4"/>
          <p:cNvSpPr>
            <a:spLocks noChangeArrowheads="1"/>
          </p:cNvSpPr>
          <p:nvPr/>
        </p:nvSpPr>
        <p:spPr bwMode="auto">
          <a:xfrm>
            <a:off x="1295400" y="26670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3" name="Oval 5"/>
          <p:cNvSpPr>
            <a:spLocks noChangeArrowheads="1"/>
          </p:cNvSpPr>
          <p:nvPr/>
        </p:nvSpPr>
        <p:spPr bwMode="auto">
          <a:xfrm>
            <a:off x="304800" y="26670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4" name="Oval 6"/>
          <p:cNvSpPr>
            <a:spLocks noChangeArrowheads="1"/>
          </p:cNvSpPr>
          <p:nvPr/>
        </p:nvSpPr>
        <p:spPr bwMode="auto">
          <a:xfrm>
            <a:off x="2286000" y="26670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5" name="Oval 7"/>
          <p:cNvSpPr>
            <a:spLocks noChangeArrowheads="1"/>
          </p:cNvSpPr>
          <p:nvPr/>
        </p:nvSpPr>
        <p:spPr bwMode="auto">
          <a:xfrm>
            <a:off x="914400" y="38100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6" name="Oval 8"/>
          <p:cNvSpPr>
            <a:spLocks noChangeArrowheads="1"/>
          </p:cNvSpPr>
          <p:nvPr/>
        </p:nvSpPr>
        <p:spPr bwMode="auto">
          <a:xfrm>
            <a:off x="1828800" y="38100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7" name="Oval 9"/>
          <p:cNvSpPr>
            <a:spLocks noChangeArrowheads="1"/>
          </p:cNvSpPr>
          <p:nvPr/>
        </p:nvSpPr>
        <p:spPr bwMode="auto">
          <a:xfrm>
            <a:off x="914400" y="4953000"/>
            <a:ext cx="609600" cy="609600"/>
          </a:xfrm>
          <a:prstGeom prst="ellipse">
            <a:avLst/>
          </a:prstGeom>
          <a:noFill/>
          <a:ln w="28575" cap="sq">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78" name="Text Box 10"/>
          <p:cNvSpPr txBox="1">
            <a:spLocks noChangeArrowheads="1"/>
          </p:cNvSpPr>
          <p:nvPr/>
        </p:nvSpPr>
        <p:spPr bwMode="auto">
          <a:xfrm>
            <a:off x="381000" y="25908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B</a:t>
            </a:r>
            <a:endParaRPr kumimoji="1" lang="en-US" altLang="zh-CN" sz="2400">
              <a:latin typeface="Times New Roman" charset="0"/>
            </a:endParaRPr>
          </a:p>
        </p:txBody>
      </p:sp>
      <p:sp>
        <p:nvSpPr>
          <p:cNvPr id="288779" name="Text Box 11"/>
          <p:cNvSpPr txBox="1">
            <a:spLocks noChangeArrowheads="1"/>
          </p:cNvSpPr>
          <p:nvPr/>
        </p:nvSpPr>
        <p:spPr bwMode="auto">
          <a:xfrm>
            <a:off x="1295400" y="2590800"/>
            <a:ext cx="557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C</a:t>
            </a:r>
            <a:endParaRPr kumimoji="1" lang="en-US" altLang="zh-CN" sz="2400">
              <a:latin typeface="Times New Roman" charset="0"/>
            </a:endParaRPr>
          </a:p>
        </p:txBody>
      </p:sp>
      <p:sp>
        <p:nvSpPr>
          <p:cNvPr id="288780" name="Text Box 12"/>
          <p:cNvSpPr txBox="1">
            <a:spLocks noChangeArrowheads="1"/>
          </p:cNvSpPr>
          <p:nvPr/>
        </p:nvSpPr>
        <p:spPr bwMode="auto">
          <a:xfrm>
            <a:off x="2286000" y="25908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D</a:t>
            </a:r>
            <a:endParaRPr kumimoji="1" lang="en-US" altLang="zh-CN" sz="2400">
              <a:latin typeface="Times New Roman" charset="0"/>
            </a:endParaRPr>
          </a:p>
        </p:txBody>
      </p:sp>
      <p:sp>
        <p:nvSpPr>
          <p:cNvPr id="288781" name="Text Box 13"/>
          <p:cNvSpPr txBox="1">
            <a:spLocks noChangeArrowheads="1"/>
          </p:cNvSpPr>
          <p:nvPr/>
        </p:nvSpPr>
        <p:spPr bwMode="auto">
          <a:xfrm>
            <a:off x="990600" y="3733800"/>
            <a:ext cx="5254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E</a:t>
            </a:r>
            <a:endParaRPr kumimoji="1" lang="en-US" altLang="zh-CN" sz="2400">
              <a:latin typeface="Times New Roman" charset="0"/>
            </a:endParaRPr>
          </a:p>
        </p:txBody>
      </p:sp>
      <p:sp>
        <p:nvSpPr>
          <p:cNvPr id="288782" name="Text Box 14"/>
          <p:cNvSpPr txBox="1">
            <a:spLocks noChangeArrowheads="1"/>
          </p:cNvSpPr>
          <p:nvPr/>
        </p:nvSpPr>
        <p:spPr bwMode="auto">
          <a:xfrm>
            <a:off x="1905000" y="3733800"/>
            <a:ext cx="495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F</a:t>
            </a:r>
            <a:endParaRPr kumimoji="1" lang="en-US" altLang="zh-CN" sz="2400">
              <a:latin typeface="Times New Roman" charset="0"/>
            </a:endParaRPr>
          </a:p>
        </p:txBody>
      </p:sp>
      <p:sp>
        <p:nvSpPr>
          <p:cNvPr id="288783" name="Text Box 15"/>
          <p:cNvSpPr txBox="1">
            <a:spLocks noChangeArrowheads="1"/>
          </p:cNvSpPr>
          <p:nvPr/>
        </p:nvSpPr>
        <p:spPr bwMode="auto">
          <a:xfrm>
            <a:off x="914400" y="4876800"/>
            <a:ext cx="58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chemeClr val="tx2"/>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400">
                <a:solidFill>
                  <a:schemeClr val="tx2"/>
                </a:solidFill>
                <a:latin typeface="Times New Roman" charset="0"/>
              </a:rPr>
              <a:t>G</a:t>
            </a:r>
            <a:endParaRPr kumimoji="1" lang="en-US" altLang="zh-CN" sz="2400">
              <a:latin typeface="Times New Roman" charset="0"/>
            </a:endParaRPr>
          </a:p>
        </p:txBody>
      </p:sp>
      <p:sp>
        <p:nvSpPr>
          <p:cNvPr id="288784" name="Line 16"/>
          <p:cNvSpPr>
            <a:spLocks noChangeShapeType="1"/>
          </p:cNvSpPr>
          <p:nvPr/>
        </p:nvSpPr>
        <p:spPr bwMode="auto">
          <a:xfrm>
            <a:off x="1905000" y="2057400"/>
            <a:ext cx="60960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85" name="Line 17"/>
          <p:cNvSpPr>
            <a:spLocks noChangeShapeType="1"/>
          </p:cNvSpPr>
          <p:nvPr/>
        </p:nvSpPr>
        <p:spPr bwMode="auto">
          <a:xfrm flipH="1">
            <a:off x="609600" y="2057400"/>
            <a:ext cx="76200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86" name="Line 18"/>
          <p:cNvSpPr>
            <a:spLocks noChangeShapeType="1"/>
          </p:cNvSpPr>
          <p:nvPr/>
        </p:nvSpPr>
        <p:spPr bwMode="auto">
          <a:xfrm flipH="1">
            <a:off x="1219200" y="3200400"/>
            <a:ext cx="15240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87" name="Line 19"/>
          <p:cNvSpPr>
            <a:spLocks noChangeShapeType="1"/>
          </p:cNvSpPr>
          <p:nvPr/>
        </p:nvSpPr>
        <p:spPr bwMode="auto">
          <a:xfrm>
            <a:off x="1600200" y="2209800"/>
            <a:ext cx="0" cy="4572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88" name="Line 20"/>
          <p:cNvSpPr>
            <a:spLocks noChangeShapeType="1"/>
          </p:cNvSpPr>
          <p:nvPr/>
        </p:nvSpPr>
        <p:spPr bwMode="auto">
          <a:xfrm>
            <a:off x="1828800" y="3200400"/>
            <a:ext cx="304800" cy="6096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89" name="Line 21"/>
          <p:cNvSpPr>
            <a:spLocks noChangeShapeType="1"/>
          </p:cNvSpPr>
          <p:nvPr/>
        </p:nvSpPr>
        <p:spPr bwMode="auto">
          <a:xfrm>
            <a:off x="1219200" y="4419600"/>
            <a:ext cx="0" cy="5334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90" name="Text Box 22"/>
          <p:cNvSpPr txBox="1">
            <a:spLocks noChangeArrowheads="1"/>
          </p:cNvSpPr>
          <p:nvPr/>
        </p:nvSpPr>
        <p:spPr bwMode="auto">
          <a:xfrm>
            <a:off x="533400" y="228600"/>
            <a:ext cx="1379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chemeClr val="tx2"/>
                </a:solidFill>
                <a:latin typeface="Times New Roman" charset="0"/>
              </a:rPr>
              <a:t>例如</a:t>
            </a:r>
            <a:r>
              <a:rPr kumimoji="1" lang="en-US" altLang="zh-CN" sz="4000" b="1">
                <a:solidFill>
                  <a:schemeClr val="tx2"/>
                </a:solidFill>
                <a:latin typeface="Times New Roman" charset="0"/>
              </a:rPr>
              <a:t>:</a:t>
            </a:r>
            <a:endParaRPr kumimoji="1" lang="en-US" altLang="zh-CN" sz="2400">
              <a:latin typeface="Times New Roman" charset="0"/>
            </a:endParaRPr>
          </a:p>
        </p:txBody>
      </p:sp>
      <p:sp>
        <p:nvSpPr>
          <p:cNvPr id="288791" name="Text Box 23"/>
          <p:cNvSpPr txBox="1">
            <a:spLocks noChangeArrowheads="1"/>
          </p:cNvSpPr>
          <p:nvPr/>
        </p:nvSpPr>
        <p:spPr bwMode="auto">
          <a:xfrm>
            <a:off x="2209800" y="228600"/>
            <a:ext cx="6356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990000"/>
                </a:solidFill>
                <a:latin typeface="楷体_GB2312" charset="0"/>
                <a:ea typeface="楷体_GB2312" charset="0"/>
              </a:rPr>
              <a:t>对下列所示树的输入序列应为</a:t>
            </a:r>
            <a:r>
              <a:rPr kumimoji="1" lang="en-US" altLang="zh-CN" sz="3600">
                <a:solidFill>
                  <a:srgbClr val="990000"/>
                </a:solidFill>
                <a:latin typeface="楷体_GB2312" charset="0"/>
                <a:ea typeface="楷体_GB2312" charset="0"/>
              </a:rPr>
              <a:t>:</a:t>
            </a:r>
          </a:p>
        </p:txBody>
      </p:sp>
      <p:sp>
        <p:nvSpPr>
          <p:cNvPr id="288792" name="Text Box 24"/>
          <p:cNvSpPr txBox="1">
            <a:spLocks noChangeArrowheads="1"/>
          </p:cNvSpPr>
          <p:nvPr/>
        </p:nvSpPr>
        <p:spPr bwMode="auto">
          <a:xfrm>
            <a:off x="3124200" y="1404938"/>
            <a:ext cx="1987550" cy="470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0000"/>
              </a:lnSpc>
            </a:pPr>
            <a:r>
              <a:rPr kumimoji="1" lang="en-US" altLang="zh-CN" sz="3600" b="1">
                <a:solidFill>
                  <a:srgbClr val="CC6600"/>
                </a:solidFill>
                <a:latin typeface="Times New Roman" charset="0"/>
              </a:rPr>
              <a:t>(‘#’, ‘A’)</a:t>
            </a:r>
          </a:p>
          <a:p>
            <a:pPr>
              <a:lnSpc>
                <a:spcPct val="120000"/>
              </a:lnSpc>
            </a:pPr>
            <a:r>
              <a:rPr kumimoji="1" lang="en-US" altLang="zh-CN" sz="3600" b="1">
                <a:solidFill>
                  <a:srgbClr val="CC6600"/>
                </a:solidFill>
                <a:latin typeface="Times New Roman" charset="0"/>
              </a:rPr>
              <a:t>(‘A’, ‘B’)</a:t>
            </a:r>
          </a:p>
          <a:p>
            <a:pPr>
              <a:lnSpc>
                <a:spcPct val="120000"/>
              </a:lnSpc>
            </a:pPr>
            <a:r>
              <a:rPr kumimoji="1" lang="en-US" altLang="zh-CN" sz="3600" b="1">
                <a:solidFill>
                  <a:srgbClr val="CC6600"/>
                </a:solidFill>
                <a:latin typeface="Times New Roman" charset="0"/>
              </a:rPr>
              <a:t>(‘A’, ‘C’)</a:t>
            </a:r>
          </a:p>
          <a:p>
            <a:pPr>
              <a:lnSpc>
                <a:spcPct val="120000"/>
              </a:lnSpc>
            </a:pPr>
            <a:r>
              <a:rPr kumimoji="1" lang="en-US" altLang="zh-CN" sz="3600" b="1">
                <a:solidFill>
                  <a:srgbClr val="CC6600"/>
                </a:solidFill>
                <a:latin typeface="Times New Roman" charset="0"/>
              </a:rPr>
              <a:t>(‘A’, ‘D’)</a:t>
            </a:r>
          </a:p>
          <a:p>
            <a:pPr>
              <a:lnSpc>
                <a:spcPct val="120000"/>
              </a:lnSpc>
            </a:pPr>
            <a:r>
              <a:rPr kumimoji="1" lang="en-US" altLang="zh-CN" sz="3600" b="1">
                <a:solidFill>
                  <a:srgbClr val="CC6600"/>
                </a:solidFill>
                <a:latin typeface="Times New Roman" charset="0"/>
              </a:rPr>
              <a:t>(‘C’, ‘E’)</a:t>
            </a:r>
          </a:p>
          <a:p>
            <a:pPr>
              <a:lnSpc>
                <a:spcPct val="120000"/>
              </a:lnSpc>
            </a:pPr>
            <a:r>
              <a:rPr kumimoji="1" lang="en-US" altLang="zh-CN" sz="3600" b="1">
                <a:solidFill>
                  <a:srgbClr val="CC6600"/>
                </a:solidFill>
                <a:latin typeface="Times New Roman" charset="0"/>
              </a:rPr>
              <a:t>(‘C’, ‘F’)</a:t>
            </a:r>
          </a:p>
          <a:p>
            <a:pPr>
              <a:lnSpc>
                <a:spcPct val="120000"/>
              </a:lnSpc>
            </a:pPr>
            <a:r>
              <a:rPr kumimoji="1" lang="en-US" altLang="zh-CN" sz="3600" b="1">
                <a:solidFill>
                  <a:srgbClr val="CC6600"/>
                </a:solidFill>
                <a:latin typeface="Times New Roman" charset="0"/>
              </a:rPr>
              <a:t>(‘E’, ‘G’)</a:t>
            </a:r>
            <a:endParaRPr kumimoji="1" lang="en-US" altLang="zh-CN" sz="2400">
              <a:latin typeface="Times New Roman" charset="0"/>
            </a:endParaRPr>
          </a:p>
        </p:txBody>
      </p:sp>
      <p:cxnSp>
        <p:nvCxnSpPr>
          <p:cNvPr id="288793" name="AutoShape 25"/>
          <p:cNvCxnSpPr>
            <a:cxnSpLocks noChangeShapeType="1"/>
          </p:cNvCxnSpPr>
          <p:nvPr/>
        </p:nvCxnSpPr>
        <p:spPr bwMode="auto">
          <a:xfrm>
            <a:off x="6629400" y="990600"/>
            <a:ext cx="906463" cy="355600"/>
          </a:xfrm>
          <a:prstGeom prst="curvedConnector2">
            <a:avLst/>
          </a:prstGeom>
          <a:noFill/>
          <a:ln w="127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8794" name="Text Box 26"/>
          <p:cNvSpPr txBox="1">
            <a:spLocks noChangeArrowheads="1"/>
          </p:cNvSpPr>
          <p:nvPr/>
        </p:nvSpPr>
        <p:spPr bwMode="auto">
          <a:xfrm>
            <a:off x="7146925" y="1362075"/>
            <a:ext cx="9302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rgbClr val="006666"/>
                </a:solidFill>
                <a:latin typeface="Times New Roman" charset="0"/>
              </a:rPr>
              <a:t>A</a:t>
            </a:r>
            <a:endParaRPr kumimoji="1" lang="en-US" altLang="zh-CN" sz="2400">
              <a:latin typeface="Times New Roman" charset="0"/>
            </a:endParaRPr>
          </a:p>
        </p:txBody>
      </p:sp>
      <p:sp>
        <p:nvSpPr>
          <p:cNvPr id="288795" name="Line 27"/>
          <p:cNvSpPr>
            <a:spLocks noChangeShapeType="1"/>
          </p:cNvSpPr>
          <p:nvPr/>
        </p:nvSpPr>
        <p:spPr bwMode="auto">
          <a:xfrm>
            <a:off x="7391400" y="137160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96" name="Line 28"/>
          <p:cNvSpPr>
            <a:spLocks noChangeShapeType="1"/>
          </p:cNvSpPr>
          <p:nvPr/>
        </p:nvSpPr>
        <p:spPr bwMode="auto">
          <a:xfrm>
            <a:off x="7772400" y="1371600"/>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97" name="Text Box 29"/>
          <p:cNvSpPr txBox="1">
            <a:spLocks noChangeArrowheads="1"/>
          </p:cNvSpPr>
          <p:nvPr/>
        </p:nvSpPr>
        <p:spPr bwMode="auto">
          <a:xfrm>
            <a:off x="5943600" y="2286000"/>
            <a:ext cx="9302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rgbClr val="006666"/>
                </a:solidFill>
                <a:latin typeface="Times New Roman" charset="0"/>
              </a:rPr>
              <a:t>B</a:t>
            </a:r>
            <a:endParaRPr kumimoji="1" lang="en-US" altLang="zh-CN" sz="2400">
              <a:latin typeface="Times New Roman" charset="0"/>
            </a:endParaRPr>
          </a:p>
        </p:txBody>
      </p:sp>
      <p:sp>
        <p:nvSpPr>
          <p:cNvPr id="288798" name="Line 30"/>
          <p:cNvSpPr>
            <a:spLocks noChangeShapeType="1"/>
          </p:cNvSpPr>
          <p:nvPr/>
        </p:nvSpPr>
        <p:spPr bwMode="auto">
          <a:xfrm>
            <a:off x="6188075" y="229552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799" name="Line 31"/>
          <p:cNvSpPr>
            <a:spLocks noChangeShapeType="1"/>
          </p:cNvSpPr>
          <p:nvPr/>
        </p:nvSpPr>
        <p:spPr bwMode="auto">
          <a:xfrm>
            <a:off x="6569075" y="229552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0" name="Text Box 32"/>
          <p:cNvSpPr txBox="1">
            <a:spLocks noChangeArrowheads="1"/>
          </p:cNvSpPr>
          <p:nvPr/>
        </p:nvSpPr>
        <p:spPr bwMode="auto">
          <a:xfrm>
            <a:off x="6858000" y="3276600"/>
            <a:ext cx="9302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rgbClr val="006666"/>
                </a:solidFill>
                <a:latin typeface="Times New Roman" charset="0"/>
              </a:rPr>
              <a:t>C</a:t>
            </a:r>
            <a:endParaRPr kumimoji="1" lang="en-US" altLang="zh-CN" sz="2400">
              <a:latin typeface="Times New Roman" charset="0"/>
            </a:endParaRPr>
          </a:p>
        </p:txBody>
      </p:sp>
      <p:sp>
        <p:nvSpPr>
          <p:cNvPr id="288801" name="Line 33"/>
          <p:cNvSpPr>
            <a:spLocks noChangeShapeType="1"/>
          </p:cNvSpPr>
          <p:nvPr/>
        </p:nvSpPr>
        <p:spPr bwMode="auto">
          <a:xfrm>
            <a:off x="7102475" y="328612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2" name="Line 34"/>
          <p:cNvSpPr>
            <a:spLocks noChangeShapeType="1"/>
          </p:cNvSpPr>
          <p:nvPr/>
        </p:nvSpPr>
        <p:spPr bwMode="auto">
          <a:xfrm>
            <a:off x="7483475" y="328612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3" name="Text Box 35"/>
          <p:cNvSpPr txBox="1">
            <a:spLocks noChangeArrowheads="1"/>
          </p:cNvSpPr>
          <p:nvPr/>
        </p:nvSpPr>
        <p:spPr bwMode="auto">
          <a:xfrm>
            <a:off x="7756525" y="4267200"/>
            <a:ext cx="930275" cy="550863"/>
          </a:xfrm>
          <a:prstGeom prst="rect">
            <a:avLst/>
          </a:prstGeom>
          <a:solidFill>
            <a:srgbClr val="CAF2CE">
              <a:alpha val="50000"/>
            </a:srgbClr>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kumimoji="1" lang="en-US" altLang="zh-CN" sz="2800" b="1">
                <a:solidFill>
                  <a:srgbClr val="006666"/>
                </a:solidFill>
                <a:latin typeface="Times New Roman" charset="0"/>
              </a:rPr>
              <a:t>D</a:t>
            </a:r>
            <a:endParaRPr kumimoji="1" lang="en-US" altLang="zh-CN" sz="2400">
              <a:latin typeface="Times New Roman" charset="0"/>
            </a:endParaRPr>
          </a:p>
        </p:txBody>
      </p:sp>
      <p:sp>
        <p:nvSpPr>
          <p:cNvPr id="288804" name="Line 36"/>
          <p:cNvSpPr>
            <a:spLocks noChangeShapeType="1"/>
          </p:cNvSpPr>
          <p:nvPr/>
        </p:nvSpPr>
        <p:spPr bwMode="auto">
          <a:xfrm>
            <a:off x="8001000" y="427672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5" name="Line 37"/>
          <p:cNvSpPr>
            <a:spLocks noChangeShapeType="1"/>
          </p:cNvSpPr>
          <p:nvPr/>
        </p:nvSpPr>
        <p:spPr bwMode="auto">
          <a:xfrm>
            <a:off x="8382000" y="4276725"/>
            <a:ext cx="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6" name="Line 38"/>
          <p:cNvSpPr>
            <a:spLocks noChangeShapeType="1"/>
          </p:cNvSpPr>
          <p:nvPr/>
        </p:nvSpPr>
        <p:spPr bwMode="auto">
          <a:xfrm>
            <a:off x="6705600" y="2514600"/>
            <a:ext cx="6096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7" name="Line 39"/>
          <p:cNvSpPr>
            <a:spLocks noChangeShapeType="1"/>
          </p:cNvSpPr>
          <p:nvPr/>
        </p:nvSpPr>
        <p:spPr bwMode="auto">
          <a:xfrm>
            <a:off x="7620000" y="3505200"/>
            <a:ext cx="533400" cy="7620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8" name="Line 40"/>
          <p:cNvSpPr>
            <a:spLocks noChangeShapeType="1"/>
          </p:cNvSpPr>
          <p:nvPr/>
        </p:nvSpPr>
        <p:spPr bwMode="auto">
          <a:xfrm flipH="1">
            <a:off x="6400800" y="1600200"/>
            <a:ext cx="838200" cy="685800"/>
          </a:xfrm>
          <a:prstGeom prst="line">
            <a:avLst/>
          </a:prstGeom>
          <a:noFill/>
          <a:ln w="381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88809" name="Rectangle 41"/>
          <p:cNvSpPr>
            <a:spLocks noChangeArrowheads="1"/>
          </p:cNvSpPr>
          <p:nvPr/>
        </p:nvSpPr>
        <p:spPr bwMode="auto">
          <a:xfrm>
            <a:off x="3124200" y="1524000"/>
            <a:ext cx="1885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990000"/>
                </a:solidFill>
                <a:latin typeface="Times New Roman" charset="0"/>
              </a:rPr>
              <a:t>(‘#’, ‘A’)</a:t>
            </a:r>
            <a:endParaRPr kumimoji="1" lang="en-US" altLang="zh-CN" sz="3600" b="1">
              <a:solidFill>
                <a:srgbClr val="CC6600"/>
              </a:solidFill>
              <a:latin typeface="Times New Roman" charset="0"/>
            </a:endParaRPr>
          </a:p>
        </p:txBody>
      </p:sp>
      <p:sp>
        <p:nvSpPr>
          <p:cNvPr id="288810" name="Rectangle 42"/>
          <p:cNvSpPr>
            <a:spLocks noChangeArrowheads="1"/>
          </p:cNvSpPr>
          <p:nvPr/>
        </p:nvSpPr>
        <p:spPr bwMode="auto">
          <a:xfrm>
            <a:off x="3124200" y="2178050"/>
            <a:ext cx="196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990000"/>
                </a:solidFill>
                <a:latin typeface="Times New Roman" charset="0"/>
              </a:rPr>
              <a:t>(‘A’, ‘B’)</a:t>
            </a:r>
            <a:endParaRPr kumimoji="1" lang="en-US" altLang="zh-CN" sz="3600" b="1">
              <a:solidFill>
                <a:srgbClr val="CC6600"/>
              </a:solidFill>
              <a:latin typeface="Times New Roman" charset="0"/>
            </a:endParaRPr>
          </a:p>
        </p:txBody>
      </p:sp>
      <p:sp>
        <p:nvSpPr>
          <p:cNvPr id="288811" name="Rectangle 43"/>
          <p:cNvSpPr>
            <a:spLocks noChangeArrowheads="1"/>
          </p:cNvSpPr>
          <p:nvPr/>
        </p:nvSpPr>
        <p:spPr bwMode="auto">
          <a:xfrm>
            <a:off x="3117850" y="2787650"/>
            <a:ext cx="1987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990000"/>
                </a:solidFill>
                <a:latin typeface="Times New Roman" charset="0"/>
              </a:rPr>
              <a:t>(‘A’, ‘C’)</a:t>
            </a:r>
            <a:endParaRPr kumimoji="1" lang="en-US" altLang="zh-CN" sz="3600" b="1">
              <a:solidFill>
                <a:srgbClr val="CC6600"/>
              </a:solidFill>
              <a:latin typeface="Times New Roman" charset="0"/>
            </a:endParaRPr>
          </a:p>
        </p:txBody>
      </p:sp>
      <p:sp>
        <p:nvSpPr>
          <p:cNvPr id="288812" name="Rectangle 44"/>
          <p:cNvSpPr>
            <a:spLocks noChangeArrowheads="1"/>
          </p:cNvSpPr>
          <p:nvPr/>
        </p:nvSpPr>
        <p:spPr bwMode="auto">
          <a:xfrm>
            <a:off x="3124200" y="3473450"/>
            <a:ext cx="1987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990000"/>
                </a:solidFill>
                <a:latin typeface="Times New Roman" charset="0"/>
              </a:rPr>
              <a:t>(‘A’, ‘D’)</a:t>
            </a:r>
            <a:endParaRPr kumimoji="1" lang="en-US" altLang="zh-CN" sz="3600" b="1">
              <a:solidFill>
                <a:srgbClr val="CC6600"/>
              </a:solidFill>
              <a:latin typeface="Times New Roman" charset="0"/>
            </a:endParaRPr>
          </a:p>
        </p:txBody>
      </p:sp>
      <p:sp>
        <p:nvSpPr>
          <p:cNvPr id="288813" name="Rectangle 45"/>
          <p:cNvSpPr>
            <a:spLocks noChangeArrowheads="1"/>
          </p:cNvSpPr>
          <p:nvPr/>
        </p:nvSpPr>
        <p:spPr bwMode="auto">
          <a:xfrm>
            <a:off x="3124200" y="4114800"/>
            <a:ext cx="196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990000"/>
                </a:solidFill>
                <a:latin typeface="Times New Roman" charset="0"/>
              </a:rPr>
              <a:t>(‘C’, ‘E’)</a:t>
            </a:r>
            <a:endParaRPr kumimoji="1" lang="en-US" altLang="zh-CN" sz="3600" b="1">
              <a:solidFill>
                <a:srgbClr val="CC6600"/>
              </a:solidFill>
              <a:latin typeface="Times New Roman" charset="0"/>
            </a:endParaRPr>
          </a:p>
        </p:txBody>
      </p:sp>
      <p:sp>
        <p:nvSpPr>
          <p:cNvPr id="288814" name="Text Box 46"/>
          <p:cNvSpPr txBox="1">
            <a:spLocks noChangeArrowheads="1"/>
          </p:cNvSpPr>
          <p:nvPr/>
        </p:nvSpPr>
        <p:spPr bwMode="auto">
          <a:xfrm>
            <a:off x="5486400" y="5049838"/>
            <a:ext cx="3444875"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0000"/>
              </a:lnSpc>
            </a:pPr>
            <a:r>
              <a:rPr kumimoji="1" lang="zh-CN" altLang="en-US" sz="3200">
                <a:solidFill>
                  <a:srgbClr val="990000"/>
                </a:solidFill>
                <a:latin typeface="Times New Roman" charset="0"/>
                <a:ea typeface="楷体_GB2312" charset="0"/>
              </a:rPr>
              <a:t>可见，算法中需要一个</a:t>
            </a:r>
            <a:r>
              <a:rPr kumimoji="1" lang="zh-CN" altLang="en-US" sz="3200" b="1">
                <a:solidFill>
                  <a:srgbClr val="990000"/>
                </a:solidFill>
                <a:latin typeface="Times New Roman" charset="0"/>
                <a:ea typeface="楷体_GB2312" charset="0"/>
              </a:rPr>
              <a:t>队列</a:t>
            </a:r>
            <a:r>
              <a:rPr kumimoji="1" lang="zh-CN" altLang="en-US" sz="3200">
                <a:solidFill>
                  <a:srgbClr val="990000"/>
                </a:solidFill>
                <a:latin typeface="Times New Roman" charset="0"/>
                <a:ea typeface="楷体_GB2312" charset="0"/>
              </a:rPr>
              <a:t>保存已建好的结点的</a:t>
            </a:r>
            <a:r>
              <a:rPr kumimoji="1" lang="zh-CN" altLang="en-US" sz="3200" b="1">
                <a:solidFill>
                  <a:srgbClr val="990000"/>
                </a:solidFill>
                <a:latin typeface="Times New Roman" charset="0"/>
                <a:ea typeface="楷体_GB2312" charset="0"/>
              </a:rPr>
              <a:t>指针。</a:t>
            </a:r>
            <a:endParaRPr kumimoji="1" lang="zh-CN" altLang="en-US" sz="2400">
              <a:solidFill>
                <a:srgbClr val="990000"/>
              </a:solidFill>
              <a:latin typeface="Times New Roman" charset="0"/>
            </a:endParaRPr>
          </a:p>
        </p:txBody>
      </p:sp>
    </p:spTree>
    <p:extLst>
      <p:ext uri="{BB962C8B-B14F-4D97-AF65-F5344CB8AC3E}">
        <p14:creationId xmlns:p14="http://schemas.microsoft.com/office/powerpoint/2010/main" val="10764627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88790"/>
                                        </p:tgtEl>
                                        <p:attrNameLst>
                                          <p:attrName>style.visibility</p:attrName>
                                        </p:attrNameLst>
                                      </p:cBhvr>
                                      <p:to>
                                        <p:strVal val="visible"/>
                                      </p:to>
                                    </p:set>
                                    <p:anim calcmode="lin" valueType="num">
                                      <p:cBhvr additive="base">
                                        <p:cTn id="7" dur="500" fill="hold"/>
                                        <p:tgtEl>
                                          <p:spTgt spid="288790"/>
                                        </p:tgtEl>
                                        <p:attrNameLst>
                                          <p:attrName>ppt_x</p:attrName>
                                        </p:attrNameLst>
                                      </p:cBhvr>
                                      <p:tavLst>
                                        <p:tav tm="0">
                                          <p:val>
                                            <p:strVal val="#ppt_x"/>
                                          </p:val>
                                        </p:tav>
                                        <p:tav tm="100000">
                                          <p:val>
                                            <p:strVal val="#ppt_x"/>
                                          </p:val>
                                        </p:tav>
                                      </p:tavLst>
                                    </p:anim>
                                    <p:anim calcmode="lin" valueType="num">
                                      <p:cBhvr additive="base">
                                        <p:cTn id="8" dur="500" fill="hold"/>
                                        <p:tgtEl>
                                          <p:spTgt spid="288790"/>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288791"/>
                                        </p:tgtEl>
                                        <p:attrNameLst>
                                          <p:attrName>style.visibility</p:attrName>
                                        </p:attrNameLst>
                                      </p:cBhvr>
                                      <p:to>
                                        <p:strVal val="visible"/>
                                      </p:to>
                                    </p:set>
                                    <p:anim calcmode="lin" valueType="num">
                                      <p:cBhvr additive="base">
                                        <p:cTn id="12" dur="500" fill="hold"/>
                                        <p:tgtEl>
                                          <p:spTgt spid="288791"/>
                                        </p:tgtEl>
                                        <p:attrNameLst>
                                          <p:attrName>ppt_x</p:attrName>
                                        </p:attrNameLst>
                                      </p:cBhvr>
                                      <p:tavLst>
                                        <p:tav tm="0">
                                          <p:val>
                                            <p:strVal val="#ppt_x"/>
                                          </p:val>
                                        </p:tav>
                                        <p:tav tm="100000">
                                          <p:val>
                                            <p:strVal val="#ppt_x"/>
                                          </p:val>
                                        </p:tav>
                                      </p:tavLst>
                                    </p:anim>
                                    <p:anim calcmode="lin" valueType="num">
                                      <p:cBhvr additive="base">
                                        <p:cTn id="13" dur="500" fill="hold"/>
                                        <p:tgtEl>
                                          <p:spTgt spid="288791"/>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iterate type="wd">
                                    <p:tmPct val="100000"/>
                                  </p:iterate>
                                  <p:childTnLst>
                                    <p:set>
                                      <p:cBhvr>
                                        <p:cTn id="17" dur="1" fill="hold">
                                          <p:stCondLst>
                                            <p:cond delay="0"/>
                                          </p:stCondLst>
                                        </p:cTn>
                                        <p:tgtEl>
                                          <p:spTgt spid="288792"/>
                                        </p:tgtEl>
                                        <p:attrNameLst>
                                          <p:attrName>style.visibility</p:attrName>
                                        </p:attrNameLst>
                                      </p:cBhvr>
                                      <p:to>
                                        <p:strVal val="visible"/>
                                      </p:to>
                                    </p:set>
                                    <p:animEffect transition="in" filter="wipe(up)">
                                      <p:cBhvr>
                                        <p:cTn id="18" dur="300"/>
                                        <p:tgtEl>
                                          <p:spTgt spid="28879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288809"/>
                                        </p:tgtEl>
                                        <p:attrNameLst>
                                          <p:attrName>style.visibility</p:attrName>
                                        </p:attrNameLst>
                                      </p:cBhvr>
                                      <p:to>
                                        <p:strVal val="visible"/>
                                      </p:to>
                                    </p:set>
                                    <p:animEffect transition="in" filter="slide(fromLeft)">
                                      <p:cBhvr>
                                        <p:cTn id="23" dur="500"/>
                                        <p:tgtEl>
                                          <p:spTgt spid="28880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1" fill="hold" nodeType="clickEffect">
                                  <p:stCondLst>
                                    <p:cond delay="0"/>
                                  </p:stCondLst>
                                  <p:childTnLst>
                                    <p:set>
                                      <p:cBhvr>
                                        <p:cTn id="27" dur="1" fill="hold">
                                          <p:stCondLst>
                                            <p:cond delay="0"/>
                                          </p:stCondLst>
                                        </p:cTn>
                                        <p:tgtEl>
                                          <p:spTgt spid="288793"/>
                                        </p:tgtEl>
                                        <p:attrNameLst>
                                          <p:attrName>style.visibility</p:attrName>
                                        </p:attrNameLst>
                                      </p:cBhvr>
                                      <p:to>
                                        <p:strVal val="visible"/>
                                      </p:to>
                                    </p:set>
                                    <p:anim calcmode="lin" valueType="num">
                                      <p:cBhvr additive="base">
                                        <p:cTn id="28" dur="500" fill="hold"/>
                                        <p:tgtEl>
                                          <p:spTgt spid="288793"/>
                                        </p:tgtEl>
                                        <p:attrNameLst>
                                          <p:attrName>ppt_x</p:attrName>
                                        </p:attrNameLst>
                                      </p:cBhvr>
                                      <p:tavLst>
                                        <p:tav tm="0">
                                          <p:val>
                                            <p:strVal val="#ppt_x"/>
                                          </p:val>
                                        </p:tav>
                                        <p:tav tm="100000">
                                          <p:val>
                                            <p:strVal val="#ppt_x"/>
                                          </p:val>
                                        </p:tav>
                                      </p:tavLst>
                                    </p:anim>
                                    <p:anim calcmode="lin" valueType="num">
                                      <p:cBhvr additive="base">
                                        <p:cTn id="29" dur="500" fill="hold"/>
                                        <p:tgtEl>
                                          <p:spTgt spid="288793"/>
                                        </p:tgtEl>
                                        <p:attrNameLst>
                                          <p:attrName>ppt_y</p:attrName>
                                        </p:attrNameLst>
                                      </p:cBhvr>
                                      <p:tavLst>
                                        <p:tav tm="0">
                                          <p:val>
                                            <p:strVal val="0-#ppt_h/2"/>
                                          </p:val>
                                        </p:tav>
                                        <p:tav tm="100000">
                                          <p:val>
                                            <p:strVal val="#ppt_y"/>
                                          </p:val>
                                        </p:tav>
                                      </p:tavLst>
                                    </p:anim>
                                  </p:childTnLst>
                                </p:cTn>
                              </p:par>
                            </p:childTnLst>
                          </p:cTn>
                        </p:par>
                        <p:par>
                          <p:cTn id="30" fill="hold" nodeType="afterGroup">
                            <p:stCondLst>
                              <p:cond delay="500"/>
                            </p:stCondLst>
                            <p:childTnLst>
                              <p:par>
                                <p:cTn id="31" presetID="17" presetClass="entr" presetSubtype="1" fill="hold" grpId="0" nodeType="afterEffect">
                                  <p:stCondLst>
                                    <p:cond delay="0"/>
                                  </p:stCondLst>
                                  <p:childTnLst>
                                    <p:set>
                                      <p:cBhvr>
                                        <p:cTn id="32" dur="1" fill="hold">
                                          <p:stCondLst>
                                            <p:cond delay="0"/>
                                          </p:stCondLst>
                                        </p:cTn>
                                        <p:tgtEl>
                                          <p:spTgt spid="288794"/>
                                        </p:tgtEl>
                                        <p:attrNameLst>
                                          <p:attrName>style.visibility</p:attrName>
                                        </p:attrNameLst>
                                      </p:cBhvr>
                                      <p:to>
                                        <p:strVal val="visible"/>
                                      </p:to>
                                    </p:set>
                                    <p:anim calcmode="lin" valueType="num">
                                      <p:cBhvr>
                                        <p:cTn id="33" dur="500" fill="hold"/>
                                        <p:tgtEl>
                                          <p:spTgt spid="288794"/>
                                        </p:tgtEl>
                                        <p:attrNameLst>
                                          <p:attrName>ppt_x</p:attrName>
                                        </p:attrNameLst>
                                      </p:cBhvr>
                                      <p:tavLst>
                                        <p:tav tm="0">
                                          <p:val>
                                            <p:strVal val="#ppt_x"/>
                                          </p:val>
                                        </p:tav>
                                        <p:tav tm="100000">
                                          <p:val>
                                            <p:strVal val="#ppt_x"/>
                                          </p:val>
                                        </p:tav>
                                      </p:tavLst>
                                    </p:anim>
                                    <p:anim calcmode="lin" valueType="num">
                                      <p:cBhvr>
                                        <p:cTn id="34" dur="500" fill="hold"/>
                                        <p:tgtEl>
                                          <p:spTgt spid="288794"/>
                                        </p:tgtEl>
                                        <p:attrNameLst>
                                          <p:attrName>ppt_y</p:attrName>
                                        </p:attrNameLst>
                                      </p:cBhvr>
                                      <p:tavLst>
                                        <p:tav tm="0">
                                          <p:val>
                                            <p:strVal val="#ppt_y-#ppt_h/2"/>
                                          </p:val>
                                        </p:tav>
                                        <p:tav tm="100000">
                                          <p:val>
                                            <p:strVal val="#ppt_y"/>
                                          </p:val>
                                        </p:tav>
                                      </p:tavLst>
                                    </p:anim>
                                    <p:anim calcmode="lin" valueType="num">
                                      <p:cBhvr>
                                        <p:cTn id="35" dur="500" fill="hold"/>
                                        <p:tgtEl>
                                          <p:spTgt spid="288794"/>
                                        </p:tgtEl>
                                        <p:attrNameLst>
                                          <p:attrName>ppt_w</p:attrName>
                                        </p:attrNameLst>
                                      </p:cBhvr>
                                      <p:tavLst>
                                        <p:tav tm="0">
                                          <p:val>
                                            <p:strVal val="#ppt_w"/>
                                          </p:val>
                                        </p:tav>
                                        <p:tav tm="100000">
                                          <p:val>
                                            <p:strVal val="#ppt_w"/>
                                          </p:val>
                                        </p:tav>
                                      </p:tavLst>
                                    </p:anim>
                                    <p:anim calcmode="lin" valueType="num">
                                      <p:cBhvr>
                                        <p:cTn id="36" dur="500" fill="hold"/>
                                        <p:tgtEl>
                                          <p:spTgt spid="288794"/>
                                        </p:tgtEl>
                                        <p:attrNameLst>
                                          <p:attrName>ppt_h</p:attrName>
                                        </p:attrNameLst>
                                      </p:cBhvr>
                                      <p:tavLst>
                                        <p:tav tm="0">
                                          <p:val>
                                            <p:fltVal val="0"/>
                                          </p:val>
                                        </p:tav>
                                        <p:tav tm="100000">
                                          <p:val>
                                            <p:strVal val="#ppt_h"/>
                                          </p:val>
                                        </p:tav>
                                      </p:tavLst>
                                    </p:anim>
                                  </p:childTnLst>
                                </p:cTn>
                              </p:par>
                            </p:childTnLst>
                          </p:cTn>
                        </p:par>
                        <p:par>
                          <p:cTn id="37" fill="hold" nodeType="afterGroup">
                            <p:stCondLst>
                              <p:cond delay="1000"/>
                            </p:stCondLst>
                            <p:childTnLst>
                              <p:par>
                                <p:cTn id="38" presetID="17" presetClass="entr" presetSubtype="1" fill="hold" grpId="0" nodeType="afterEffect">
                                  <p:stCondLst>
                                    <p:cond delay="0"/>
                                  </p:stCondLst>
                                  <p:childTnLst>
                                    <p:set>
                                      <p:cBhvr>
                                        <p:cTn id="39" dur="1" fill="hold">
                                          <p:stCondLst>
                                            <p:cond delay="0"/>
                                          </p:stCondLst>
                                        </p:cTn>
                                        <p:tgtEl>
                                          <p:spTgt spid="288795"/>
                                        </p:tgtEl>
                                        <p:attrNameLst>
                                          <p:attrName>style.visibility</p:attrName>
                                        </p:attrNameLst>
                                      </p:cBhvr>
                                      <p:to>
                                        <p:strVal val="visible"/>
                                      </p:to>
                                    </p:set>
                                    <p:anim calcmode="lin" valueType="num">
                                      <p:cBhvr>
                                        <p:cTn id="40" dur="500" fill="hold"/>
                                        <p:tgtEl>
                                          <p:spTgt spid="288795"/>
                                        </p:tgtEl>
                                        <p:attrNameLst>
                                          <p:attrName>ppt_x</p:attrName>
                                        </p:attrNameLst>
                                      </p:cBhvr>
                                      <p:tavLst>
                                        <p:tav tm="0">
                                          <p:val>
                                            <p:strVal val="#ppt_x"/>
                                          </p:val>
                                        </p:tav>
                                        <p:tav tm="100000">
                                          <p:val>
                                            <p:strVal val="#ppt_x"/>
                                          </p:val>
                                        </p:tav>
                                      </p:tavLst>
                                    </p:anim>
                                    <p:anim calcmode="lin" valueType="num">
                                      <p:cBhvr>
                                        <p:cTn id="41" dur="500" fill="hold"/>
                                        <p:tgtEl>
                                          <p:spTgt spid="288795"/>
                                        </p:tgtEl>
                                        <p:attrNameLst>
                                          <p:attrName>ppt_y</p:attrName>
                                        </p:attrNameLst>
                                      </p:cBhvr>
                                      <p:tavLst>
                                        <p:tav tm="0">
                                          <p:val>
                                            <p:strVal val="#ppt_y-#ppt_h/2"/>
                                          </p:val>
                                        </p:tav>
                                        <p:tav tm="100000">
                                          <p:val>
                                            <p:strVal val="#ppt_y"/>
                                          </p:val>
                                        </p:tav>
                                      </p:tavLst>
                                    </p:anim>
                                    <p:anim calcmode="lin" valueType="num">
                                      <p:cBhvr>
                                        <p:cTn id="42" dur="500" fill="hold"/>
                                        <p:tgtEl>
                                          <p:spTgt spid="288795"/>
                                        </p:tgtEl>
                                        <p:attrNameLst>
                                          <p:attrName>ppt_w</p:attrName>
                                        </p:attrNameLst>
                                      </p:cBhvr>
                                      <p:tavLst>
                                        <p:tav tm="0">
                                          <p:val>
                                            <p:strVal val="#ppt_w"/>
                                          </p:val>
                                        </p:tav>
                                        <p:tav tm="100000">
                                          <p:val>
                                            <p:strVal val="#ppt_w"/>
                                          </p:val>
                                        </p:tav>
                                      </p:tavLst>
                                    </p:anim>
                                    <p:anim calcmode="lin" valueType="num">
                                      <p:cBhvr>
                                        <p:cTn id="43" dur="500" fill="hold"/>
                                        <p:tgtEl>
                                          <p:spTgt spid="28879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1500"/>
                            </p:stCondLst>
                            <p:childTnLst>
                              <p:par>
                                <p:cTn id="45" presetID="17" presetClass="entr" presetSubtype="1" fill="hold" grpId="0" nodeType="afterEffect">
                                  <p:stCondLst>
                                    <p:cond delay="0"/>
                                  </p:stCondLst>
                                  <p:childTnLst>
                                    <p:set>
                                      <p:cBhvr>
                                        <p:cTn id="46" dur="1" fill="hold">
                                          <p:stCondLst>
                                            <p:cond delay="0"/>
                                          </p:stCondLst>
                                        </p:cTn>
                                        <p:tgtEl>
                                          <p:spTgt spid="288796"/>
                                        </p:tgtEl>
                                        <p:attrNameLst>
                                          <p:attrName>style.visibility</p:attrName>
                                        </p:attrNameLst>
                                      </p:cBhvr>
                                      <p:to>
                                        <p:strVal val="visible"/>
                                      </p:to>
                                    </p:set>
                                    <p:anim calcmode="lin" valueType="num">
                                      <p:cBhvr>
                                        <p:cTn id="47" dur="500" fill="hold"/>
                                        <p:tgtEl>
                                          <p:spTgt spid="288796"/>
                                        </p:tgtEl>
                                        <p:attrNameLst>
                                          <p:attrName>ppt_x</p:attrName>
                                        </p:attrNameLst>
                                      </p:cBhvr>
                                      <p:tavLst>
                                        <p:tav tm="0">
                                          <p:val>
                                            <p:strVal val="#ppt_x"/>
                                          </p:val>
                                        </p:tav>
                                        <p:tav tm="100000">
                                          <p:val>
                                            <p:strVal val="#ppt_x"/>
                                          </p:val>
                                        </p:tav>
                                      </p:tavLst>
                                    </p:anim>
                                    <p:anim calcmode="lin" valueType="num">
                                      <p:cBhvr>
                                        <p:cTn id="48" dur="500" fill="hold"/>
                                        <p:tgtEl>
                                          <p:spTgt spid="288796"/>
                                        </p:tgtEl>
                                        <p:attrNameLst>
                                          <p:attrName>ppt_y</p:attrName>
                                        </p:attrNameLst>
                                      </p:cBhvr>
                                      <p:tavLst>
                                        <p:tav tm="0">
                                          <p:val>
                                            <p:strVal val="#ppt_y-#ppt_h/2"/>
                                          </p:val>
                                        </p:tav>
                                        <p:tav tm="100000">
                                          <p:val>
                                            <p:strVal val="#ppt_y"/>
                                          </p:val>
                                        </p:tav>
                                      </p:tavLst>
                                    </p:anim>
                                    <p:anim calcmode="lin" valueType="num">
                                      <p:cBhvr>
                                        <p:cTn id="49" dur="500" fill="hold"/>
                                        <p:tgtEl>
                                          <p:spTgt spid="288796"/>
                                        </p:tgtEl>
                                        <p:attrNameLst>
                                          <p:attrName>ppt_w</p:attrName>
                                        </p:attrNameLst>
                                      </p:cBhvr>
                                      <p:tavLst>
                                        <p:tav tm="0">
                                          <p:val>
                                            <p:strVal val="#ppt_w"/>
                                          </p:val>
                                        </p:tav>
                                        <p:tav tm="100000">
                                          <p:val>
                                            <p:strVal val="#ppt_w"/>
                                          </p:val>
                                        </p:tav>
                                      </p:tavLst>
                                    </p:anim>
                                    <p:anim calcmode="lin" valueType="num">
                                      <p:cBhvr>
                                        <p:cTn id="50" dur="500" fill="hold"/>
                                        <p:tgtEl>
                                          <p:spTgt spid="288796"/>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288810"/>
                                        </p:tgtEl>
                                        <p:attrNameLst>
                                          <p:attrName>style.visibility</p:attrName>
                                        </p:attrNameLst>
                                      </p:cBhvr>
                                      <p:to>
                                        <p:strVal val="visible"/>
                                      </p:to>
                                    </p:set>
                                    <p:animEffect transition="in" filter="slide(fromLeft)">
                                      <p:cBhvr>
                                        <p:cTn id="55" dur="500"/>
                                        <p:tgtEl>
                                          <p:spTgt spid="28881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1" fill="hold" grpId="0" nodeType="clickEffect">
                                  <p:stCondLst>
                                    <p:cond delay="0"/>
                                  </p:stCondLst>
                                  <p:childTnLst>
                                    <p:set>
                                      <p:cBhvr>
                                        <p:cTn id="59" dur="1" fill="hold">
                                          <p:stCondLst>
                                            <p:cond delay="0"/>
                                          </p:stCondLst>
                                        </p:cTn>
                                        <p:tgtEl>
                                          <p:spTgt spid="288808"/>
                                        </p:tgtEl>
                                        <p:attrNameLst>
                                          <p:attrName>style.visibility</p:attrName>
                                        </p:attrNameLst>
                                      </p:cBhvr>
                                      <p:to>
                                        <p:strVal val="visible"/>
                                      </p:to>
                                    </p:set>
                                    <p:anim calcmode="lin" valueType="num">
                                      <p:cBhvr>
                                        <p:cTn id="60" dur="500" fill="hold"/>
                                        <p:tgtEl>
                                          <p:spTgt spid="288808"/>
                                        </p:tgtEl>
                                        <p:attrNameLst>
                                          <p:attrName>ppt_x</p:attrName>
                                        </p:attrNameLst>
                                      </p:cBhvr>
                                      <p:tavLst>
                                        <p:tav tm="0">
                                          <p:val>
                                            <p:strVal val="#ppt_x"/>
                                          </p:val>
                                        </p:tav>
                                        <p:tav tm="100000">
                                          <p:val>
                                            <p:strVal val="#ppt_x"/>
                                          </p:val>
                                        </p:tav>
                                      </p:tavLst>
                                    </p:anim>
                                    <p:anim calcmode="lin" valueType="num">
                                      <p:cBhvr>
                                        <p:cTn id="61" dur="500" fill="hold"/>
                                        <p:tgtEl>
                                          <p:spTgt spid="288808"/>
                                        </p:tgtEl>
                                        <p:attrNameLst>
                                          <p:attrName>ppt_y</p:attrName>
                                        </p:attrNameLst>
                                      </p:cBhvr>
                                      <p:tavLst>
                                        <p:tav tm="0">
                                          <p:val>
                                            <p:strVal val="#ppt_y-#ppt_h/2"/>
                                          </p:val>
                                        </p:tav>
                                        <p:tav tm="100000">
                                          <p:val>
                                            <p:strVal val="#ppt_y"/>
                                          </p:val>
                                        </p:tav>
                                      </p:tavLst>
                                    </p:anim>
                                    <p:anim calcmode="lin" valueType="num">
                                      <p:cBhvr>
                                        <p:cTn id="62" dur="500" fill="hold"/>
                                        <p:tgtEl>
                                          <p:spTgt spid="288808"/>
                                        </p:tgtEl>
                                        <p:attrNameLst>
                                          <p:attrName>ppt_w</p:attrName>
                                        </p:attrNameLst>
                                      </p:cBhvr>
                                      <p:tavLst>
                                        <p:tav tm="0">
                                          <p:val>
                                            <p:strVal val="#ppt_w"/>
                                          </p:val>
                                        </p:tav>
                                        <p:tav tm="100000">
                                          <p:val>
                                            <p:strVal val="#ppt_w"/>
                                          </p:val>
                                        </p:tav>
                                      </p:tavLst>
                                    </p:anim>
                                    <p:anim calcmode="lin" valueType="num">
                                      <p:cBhvr>
                                        <p:cTn id="63" dur="500" fill="hold"/>
                                        <p:tgtEl>
                                          <p:spTgt spid="288808"/>
                                        </p:tgtEl>
                                        <p:attrNameLst>
                                          <p:attrName>ppt_h</p:attrName>
                                        </p:attrNameLst>
                                      </p:cBhvr>
                                      <p:tavLst>
                                        <p:tav tm="0">
                                          <p:val>
                                            <p:fltVal val="0"/>
                                          </p:val>
                                        </p:tav>
                                        <p:tav tm="100000">
                                          <p:val>
                                            <p:strVal val="#ppt_h"/>
                                          </p:val>
                                        </p:tav>
                                      </p:tavLst>
                                    </p:anim>
                                  </p:childTnLst>
                                </p:cTn>
                              </p:par>
                            </p:childTnLst>
                          </p:cTn>
                        </p:par>
                        <p:par>
                          <p:cTn id="64" fill="hold" nodeType="afterGroup">
                            <p:stCondLst>
                              <p:cond delay="500"/>
                            </p:stCondLst>
                            <p:childTnLst>
                              <p:par>
                                <p:cTn id="65" presetID="17" presetClass="entr" presetSubtype="1" fill="hold" grpId="0" nodeType="afterEffect">
                                  <p:stCondLst>
                                    <p:cond delay="0"/>
                                  </p:stCondLst>
                                  <p:childTnLst>
                                    <p:set>
                                      <p:cBhvr>
                                        <p:cTn id="66" dur="1" fill="hold">
                                          <p:stCondLst>
                                            <p:cond delay="0"/>
                                          </p:stCondLst>
                                        </p:cTn>
                                        <p:tgtEl>
                                          <p:spTgt spid="288797"/>
                                        </p:tgtEl>
                                        <p:attrNameLst>
                                          <p:attrName>style.visibility</p:attrName>
                                        </p:attrNameLst>
                                      </p:cBhvr>
                                      <p:to>
                                        <p:strVal val="visible"/>
                                      </p:to>
                                    </p:set>
                                    <p:anim calcmode="lin" valueType="num">
                                      <p:cBhvr>
                                        <p:cTn id="67" dur="500" fill="hold"/>
                                        <p:tgtEl>
                                          <p:spTgt spid="288797"/>
                                        </p:tgtEl>
                                        <p:attrNameLst>
                                          <p:attrName>ppt_x</p:attrName>
                                        </p:attrNameLst>
                                      </p:cBhvr>
                                      <p:tavLst>
                                        <p:tav tm="0">
                                          <p:val>
                                            <p:strVal val="#ppt_x"/>
                                          </p:val>
                                        </p:tav>
                                        <p:tav tm="100000">
                                          <p:val>
                                            <p:strVal val="#ppt_x"/>
                                          </p:val>
                                        </p:tav>
                                      </p:tavLst>
                                    </p:anim>
                                    <p:anim calcmode="lin" valueType="num">
                                      <p:cBhvr>
                                        <p:cTn id="68" dur="500" fill="hold"/>
                                        <p:tgtEl>
                                          <p:spTgt spid="288797"/>
                                        </p:tgtEl>
                                        <p:attrNameLst>
                                          <p:attrName>ppt_y</p:attrName>
                                        </p:attrNameLst>
                                      </p:cBhvr>
                                      <p:tavLst>
                                        <p:tav tm="0">
                                          <p:val>
                                            <p:strVal val="#ppt_y-#ppt_h/2"/>
                                          </p:val>
                                        </p:tav>
                                        <p:tav tm="100000">
                                          <p:val>
                                            <p:strVal val="#ppt_y"/>
                                          </p:val>
                                        </p:tav>
                                      </p:tavLst>
                                    </p:anim>
                                    <p:anim calcmode="lin" valueType="num">
                                      <p:cBhvr>
                                        <p:cTn id="69" dur="500" fill="hold"/>
                                        <p:tgtEl>
                                          <p:spTgt spid="288797"/>
                                        </p:tgtEl>
                                        <p:attrNameLst>
                                          <p:attrName>ppt_w</p:attrName>
                                        </p:attrNameLst>
                                      </p:cBhvr>
                                      <p:tavLst>
                                        <p:tav tm="0">
                                          <p:val>
                                            <p:strVal val="#ppt_w"/>
                                          </p:val>
                                        </p:tav>
                                        <p:tav tm="100000">
                                          <p:val>
                                            <p:strVal val="#ppt_w"/>
                                          </p:val>
                                        </p:tav>
                                      </p:tavLst>
                                    </p:anim>
                                    <p:anim calcmode="lin" valueType="num">
                                      <p:cBhvr>
                                        <p:cTn id="70" dur="500" fill="hold"/>
                                        <p:tgtEl>
                                          <p:spTgt spid="288797"/>
                                        </p:tgtEl>
                                        <p:attrNameLst>
                                          <p:attrName>ppt_h</p:attrName>
                                        </p:attrNameLst>
                                      </p:cBhvr>
                                      <p:tavLst>
                                        <p:tav tm="0">
                                          <p:val>
                                            <p:fltVal val="0"/>
                                          </p:val>
                                        </p:tav>
                                        <p:tav tm="100000">
                                          <p:val>
                                            <p:strVal val="#ppt_h"/>
                                          </p:val>
                                        </p:tav>
                                      </p:tavLst>
                                    </p:anim>
                                  </p:childTnLst>
                                </p:cTn>
                              </p:par>
                            </p:childTnLst>
                          </p:cTn>
                        </p:par>
                        <p:par>
                          <p:cTn id="71" fill="hold" nodeType="afterGroup">
                            <p:stCondLst>
                              <p:cond delay="1000"/>
                            </p:stCondLst>
                            <p:childTnLst>
                              <p:par>
                                <p:cTn id="72" presetID="17" presetClass="entr" presetSubtype="1" fill="hold" grpId="0" nodeType="afterEffect">
                                  <p:stCondLst>
                                    <p:cond delay="0"/>
                                  </p:stCondLst>
                                  <p:childTnLst>
                                    <p:set>
                                      <p:cBhvr>
                                        <p:cTn id="73" dur="1" fill="hold">
                                          <p:stCondLst>
                                            <p:cond delay="0"/>
                                          </p:stCondLst>
                                        </p:cTn>
                                        <p:tgtEl>
                                          <p:spTgt spid="288798"/>
                                        </p:tgtEl>
                                        <p:attrNameLst>
                                          <p:attrName>style.visibility</p:attrName>
                                        </p:attrNameLst>
                                      </p:cBhvr>
                                      <p:to>
                                        <p:strVal val="visible"/>
                                      </p:to>
                                    </p:set>
                                    <p:anim calcmode="lin" valueType="num">
                                      <p:cBhvr>
                                        <p:cTn id="74" dur="500" fill="hold"/>
                                        <p:tgtEl>
                                          <p:spTgt spid="288798"/>
                                        </p:tgtEl>
                                        <p:attrNameLst>
                                          <p:attrName>ppt_x</p:attrName>
                                        </p:attrNameLst>
                                      </p:cBhvr>
                                      <p:tavLst>
                                        <p:tav tm="0">
                                          <p:val>
                                            <p:strVal val="#ppt_x"/>
                                          </p:val>
                                        </p:tav>
                                        <p:tav tm="100000">
                                          <p:val>
                                            <p:strVal val="#ppt_x"/>
                                          </p:val>
                                        </p:tav>
                                      </p:tavLst>
                                    </p:anim>
                                    <p:anim calcmode="lin" valueType="num">
                                      <p:cBhvr>
                                        <p:cTn id="75" dur="500" fill="hold"/>
                                        <p:tgtEl>
                                          <p:spTgt spid="288798"/>
                                        </p:tgtEl>
                                        <p:attrNameLst>
                                          <p:attrName>ppt_y</p:attrName>
                                        </p:attrNameLst>
                                      </p:cBhvr>
                                      <p:tavLst>
                                        <p:tav tm="0">
                                          <p:val>
                                            <p:strVal val="#ppt_y-#ppt_h/2"/>
                                          </p:val>
                                        </p:tav>
                                        <p:tav tm="100000">
                                          <p:val>
                                            <p:strVal val="#ppt_y"/>
                                          </p:val>
                                        </p:tav>
                                      </p:tavLst>
                                    </p:anim>
                                    <p:anim calcmode="lin" valueType="num">
                                      <p:cBhvr>
                                        <p:cTn id="76" dur="500" fill="hold"/>
                                        <p:tgtEl>
                                          <p:spTgt spid="288798"/>
                                        </p:tgtEl>
                                        <p:attrNameLst>
                                          <p:attrName>ppt_w</p:attrName>
                                        </p:attrNameLst>
                                      </p:cBhvr>
                                      <p:tavLst>
                                        <p:tav tm="0">
                                          <p:val>
                                            <p:strVal val="#ppt_w"/>
                                          </p:val>
                                        </p:tav>
                                        <p:tav tm="100000">
                                          <p:val>
                                            <p:strVal val="#ppt_w"/>
                                          </p:val>
                                        </p:tav>
                                      </p:tavLst>
                                    </p:anim>
                                    <p:anim calcmode="lin" valueType="num">
                                      <p:cBhvr>
                                        <p:cTn id="77" dur="500" fill="hold"/>
                                        <p:tgtEl>
                                          <p:spTgt spid="288798"/>
                                        </p:tgtEl>
                                        <p:attrNameLst>
                                          <p:attrName>ppt_h</p:attrName>
                                        </p:attrNameLst>
                                      </p:cBhvr>
                                      <p:tavLst>
                                        <p:tav tm="0">
                                          <p:val>
                                            <p:fltVal val="0"/>
                                          </p:val>
                                        </p:tav>
                                        <p:tav tm="100000">
                                          <p:val>
                                            <p:strVal val="#ppt_h"/>
                                          </p:val>
                                        </p:tav>
                                      </p:tavLst>
                                    </p:anim>
                                  </p:childTnLst>
                                </p:cTn>
                              </p:par>
                            </p:childTnLst>
                          </p:cTn>
                        </p:par>
                        <p:par>
                          <p:cTn id="78" fill="hold" nodeType="afterGroup">
                            <p:stCondLst>
                              <p:cond delay="1500"/>
                            </p:stCondLst>
                            <p:childTnLst>
                              <p:par>
                                <p:cTn id="79" presetID="17" presetClass="entr" presetSubtype="1" fill="hold" grpId="0" nodeType="afterEffect">
                                  <p:stCondLst>
                                    <p:cond delay="0"/>
                                  </p:stCondLst>
                                  <p:childTnLst>
                                    <p:set>
                                      <p:cBhvr>
                                        <p:cTn id="80" dur="1" fill="hold">
                                          <p:stCondLst>
                                            <p:cond delay="0"/>
                                          </p:stCondLst>
                                        </p:cTn>
                                        <p:tgtEl>
                                          <p:spTgt spid="288799"/>
                                        </p:tgtEl>
                                        <p:attrNameLst>
                                          <p:attrName>style.visibility</p:attrName>
                                        </p:attrNameLst>
                                      </p:cBhvr>
                                      <p:to>
                                        <p:strVal val="visible"/>
                                      </p:to>
                                    </p:set>
                                    <p:anim calcmode="lin" valueType="num">
                                      <p:cBhvr>
                                        <p:cTn id="81" dur="500" fill="hold"/>
                                        <p:tgtEl>
                                          <p:spTgt spid="288799"/>
                                        </p:tgtEl>
                                        <p:attrNameLst>
                                          <p:attrName>ppt_x</p:attrName>
                                        </p:attrNameLst>
                                      </p:cBhvr>
                                      <p:tavLst>
                                        <p:tav tm="0">
                                          <p:val>
                                            <p:strVal val="#ppt_x"/>
                                          </p:val>
                                        </p:tav>
                                        <p:tav tm="100000">
                                          <p:val>
                                            <p:strVal val="#ppt_x"/>
                                          </p:val>
                                        </p:tav>
                                      </p:tavLst>
                                    </p:anim>
                                    <p:anim calcmode="lin" valueType="num">
                                      <p:cBhvr>
                                        <p:cTn id="82" dur="500" fill="hold"/>
                                        <p:tgtEl>
                                          <p:spTgt spid="288799"/>
                                        </p:tgtEl>
                                        <p:attrNameLst>
                                          <p:attrName>ppt_y</p:attrName>
                                        </p:attrNameLst>
                                      </p:cBhvr>
                                      <p:tavLst>
                                        <p:tav tm="0">
                                          <p:val>
                                            <p:strVal val="#ppt_y-#ppt_h/2"/>
                                          </p:val>
                                        </p:tav>
                                        <p:tav tm="100000">
                                          <p:val>
                                            <p:strVal val="#ppt_y"/>
                                          </p:val>
                                        </p:tav>
                                      </p:tavLst>
                                    </p:anim>
                                    <p:anim calcmode="lin" valueType="num">
                                      <p:cBhvr>
                                        <p:cTn id="83" dur="500" fill="hold"/>
                                        <p:tgtEl>
                                          <p:spTgt spid="288799"/>
                                        </p:tgtEl>
                                        <p:attrNameLst>
                                          <p:attrName>ppt_w</p:attrName>
                                        </p:attrNameLst>
                                      </p:cBhvr>
                                      <p:tavLst>
                                        <p:tav tm="0">
                                          <p:val>
                                            <p:strVal val="#ppt_w"/>
                                          </p:val>
                                        </p:tav>
                                        <p:tav tm="100000">
                                          <p:val>
                                            <p:strVal val="#ppt_w"/>
                                          </p:val>
                                        </p:tav>
                                      </p:tavLst>
                                    </p:anim>
                                    <p:anim calcmode="lin" valueType="num">
                                      <p:cBhvr>
                                        <p:cTn id="84" dur="500" fill="hold"/>
                                        <p:tgtEl>
                                          <p:spTgt spid="288799"/>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2" presetClass="entr" presetSubtype="8" fill="hold" grpId="0" nodeType="clickEffect">
                                  <p:stCondLst>
                                    <p:cond delay="0"/>
                                  </p:stCondLst>
                                  <p:childTnLst>
                                    <p:set>
                                      <p:cBhvr>
                                        <p:cTn id="88" dur="1" fill="hold">
                                          <p:stCondLst>
                                            <p:cond delay="0"/>
                                          </p:stCondLst>
                                        </p:cTn>
                                        <p:tgtEl>
                                          <p:spTgt spid="288811"/>
                                        </p:tgtEl>
                                        <p:attrNameLst>
                                          <p:attrName>style.visibility</p:attrName>
                                        </p:attrNameLst>
                                      </p:cBhvr>
                                      <p:to>
                                        <p:strVal val="visible"/>
                                      </p:to>
                                    </p:set>
                                    <p:animEffect transition="in" filter="slide(fromLeft)">
                                      <p:cBhvr>
                                        <p:cTn id="89" dur="500"/>
                                        <p:tgtEl>
                                          <p:spTgt spid="288811"/>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1" fill="hold" grpId="0" nodeType="clickEffect">
                                  <p:stCondLst>
                                    <p:cond delay="0"/>
                                  </p:stCondLst>
                                  <p:childTnLst>
                                    <p:set>
                                      <p:cBhvr>
                                        <p:cTn id="93" dur="1" fill="hold">
                                          <p:stCondLst>
                                            <p:cond delay="0"/>
                                          </p:stCondLst>
                                        </p:cTn>
                                        <p:tgtEl>
                                          <p:spTgt spid="288806"/>
                                        </p:tgtEl>
                                        <p:attrNameLst>
                                          <p:attrName>style.visibility</p:attrName>
                                        </p:attrNameLst>
                                      </p:cBhvr>
                                      <p:to>
                                        <p:strVal val="visible"/>
                                      </p:to>
                                    </p:set>
                                    <p:anim calcmode="lin" valueType="num">
                                      <p:cBhvr>
                                        <p:cTn id="94" dur="500" fill="hold"/>
                                        <p:tgtEl>
                                          <p:spTgt spid="288806"/>
                                        </p:tgtEl>
                                        <p:attrNameLst>
                                          <p:attrName>ppt_x</p:attrName>
                                        </p:attrNameLst>
                                      </p:cBhvr>
                                      <p:tavLst>
                                        <p:tav tm="0">
                                          <p:val>
                                            <p:strVal val="#ppt_x"/>
                                          </p:val>
                                        </p:tav>
                                        <p:tav tm="100000">
                                          <p:val>
                                            <p:strVal val="#ppt_x"/>
                                          </p:val>
                                        </p:tav>
                                      </p:tavLst>
                                    </p:anim>
                                    <p:anim calcmode="lin" valueType="num">
                                      <p:cBhvr>
                                        <p:cTn id="95" dur="500" fill="hold"/>
                                        <p:tgtEl>
                                          <p:spTgt spid="288806"/>
                                        </p:tgtEl>
                                        <p:attrNameLst>
                                          <p:attrName>ppt_y</p:attrName>
                                        </p:attrNameLst>
                                      </p:cBhvr>
                                      <p:tavLst>
                                        <p:tav tm="0">
                                          <p:val>
                                            <p:strVal val="#ppt_y-#ppt_h/2"/>
                                          </p:val>
                                        </p:tav>
                                        <p:tav tm="100000">
                                          <p:val>
                                            <p:strVal val="#ppt_y"/>
                                          </p:val>
                                        </p:tav>
                                      </p:tavLst>
                                    </p:anim>
                                    <p:anim calcmode="lin" valueType="num">
                                      <p:cBhvr>
                                        <p:cTn id="96" dur="500" fill="hold"/>
                                        <p:tgtEl>
                                          <p:spTgt spid="288806"/>
                                        </p:tgtEl>
                                        <p:attrNameLst>
                                          <p:attrName>ppt_w</p:attrName>
                                        </p:attrNameLst>
                                      </p:cBhvr>
                                      <p:tavLst>
                                        <p:tav tm="0">
                                          <p:val>
                                            <p:strVal val="#ppt_w"/>
                                          </p:val>
                                        </p:tav>
                                        <p:tav tm="100000">
                                          <p:val>
                                            <p:strVal val="#ppt_w"/>
                                          </p:val>
                                        </p:tav>
                                      </p:tavLst>
                                    </p:anim>
                                    <p:anim calcmode="lin" valueType="num">
                                      <p:cBhvr>
                                        <p:cTn id="97" dur="500" fill="hold"/>
                                        <p:tgtEl>
                                          <p:spTgt spid="288806"/>
                                        </p:tgtEl>
                                        <p:attrNameLst>
                                          <p:attrName>ppt_h</p:attrName>
                                        </p:attrNameLst>
                                      </p:cBhvr>
                                      <p:tavLst>
                                        <p:tav tm="0">
                                          <p:val>
                                            <p:fltVal val="0"/>
                                          </p:val>
                                        </p:tav>
                                        <p:tav tm="100000">
                                          <p:val>
                                            <p:strVal val="#ppt_h"/>
                                          </p:val>
                                        </p:tav>
                                      </p:tavLst>
                                    </p:anim>
                                  </p:childTnLst>
                                </p:cTn>
                              </p:par>
                            </p:childTnLst>
                          </p:cTn>
                        </p:par>
                        <p:par>
                          <p:cTn id="98" fill="hold" nodeType="afterGroup">
                            <p:stCondLst>
                              <p:cond delay="500"/>
                            </p:stCondLst>
                            <p:childTnLst>
                              <p:par>
                                <p:cTn id="99" presetID="17" presetClass="entr" presetSubtype="1" fill="hold" grpId="0" nodeType="afterEffect">
                                  <p:stCondLst>
                                    <p:cond delay="0"/>
                                  </p:stCondLst>
                                  <p:childTnLst>
                                    <p:set>
                                      <p:cBhvr>
                                        <p:cTn id="100" dur="1" fill="hold">
                                          <p:stCondLst>
                                            <p:cond delay="0"/>
                                          </p:stCondLst>
                                        </p:cTn>
                                        <p:tgtEl>
                                          <p:spTgt spid="288800"/>
                                        </p:tgtEl>
                                        <p:attrNameLst>
                                          <p:attrName>style.visibility</p:attrName>
                                        </p:attrNameLst>
                                      </p:cBhvr>
                                      <p:to>
                                        <p:strVal val="visible"/>
                                      </p:to>
                                    </p:set>
                                    <p:anim calcmode="lin" valueType="num">
                                      <p:cBhvr>
                                        <p:cTn id="101" dur="500" fill="hold"/>
                                        <p:tgtEl>
                                          <p:spTgt spid="288800"/>
                                        </p:tgtEl>
                                        <p:attrNameLst>
                                          <p:attrName>ppt_x</p:attrName>
                                        </p:attrNameLst>
                                      </p:cBhvr>
                                      <p:tavLst>
                                        <p:tav tm="0">
                                          <p:val>
                                            <p:strVal val="#ppt_x"/>
                                          </p:val>
                                        </p:tav>
                                        <p:tav tm="100000">
                                          <p:val>
                                            <p:strVal val="#ppt_x"/>
                                          </p:val>
                                        </p:tav>
                                      </p:tavLst>
                                    </p:anim>
                                    <p:anim calcmode="lin" valueType="num">
                                      <p:cBhvr>
                                        <p:cTn id="102" dur="500" fill="hold"/>
                                        <p:tgtEl>
                                          <p:spTgt spid="288800"/>
                                        </p:tgtEl>
                                        <p:attrNameLst>
                                          <p:attrName>ppt_y</p:attrName>
                                        </p:attrNameLst>
                                      </p:cBhvr>
                                      <p:tavLst>
                                        <p:tav tm="0">
                                          <p:val>
                                            <p:strVal val="#ppt_y-#ppt_h/2"/>
                                          </p:val>
                                        </p:tav>
                                        <p:tav tm="100000">
                                          <p:val>
                                            <p:strVal val="#ppt_y"/>
                                          </p:val>
                                        </p:tav>
                                      </p:tavLst>
                                    </p:anim>
                                    <p:anim calcmode="lin" valueType="num">
                                      <p:cBhvr>
                                        <p:cTn id="103" dur="500" fill="hold"/>
                                        <p:tgtEl>
                                          <p:spTgt spid="288800"/>
                                        </p:tgtEl>
                                        <p:attrNameLst>
                                          <p:attrName>ppt_w</p:attrName>
                                        </p:attrNameLst>
                                      </p:cBhvr>
                                      <p:tavLst>
                                        <p:tav tm="0">
                                          <p:val>
                                            <p:strVal val="#ppt_w"/>
                                          </p:val>
                                        </p:tav>
                                        <p:tav tm="100000">
                                          <p:val>
                                            <p:strVal val="#ppt_w"/>
                                          </p:val>
                                        </p:tav>
                                      </p:tavLst>
                                    </p:anim>
                                    <p:anim calcmode="lin" valueType="num">
                                      <p:cBhvr>
                                        <p:cTn id="104" dur="500" fill="hold"/>
                                        <p:tgtEl>
                                          <p:spTgt spid="288800"/>
                                        </p:tgtEl>
                                        <p:attrNameLst>
                                          <p:attrName>ppt_h</p:attrName>
                                        </p:attrNameLst>
                                      </p:cBhvr>
                                      <p:tavLst>
                                        <p:tav tm="0">
                                          <p:val>
                                            <p:fltVal val="0"/>
                                          </p:val>
                                        </p:tav>
                                        <p:tav tm="100000">
                                          <p:val>
                                            <p:strVal val="#ppt_h"/>
                                          </p:val>
                                        </p:tav>
                                      </p:tavLst>
                                    </p:anim>
                                  </p:childTnLst>
                                </p:cTn>
                              </p:par>
                            </p:childTnLst>
                          </p:cTn>
                        </p:par>
                        <p:par>
                          <p:cTn id="105" fill="hold" nodeType="afterGroup">
                            <p:stCondLst>
                              <p:cond delay="1000"/>
                            </p:stCondLst>
                            <p:childTnLst>
                              <p:par>
                                <p:cTn id="106" presetID="17" presetClass="entr" presetSubtype="1" fill="hold" grpId="0" nodeType="afterEffect">
                                  <p:stCondLst>
                                    <p:cond delay="0"/>
                                  </p:stCondLst>
                                  <p:childTnLst>
                                    <p:set>
                                      <p:cBhvr>
                                        <p:cTn id="107" dur="1" fill="hold">
                                          <p:stCondLst>
                                            <p:cond delay="0"/>
                                          </p:stCondLst>
                                        </p:cTn>
                                        <p:tgtEl>
                                          <p:spTgt spid="288801"/>
                                        </p:tgtEl>
                                        <p:attrNameLst>
                                          <p:attrName>style.visibility</p:attrName>
                                        </p:attrNameLst>
                                      </p:cBhvr>
                                      <p:to>
                                        <p:strVal val="visible"/>
                                      </p:to>
                                    </p:set>
                                    <p:anim calcmode="lin" valueType="num">
                                      <p:cBhvr>
                                        <p:cTn id="108" dur="500" fill="hold"/>
                                        <p:tgtEl>
                                          <p:spTgt spid="288801"/>
                                        </p:tgtEl>
                                        <p:attrNameLst>
                                          <p:attrName>ppt_x</p:attrName>
                                        </p:attrNameLst>
                                      </p:cBhvr>
                                      <p:tavLst>
                                        <p:tav tm="0">
                                          <p:val>
                                            <p:strVal val="#ppt_x"/>
                                          </p:val>
                                        </p:tav>
                                        <p:tav tm="100000">
                                          <p:val>
                                            <p:strVal val="#ppt_x"/>
                                          </p:val>
                                        </p:tav>
                                      </p:tavLst>
                                    </p:anim>
                                    <p:anim calcmode="lin" valueType="num">
                                      <p:cBhvr>
                                        <p:cTn id="109" dur="500" fill="hold"/>
                                        <p:tgtEl>
                                          <p:spTgt spid="288801"/>
                                        </p:tgtEl>
                                        <p:attrNameLst>
                                          <p:attrName>ppt_y</p:attrName>
                                        </p:attrNameLst>
                                      </p:cBhvr>
                                      <p:tavLst>
                                        <p:tav tm="0">
                                          <p:val>
                                            <p:strVal val="#ppt_y-#ppt_h/2"/>
                                          </p:val>
                                        </p:tav>
                                        <p:tav tm="100000">
                                          <p:val>
                                            <p:strVal val="#ppt_y"/>
                                          </p:val>
                                        </p:tav>
                                      </p:tavLst>
                                    </p:anim>
                                    <p:anim calcmode="lin" valueType="num">
                                      <p:cBhvr>
                                        <p:cTn id="110" dur="500" fill="hold"/>
                                        <p:tgtEl>
                                          <p:spTgt spid="288801"/>
                                        </p:tgtEl>
                                        <p:attrNameLst>
                                          <p:attrName>ppt_w</p:attrName>
                                        </p:attrNameLst>
                                      </p:cBhvr>
                                      <p:tavLst>
                                        <p:tav tm="0">
                                          <p:val>
                                            <p:strVal val="#ppt_w"/>
                                          </p:val>
                                        </p:tav>
                                        <p:tav tm="100000">
                                          <p:val>
                                            <p:strVal val="#ppt_w"/>
                                          </p:val>
                                        </p:tav>
                                      </p:tavLst>
                                    </p:anim>
                                    <p:anim calcmode="lin" valueType="num">
                                      <p:cBhvr>
                                        <p:cTn id="111" dur="500" fill="hold"/>
                                        <p:tgtEl>
                                          <p:spTgt spid="288801"/>
                                        </p:tgtEl>
                                        <p:attrNameLst>
                                          <p:attrName>ppt_h</p:attrName>
                                        </p:attrNameLst>
                                      </p:cBhvr>
                                      <p:tavLst>
                                        <p:tav tm="0">
                                          <p:val>
                                            <p:fltVal val="0"/>
                                          </p:val>
                                        </p:tav>
                                        <p:tav tm="100000">
                                          <p:val>
                                            <p:strVal val="#ppt_h"/>
                                          </p:val>
                                        </p:tav>
                                      </p:tavLst>
                                    </p:anim>
                                  </p:childTnLst>
                                </p:cTn>
                              </p:par>
                            </p:childTnLst>
                          </p:cTn>
                        </p:par>
                        <p:par>
                          <p:cTn id="112" fill="hold" nodeType="afterGroup">
                            <p:stCondLst>
                              <p:cond delay="1500"/>
                            </p:stCondLst>
                            <p:childTnLst>
                              <p:par>
                                <p:cTn id="113" presetID="17" presetClass="entr" presetSubtype="1" fill="hold" grpId="0" nodeType="afterEffect">
                                  <p:stCondLst>
                                    <p:cond delay="0"/>
                                  </p:stCondLst>
                                  <p:childTnLst>
                                    <p:set>
                                      <p:cBhvr>
                                        <p:cTn id="114" dur="1" fill="hold">
                                          <p:stCondLst>
                                            <p:cond delay="0"/>
                                          </p:stCondLst>
                                        </p:cTn>
                                        <p:tgtEl>
                                          <p:spTgt spid="288802"/>
                                        </p:tgtEl>
                                        <p:attrNameLst>
                                          <p:attrName>style.visibility</p:attrName>
                                        </p:attrNameLst>
                                      </p:cBhvr>
                                      <p:to>
                                        <p:strVal val="visible"/>
                                      </p:to>
                                    </p:set>
                                    <p:anim calcmode="lin" valueType="num">
                                      <p:cBhvr>
                                        <p:cTn id="115" dur="500" fill="hold"/>
                                        <p:tgtEl>
                                          <p:spTgt spid="288802"/>
                                        </p:tgtEl>
                                        <p:attrNameLst>
                                          <p:attrName>ppt_x</p:attrName>
                                        </p:attrNameLst>
                                      </p:cBhvr>
                                      <p:tavLst>
                                        <p:tav tm="0">
                                          <p:val>
                                            <p:strVal val="#ppt_x"/>
                                          </p:val>
                                        </p:tav>
                                        <p:tav tm="100000">
                                          <p:val>
                                            <p:strVal val="#ppt_x"/>
                                          </p:val>
                                        </p:tav>
                                      </p:tavLst>
                                    </p:anim>
                                    <p:anim calcmode="lin" valueType="num">
                                      <p:cBhvr>
                                        <p:cTn id="116" dur="500" fill="hold"/>
                                        <p:tgtEl>
                                          <p:spTgt spid="288802"/>
                                        </p:tgtEl>
                                        <p:attrNameLst>
                                          <p:attrName>ppt_y</p:attrName>
                                        </p:attrNameLst>
                                      </p:cBhvr>
                                      <p:tavLst>
                                        <p:tav tm="0">
                                          <p:val>
                                            <p:strVal val="#ppt_y-#ppt_h/2"/>
                                          </p:val>
                                        </p:tav>
                                        <p:tav tm="100000">
                                          <p:val>
                                            <p:strVal val="#ppt_y"/>
                                          </p:val>
                                        </p:tav>
                                      </p:tavLst>
                                    </p:anim>
                                    <p:anim calcmode="lin" valueType="num">
                                      <p:cBhvr>
                                        <p:cTn id="117" dur="500" fill="hold"/>
                                        <p:tgtEl>
                                          <p:spTgt spid="288802"/>
                                        </p:tgtEl>
                                        <p:attrNameLst>
                                          <p:attrName>ppt_w</p:attrName>
                                        </p:attrNameLst>
                                      </p:cBhvr>
                                      <p:tavLst>
                                        <p:tav tm="0">
                                          <p:val>
                                            <p:strVal val="#ppt_w"/>
                                          </p:val>
                                        </p:tav>
                                        <p:tav tm="100000">
                                          <p:val>
                                            <p:strVal val="#ppt_w"/>
                                          </p:val>
                                        </p:tav>
                                      </p:tavLst>
                                    </p:anim>
                                    <p:anim calcmode="lin" valueType="num">
                                      <p:cBhvr>
                                        <p:cTn id="118" dur="500" fill="hold"/>
                                        <p:tgtEl>
                                          <p:spTgt spid="288802"/>
                                        </p:tgtEl>
                                        <p:attrNameLst>
                                          <p:attrName>ppt_h</p:attrName>
                                        </p:attrNameLst>
                                      </p:cBhvr>
                                      <p:tavLst>
                                        <p:tav tm="0">
                                          <p:val>
                                            <p:fltVal val="0"/>
                                          </p:val>
                                        </p:tav>
                                        <p:tav tm="100000">
                                          <p:val>
                                            <p:strVal val="#ppt_h"/>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2" presetClass="entr" presetSubtype="8" fill="hold" grpId="0" nodeType="clickEffect">
                                  <p:stCondLst>
                                    <p:cond delay="0"/>
                                  </p:stCondLst>
                                  <p:childTnLst>
                                    <p:set>
                                      <p:cBhvr>
                                        <p:cTn id="122" dur="1" fill="hold">
                                          <p:stCondLst>
                                            <p:cond delay="0"/>
                                          </p:stCondLst>
                                        </p:cTn>
                                        <p:tgtEl>
                                          <p:spTgt spid="288812"/>
                                        </p:tgtEl>
                                        <p:attrNameLst>
                                          <p:attrName>style.visibility</p:attrName>
                                        </p:attrNameLst>
                                      </p:cBhvr>
                                      <p:to>
                                        <p:strVal val="visible"/>
                                      </p:to>
                                    </p:set>
                                    <p:animEffect transition="in" filter="slide(fromLeft)">
                                      <p:cBhvr>
                                        <p:cTn id="123" dur="500"/>
                                        <p:tgtEl>
                                          <p:spTgt spid="288812"/>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1" fill="hold" grpId="0" nodeType="clickEffect">
                                  <p:stCondLst>
                                    <p:cond delay="0"/>
                                  </p:stCondLst>
                                  <p:childTnLst>
                                    <p:set>
                                      <p:cBhvr>
                                        <p:cTn id="127" dur="1" fill="hold">
                                          <p:stCondLst>
                                            <p:cond delay="0"/>
                                          </p:stCondLst>
                                        </p:cTn>
                                        <p:tgtEl>
                                          <p:spTgt spid="288807"/>
                                        </p:tgtEl>
                                        <p:attrNameLst>
                                          <p:attrName>style.visibility</p:attrName>
                                        </p:attrNameLst>
                                      </p:cBhvr>
                                      <p:to>
                                        <p:strVal val="visible"/>
                                      </p:to>
                                    </p:set>
                                    <p:anim calcmode="lin" valueType="num">
                                      <p:cBhvr>
                                        <p:cTn id="128" dur="500" fill="hold"/>
                                        <p:tgtEl>
                                          <p:spTgt spid="288807"/>
                                        </p:tgtEl>
                                        <p:attrNameLst>
                                          <p:attrName>ppt_x</p:attrName>
                                        </p:attrNameLst>
                                      </p:cBhvr>
                                      <p:tavLst>
                                        <p:tav tm="0">
                                          <p:val>
                                            <p:strVal val="#ppt_x"/>
                                          </p:val>
                                        </p:tav>
                                        <p:tav tm="100000">
                                          <p:val>
                                            <p:strVal val="#ppt_x"/>
                                          </p:val>
                                        </p:tav>
                                      </p:tavLst>
                                    </p:anim>
                                    <p:anim calcmode="lin" valueType="num">
                                      <p:cBhvr>
                                        <p:cTn id="129" dur="500" fill="hold"/>
                                        <p:tgtEl>
                                          <p:spTgt spid="288807"/>
                                        </p:tgtEl>
                                        <p:attrNameLst>
                                          <p:attrName>ppt_y</p:attrName>
                                        </p:attrNameLst>
                                      </p:cBhvr>
                                      <p:tavLst>
                                        <p:tav tm="0">
                                          <p:val>
                                            <p:strVal val="#ppt_y-#ppt_h/2"/>
                                          </p:val>
                                        </p:tav>
                                        <p:tav tm="100000">
                                          <p:val>
                                            <p:strVal val="#ppt_y"/>
                                          </p:val>
                                        </p:tav>
                                      </p:tavLst>
                                    </p:anim>
                                    <p:anim calcmode="lin" valueType="num">
                                      <p:cBhvr>
                                        <p:cTn id="130" dur="500" fill="hold"/>
                                        <p:tgtEl>
                                          <p:spTgt spid="288807"/>
                                        </p:tgtEl>
                                        <p:attrNameLst>
                                          <p:attrName>ppt_w</p:attrName>
                                        </p:attrNameLst>
                                      </p:cBhvr>
                                      <p:tavLst>
                                        <p:tav tm="0">
                                          <p:val>
                                            <p:strVal val="#ppt_w"/>
                                          </p:val>
                                        </p:tav>
                                        <p:tav tm="100000">
                                          <p:val>
                                            <p:strVal val="#ppt_w"/>
                                          </p:val>
                                        </p:tav>
                                      </p:tavLst>
                                    </p:anim>
                                    <p:anim calcmode="lin" valueType="num">
                                      <p:cBhvr>
                                        <p:cTn id="131" dur="500" fill="hold"/>
                                        <p:tgtEl>
                                          <p:spTgt spid="288807"/>
                                        </p:tgtEl>
                                        <p:attrNameLst>
                                          <p:attrName>ppt_h</p:attrName>
                                        </p:attrNameLst>
                                      </p:cBhvr>
                                      <p:tavLst>
                                        <p:tav tm="0">
                                          <p:val>
                                            <p:fltVal val="0"/>
                                          </p:val>
                                        </p:tav>
                                        <p:tav tm="100000">
                                          <p:val>
                                            <p:strVal val="#ppt_h"/>
                                          </p:val>
                                        </p:tav>
                                      </p:tavLst>
                                    </p:anim>
                                  </p:childTnLst>
                                </p:cTn>
                              </p:par>
                            </p:childTnLst>
                          </p:cTn>
                        </p:par>
                        <p:par>
                          <p:cTn id="132" fill="hold" nodeType="afterGroup">
                            <p:stCondLst>
                              <p:cond delay="500"/>
                            </p:stCondLst>
                            <p:childTnLst>
                              <p:par>
                                <p:cTn id="133" presetID="17" presetClass="entr" presetSubtype="1" fill="hold" grpId="0" nodeType="afterEffect">
                                  <p:stCondLst>
                                    <p:cond delay="0"/>
                                  </p:stCondLst>
                                  <p:childTnLst>
                                    <p:set>
                                      <p:cBhvr>
                                        <p:cTn id="134" dur="1" fill="hold">
                                          <p:stCondLst>
                                            <p:cond delay="0"/>
                                          </p:stCondLst>
                                        </p:cTn>
                                        <p:tgtEl>
                                          <p:spTgt spid="288803"/>
                                        </p:tgtEl>
                                        <p:attrNameLst>
                                          <p:attrName>style.visibility</p:attrName>
                                        </p:attrNameLst>
                                      </p:cBhvr>
                                      <p:to>
                                        <p:strVal val="visible"/>
                                      </p:to>
                                    </p:set>
                                    <p:anim calcmode="lin" valueType="num">
                                      <p:cBhvr>
                                        <p:cTn id="135" dur="500" fill="hold"/>
                                        <p:tgtEl>
                                          <p:spTgt spid="288803"/>
                                        </p:tgtEl>
                                        <p:attrNameLst>
                                          <p:attrName>ppt_x</p:attrName>
                                        </p:attrNameLst>
                                      </p:cBhvr>
                                      <p:tavLst>
                                        <p:tav tm="0">
                                          <p:val>
                                            <p:strVal val="#ppt_x"/>
                                          </p:val>
                                        </p:tav>
                                        <p:tav tm="100000">
                                          <p:val>
                                            <p:strVal val="#ppt_x"/>
                                          </p:val>
                                        </p:tav>
                                      </p:tavLst>
                                    </p:anim>
                                    <p:anim calcmode="lin" valueType="num">
                                      <p:cBhvr>
                                        <p:cTn id="136" dur="500" fill="hold"/>
                                        <p:tgtEl>
                                          <p:spTgt spid="288803"/>
                                        </p:tgtEl>
                                        <p:attrNameLst>
                                          <p:attrName>ppt_y</p:attrName>
                                        </p:attrNameLst>
                                      </p:cBhvr>
                                      <p:tavLst>
                                        <p:tav tm="0">
                                          <p:val>
                                            <p:strVal val="#ppt_y-#ppt_h/2"/>
                                          </p:val>
                                        </p:tav>
                                        <p:tav tm="100000">
                                          <p:val>
                                            <p:strVal val="#ppt_y"/>
                                          </p:val>
                                        </p:tav>
                                      </p:tavLst>
                                    </p:anim>
                                    <p:anim calcmode="lin" valueType="num">
                                      <p:cBhvr>
                                        <p:cTn id="137" dur="500" fill="hold"/>
                                        <p:tgtEl>
                                          <p:spTgt spid="288803"/>
                                        </p:tgtEl>
                                        <p:attrNameLst>
                                          <p:attrName>ppt_w</p:attrName>
                                        </p:attrNameLst>
                                      </p:cBhvr>
                                      <p:tavLst>
                                        <p:tav tm="0">
                                          <p:val>
                                            <p:strVal val="#ppt_w"/>
                                          </p:val>
                                        </p:tav>
                                        <p:tav tm="100000">
                                          <p:val>
                                            <p:strVal val="#ppt_w"/>
                                          </p:val>
                                        </p:tav>
                                      </p:tavLst>
                                    </p:anim>
                                    <p:anim calcmode="lin" valueType="num">
                                      <p:cBhvr>
                                        <p:cTn id="138" dur="500" fill="hold"/>
                                        <p:tgtEl>
                                          <p:spTgt spid="288803"/>
                                        </p:tgtEl>
                                        <p:attrNameLst>
                                          <p:attrName>ppt_h</p:attrName>
                                        </p:attrNameLst>
                                      </p:cBhvr>
                                      <p:tavLst>
                                        <p:tav tm="0">
                                          <p:val>
                                            <p:fltVal val="0"/>
                                          </p:val>
                                        </p:tav>
                                        <p:tav tm="100000">
                                          <p:val>
                                            <p:strVal val="#ppt_h"/>
                                          </p:val>
                                        </p:tav>
                                      </p:tavLst>
                                    </p:anim>
                                  </p:childTnLst>
                                </p:cTn>
                              </p:par>
                            </p:childTnLst>
                          </p:cTn>
                        </p:par>
                        <p:par>
                          <p:cTn id="139" fill="hold" nodeType="afterGroup">
                            <p:stCondLst>
                              <p:cond delay="1000"/>
                            </p:stCondLst>
                            <p:childTnLst>
                              <p:par>
                                <p:cTn id="140" presetID="17" presetClass="entr" presetSubtype="1" fill="hold" grpId="0" nodeType="afterEffect">
                                  <p:stCondLst>
                                    <p:cond delay="0"/>
                                  </p:stCondLst>
                                  <p:childTnLst>
                                    <p:set>
                                      <p:cBhvr>
                                        <p:cTn id="141" dur="1" fill="hold">
                                          <p:stCondLst>
                                            <p:cond delay="0"/>
                                          </p:stCondLst>
                                        </p:cTn>
                                        <p:tgtEl>
                                          <p:spTgt spid="288804"/>
                                        </p:tgtEl>
                                        <p:attrNameLst>
                                          <p:attrName>style.visibility</p:attrName>
                                        </p:attrNameLst>
                                      </p:cBhvr>
                                      <p:to>
                                        <p:strVal val="visible"/>
                                      </p:to>
                                    </p:set>
                                    <p:anim calcmode="lin" valueType="num">
                                      <p:cBhvr>
                                        <p:cTn id="142" dur="500" fill="hold"/>
                                        <p:tgtEl>
                                          <p:spTgt spid="288804"/>
                                        </p:tgtEl>
                                        <p:attrNameLst>
                                          <p:attrName>ppt_x</p:attrName>
                                        </p:attrNameLst>
                                      </p:cBhvr>
                                      <p:tavLst>
                                        <p:tav tm="0">
                                          <p:val>
                                            <p:strVal val="#ppt_x"/>
                                          </p:val>
                                        </p:tav>
                                        <p:tav tm="100000">
                                          <p:val>
                                            <p:strVal val="#ppt_x"/>
                                          </p:val>
                                        </p:tav>
                                      </p:tavLst>
                                    </p:anim>
                                    <p:anim calcmode="lin" valueType="num">
                                      <p:cBhvr>
                                        <p:cTn id="143" dur="500" fill="hold"/>
                                        <p:tgtEl>
                                          <p:spTgt spid="288804"/>
                                        </p:tgtEl>
                                        <p:attrNameLst>
                                          <p:attrName>ppt_y</p:attrName>
                                        </p:attrNameLst>
                                      </p:cBhvr>
                                      <p:tavLst>
                                        <p:tav tm="0">
                                          <p:val>
                                            <p:strVal val="#ppt_y-#ppt_h/2"/>
                                          </p:val>
                                        </p:tav>
                                        <p:tav tm="100000">
                                          <p:val>
                                            <p:strVal val="#ppt_y"/>
                                          </p:val>
                                        </p:tav>
                                      </p:tavLst>
                                    </p:anim>
                                    <p:anim calcmode="lin" valueType="num">
                                      <p:cBhvr>
                                        <p:cTn id="144" dur="500" fill="hold"/>
                                        <p:tgtEl>
                                          <p:spTgt spid="288804"/>
                                        </p:tgtEl>
                                        <p:attrNameLst>
                                          <p:attrName>ppt_w</p:attrName>
                                        </p:attrNameLst>
                                      </p:cBhvr>
                                      <p:tavLst>
                                        <p:tav tm="0">
                                          <p:val>
                                            <p:strVal val="#ppt_w"/>
                                          </p:val>
                                        </p:tav>
                                        <p:tav tm="100000">
                                          <p:val>
                                            <p:strVal val="#ppt_w"/>
                                          </p:val>
                                        </p:tav>
                                      </p:tavLst>
                                    </p:anim>
                                    <p:anim calcmode="lin" valueType="num">
                                      <p:cBhvr>
                                        <p:cTn id="145" dur="500" fill="hold"/>
                                        <p:tgtEl>
                                          <p:spTgt spid="288804"/>
                                        </p:tgtEl>
                                        <p:attrNameLst>
                                          <p:attrName>ppt_h</p:attrName>
                                        </p:attrNameLst>
                                      </p:cBhvr>
                                      <p:tavLst>
                                        <p:tav tm="0">
                                          <p:val>
                                            <p:fltVal val="0"/>
                                          </p:val>
                                        </p:tav>
                                        <p:tav tm="100000">
                                          <p:val>
                                            <p:strVal val="#ppt_h"/>
                                          </p:val>
                                        </p:tav>
                                      </p:tavLst>
                                    </p:anim>
                                  </p:childTnLst>
                                </p:cTn>
                              </p:par>
                            </p:childTnLst>
                          </p:cTn>
                        </p:par>
                        <p:par>
                          <p:cTn id="146" fill="hold" nodeType="afterGroup">
                            <p:stCondLst>
                              <p:cond delay="1500"/>
                            </p:stCondLst>
                            <p:childTnLst>
                              <p:par>
                                <p:cTn id="147" presetID="17" presetClass="entr" presetSubtype="1" fill="hold" grpId="0" nodeType="afterEffect">
                                  <p:stCondLst>
                                    <p:cond delay="0"/>
                                  </p:stCondLst>
                                  <p:childTnLst>
                                    <p:set>
                                      <p:cBhvr>
                                        <p:cTn id="148" dur="1" fill="hold">
                                          <p:stCondLst>
                                            <p:cond delay="0"/>
                                          </p:stCondLst>
                                        </p:cTn>
                                        <p:tgtEl>
                                          <p:spTgt spid="288805"/>
                                        </p:tgtEl>
                                        <p:attrNameLst>
                                          <p:attrName>style.visibility</p:attrName>
                                        </p:attrNameLst>
                                      </p:cBhvr>
                                      <p:to>
                                        <p:strVal val="visible"/>
                                      </p:to>
                                    </p:set>
                                    <p:anim calcmode="lin" valueType="num">
                                      <p:cBhvr>
                                        <p:cTn id="149" dur="500" fill="hold"/>
                                        <p:tgtEl>
                                          <p:spTgt spid="288805"/>
                                        </p:tgtEl>
                                        <p:attrNameLst>
                                          <p:attrName>ppt_x</p:attrName>
                                        </p:attrNameLst>
                                      </p:cBhvr>
                                      <p:tavLst>
                                        <p:tav tm="0">
                                          <p:val>
                                            <p:strVal val="#ppt_x"/>
                                          </p:val>
                                        </p:tav>
                                        <p:tav tm="100000">
                                          <p:val>
                                            <p:strVal val="#ppt_x"/>
                                          </p:val>
                                        </p:tav>
                                      </p:tavLst>
                                    </p:anim>
                                    <p:anim calcmode="lin" valueType="num">
                                      <p:cBhvr>
                                        <p:cTn id="150" dur="500" fill="hold"/>
                                        <p:tgtEl>
                                          <p:spTgt spid="288805"/>
                                        </p:tgtEl>
                                        <p:attrNameLst>
                                          <p:attrName>ppt_y</p:attrName>
                                        </p:attrNameLst>
                                      </p:cBhvr>
                                      <p:tavLst>
                                        <p:tav tm="0">
                                          <p:val>
                                            <p:strVal val="#ppt_y-#ppt_h/2"/>
                                          </p:val>
                                        </p:tav>
                                        <p:tav tm="100000">
                                          <p:val>
                                            <p:strVal val="#ppt_y"/>
                                          </p:val>
                                        </p:tav>
                                      </p:tavLst>
                                    </p:anim>
                                    <p:anim calcmode="lin" valueType="num">
                                      <p:cBhvr>
                                        <p:cTn id="151" dur="500" fill="hold"/>
                                        <p:tgtEl>
                                          <p:spTgt spid="288805"/>
                                        </p:tgtEl>
                                        <p:attrNameLst>
                                          <p:attrName>ppt_w</p:attrName>
                                        </p:attrNameLst>
                                      </p:cBhvr>
                                      <p:tavLst>
                                        <p:tav tm="0">
                                          <p:val>
                                            <p:strVal val="#ppt_w"/>
                                          </p:val>
                                        </p:tav>
                                        <p:tav tm="100000">
                                          <p:val>
                                            <p:strVal val="#ppt_w"/>
                                          </p:val>
                                        </p:tav>
                                      </p:tavLst>
                                    </p:anim>
                                    <p:anim calcmode="lin" valueType="num">
                                      <p:cBhvr>
                                        <p:cTn id="152" dur="500" fill="hold"/>
                                        <p:tgtEl>
                                          <p:spTgt spid="288805"/>
                                        </p:tgtEl>
                                        <p:attrNameLst>
                                          <p:attrName>ppt_h</p:attrName>
                                        </p:attrNameLst>
                                      </p:cBhvr>
                                      <p:tavLst>
                                        <p:tav tm="0">
                                          <p:val>
                                            <p:fltVal val="0"/>
                                          </p:val>
                                        </p:tav>
                                        <p:tav tm="100000">
                                          <p:val>
                                            <p:strVal val="#ppt_h"/>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2" presetClass="entr" presetSubtype="8" fill="hold" grpId="0" nodeType="clickEffect">
                                  <p:stCondLst>
                                    <p:cond delay="0"/>
                                  </p:stCondLst>
                                  <p:childTnLst>
                                    <p:set>
                                      <p:cBhvr>
                                        <p:cTn id="156" dur="1" fill="hold">
                                          <p:stCondLst>
                                            <p:cond delay="0"/>
                                          </p:stCondLst>
                                        </p:cTn>
                                        <p:tgtEl>
                                          <p:spTgt spid="288813"/>
                                        </p:tgtEl>
                                        <p:attrNameLst>
                                          <p:attrName>style.visibility</p:attrName>
                                        </p:attrNameLst>
                                      </p:cBhvr>
                                      <p:to>
                                        <p:strVal val="visible"/>
                                      </p:to>
                                    </p:set>
                                    <p:animEffect transition="in" filter="slide(fromLeft)">
                                      <p:cBhvr>
                                        <p:cTn id="157" dur="500"/>
                                        <p:tgtEl>
                                          <p:spTgt spid="288813"/>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 presetClass="entr" presetSubtype="6" fill="hold" grpId="0" nodeType="clickEffect">
                                  <p:stCondLst>
                                    <p:cond delay="0"/>
                                  </p:stCondLst>
                                  <p:childTnLst>
                                    <p:set>
                                      <p:cBhvr>
                                        <p:cTn id="161" dur="1" fill="hold">
                                          <p:stCondLst>
                                            <p:cond delay="0"/>
                                          </p:stCondLst>
                                        </p:cTn>
                                        <p:tgtEl>
                                          <p:spTgt spid="288814"/>
                                        </p:tgtEl>
                                        <p:attrNameLst>
                                          <p:attrName>style.visibility</p:attrName>
                                        </p:attrNameLst>
                                      </p:cBhvr>
                                      <p:to>
                                        <p:strVal val="visible"/>
                                      </p:to>
                                    </p:set>
                                    <p:anim calcmode="lin" valueType="num">
                                      <p:cBhvr additive="base">
                                        <p:cTn id="162" dur="500" fill="hold"/>
                                        <p:tgtEl>
                                          <p:spTgt spid="288814"/>
                                        </p:tgtEl>
                                        <p:attrNameLst>
                                          <p:attrName>ppt_x</p:attrName>
                                        </p:attrNameLst>
                                      </p:cBhvr>
                                      <p:tavLst>
                                        <p:tav tm="0">
                                          <p:val>
                                            <p:strVal val="1+#ppt_w/2"/>
                                          </p:val>
                                        </p:tav>
                                        <p:tav tm="100000">
                                          <p:val>
                                            <p:strVal val="#ppt_x"/>
                                          </p:val>
                                        </p:tav>
                                      </p:tavLst>
                                    </p:anim>
                                    <p:anim calcmode="lin" valueType="num">
                                      <p:cBhvr additive="base">
                                        <p:cTn id="163" dur="500" fill="hold"/>
                                        <p:tgtEl>
                                          <p:spTgt spid="2888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90" grpId="0" autoUpdateAnimBg="0"/>
      <p:bldP spid="288791" grpId="0" autoUpdateAnimBg="0"/>
      <p:bldP spid="288792" grpId="0" autoUpdateAnimBg="0"/>
      <p:bldP spid="288794" grpId="0" animBg="1" autoUpdateAnimBg="0"/>
      <p:bldP spid="288795" grpId="0" animBg="1"/>
      <p:bldP spid="288796" grpId="0" animBg="1"/>
      <p:bldP spid="288797" grpId="0" animBg="1" autoUpdateAnimBg="0"/>
      <p:bldP spid="288798" grpId="0" animBg="1"/>
      <p:bldP spid="288799" grpId="0" animBg="1"/>
      <p:bldP spid="288800" grpId="0" animBg="1" autoUpdateAnimBg="0"/>
      <p:bldP spid="288801" grpId="0" animBg="1"/>
      <p:bldP spid="288802" grpId="0" animBg="1"/>
      <p:bldP spid="288803" grpId="0" animBg="1" autoUpdateAnimBg="0"/>
      <p:bldP spid="288804" grpId="0" animBg="1"/>
      <p:bldP spid="288805" grpId="0" animBg="1"/>
      <p:bldP spid="288806" grpId="0" animBg="1"/>
      <p:bldP spid="288807" grpId="0" animBg="1"/>
      <p:bldP spid="288808" grpId="0" animBg="1"/>
      <p:bldP spid="288809" grpId="0" autoUpdateAnimBg="0"/>
      <p:bldP spid="288810" grpId="0" autoUpdateAnimBg="0"/>
      <p:bldP spid="288811" grpId="0" autoUpdateAnimBg="0"/>
      <p:bldP spid="288812" grpId="0" autoUpdateAnimBg="0"/>
      <p:bldP spid="288813" grpId="0" autoUpdateAnimBg="0"/>
      <p:bldP spid="288814" grpId="0"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Text Box 2"/>
          <p:cNvSpPr txBox="1">
            <a:spLocks noChangeArrowheads="1"/>
          </p:cNvSpPr>
          <p:nvPr/>
        </p:nvSpPr>
        <p:spPr bwMode="auto">
          <a:xfrm>
            <a:off x="609600" y="228600"/>
            <a:ext cx="8382000" cy="641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kumimoji="1" lang="en-US" altLang="zh-CN" sz="3600" b="1">
                <a:solidFill>
                  <a:srgbClr val="990000"/>
                </a:solidFill>
                <a:latin typeface="Times New Roman" charset="0"/>
                <a:ea typeface="楷体_GB2312" charset="0"/>
              </a:rPr>
              <a:t>       void</a:t>
            </a:r>
            <a:r>
              <a:rPr kumimoji="1" lang="en-US" altLang="zh-CN" sz="3600">
                <a:solidFill>
                  <a:srgbClr val="990000"/>
                </a:solidFill>
                <a:latin typeface="Times New Roman" charset="0"/>
                <a:ea typeface="楷体_GB2312" charset="0"/>
              </a:rPr>
              <a:t> CreatTree( CSTree </a:t>
            </a:r>
            <a:r>
              <a:rPr kumimoji="1" lang="en-US" altLang="zh-CN" sz="3600" b="1">
                <a:solidFill>
                  <a:srgbClr val="990000"/>
                </a:solidFill>
                <a:latin typeface="Times New Roman" charset="0"/>
                <a:ea typeface="楷体_GB2312" charset="0"/>
              </a:rPr>
              <a:t>&amp;</a:t>
            </a:r>
            <a:r>
              <a:rPr kumimoji="1" lang="en-US" altLang="zh-CN" sz="3600">
                <a:solidFill>
                  <a:srgbClr val="990000"/>
                </a:solidFill>
                <a:latin typeface="Times New Roman" charset="0"/>
                <a:ea typeface="楷体_GB2312" charset="0"/>
              </a:rPr>
              <a:t>T ) </a:t>
            </a:r>
            <a:r>
              <a:rPr kumimoji="1" lang="en-US" altLang="zh-CN" sz="3600" b="1">
                <a:solidFill>
                  <a:srgbClr val="990000"/>
                </a:solidFill>
                <a:latin typeface="Times New Roman" charset="0"/>
                <a:ea typeface="楷体_GB2312" charset="0"/>
              </a:rPr>
              <a:t>{</a:t>
            </a:r>
            <a:endParaRPr kumimoji="1" lang="en-US" altLang="zh-CN" sz="3600">
              <a:solidFill>
                <a:srgbClr val="990000"/>
              </a:solidFill>
              <a:latin typeface="Times New Roman" charset="0"/>
              <a:ea typeface="楷体_GB2312" charset="0"/>
            </a:endParaRPr>
          </a:p>
          <a:p>
            <a:pPr>
              <a:lnSpc>
                <a:spcPct val="115000"/>
              </a:lnSpc>
            </a:pPr>
            <a:r>
              <a:rPr kumimoji="1" lang="en-US" altLang="zh-CN" sz="3600">
                <a:solidFill>
                  <a:srgbClr val="990000"/>
                </a:solidFill>
                <a:latin typeface="Times New Roman" charset="0"/>
                <a:ea typeface="楷体_GB2312" charset="0"/>
              </a:rPr>
              <a:t>    T = </a:t>
            </a:r>
            <a:r>
              <a:rPr kumimoji="1" lang="en-US" altLang="zh-CN" sz="3600" b="1">
                <a:solidFill>
                  <a:srgbClr val="990000"/>
                </a:solidFill>
                <a:latin typeface="Times New Roman" charset="0"/>
                <a:ea typeface="楷体_GB2312" charset="0"/>
              </a:rPr>
              <a:t>NULL</a:t>
            </a:r>
            <a:r>
              <a:rPr kumimoji="1" lang="en-US" altLang="zh-CN" sz="3600">
                <a:solidFill>
                  <a:srgbClr val="990000"/>
                </a:solidFill>
                <a:latin typeface="Times New Roman" charset="0"/>
                <a:ea typeface="楷体_GB2312" charset="0"/>
              </a:rPr>
              <a:t>;</a:t>
            </a:r>
          </a:p>
          <a:p>
            <a:pPr>
              <a:lnSpc>
                <a:spcPct val="115000"/>
              </a:lnSpc>
            </a:pPr>
            <a:r>
              <a:rPr kumimoji="1" lang="en-US" altLang="zh-CN"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for</a:t>
            </a:r>
            <a:r>
              <a:rPr kumimoji="1" lang="en-US" altLang="zh-CN"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scanf</a:t>
            </a:r>
            <a:r>
              <a:rPr kumimoji="1" lang="en-US" altLang="zh-CN" sz="3600">
                <a:solidFill>
                  <a:srgbClr val="990000"/>
                </a:solidFill>
                <a:latin typeface="Times New Roman" charset="0"/>
                <a:ea typeface="楷体_GB2312" charset="0"/>
              </a:rPr>
              <a:t>(</a:t>
            </a:r>
            <a:r>
              <a:rPr kumimoji="1" lang="en-US" altLang="zh-CN" sz="3600" b="1">
                <a:solidFill>
                  <a:srgbClr val="990000"/>
                </a:solidFill>
                <a:latin typeface="Times New Roman" charset="0"/>
                <a:ea typeface="楷体_GB2312" charset="0"/>
              </a:rPr>
              <a:t>&amp;</a:t>
            </a:r>
            <a:r>
              <a:rPr kumimoji="1" lang="en-US" altLang="zh-CN" sz="3600">
                <a:solidFill>
                  <a:srgbClr val="990000"/>
                </a:solidFill>
                <a:latin typeface="Times New Roman" charset="0"/>
                <a:ea typeface="楷体_GB2312" charset="0"/>
              </a:rPr>
              <a:t>fa, </a:t>
            </a:r>
            <a:r>
              <a:rPr kumimoji="1" lang="en-US" altLang="zh-CN" sz="3600" b="1">
                <a:solidFill>
                  <a:srgbClr val="990000"/>
                </a:solidFill>
                <a:latin typeface="Times New Roman" charset="0"/>
                <a:ea typeface="楷体_GB2312" charset="0"/>
              </a:rPr>
              <a:t>&amp;</a:t>
            </a:r>
            <a:r>
              <a:rPr kumimoji="1" lang="en-US" altLang="zh-CN" sz="3600">
                <a:solidFill>
                  <a:srgbClr val="990000"/>
                </a:solidFill>
                <a:latin typeface="Times New Roman" charset="0"/>
                <a:ea typeface="楷体_GB2312" charset="0"/>
              </a:rPr>
              <a:t>ch); ch!=</a:t>
            </a:r>
            <a:r>
              <a:rPr kumimoji="1" lang="en-US" altLang="zh-CN" sz="3600">
                <a:solidFill>
                  <a:srgbClr val="990000"/>
                </a:solidFill>
                <a:latin typeface="Times New Roman" charset="0"/>
                <a:ea typeface="楷体_GB2312" charset="0"/>
                <a:sym typeface="Symbol" charset="2"/>
              </a:rPr>
              <a:t></a:t>
            </a:r>
            <a:r>
              <a:rPr kumimoji="1" lang="en-US" altLang="zh-CN" sz="3600">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sym typeface="Symbol" charset="2"/>
              </a:rPr>
              <a:t></a:t>
            </a:r>
            <a:r>
              <a:rPr kumimoji="1" lang="en-US" altLang="zh-CN" sz="3600">
                <a:solidFill>
                  <a:srgbClr val="990000"/>
                </a:solidFill>
                <a:latin typeface="Times New Roman" charset="0"/>
                <a:ea typeface="楷体_GB2312" charset="0"/>
              </a:rPr>
              <a:t>; </a:t>
            </a:r>
          </a:p>
          <a:p>
            <a:pPr>
              <a:lnSpc>
                <a:spcPct val="115000"/>
              </a:lnSpc>
            </a:pPr>
            <a:r>
              <a:rPr kumimoji="1" lang="en-US" altLang="zh-CN"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scanf</a:t>
            </a:r>
            <a:r>
              <a:rPr kumimoji="1" lang="en-US" altLang="zh-CN" sz="3600">
                <a:solidFill>
                  <a:srgbClr val="990000"/>
                </a:solidFill>
                <a:latin typeface="Times New Roman" charset="0"/>
                <a:ea typeface="楷体_GB2312" charset="0"/>
              </a:rPr>
              <a:t>(</a:t>
            </a:r>
            <a:r>
              <a:rPr kumimoji="1" lang="en-US" altLang="zh-CN" sz="3600" b="1">
                <a:solidFill>
                  <a:srgbClr val="990000"/>
                </a:solidFill>
                <a:latin typeface="Times New Roman" charset="0"/>
                <a:ea typeface="楷体_GB2312" charset="0"/>
              </a:rPr>
              <a:t>&amp;</a:t>
            </a:r>
            <a:r>
              <a:rPr kumimoji="1" lang="en-US" altLang="zh-CN" sz="3600">
                <a:solidFill>
                  <a:srgbClr val="990000"/>
                </a:solidFill>
                <a:latin typeface="Times New Roman" charset="0"/>
                <a:ea typeface="楷体_GB2312" charset="0"/>
              </a:rPr>
              <a:t>fa, </a:t>
            </a:r>
            <a:r>
              <a:rPr kumimoji="1" lang="en-US" altLang="zh-CN" sz="3600" b="1">
                <a:solidFill>
                  <a:srgbClr val="990000"/>
                </a:solidFill>
                <a:latin typeface="Times New Roman" charset="0"/>
                <a:ea typeface="楷体_GB2312" charset="0"/>
              </a:rPr>
              <a:t>&amp;</a:t>
            </a:r>
            <a:r>
              <a:rPr kumimoji="1" lang="en-US" altLang="zh-CN" sz="3600">
                <a:solidFill>
                  <a:srgbClr val="990000"/>
                </a:solidFill>
                <a:latin typeface="Times New Roman" charset="0"/>
                <a:ea typeface="楷体_GB2312" charset="0"/>
              </a:rPr>
              <a:t>ch);) </a:t>
            </a:r>
            <a:r>
              <a:rPr kumimoji="1" lang="en-US" altLang="zh-CN" sz="3600" b="1">
                <a:solidFill>
                  <a:srgbClr val="990000"/>
                </a:solidFill>
                <a:latin typeface="Times New Roman" charset="0"/>
                <a:ea typeface="楷体_GB2312" charset="0"/>
              </a:rPr>
              <a:t>{</a:t>
            </a:r>
            <a:endParaRPr kumimoji="1" lang="en-US" altLang="zh-CN" sz="3600">
              <a:solidFill>
                <a:srgbClr val="990000"/>
              </a:solidFill>
              <a:latin typeface="Times New Roman" charset="0"/>
              <a:ea typeface="楷体_GB2312" charset="0"/>
            </a:endParaRPr>
          </a:p>
          <a:p>
            <a:pPr>
              <a:lnSpc>
                <a:spcPct val="115000"/>
              </a:lnSpc>
            </a:pPr>
            <a:r>
              <a:rPr kumimoji="1" lang="en-US" altLang="zh-CN" sz="3600">
                <a:solidFill>
                  <a:srgbClr val="990000"/>
                </a:solidFill>
                <a:latin typeface="Times New Roman" charset="0"/>
                <a:ea typeface="楷体_GB2312" charset="0"/>
              </a:rPr>
              <a:t>	p = GetTreeNode(ch);    // </a:t>
            </a:r>
            <a:r>
              <a:rPr kumimoji="1" lang="zh-CN" altLang="en-US" sz="3600">
                <a:solidFill>
                  <a:srgbClr val="990000"/>
                </a:solidFill>
                <a:latin typeface="Times New Roman" charset="0"/>
                <a:ea typeface="楷体_GB2312" charset="0"/>
              </a:rPr>
              <a:t>创建结点</a:t>
            </a:r>
          </a:p>
          <a:p>
            <a:pPr>
              <a:lnSpc>
                <a:spcPct val="115000"/>
              </a:lnSpc>
            </a:pPr>
            <a:r>
              <a:rPr kumimoji="1" lang="zh-CN" altLang="en-US" sz="3600">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EnQueue(Q, p);       // </a:t>
            </a:r>
            <a:r>
              <a:rPr kumimoji="1" lang="zh-CN" altLang="en-US" sz="3600">
                <a:solidFill>
                  <a:srgbClr val="990000"/>
                </a:solidFill>
                <a:latin typeface="Times New Roman" charset="0"/>
                <a:ea typeface="楷体_GB2312" charset="0"/>
              </a:rPr>
              <a:t>指针入队列</a:t>
            </a:r>
          </a:p>
          <a:p>
            <a:pPr>
              <a:lnSpc>
                <a:spcPct val="115000"/>
              </a:lnSpc>
            </a:pPr>
            <a:r>
              <a:rPr kumimoji="1" lang="zh-CN" altLang="en-US" sz="3600" b="1">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if</a:t>
            </a:r>
            <a:r>
              <a:rPr kumimoji="1" lang="en-US" altLang="zh-CN" sz="3600">
                <a:solidFill>
                  <a:srgbClr val="990000"/>
                </a:solidFill>
                <a:latin typeface="Times New Roman" charset="0"/>
                <a:ea typeface="楷体_GB2312" charset="0"/>
              </a:rPr>
              <a:t> (fa </a:t>
            </a:r>
            <a:r>
              <a:rPr kumimoji="1" lang="en-US" altLang="zh-CN" sz="3600" b="1">
                <a:solidFill>
                  <a:srgbClr val="990000"/>
                </a:solidFill>
                <a:latin typeface="Times New Roman" charset="0"/>
                <a:ea typeface="楷体_GB2312" charset="0"/>
              </a:rPr>
              <a:t>==</a:t>
            </a:r>
            <a:r>
              <a:rPr kumimoji="1" lang="en-US" altLang="zh-CN" sz="3600">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sym typeface="Symbol" charset="2"/>
              </a:rPr>
              <a:t></a:t>
            </a:r>
            <a:r>
              <a:rPr kumimoji="1" lang="en-US" altLang="zh-CN" sz="3600">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sym typeface="Symbol" charset="2"/>
              </a:rPr>
              <a:t></a:t>
            </a:r>
            <a:r>
              <a:rPr kumimoji="1" lang="en-US" altLang="zh-CN" sz="3600">
                <a:solidFill>
                  <a:srgbClr val="990000"/>
                </a:solidFill>
                <a:latin typeface="Times New Roman" charset="0"/>
                <a:ea typeface="楷体_GB2312" charset="0"/>
              </a:rPr>
              <a:t>)  T = p;     // </a:t>
            </a:r>
            <a:r>
              <a:rPr kumimoji="1" lang="zh-CN" altLang="en-US" sz="3600">
                <a:solidFill>
                  <a:srgbClr val="990000"/>
                </a:solidFill>
                <a:latin typeface="Times New Roman" charset="0"/>
                <a:ea typeface="楷体_GB2312" charset="0"/>
              </a:rPr>
              <a:t>所建为根结点</a:t>
            </a:r>
          </a:p>
          <a:p>
            <a:pPr>
              <a:lnSpc>
                <a:spcPct val="115000"/>
              </a:lnSpc>
            </a:pPr>
            <a:r>
              <a:rPr kumimoji="1" lang="zh-CN" altLang="en-US" sz="3600" b="1">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else {</a:t>
            </a:r>
            <a:r>
              <a:rPr kumimoji="1" lang="en-US" altLang="zh-CN" sz="3600" b="1">
                <a:latin typeface="Times New Roman" charset="0"/>
                <a:ea typeface="楷体_GB2312" charset="0"/>
              </a:rPr>
              <a:t>	        </a:t>
            </a:r>
            <a:r>
              <a:rPr kumimoji="1" lang="en-US" altLang="zh-CN" sz="3600" b="1">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 </a:t>
            </a:r>
            <a:r>
              <a:rPr kumimoji="1" lang="zh-CN" altLang="en-US" sz="3600">
                <a:solidFill>
                  <a:srgbClr val="990000"/>
                </a:solidFill>
                <a:latin typeface="Times New Roman" charset="0"/>
                <a:ea typeface="楷体_GB2312" charset="0"/>
              </a:rPr>
              <a:t>非根结点的情况</a:t>
            </a:r>
            <a:endParaRPr kumimoji="1" lang="zh-CN" altLang="en-US" sz="3600" b="1">
              <a:solidFill>
                <a:srgbClr val="990000"/>
              </a:solidFill>
              <a:latin typeface="Times New Roman" charset="0"/>
              <a:ea typeface="楷体_GB2312" charset="0"/>
            </a:endParaRPr>
          </a:p>
          <a:p>
            <a:pPr>
              <a:lnSpc>
                <a:spcPct val="115000"/>
              </a:lnSpc>
            </a:pPr>
            <a:r>
              <a:rPr kumimoji="1" lang="zh-CN" altLang="en-US"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 for</a:t>
            </a:r>
            <a:endParaRPr kumimoji="1" lang="en-US" altLang="zh-CN" sz="3600" b="1">
              <a:solidFill>
                <a:srgbClr val="990000"/>
              </a:solidFill>
              <a:latin typeface="Times New Roman" charset="0"/>
              <a:ea typeface="楷体_GB2312" charset="0"/>
            </a:endParaRPr>
          </a:p>
          <a:p>
            <a:pPr>
              <a:lnSpc>
                <a:spcPct val="115000"/>
              </a:lnSpc>
            </a:pPr>
            <a:r>
              <a:rPr kumimoji="1" lang="en-US" altLang="zh-CN" sz="3600" b="1">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 CreateTree	</a:t>
            </a:r>
          </a:p>
        </p:txBody>
      </p:sp>
      <p:sp>
        <p:nvSpPr>
          <p:cNvPr id="289795" name="Text Box 3">
            <a:hlinkClick r:id="" action="ppaction://hlinkshowjump?jump=nextslide" highlightClick="1"/>
          </p:cNvPr>
          <p:cNvSpPr txBox="1">
            <a:spLocks noChangeArrowheads="1"/>
          </p:cNvSpPr>
          <p:nvPr/>
        </p:nvSpPr>
        <p:spPr bwMode="auto">
          <a:xfrm>
            <a:off x="2514600" y="4724400"/>
            <a:ext cx="190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200" b="1">
                <a:solidFill>
                  <a:srgbClr val="003399"/>
                </a:solidFill>
                <a:latin typeface="Times New Roman" charset="0"/>
              </a:rPr>
              <a:t> …   … </a:t>
            </a:r>
          </a:p>
        </p:txBody>
      </p:sp>
      <p:sp>
        <p:nvSpPr>
          <p:cNvPr id="289796" name="AutoShape 4">
            <a:hlinkClick r:id="rId2"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386200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289794"/>
                                        </p:tgtEl>
                                        <p:attrNameLst>
                                          <p:attrName>style.visibility</p:attrName>
                                        </p:attrNameLst>
                                      </p:cBhvr>
                                      <p:to>
                                        <p:strVal val="visible"/>
                                      </p:to>
                                    </p:set>
                                    <p:animEffect transition="in" filter="strips(upRight)">
                                      <p:cBhvr>
                                        <p:cTn id="7" dur="500"/>
                                        <p:tgtEl>
                                          <p:spTgt spid="289794"/>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89795"/>
                                        </p:tgtEl>
                                        <p:attrNameLst>
                                          <p:attrName>style.visibility</p:attrName>
                                        </p:attrNameLst>
                                      </p:cBhvr>
                                      <p:to>
                                        <p:strVal val="visible"/>
                                      </p:to>
                                    </p:set>
                                  </p:childTnLst>
                                </p:cTn>
                              </p:par>
                            </p:childTnLst>
                          </p:cTn>
                        </p:par>
                        <p:par>
                          <p:cTn id="11" fill="hold" nodeType="afterGroup">
                            <p:stCondLst>
                              <p:cond delay="1000"/>
                            </p:stCondLst>
                            <p:childTnLst>
                              <p:par>
                                <p:cTn id="12" presetID="2" presetClass="entr" presetSubtype="6" fill="hold" grpId="0" nodeType="afterEffect">
                                  <p:stCondLst>
                                    <p:cond delay="0"/>
                                  </p:stCondLst>
                                  <p:childTnLst>
                                    <p:set>
                                      <p:cBhvr>
                                        <p:cTn id="13" dur="1" fill="hold">
                                          <p:stCondLst>
                                            <p:cond delay="0"/>
                                          </p:stCondLst>
                                        </p:cTn>
                                        <p:tgtEl>
                                          <p:spTgt spid="289796"/>
                                        </p:tgtEl>
                                        <p:attrNameLst>
                                          <p:attrName>style.visibility</p:attrName>
                                        </p:attrNameLst>
                                      </p:cBhvr>
                                      <p:to>
                                        <p:strVal val="visible"/>
                                      </p:to>
                                    </p:set>
                                    <p:anim calcmode="lin" valueType="num">
                                      <p:cBhvr additive="base">
                                        <p:cTn id="14" dur="500" fill="hold"/>
                                        <p:tgtEl>
                                          <p:spTgt spid="289796"/>
                                        </p:tgtEl>
                                        <p:attrNameLst>
                                          <p:attrName>ppt_x</p:attrName>
                                        </p:attrNameLst>
                                      </p:cBhvr>
                                      <p:tavLst>
                                        <p:tav tm="0">
                                          <p:val>
                                            <p:strVal val="1+#ppt_w/2"/>
                                          </p:val>
                                        </p:tav>
                                        <p:tav tm="100000">
                                          <p:val>
                                            <p:strVal val="#ppt_x"/>
                                          </p:val>
                                        </p:tav>
                                      </p:tavLst>
                                    </p:anim>
                                    <p:anim calcmode="lin" valueType="num">
                                      <p:cBhvr additive="base">
                                        <p:cTn id="15" dur="500" fill="hold"/>
                                        <p:tgtEl>
                                          <p:spTgt spid="2897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4" grpId="0" autoUpdateAnimBg="0"/>
      <p:bldP spid="289795" grpId="0" autoUpdateAnimBg="0"/>
      <p:bldP spid="289796"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ext Box 2"/>
          <p:cNvSpPr txBox="1">
            <a:spLocks noChangeArrowheads="1"/>
          </p:cNvSpPr>
          <p:nvPr/>
        </p:nvSpPr>
        <p:spPr bwMode="auto">
          <a:xfrm>
            <a:off x="609600" y="304800"/>
            <a:ext cx="8566150" cy="614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solidFill>
                  <a:srgbClr val="990000"/>
                </a:solidFill>
                <a:latin typeface="Times New Roman" charset="0"/>
                <a:ea typeface="楷体_GB2312" charset="0"/>
              </a:rPr>
              <a:t>      GetHead(Q,s);  // </a:t>
            </a:r>
            <a:r>
              <a:rPr kumimoji="1" lang="zh-CN" altLang="zh-CN" sz="3600">
                <a:solidFill>
                  <a:srgbClr val="990000"/>
                </a:solidFill>
                <a:latin typeface="Times New Roman" charset="0"/>
                <a:ea typeface="楷体_GB2312" charset="0"/>
              </a:rPr>
              <a:t>取队列头元素(指针值)</a:t>
            </a:r>
            <a:endParaRPr kumimoji="1" lang="en-US" altLang="zh-CN" sz="3600">
              <a:solidFill>
                <a:srgbClr val="990000"/>
              </a:solidFill>
              <a:latin typeface="Times New Roman" charset="0"/>
              <a:ea typeface="楷体_GB2312" charset="0"/>
            </a:endParaRPr>
          </a:p>
          <a:p>
            <a:pPr>
              <a:lnSpc>
                <a:spcPct val="125000"/>
              </a:lnSpc>
            </a:pPr>
            <a:r>
              <a:rPr kumimoji="1" lang="en-US" altLang="zh-CN" sz="3600" b="1">
                <a:solidFill>
                  <a:srgbClr val="990000"/>
                </a:solidFill>
                <a:latin typeface="Times New Roman" charset="0"/>
                <a:ea typeface="楷体_GB2312" charset="0"/>
              </a:rPr>
              <a:t>while</a:t>
            </a:r>
            <a:r>
              <a:rPr kumimoji="1" lang="en-US" altLang="zh-CN" sz="3600">
                <a:solidFill>
                  <a:srgbClr val="990000"/>
                </a:solidFill>
                <a:latin typeface="Times New Roman" charset="0"/>
                <a:ea typeface="楷体_GB2312" charset="0"/>
              </a:rPr>
              <a:t> (s-&gt;data </a:t>
            </a:r>
            <a:r>
              <a:rPr kumimoji="1" lang="en-US" altLang="zh-CN" sz="3600" b="1">
                <a:solidFill>
                  <a:srgbClr val="990000"/>
                </a:solidFill>
                <a:latin typeface="Times New Roman" charset="0"/>
                <a:ea typeface="楷体_GB2312" charset="0"/>
              </a:rPr>
              <a:t>!=</a:t>
            </a:r>
            <a:r>
              <a:rPr kumimoji="1" lang="en-US" altLang="zh-CN" sz="3600">
                <a:solidFill>
                  <a:srgbClr val="990000"/>
                </a:solidFill>
                <a:latin typeface="Times New Roman" charset="0"/>
                <a:ea typeface="楷体_GB2312" charset="0"/>
              </a:rPr>
              <a:t> fa ) </a:t>
            </a:r>
            <a:r>
              <a:rPr kumimoji="1" lang="en-US" altLang="zh-CN" sz="3600" b="1">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 </a:t>
            </a:r>
            <a:r>
              <a:rPr kumimoji="1" lang="zh-CN" altLang="en-US" sz="3600">
                <a:solidFill>
                  <a:srgbClr val="990000"/>
                </a:solidFill>
                <a:latin typeface="Times New Roman" charset="0"/>
                <a:ea typeface="楷体_GB2312" charset="0"/>
              </a:rPr>
              <a:t>查询双亲结点</a:t>
            </a:r>
          </a:p>
          <a:p>
            <a:pPr>
              <a:lnSpc>
                <a:spcPct val="125000"/>
              </a:lnSpc>
            </a:pPr>
            <a:r>
              <a:rPr kumimoji="1" lang="zh-CN" altLang="en-US" sz="3600">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DeQueue(Q,s);  GetHead(Q,s);</a:t>
            </a:r>
          </a:p>
          <a:p>
            <a:pPr>
              <a:lnSpc>
                <a:spcPct val="125000"/>
              </a:lnSpc>
            </a:pPr>
            <a:r>
              <a:rPr kumimoji="1" lang="en-US" altLang="zh-CN" sz="3600" b="1">
                <a:solidFill>
                  <a:srgbClr val="990000"/>
                </a:solidFill>
                <a:latin typeface="Times New Roman" charset="0"/>
                <a:ea typeface="楷体_GB2312" charset="0"/>
              </a:rPr>
              <a:t>}   </a:t>
            </a:r>
          </a:p>
          <a:p>
            <a:pPr>
              <a:lnSpc>
                <a:spcPct val="125000"/>
              </a:lnSpc>
            </a:pPr>
            <a:r>
              <a:rPr kumimoji="1" lang="en-US" altLang="zh-CN" sz="3600" b="1">
                <a:solidFill>
                  <a:srgbClr val="990000"/>
                </a:solidFill>
                <a:latin typeface="Times New Roman" charset="0"/>
                <a:ea typeface="楷体_GB2312" charset="0"/>
              </a:rPr>
              <a:t>if</a:t>
            </a:r>
            <a:r>
              <a:rPr kumimoji="1" lang="en-US" altLang="zh-CN"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a:t>
            </a:r>
            <a:r>
              <a:rPr kumimoji="1" lang="en-US" altLang="zh-CN" sz="3600">
                <a:solidFill>
                  <a:srgbClr val="990000"/>
                </a:solidFill>
                <a:latin typeface="Times New Roman" charset="0"/>
                <a:ea typeface="楷体_GB2312" charset="0"/>
              </a:rPr>
              <a:t>(s-&gt;firstchild)) </a:t>
            </a:r>
          </a:p>
          <a:p>
            <a:pPr>
              <a:lnSpc>
                <a:spcPct val="125000"/>
              </a:lnSpc>
            </a:pPr>
            <a:r>
              <a:rPr kumimoji="1" lang="en-US" altLang="zh-CN"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a:t>
            </a:r>
            <a:r>
              <a:rPr kumimoji="1" lang="en-US" altLang="zh-CN" sz="3600">
                <a:solidFill>
                  <a:srgbClr val="990000"/>
                </a:solidFill>
                <a:latin typeface="Times New Roman" charset="0"/>
                <a:ea typeface="楷体_GB2312" charset="0"/>
              </a:rPr>
              <a:t> s-&gt;firstchild = p; r = p; </a:t>
            </a:r>
            <a:r>
              <a:rPr kumimoji="1" lang="en-US" altLang="zh-CN" sz="3600" b="1">
                <a:solidFill>
                  <a:srgbClr val="990000"/>
                </a:solidFill>
                <a:latin typeface="Times New Roman" charset="0"/>
                <a:ea typeface="楷体_GB2312" charset="0"/>
              </a:rPr>
              <a:t>}</a:t>
            </a:r>
          </a:p>
          <a:p>
            <a:pPr>
              <a:lnSpc>
                <a:spcPct val="125000"/>
              </a:lnSpc>
            </a:pPr>
            <a:r>
              <a:rPr kumimoji="1" lang="en-US" altLang="zh-CN" sz="3600" b="1">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 </a:t>
            </a:r>
            <a:r>
              <a:rPr kumimoji="1" lang="zh-CN" altLang="en-US" sz="3600">
                <a:solidFill>
                  <a:srgbClr val="990000"/>
                </a:solidFill>
                <a:latin typeface="Times New Roman" charset="0"/>
                <a:ea typeface="楷体_GB2312" charset="0"/>
              </a:rPr>
              <a:t>链接第一个孩子结点</a:t>
            </a:r>
          </a:p>
          <a:p>
            <a:pPr>
              <a:lnSpc>
                <a:spcPct val="125000"/>
              </a:lnSpc>
            </a:pPr>
            <a:r>
              <a:rPr kumimoji="1" lang="en-US" altLang="zh-CN" sz="3600" b="1">
                <a:solidFill>
                  <a:srgbClr val="990000"/>
                </a:solidFill>
                <a:latin typeface="Times New Roman" charset="0"/>
                <a:ea typeface="楷体_GB2312" charset="0"/>
              </a:rPr>
              <a:t>else</a:t>
            </a:r>
            <a:r>
              <a:rPr kumimoji="1" lang="en-US" altLang="zh-CN" sz="3600">
                <a:solidFill>
                  <a:srgbClr val="990000"/>
                </a:solidFill>
                <a:latin typeface="Times New Roman" charset="0"/>
                <a:ea typeface="楷体_GB2312" charset="0"/>
              </a:rPr>
              <a:t> </a:t>
            </a:r>
            <a:r>
              <a:rPr kumimoji="1" lang="en-US" altLang="zh-CN" sz="3600" b="1">
                <a:solidFill>
                  <a:srgbClr val="990000"/>
                </a:solidFill>
                <a:latin typeface="Times New Roman" charset="0"/>
                <a:ea typeface="楷体_GB2312" charset="0"/>
              </a:rPr>
              <a:t>{</a:t>
            </a:r>
            <a:r>
              <a:rPr kumimoji="1" lang="en-US" altLang="zh-CN" sz="3600">
                <a:solidFill>
                  <a:srgbClr val="990000"/>
                </a:solidFill>
                <a:latin typeface="Times New Roman" charset="0"/>
                <a:ea typeface="楷体_GB2312" charset="0"/>
              </a:rPr>
              <a:t> r-&gt;nextsibling = p;  r = p;  </a:t>
            </a:r>
            <a:r>
              <a:rPr kumimoji="1" lang="en-US" altLang="zh-CN" sz="3600" b="1">
                <a:solidFill>
                  <a:srgbClr val="990000"/>
                </a:solidFill>
                <a:latin typeface="Times New Roman" charset="0"/>
                <a:ea typeface="楷体_GB2312" charset="0"/>
              </a:rPr>
              <a:t>}</a:t>
            </a:r>
          </a:p>
          <a:p>
            <a:pPr>
              <a:lnSpc>
                <a:spcPct val="125000"/>
              </a:lnSpc>
            </a:pPr>
            <a:r>
              <a:rPr kumimoji="1" lang="en-US" altLang="zh-CN" sz="3600" b="1">
                <a:solidFill>
                  <a:srgbClr val="990000"/>
                </a:solidFill>
                <a:latin typeface="Times New Roman" charset="0"/>
                <a:ea typeface="楷体_GB2312" charset="0"/>
              </a:rPr>
              <a:t>                           </a:t>
            </a:r>
            <a:r>
              <a:rPr kumimoji="1" lang="en-US" altLang="zh-CN" sz="3600">
                <a:solidFill>
                  <a:srgbClr val="990000"/>
                </a:solidFill>
                <a:latin typeface="Times New Roman" charset="0"/>
                <a:ea typeface="楷体_GB2312" charset="0"/>
              </a:rPr>
              <a:t>// </a:t>
            </a:r>
            <a:r>
              <a:rPr kumimoji="1" lang="zh-CN" altLang="en-US" sz="3600">
                <a:solidFill>
                  <a:srgbClr val="990000"/>
                </a:solidFill>
                <a:latin typeface="Times New Roman" charset="0"/>
                <a:ea typeface="楷体_GB2312" charset="0"/>
              </a:rPr>
              <a:t>链接其它孩子结点</a:t>
            </a:r>
            <a:r>
              <a:rPr kumimoji="1" lang="zh-CN" altLang="en-US" sz="3600" b="1">
                <a:solidFill>
                  <a:srgbClr val="990000"/>
                </a:solidFill>
                <a:latin typeface="Times New Roman" charset="0"/>
                <a:ea typeface="楷体_GB2312" charset="0"/>
              </a:rPr>
              <a:t> </a:t>
            </a:r>
          </a:p>
        </p:txBody>
      </p:sp>
      <p:sp>
        <p:nvSpPr>
          <p:cNvPr id="290819" name="AutoShape 3">
            <a:hlinkClick r:id="" action="ppaction://hlinkshowjump?jump=lastslideviewed" highlightClick="1"/>
          </p:cNvPr>
          <p:cNvSpPr>
            <a:spLocks noChangeArrowheads="1"/>
          </p:cNvSpPr>
          <p:nvPr/>
        </p:nvSpPr>
        <p:spPr bwMode="auto">
          <a:xfrm>
            <a:off x="8458200" y="6248400"/>
            <a:ext cx="381000" cy="381000"/>
          </a:xfrm>
          <a:prstGeom prst="actionButtonReturn">
            <a:avLst/>
          </a:prstGeom>
          <a:solidFill>
            <a:srgbClr val="FBE2D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856087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290818"/>
                                        </p:tgtEl>
                                        <p:attrNameLst>
                                          <p:attrName>style.visibility</p:attrName>
                                        </p:attrNameLst>
                                      </p:cBhvr>
                                      <p:to>
                                        <p:strVal val="visible"/>
                                      </p:to>
                                    </p:set>
                                    <p:animEffect transition="in" filter="strips(upLeft)">
                                      <p:cBhvr>
                                        <p:cTn id="7" dur="500"/>
                                        <p:tgtEl>
                                          <p:spTgt spid="290818"/>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290819"/>
                                        </p:tgtEl>
                                        <p:attrNameLst>
                                          <p:attrName>style.visibility</p:attrName>
                                        </p:attrNameLst>
                                      </p:cBhvr>
                                      <p:to>
                                        <p:strVal val="visible"/>
                                      </p:to>
                                    </p:set>
                                    <p:anim calcmode="lin" valueType="num">
                                      <p:cBhvr additive="base">
                                        <p:cTn id="11" dur="500" fill="hold"/>
                                        <p:tgtEl>
                                          <p:spTgt spid="290819"/>
                                        </p:tgtEl>
                                        <p:attrNameLst>
                                          <p:attrName>ppt_x</p:attrName>
                                        </p:attrNameLst>
                                      </p:cBhvr>
                                      <p:tavLst>
                                        <p:tav tm="0">
                                          <p:val>
                                            <p:strVal val="1+#ppt_w/2"/>
                                          </p:val>
                                        </p:tav>
                                        <p:tav tm="100000">
                                          <p:val>
                                            <p:strVal val="#ppt_x"/>
                                          </p:val>
                                        </p:tav>
                                      </p:tavLst>
                                    </p:anim>
                                    <p:anim calcmode="lin" valueType="num">
                                      <p:cBhvr additive="base">
                                        <p:cTn id="12" dur="500" fill="hold"/>
                                        <p:tgtEl>
                                          <p:spTgt spid="2908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autoUpdateAnimBg="0"/>
      <p:bldP spid="290819"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Rectangle 3"/>
          <p:cNvSpPr>
            <a:spLocks noGrp="1" noChangeArrowheads="1"/>
          </p:cNvSpPr>
          <p:nvPr>
            <p:ph type="body" idx="1"/>
          </p:nvPr>
        </p:nvSpPr>
        <p:spPr>
          <a:xfrm>
            <a:off x="609600" y="3200400"/>
            <a:ext cx="7315200" cy="2971800"/>
          </a:xfrm>
        </p:spPr>
        <p:txBody>
          <a:bodyPr>
            <a:normAutofit lnSpcReduction="10000"/>
          </a:bodyPr>
          <a:lstStyle/>
          <a:p>
            <a:r>
              <a:rPr lang="en-US" altLang="zh-CN" sz="6000" b="1">
                <a:solidFill>
                  <a:srgbClr val="0000FF"/>
                </a:solidFill>
                <a:ea typeface="隶书" charset="0"/>
              </a:rPr>
              <a:t>  </a:t>
            </a:r>
            <a:r>
              <a:rPr lang="zh-CN" altLang="en-US" sz="6000" b="1">
                <a:solidFill>
                  <a:schemeClr val="tx2"/>
                </a:solidFill>
                <a:ea typeface="隶书" charset="0"/>
              </a:rPr>
              <a:t>最优树的定义</a:t>
            </a:r>
            <a:endParaRPr lang="zh-CN" altLang="en-US" sz="6000" b="1">
              <a:solidFill>
                <a:srgbClr val="0000FF"/>
              </a:solidFill>
              <a:ea typeface="隶书" charset="0"/>
            </a:endParaRPr>
          </a:p>
          <a:p>
            <a:r>
              <a:rPr lang="zh-CN" altLang="en-US" sz="6000" b="1">
                <a:solidFill>
                  <a:srgbClr val="0000FF"/>
                </a:solidFill>
                <a:ea typeface="楷体_GB2312" charset="0"/>
              </a:rPr>
              <a:t>  </a:t>
            </a:r>
            <a:r>
              <a:rPr lang="zh-CN" altLang="en-US" sz="6000" b="1">
                <a:solidFill>
                  <a:schemeClr val="tx2"/>
                </a:solidFill>
                <a:ea typeface="隶书" charset="0"/>
              </a:rPr>
              <a:t>如何构造最优树</a:t>
            </a:r>
            <a:endParaRPr lang="zh-CN" altLang="en-US" sz="6000" b="1">
              <a:solidFill>
                <a:srgbClr val="0000FF"/>
              </a:solidFill>
              <a:ea typeface="隶书" charset="0"/>
            </a:endParaRPr>
          </a:p>
          <a:p>
            <a:r>
              <a:rPr lang="zh-CN" altLang="en-US" sz="6000" b="1">
                <a:solidFill>
                  <a:srgbClr val="0000FF"/>
                </a:solidFill>
                <a:ea typeface="隶书" charset="0"/>
              </a:rPr>
              <a:t>  </a:t>
            </a:r>
            <a:r>
              <a:rPr lang="zh-CN" altLang="en-US" sz="6000" b="1">
                <a:solidFill>
                  <a:schemeClr val="tx2"/>
                </a:solidFill>
                <a:ea typeface="隶书" charset="0"/>
              </a:rPr>
              <a:t>前缀编码</a:t>
            </a:r>
            <a:endParaRPr lang="zh-CN" altLang="en-US" sz="6000" b="1">
              <a:solidFill>
                <a:srgbClr val="0000FF"/>
              </a:solidFill>
              <a:ea typeface="楷体_GB2312" charset="0"/>
            </a:endParaRPr>
          </a:p>
        </p:txBody>
      </p:sp>
      <p:sp>
        <p:nvSpPr>
          <p:cNvPr id="291844" name="Text Box 4">
            <a:hlinkClick r:id="" action="ppaction://hlinkshowjump?jump=nextslide"/>
          </p:cNvPr>
          <p:cNvSpPr txBox="1">
            <a:spLocks noChangeArrowheads="1"/>
          </p:cNvSpPr>
          <p:nvPr/>
        </p:nvSpPr>
        <p:spPr bwMode="auto">
          <a:xfrm>
            <a:off x="708025" y="3124200"/>
            <a:ext cx="587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2400">
                <a:latin typeface="Times New Roman" charset="0"/>
              </a:rPr>
              <a:t> </a:t>
            </a:r>
          </a:p>
        </p:txBody>
      </p:sp>
      <p:sp>
        <p:nvSpPr>
          <p:cNvPr id="291845" name="Text Box 5">
            <a:hlinkClick r:id="rId2" action="ppaction://hlinksldjump"/>
          </p:cNvPr>
          <p:cNvSpPr txBox="1">
            <a:spLocks noChangeArrowheads="1"/>
          </p:cNvSpPr>
          <p:nvPr/>
        </p:nvSpPr>
        <p:spPr bwMode="auto">
          <a:xfrm>
            <a:off x="685800" y="4114800"/>
            <a:ext cx="587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2400">
                <a:latin typeface="Times New Roman" charset="0"/>
              </a:rPr>
              <a:t> </a:t>
            </a:r>
          </a:p>
        </p:txBody>
      </p:sp>
      <p:sp>
        <p:nvSpPr>
          <p:cNvPr id="291846" name="Text Box 6">
            <a:hlinkClick r:id="rId3" action="ppaction://hlinksldjump"/>
          </p:cNvPr>
          <p:cNvSpPr txBox="1">
            <a:spLocks noChangeArrowheads="1"/>
          </p:cNvSpPr>
          <p:nvPr/>
        </p:nvSpPr>
        <p:spPr bwMode="auto">
          <a:xfrm>
            <a:off x="533400" y="51054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2400">
                <a:latin typeface="Times New Roman" charset="0"/>
              </a:rPr>
              <a:t> </a:t>
            </a:r>
          </a:p>
        </p:txBody>
      </p:sp>
      <p:sp>
        <p:nvSpPr>
          <p:cNvPr id="291847" name="Text Box 7"/>
          <p:cNvSpPr txBox="1">
            <a:spLocks noChangeArrowheads="1"/>
          </p:cNvSpPr>
          <p:nvPr/>
        </p:nvSpPr>
        <p:spPr bwMode="auto">
          <a:xfrm>
            <a:off x="1219200" y="1066800"/>
            <a:ext cx="6934200" cy="2149475"/>
          </a:xfrm>
          <a:prstGeom prst="rect">
            <a:avLst/>
          </a:prstGeom>
          <a:solidFill>
            <a:schemeClr val="accent2">
              <a:alpha val="50000"/>
            </a:schemeClr>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lnSpc>
                <a:spcPct val="125000"/>
              </a:lnSpc>
            </a:pPr>
            <a:r>
              <a:rPr kumimoji="1" lang="en-US" altLang="zh-CN" sz="5400" b="1">
                <a:solidFill>
                  <a:srgbClr val="008080"/>
                </a:solidFill>
                <a:latin typeface="Times New Roman" charset="0"/>
                <a:ea typeface="楷体_GB2312" charset="0"/>
              </a:rPr>
              <a:t>6.8  </a:t>
            </a:r>
            <a:r>
              <a:rPr kumimoji="1" lang="zh-CN" altLang="en-US" sz="5400" b="1">
                <a:solidFill>
                  <a:srgbClr val="008080"/>
                </a:solidFill>
                <a:latin typeface="Times New Roman" charset="0"/>
                <a:ea typeface="楷体_GB2312" charset="0"/>
              </a:rPr>
              <a:t>哈 夫 曼 树 与</a:t>
            </a:r>
            <a:br>
              <a:rPr kumimoji="1" lang="zh-CN" altLang="en-US" sz="5400" b="1">
                <a:solidFill>
                  <a:srgbClr val="008080"/>
                </a:solidFill>
                <a:latin typeface="Times New Roman" charset="0"/>
                <a:ea typeface="楷体_GB2312" charset="0"/>
              </a:rPr>
            </a:br>
            <a:r>
              <a:rPr kumimoji="1" lang="zh-CN" altLang="en-US" sz="5400" b="1">
                <a:solidFill>
                  <a:srgbClr val="008080"/>
                </a:solidFill>
                <a:latin typeface="Times New Roman" charset="0"/>
                <a:ea typeface="楷体_GB2312" charset="0"/>
              </a:rPr>
              <a:t>     哈 夫 曼 编 码</a:t>
            </a:r>
          </a:p>
        </p:txBody>
      </p:sp>
    </p:spTree>
    <p:extLst>
      <p:ext uri="{BB962C8B-B14F-4D97-AF65-F5344CB8AC3E}">
        <p14:creationId xmlns:p14="http://schemas.microsoft.com/office/powerpoint/2010/main" val="353146540"/>
      </p:ext>
    </p:extLst>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Text Box 2"/>
          <p:cNvSpPr txBox="1">
            <a:spLocks noChangeArrowheads="1"/>
          </p:cNvSpPr>
          <p:nvPr/>
        </p:nvSpPr>
        <p:spPr bwMode="auto">
          <a:xfrm>
            <a:off x="1295400" y="152400"/>
            <a:ext cx="474345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2400" b="1">
                <a:solidFill>
                  <a:srgbClr val="0000FF"/>
                </a:solidFill>
                <a:latin typeface="Times New Roman" charset="0"/>
                <a:ea typeface="楷体_GB2312" charset="0"/>
              </a:rPr>
              <a:t> </a:t>
            </a:r>
            <a:r>
              <a:rPr kumimoji="1" lang="zh-CN" altLang="en-US" sz="4400" b="1">
                <a:solidFill>
                  <a:srgbClr val="0000FF"/>
                </a:solidFill>
                <a:latin typeface="Times New Roman" charset="0"/>
                <a:ea typeface="隶书" charset="0"/>
              </a:rPr>
              <a:t>一、最优树的定义</a:t>
            </a:r>
            <a:endParaRPr kumimoji="1" lang="zh-CN" altLang="en-US" sz="2400" b="1">
              <a:solidFill>
                <a:srgbClr val="0000FF"/>
              </a:solidFill>
              <a:latin typeface="Times New Roman" charset="0"/>
              <a:ea typeface="隶书" charset="0"/>
            </a:endParaRPr>
          </a:p>
          <a:p>
            <a:endParaRPr kumimoji="1" lang="zh-CN" altLang="en-US" sz="2400">
              <a:latin typeface="Times New Roman" charset="0"/>
              <a:ea typeface="楷体_GB2312" charset="0"/>
            </a:endParaRPr>
          </a:p>
          <a:p>
            <a:endParaRPr kumimoji="1" lang="zh-CN" altLang="en-US" sz="2400">
              <a:latin typeface="Times New Roman" charset="0"/>
            </a:endParaRPr>
          </a:p>
        </p:txBody>
      </p:sp>
      <p:sp>
        <p:nvSpPr>
          <p:cNvPr id="292867" name="Text Box 3"/>
          <p:cNvSpPr txBox="1">
            <a:spLocks noChangeArrowheads="1"/>
          </p:cNvSpPr>
          <p:nvPr/>
        </p:nvSpPr>
        <p:spPr bwMode="auto">
          <a:xfrm>
            <a:off x="933450" y="4267200"/>
            <a:ext cx="80581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800080"/>
                </a:solidFill>
                <a:latin typeface="Times New Roman" charset="0"/>
                <a:ea typeface="楷体_GB2312" charset="0"/>
              </a:rPr>
              <a:t>树的路径长度</a:t>
            </a:r>
            <a:r>
              <a:rPr kumimoji="1" lang="zh-CN" altLang="en-US" sz="4000">
                <a:solidFill>
                  <a:srgbClr val="006666"/>
                </a:solidFill>
                <a:latin typeface="Times New Roman" charset="0"/>
                <a:ea typeface="楷体_GB2312" charset="0"/>
              </a:rPr>
              <a:t>定义为：</a:t>
            </a:r>
            <a:endParaRPr kumimoji="1" lang="zh-CN" altLang="en-US" sz="4000">
              <a:latin typeface="Times New Roman" charset="0"/>
              <a:ea typeface="楷体_GB2312" charset="0"/>
            </a:endParaRPr>
          </a:p>
          <a:p>
            <a:pPr>
              <a:lnSpc>
                <a:spcPct val="110000"/>
              </a:lnSpc>
            </a:pPr>
            <a:r>
              <a:rPr kumimoji="1" lang="zh-CN" altLang="en-US" sz="4000">
                <a:latin typeface="Times New Roman" charset="0"/>
                <a:ea typeface="楷体_GB2312" charset="0"/>
              </a:rPr>
              <a:t>      </a:t>
            </a:r>
            <a:r>
              <a:rPr kumimoji="1" lang="zh-CN" altLang="en-US" sz="4000">
                <a:solidFill>
                  <a:srgbClr val="006666"/>
                </a:solidFill>
                <a:latin typeface="Times New Roman" charset="0"/>
                <a:ea typeface="楷体_GB2312" charset="0"/>
              </a:rPr>
              <a:t>树中每个结点的路径长度之和。</a:t>
            </a:r>
            <a:endParaRPr kumimoji="1" lang="zh-CN" altLang="en-US" sz="4000">
              <a:latin typeface="Times New Roman" charset="0"/>
              <a:ea typeface="楷体_GB2312" charset="0"/>
            </a:endParaRPr>
          </a:p>
        </p:txBody>
      </p:sp>
      <p:sp>
        <p:nvSpPr>
          <p:cNvPr id="292868" name="Text Box 4"/>
          <p:cNvSpPr txBox="1">
            <a:spLocks noChangeArrowheads="1"/>
          </p:cNvSpPr>
          <p:nvPr/>
        </p:nvSpPr>
        <p:spPr bwMode="auto">
          <a:xfrm>
            <a:off x="838200" y="1828800"/>
            <a:ext cx="7042150"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10000"/>
              </a:lnSpc>
            </a:pPr>
            <a:r>
              <a:rPr kumimoji="1" lang="en-US" altLang="zh-CN" sz="4000" b="1">
                <a:solidFill>
                  <a:srgbClr val="800080"/>
                </a:solidFill>
                <a:latin typeface="Times New Roman" charset="0"/>
                <a:ea typeface="楷体_GB2312" charset="0"/>
              </a:rPr>
              <a:t> </a:t>
            </a:r>
            <a:r>
              <a:rPr kumimoji="1" lang="zh-CN" altLang="en-US" sz="4000" b="1">
                <a:solidFill>
                  <a:srgbClr val="800080"/>
                </a:solidFill>
                <a:latin typeface="Times New Roman" charset="0"/>
                <a:ea typeface="楷体_GB2312" charset="0"/>
              </a:rPr>
              <a:t>结点的路径长度</a:t>
            </a:r>
            <a:r>
              <a:rPr kumimoji="1" lang="zh-CN" altLang="en-US" sz="4000">
                <a:latin typeface="Times New Roman" charset="0"/>
                <a:ea typeface="楷体_GB2312" charset="0"/>
              </a:rPr>
              <a:t>定义为：</a:t>
            </a:r>
          </a:p>
          <a:p>
            <a:pPr>
              <a:lnSpc>
                <a:spcPct val="110000"/>
              </a:lnSpc>
            </a:pPr>
            <a:r>
              <a:rPr kumimoji="1" lang="zh-CN" altLang="en-US" sz="4000">
                <a:latin typeface="Times New Roman" charset="0"/>
                <a:ea typeface="楷体_GB2312" charset="0"/>
              </a:rPr>
              <a:t>      </a:t>
            </a:r>
            <a:r>
              <a:rPr kumimoji="1" lang="zh-CN" altLang="en-US" sz="4000">
                <a:solidFill>
                  <a:srgbClr val="006666"/>
                </a:solidFill>
                <a:latin typeface="Times New Roman" charset="0"/>
                <a:ea typeface="楷体_GB2312" charset="0"/>
              </a:rPr>
              <a:t>从根结点到该结点的路径上</a:t>
            </a:r>
          </a:p>
          <a:p>
            <a:pPr>
              <a:lnSpc>
                <a:spcPct val="110000"/>
              </a:lnSpc>
            </a:pPr>
            <a:r>
              <a:rPr kumimoji="1" lang="zh-CN" altLang="en-US" sz="4000">
                <a:solidFill>
                  <a:srgbClr val="006666"/>
                </a:solidFill>
                <a:latin typeface="Times New Roman" charset="0"/>
                <a:ea typeface="楷体_GB2312" charset="0"/>
              </a:rPr>
              <a:t>      分支的数目。</a:t>
            </a:r>
            <a:endParaRPr kumimoji="1" lang="zh-CN" altLang="en-US" sz="4000">
              <a:latin typeface="Times New Roman" charset="0"/>
            </a:endParaRPr>
          </a:p>
        </p:txBody>
      </p:sp>
      <p:pic>
        <p:nvPicPr>
          <p:cNvPr id="292869" name="Picture 5" descr="Green and Black Diam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05000"/>
            <a:ext cx="309563" cy="309563"/>
          </a:xfrm>
          <a:prstGeom prst="rect">
            <a:avLst/>
          </a:prstGeom>
          <a:noFill/>
          <a:extLst>
            <a:ext uri="{909E8E84-426E-40DD-AFC4-6F175D3DCCD1}">
              <a14:hiddenFill xmlns:a14="http://schemas.microsoft.com/office/drawing/2010/main">
                <a:solidFill>
                  <a:srgbClr val="FFFFFF"/>
                </a:solidFill>
              </a14:hiddenFill>
            </a:ext>
          </a:extLst>
        </p:spPr>
      </p:pic>
      <p:pic>
        <p:nvPicPr>
          <p:cNvPr id="292870" name="Picture 6" descr="Green and Black Diam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267200"/>
            <a:ext cx="309563" cy="30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148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92866"/>
                                        </p:tgtEl>
                                        <p:attrNameLst>
                                          <p:attrName>style.visibility</p:attrName>
                                        </p:attrNameLst>
                                      </p:cBhvr>
                                      <p:to>
                                        <p:strVal val="visible"/>
                                      </p:to>
                                    </p:set>
                                    <p:anim calcmode="lin" valueType="num">
                                      <p:cBhvr additive="base">
                                        <p:cTn id="7" dur="500" fill="hold"/>
                                        <p:tgtEl>
                                          <p:spTgt spid="292866"/>
                                        </p:tgtEl>
                                        <p:attrNameLst>
                                          <p:attrName>ppt_x</p:attrName>
                                        </p:attrNameLst>
                                      </p:cBhvr>
                                      <p:tavLst>
                                        <p:tav tm="0">
                                          <p:val>
                                            <p:strVal val="#ppt_x"/>
                                          </p:val>
                                        </p:tav>
                                        <p:tav tm="100000">
                                          <p:val>
                                            <p:strVal val="#ppt_x"/>
                                          </p:val>
                                        </p:tav>
                                      </p:tavLst>
                                    </p:anim>
                                    <p:anim calcmode="lin" valueType="num">
                                      <p:cBhvr additive="base">
                                        <p:cTn id="8" dur="500" fill="hold"/>
                                        <p:tgtEl>
                                          <p:spTgt spid="29286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92868"/>
                                        </p:tgtEl>
                                        <p:attrNameLst>
                                          <p:attrName>style.visibility</p:attrName>
                                        </p:attrNameLst>
                                      </p:cBhvr>
                                      <p:to>
                                        <p:strVal val="visible"/>
                                      </p:to>
                                    </p:set>
                                    <p:animEffect transition="in" filter="wipe(left)">
                                      <p:cBhvr>
                                        <p:cTn id="13" dur="500"/>
                                        <p:tgtEl>
                                          <p:spTgt spid="292868"/>
                                        </p:tgtEl>
                                      </p:cBhvr>
                                    </p:animEffect>
                                  </p:childTnLst>
                                </p:cTn>
                              </p:par>
                            </p:childTnLst>
                          </p:cTn>
                        </p:par>
                        <p:par>
                          <p:cTn id="14" fill="hold" nodeType="afterGroup">
                            <p:stCondLst>
                              <p:cond delay="500"/>
                            </p:stCondLst>
                            <p:childTnLst>
                              <p:par>
                                <p:cTn id="15" presetID="2" presetClass="entr" presetSubtype="8" fill="hold" nodeType="afterEffect">
                                  <p:stCondLst>
                                    <p:cond delay="0"/>
                                  </p:stCondLst>
                                  <p:childTnLst>
                                    <p:set>
                                      <p:cBhvr>
                                        <p:cTn id="16" dur="1" fill="hold">
                                          <p:stCondLst>
                                            <p:cond delay="0"/>
                                          </p:stCondLst>
                                        </p:cTn>
                                        <p:tgtEl>
                                          <p:spTgt spid="292869"/>
                                        </p:tgtEl>
                                        <p:attrNameLst>
                                          <p:attrName>style.visibility</p:attrName>
                                        </p:attrNameLst>
                                      </p:cBhvr>
                                      <p:to>
                                        <p:strVal val="visible"/>
                                      </p:to>
                                    </p:set>
                                    <p:anim calcmode="lin" valueType="num">
                                      <p:cBhvr additive="base">
                                        <p:cTn id="17" dur="500" fill="hold"/>
                                        <p:tgtEl>
                                          <p:spTgt spid="292869"/>
                                        </p:tgtEl>
                                        <p:attrNameLst>
                                          <p:attrName>ppt_x</p:attrName>
                                        </p:attrNameLst>
                                      </p:cBhvr>
                                      <p:tavLst>
                                        <p:tav tm="0">
                                          <p:val>
                                            <p:strVal val="0-#ppt_w/2"/>
                                          </p:val>
                                        </p:tav>
                                        <p:tav tm="100000">
                                          <p:val>
                                            <p:strVal val="#ppt_x"/>
                                          </p:val>
                                        </p:tav>
                                      </p:tavLst>
                                    </p:anim>
                                    <p:anim calcmode="lin" valueType="num">
                                      <p:cBhvr additive="base">
                                        <p:cTn id="18" dur="500" fill="hold"/>
                                        <p:tgtEl>
                                          <p:spTgt spid="29286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92867"/>
                                        </p:tgtEl>
                                        <p:attrNameLst>
                                          <p:attrName>style.visibility</p:attrName>
                                        </p:attrNameLst>
                                      </p:cBhvr>
                                      <p:to>
                                        <p:strVal val="visible"/>
                                      </p:to>
                                    </p:set>
                                    <p:anim calcmode="lin" valueType="num">
                                      <p:cBhvr additive="base">
                                        <p:cTn id="23" dur="500" fill="hold"/>
                                        <p:tgtEl>
                                          <p:spTgt spid="292867"/>
                                        </p:tgtEl>
                                        <p:attrNameLst>
                                          <p:attrName>ppt_x</p:attrName>
                                        </p:attrNameLst>
                                      </p:cBhvr>
                                      <p:tavLst>
                                        <p:tav tm="0">
                                          <p:val>
                                            <p:strVal val="0-#ppt_w/2"/>
                                          </p:val>
                                        </p:tav>
                                        <p:tav tm="100000">
                                          <p:val>
                                            <p:strVal val="#ppt_x"/>
                                          </p:val>
                                        </p:tav>
                                      </p:tavLst>
                                    </p:anim>
                                    <p:anim calcmode="lin" valueType="num">
                                      <p:cBhvr additive="base">
                                        <p:cTn id="24" dur="500" fill="hold"/>
                                        <p:tgtEl>
                                          <p:spTgt spid="292867"/>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8" fill="hold" nodeType="afterEffect">
                                  <p:stCondLst>
                                    <p:cond delay="0"/>
                                  </p:stCondLst>
                                  <p:childTnLst>
                                    <p:set>
                                      <p:cBhvr>
                                        <p:cTn id="27" dur="1" fill="hold">
                                          <p:stCondLst>
                                            <p:cond delay="0"/>
                                          </p:stCondLst>
                                        </p:cTn>
                                        <p:tgtEl>
                                          <p:spTgt spid="292870"/>
                                        </p:tgtEl>
                                        <p:attrNameLst>
                                          <p:attrName>style.visibility</p:attrName>
                                        </p:attrNameLst>
                                      </p:cBhvr>
                                      <p:to>
                                        <p:strVal val="visible"/>
                                      </p:to>
                                    </p:set>
                                    <p:anim calcmode="lin" valueType="num">
                                      <p:cBhvr additive="base">
                                        <p:cTn id="28" dur="500" fill="hold"/>
                                        <p:tgtEl>
                                          <p:spTgt spid="292870"/>
                                        </p:tgtEl>
                                        <p:attrNameLst>
                                          <p:attrName>ppt_x</p:attrName>
                                        </p:attrNameLst>
                                      </p:cBhvr>
                                      <p:tavLst>
                                        <p:tav tm="0">
                                          <p:val>
                                            <p:strVal val="0-#ppt_w/2"/>
                                          </p:val>
                                        </p:tav>
                                        <p:tav tm="100000">
                                          <p:val>
                                            <p:strVal val="#ppt_x"/>
                                          </p:val>
                                        </p:tav>
                                      </p:tavLst>
                                    </p:anim>
                                    <p:anim calcmode="lin" valueType="num">
                                      <p:cBhvr additive="base">
                                        <p:cTn id="29" dur="500" fill="hold"/>
                                        <p:tgtEl>
                                          <p:spTgt spid="2928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autoUpdateAnimBg="0"/>
      <p:bldP spid="292867" grpId="0" autoUpdateAnimBg="0"/>
      <p:bldP spid="292868" grpId="0"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ext Box 2"/>
          <p:cNvSpPr txBox="1">
            <a:spLocks noChangeArrowheads="1"/>
          </p:cNvSpPr>
          <p:nvPr/>
        </p:nvSpPr>
        <p:spPr bwMode="auto">
          <a:xfrm>
            <a:off x="228600" y="1214438"/>
            <a:ext cx="7861300"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3600" b="1">
                <a:solidFill>
                  <a:srgbClr val="800080"/>
                </a:solidFill>
                <a:latin typeface="Times New Roman" charset="0"/>
                <a:ea typeface="楷体_GB2312" charset="0"/>
              </a:rPr>
              <a:t>  </a:t>
            </a:r>
            <a:r>
              <a:rPr kumimoji="1" lang="zh-CN" altLang="en-US" sz="3600" b="1">
                <a:solidFill>
                  <a:srgbClr val="800080"/>
                </a:solidFill>
                <a:latin typeface="Times New Roman" charset="0"/>
                <a:ea typeface="楷体_GB2312" charset="0"/>
              </a:rPr>
              <a:t>树的带权路径长度</a:t>
            </a:r>
            <a:r>
              <a:rPr kumimoji="1" lang="zh-CN" altLang="en-US" sz="3600">
                <a:solidFill>
                  <a:srgbClr val="006666"/>
                </a:solidFill>
                <a:latin typeface="Times New Roman" charset="0"/>
                <a:ea typeface="楷体_GB2312" charset="0"/>
              </a:rPr>
              <a:t>定义为：</a:t>
            </a:r>
          </a:p>
          <a:p>
            <a:pPr>
              <a:lnSpc>
                <a:spcPct val="125000"/>
              </a:lnSpc>
            </a:pPr>
            <a:r>
              <a:rPr kumimoji="1" lang="zh-CN" altLang="en-US" sz="3600">
                <a:solidFill>
                  <a:srgbClr val="006666"/>
                </a:solidFill>
                <a:latin typeface="Times New Roman" charset="0"/>
                <a:ea typeface="楷体_GB2312" charset="0"/>
              </a:rPr>
              <a:t>     </a:t>
            </a:r>
            <a:r>
              <a:rPr kumimoji="1" lang="zh-CN" altLang="en-US" sz="3200">
                <a:solidFill>
                  <a:srgbClr val="006666"/>
                </a:solidFill>
                <a:latin typeface="Times New Roman" charset="0"/>
                <a:ea typeface="楷体_GB2312" charset="0"/>
              </a:rPr>
              <a:t>树中所有叶子</a:t>
            </a:r>
            <a:r>
              <a:rPr kumimoji="1" lang="zh-CN" altLang="en-US" sz="3200" b="1">
                <a:solidFill>
                  <a:srgbClr val="333399"/>
                </a:solidFill>
                <a:latin typeface="Times New Roman" charset="0"/>
                <a:ea typeface="楷体_GB2312" charset="0"/>
              </a:rPr>
              <a:t>结点的带权路径长度</a:t>
            </a:r>
            <a:r>
              <a:rPr kumimoji="1" lang="zh-CN" altLang="en-US" sz="3200">
                <a:solidFill>
                  <a:srgbClr val="006666"/>
                </a:solidFill>
                <a:latin typeface="Times New Roman" charset="0"/>
                <a:ea typeface="楷体_GB2312" charset="0"/>
              </a:rPr>
              <a:t>之和</a:t>
            </a:r>
          </a:p>
          <a:p>
            <a:pPr>
              <a:lnSpc>
                <a:spcPct val="125000"/>
              </a:lnSpc>
            </a:pPr>
            <a:r>
              <a:rPr kumimoji="1" lang="zh-CN" altLang="en-US" sz="3600">
                <a:solidFill>
                  <a:srgbClr val="006666"/>
                </a:solidFill>
                <a:latin typeface="Times New Roman" charset="0"/>
                <a:ea typeface="楷体_GB2312" charset="0"/>
              </a:rPr>
              <a:t>     </a:t>
            </a:r>
            <a:r>
              <a:rPr kumimoji="1" lang="en-US" altLang="zh-CN" sz="3600">
                <a:solidFill>
                  <a:srgbClr val="006666"/>
                </a:solidFill>
                <a:latin typeface="Times New Roman" charset="0"/>
                <a:ea typeface="楷体_GB2312" charset="0"/>
              </a:rPr>
              <a:t>WPL(T) = </a:t>
            </a:r>
            <a:r>
              <a:rPr kumimoji="1" lang="en-US" altLang="zh-CN" sz="3600">
                <a:solidFill>
                  <a:srgbClr val="006666"/>
                </a:solidFill>
                <a:latin typeface="Times New Roman" charset="0"/>
                <a:ea typeface="楷体_GB2312" charset="0"/>
                <a:sym typeface="Symbol" charset="2"/>
              </a:rPr>
              <a:t></a:t>
            </a:r>
            <a:r>
              <a:rPr kumimoji="1" lang="en-US" altLang="zh-CN" sz="3600">
                <a:solidFill>
                  <a:srgbClr val="006666"/>
                </a:solidFill>
                <a:latin typeface="Times New Roman" charset="0"/>
                <a:ea typeface="楷体_GB2312" charset="0"/>
              </a:rPr>
              <a:t>w</a:t>
            </a:r>
            <a:r>
              <a:rPr kumimoji="1" lang="en-US" altLang="zh-CN" sz="3600" baseline="-25000">
                <a:solidFill>
                  <a:srgbClr val="006666"/>
                </a:solidFill>
                <a:latin typeface="Times New Roman" charset="0"/>
                <a:ea typeface="楷体_GB2312" charset="0"/>
              </a:rPr>
              <a:t>k</a:t>
            </a:r>
            <a:r>
              <a:rPr kumimoji="1" lang="en-US" altLang="zh-CN" sz="3600">
                <a:solidFill>
                  <a:srgbClr val="006666"/>
                </a:solidFill>
                <a:latin typeface="Times New Roman" charset="0"/>
                <a:ea typeface="楷体_GB2312" charset="0"/>
              </a:rPr>
              <a:t>l</a:t>
            </a:r>
            <a:r>
              <a:rPr kumimoji="1" lang="en-US" altLang="zh-CN" sz="3600" baseline="-25000">
                <a:solidFill>
                  <a:srgbClr val="006666"/>
                </a:solidFill>
                <a:latin typeface="Times New Roman" charset="0"/>
                <a:ea typeface="楷体_GB2312" charset="0"/>
              </a:rPr>
              <a:t>k </a:t>
            </a:r>
            <a:r>
              <a:rPr kumimoji="1" lang="en-US" altLang="zh-CN" sz="3600">
                <a:solidFill>
                  <a:srgbClr val="006666"/>
                </a:solidFill>
                <a:latin typeface="Times New Roman" charset="0"/>
                <a:ea typeface="楷体_GB2312" charset="0"/>
              </a:rPr>
              <a:t>(</a:t>
            </a:r>
            <a:r>
              <a:rPr kumimoji="1" lang="zh-CN" altLang="en-US" sz="3600">
                <a:solidFill>
                  <a:srgbClr val="006666"/>
                </a:solidFill>
                <a:latin typeface="Times New Roman" charset="0"/>
                <a:ea typeface="楷体_GB2312" charset="0"/>
              </a:rPr>
              <a:t>对所有叶子结点</a:t>
            </a:r>
            <a:r>
              <a:rPr kumimoji="1" lang="en-US" altLang="zh-CN" sz="3600">
                <a:solidFill>
                  <a:srgbClr val="006666"/>
                </a:solidFill>
                <a:latin typeface="Times New Roman" charset="0"/>
                <a:ea typeface="楷体_GB2312" charset="0"/>
              </a:rPr>
              <a:t>)</a:t>
            </a:r>
            <a:r>
              <a:rPr kumimoji="1" lang="zh-CN" altLang="en-US" sz="3600">
                <a:solidFill>
                  <a:srgbClr val="006666"/>
                </a:solidFill>
                <a:latin typeface="Times New Roman" charset="0"/>
                <a:ea typeface="楷体_GB2312" charset="0"/>
              </a:rPr>
              <a:t>。</a:t>
            </a:r>
            <a:endParaRPr kumimoji="1" lang="zh-CN" altLang="en-US" sz="2000">
              <a:solidFill>
                <a:srgbClr val="006666"/>
              </a:solidFill>
              <a:latin typeface="Times New Roman" charset="0"/>
            </a:endParaRPr>
          </a:p>
        </p:txBody>
      </p:sp>
      <p:sp>
        <p:nvSpPr>
          <p:cNvPr id="293891" name="Text Box 3"/>
          <p:cNvSpPr txBox="1">
            <a:spLocks noChangeArrowheads="1"/>
          </p:cNvSpPr>
          <p:nvPr/>
        </p:nvSpPr>
        <p:spPr bwMode="auto">
          <a:xfrm>
            <a:off x="292100" y="4495800"/>
            <a:ext cx="80899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25000"/>
              </a:lnSpc>
            </a:pPr>
            <a:r>
              <a:rPr kumimoji="1" lang="en-US" altLang="zh-CN" sz="3600">
                <a:latin typeface="Times New Roman" charset="0"/>
                <a:ea typeface="楷体_GB2312" charset="0"/>
              </a:rPr>
              <a:t>     </a:t>
            </a:r>
            <a:r>
              <a:rPr kumimoji="1" lang="zh-CN" altLang="en-US" sz="3600">
                <a:solidFill>
                  <a:srgbClr val="006666"/>
                </a:solidFill>
                <a:latin typeface="Times New Roman" charset="0"/>
                <a:ea typeface="楷体_GB2312" charset="0"/>
              </a:rPr>
              <a:t>在所有含 </a:t>
            </a:r>
            <a:r>
              <a:rPr kumimoji="1" lang="en-US" altLang="zh-CN" sz="3600" i="1">
                <a:solidFill>
                  <a:srgbClr val="006666"/>
                </a:solidFill>
                <a:latin typeface="Times New Roman" charset="0"/>
                <a:ea typeface="楷体_GB2312" charset="0"/>
              </a:rPr>
              <a:t>n </a:t>
            </a:r>
            <a:r>
              <a:rPr kumimoji="1" lang="zh-CN" altLang="en-US" sz="3600">
                <a:solidFill>
                  <a:srgbClr val="006666"/>
                </a:solidFill>
                <a:latin typeface="Times New Roman" charset="0"/>
                <a:ea typeface="楷体_GB2312" charset="0"/>
              </a:rPr>
              <a:t>个叶子结点、并带相同权</a:t>
            </a:r>
          </a:p>
          <a:p>
            <a:pPr>
              <a:lnSpc>
                <a:spcPct val="125000"/>
              </a:lnSpc>
            </a:pPr>
            <a:r>
              <a:rPr kumimoji="1" lang="zh-CN" altLang="en-US" sz="3600">
                <a:solidFill>
                  <a:srgbClr val="006666"/>
                </a:solidFill>
                <a:latin typeface="Times New Roman" charset="0"/>
                <a:ea typeface="楷体_GB2312" charset="0"/>
              </a:rPr>
              <a:t>值的 </a:t>
            </a:r>
            <a:r>
              <a:rPr kumimoji="1" lang="en-US" altLang="zh-CN" sz="3600">
                <a:solidFill>
                  <a:srgbClr val="006666"/>
                </a:solidFill>
                <a:latin typeface="Times New Roman" charset="0"/>
                <a:ea typeface="楷体_GB2312" charset="0"/>
              </a:rPr>
              <a:t>m </a:t>
            </a:r>
            <a:r>
              <a:rPr kumimoji="1" lang="zh-CN" altLang="en-US" sz="3600">
                <a:solidFill>
                  <a:srgbClr val="006666"/>
                </a:solidFill>
                <a:latin typeface="Times New Roman" charset="0"/>
                <a:ea typeface="楷体_GB2312" charset="0"/>
              </a:rPr>
              <a:t>叉树中，必存在一棵其</a:t>
            </a:r>
            <a:r>
              <a:rPr kumimoji="1" lang="zh-CN" altLang="en-US" sz="3600" b="1">
                <a:solidFill>
                  <a:srgbClr val="990000"/>
                </a:solidFill>
                <a:latin typeface="Times New Roman" charset="0"/>
                <a:ea typeface="楷体_GB2312" charset="0"/>
              </a:rPr>
              <a:t>带权路径</a:t>
            </a:r>
            <a:endParaRPr kumimoji="1" lang="zh-CN" altLang="en-US" sz="3600">
              <a:solidFill>
                <a:srgbClr val="006666"/>
              </a:solidFill>
              <a:latin typeface="Times New Roman" charset="0"/>
              <a:ea typeface="楷体_GB2312" charset="0"/>
            </a:endParaRPr>
          </a:p>
          <a:p>
            <a:pPr>
              <a:lnSpc>
                <a:spcPct val="125000"/>
              </a:lnSpc>
            </a:pPr>
            <a:r>
              <a:rPr kumimoji="1" lang="zh-CN" altLang="en-US" sz="3600" b="1">
                <a:solidFill>
                  <a:srgbClr val="990000"/>
                </a:solidFill>
                <a:latin typeface="Times New Roman" charset="0"/>
                <a:ea typeface="楷体_GB2312" charset="0"/>
              </a:rPr>
              <a:t>长度取最小值</a:t>
            </a:r>
            <a:r>
              <a:rPr kumimoji="1" lang="zh-CN" altLang="en-US" sz="3600">
                <a:solidFill>
                  <a:srgbClr val="006666"/>
                </a:solidFill>
                <a:latin typeface="Times New Roman" charset="0"/>
                <a:ea typeface="楷体_GB2312" charset="0"/>
              </a:rPr>
              <a:t>的树，称为“</a:t>
            </a:r>
            <a:r>
              <a:rPr kumimoji="1" lang="zh-CN" altLang="en-US" sz="3600" b="1">
                <a:solidFill>
                  <a:srgbClr val="800080"/>
                </a:solidFill>
                <a:latin typeface="Times New Roman" charset="0"/>
                <a:ea typeface="楷体_GB2312" charset="0"/>
              </a:rPr>
              <a:t>最优树</a:t>
            </a:r>
            <a:r>
              <a:rPr kumimoji="1" lang="zh-CN" altLang="en-US" sz="3600">
                <a:solidFill>
                  <a:srgbClr val="006666"/>
                </a:solidFill>
                <a:latin typeface="Times New Roman" charset="0"/>
                <a:ea typeface="楷体_GB2312" charset="0"/>
              </a:rPr>
              <a:t>”。</a:t>
            </a:r>
            <a:endParaRPr kumimoji="1" lang="zh-CN" altLang="en-US" sz="2000">
              <a:latin typeface="Times New Roman" charset="0"/>
            </a:endParaRPr>
          </a:p>
        </p:txBody>
      </p:sp>
      <p:sp>
        <p:nvSpPr>
          <p:cNvPr id="293892" name="Text Box 4"/>
          <p:cNvSpPr txBox="1">
            <a:spLocks noChangeArrowheads="1"/>
          </p:cNvSpPr>
          <p:nvPr/>
        </p:nvSpPr>
        <p:spPr bwMode="auto">
          <a:xfrm>
            <a:off x="381000" y="3717925"/>
            <a:ext cx="1712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000" b="1">
                <a:solidFill>
                  <a:srgbClr val="0000FF"/>
                </a:solidFill>
                <a:latin typeface="Times New Roman" charset="0"/>
              </a:rPr>
              <a:t>例如：</a:t>
            </a:r>
            <a:endParaRPr kumimoji="1" lang="zh-CN" altLang="en-US" sz="2400">
              <a:latin typeface="Times New Roman" charset="0"/>
            </a:endParaRPr>
          </a:p>
        </p:txBody>
      </p:sp>
      <p:pic>
        <p:nvPicPr>
          <p:cNvPr id="293893" name="Picture 5" descr="Green and Black Diam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8" y="685800"/>
            <a:ext cx="309562" cy="309563"/>
          </a:xfrm>
          <a:prstGeom prst="rect">
            <a:avLst/>
          </a:prstGeom>
          <a:noFill/>
          <a:extLst>
            <a:ext uri="{909E8E84-426E-40DD-AFC4-6F175D3DCCD1}">
              <a14:hiddenFill xmlns:a14="http://schemas.microsoft.com/office/drawing/2010/main">
                <a:solidFill>
                  <a:srgbClr val="FFFFFF"/>
                </a:solidFill>
              </a14:hiddenFill>
            </a:ext>
          </a:extLst>
        </p:spPr>
      </p:pic>
      <p:sp>
        <p:nvSpPr>
          <p:cNvPr id="293894" name="AutoShape 6">
            <a:hlinkClick r:id="rId3"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3895" name="AutoShape 7">
            <a:hlinkClick r:id="" action="ppaction://hlinkshowjump?jump=nextslide" highlightClick="1"/>
          </p:cNvPr>
          <p:cNvSpPr>
            <a:spLocks noChangeArrowheads="1"/>
          </p:cNvSpPr>
          <p:nvPr/>
        </p:nvSpPr>
        <p:spPr bwMode="auto">
          <a:xfrm>
            <a:off x="2438400" y="3870325"/>
            <a:ext cx="381000" cy="381000"/>
          </a:xfrm>
          <a:prstGeom prst="actionButtonForwardNext">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487017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93893"/>
                                        </p:tgtEl>
                                        <p:attrNameLst>
                                          <p:attrName>style.visibility</p:attrName>
                                        </p:attrNameLst>
                                      </p:cBhvr>
                                      <p:to>
                                        <p:strVal val="visible"/>
                                      </p:to>
                                    </p:set>
                                    <p:anim calcmode="lin" valueType="num">
                                      <p:cBhvr additive="base">
                                        <p:cTn id="7" dur="500" fill="hold"/>
                                        <p:tgtEl>
                                          <p:spTgt spid="293893"/>
                                        </p:tgtEl>
                                        <p:attrNameLst>
                                          <p:attrName>ppt_x</p:attrName>
                                        </p:attrNameLst>
                                      </p:cBhvr>
                                      <p:tavLst>
                                        <p:tav tm="0">
                                          <p:val>
                                            <p:strVal val="0-#ppt_w/2"/>
                                          </p:val>
                                        </p:tav>
                                        <p:tav tm="100000">
                                          <p:val>
                                            <p:strVal val="#ppt_x"/>
                                          </p:val>
                                        </p:tav>
                                      </p:tavLst>
                                    </p:anim>
                                    <p:anim calcmode="lin" valueType="num">
                                      <p:cBhvr additive="base">
                                        <p:cTn id="8" dur="500" fill="hold"/>
                                        <p:tgtEl>
                                          <p:spTgt spid="29389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93890"/>
                                        </p:tgtEl>
                                        <p:attrNameLst>
                                          <p:attrName>style.visibility</p:attrName>
                                        </p:attrNameLst>
                                      </p:cBhvr>
                                      <p:to>
                                        <p:strVal val="visible"/>
                                      </p:to>
                                    </p:set>
                                    <p:animEffect transition="in" filter="wipe(left)">
                                      <p:cBhvr>
                                        <p:cTn id="12" dur="500"/>
                                        <p:tgtEl>
                                          <p:spTgt spid="2938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93892"/>
                                        </p:tgtEl>
                                        <p:attrNameLst>
                                          <p:attrName>style.visibility</p:attrName>
                                        </p:attrNameLst>
                                      </p:cBhvr>
                                      <p:to>
                                        <p:strVal val="visible"/>
                                      </p:to>
                                    </p:set>
                                    <p:anim calcmode="lin" valueType="num">
                                      <p:cBhvr additive="base">
                                        <p:cTn id="17" dur="500" fill="hold"/>
                                        <p:tgtEl>
                                          <p:spTgt spid="293892"/>
                                        </p:tgtEl>
                                        <p:attrNameLst>
                                          <p:attrName>ppt_x</p:attrName>
                                        </p:attrNameLst>
                                      </p:cBhvr>
                                      <p:tavLst>
                                        <p:tav tm="0">
                                          <p:val>
                                            <p:strVal val="0-#ppt_w/2"/>
                                          </p:val>
                                        </p:tav>
                                        <p:tav tm="100000">
                                          <p:val>
                                            <p:strVal val="#ppt_x"/>
                                          </p:val>
                                        </p:tav>
                                      </p:tavLst>
                                    </p:anim>
                                    <p:anim calcmode="lin" valueType="num">
                                      <p:cBhvr additive="base">
                                        <p:cTn id="18" dur="500" fill="hold"/>
                                        <p:tgtEl>
                                          <p:spTgt spid="293892"/>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293895"/>
                                        </p:tgtEl>
                                        <p:attrNameLst>
                                          <p:attrName>style.visibility</p:attrName>
                                        </p:attrNameLst>
                                      </p:cBhvr>
                                      <p:to>
                                        <p:strVal val="visible"/>
                                      </p:to>
                                    </p:set>
                                    <p:anim calcmode="lin" valueType="num">
                                      <p:cBhvr additive="base">
                                        <p:cTn id="22" dur="500" fill="hold"/>
                                        <p:tgtEl>
                                          <p:spTgt spid="293895"/>
                                        </p:tgtEl>
                                        <p:attrNameLst>
                                          <p:attrName>ppt_x</p:attrName>
                                        </p:attrNameLst>
                                      </p:cBhvr>
                                      <p:tavLst>
                                        <p:tav tm="0">
                                          <p:val>
                                            <p:strVal val="1+#ppt_w/2"/>
                                          </p:val>
                                        </p:tav>
                                        <p:tav tm="100000">
                                          <p:val>
                                            <p:strVal val="#ppt_x"/>
                                          </p:val>
                                        </p:tav>
                                      </p:tavLst>
                                    </p:anim>
                                    <p:anim calcmode="lin" valueType="num">
                                      <p:cBhvr additive="base">
                                        <p:cTn id="23" dur="500" fill="hold"/>
                                        <p:tgtEl>
                                          <p:spTgt spid="293895"/>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4" fill="hold" grpId="0" nodeType="clickEffect">
                                  <p:stCondLst>
                                    <p:cond delay="0"/>
                                  </p:stCondLst>
                                  <p:childTnLst>
                                    <p:set>
                                      <p:cBhvr>
                                        <p:cTn id="27" dur="1" fill="hold">
                                          <p:stCondLst>
                                            <p:cond delay="0"/>
                                          </p:stCondLst>
                                        </p:cTn>
                                        <p:tgtEl>
                                          <p:spTgt spid="293891"/>
                                        </p:tgtEl>
                                        <p:attrNameLst>
                                          <p:attrName>style.visibility</p:attrName>
                                        </p:attrNameLst>
                                      </p:cBhvr>
                                      <p:to>
                                        <p:strVal val="visible"/>
                                      </p:to>
                                    </p:set>
                                    <p:anim calcmode="lin" valueType="num">
                                      <p:cBhvr>
                                        <p:cTn id="28" dur="500" fill="hold"/>
                                        <p:tgtEl>
                                          <p:spTgt spid="293891"/>
                                        </p:tgtEl>
                                        <p:attrNameLst>
                                          <p:attrName>ppt_x</p:attrName>
                                        </p:attrNameLst>
                                      </p:cBhvr>
                                      <p:tavLst>
                                        <p:tav tm="0">
                                          <p:val>
                                            <p:strVal val="#ppt_x"/>
                                          </p:val>
                                        </p:tav>
                                        <p:tav tm="100000">
                                          <p:val>
                                            <p:strVal val="#ppt_x"/>
                                          </p:val>
                                        </p:tav>
                                      </p:tavLst>
                                    </p:anim>
                                    <p:anim calcmode="lin" valueType="num">
                                      <p:cBhvr>
                                        <p:cTn id="29" dur="500" fill="hold"/>
                                        <p:tgtEl>
                                          <p:spTgt spid="293891"/>
                                        </p:tgtEl>
                                        <p:attrNameLst>
                                          <p:attrName>ppt_y</p:attrName>
                                        </p:attrNameLst>
                                      </p:cBhvr>
                                      <p:tavLst>
                                        <p:tav tm="0">
                                          <p:val>
                                            <p:strVal val="#ppt_y+#ppt_h/2"/>
                                          </p:val>
                                        </p:tav>
                                        <p:tav tm="100000">
                                          <p:val>
                                            <p:strVal val="#ppt_y"/>
                                          </p:val>
                                        </p:tav>
                                      </p:tavLst>
                                    </p:anim>
                                    <p:anim calcmode="lin" valueType="num">
                                      <p:cBhvr>
                                        <p:cTn id="30" dur="500" fill="hold"/>
                                        <p:tgtEl>
                                          <p:spTgt spid="293891"/>
                                        </p:tgtEl>
                                        <p:attrNameLst>
                                          <p:attrName>ppt_w</p:attrName>
                                        </p:attrNameLst>
                                      </p:cBhvr>
                                      <p:tavLst>
                                        <p:tav tm="0">
                                          <p:val>
                                            <p:strVal val="#ppt_w"/>
                                          </p:val>
                                        </p:tav>
                                        <p:tav tm="100000">
                                          <p:val>
                                            <p:strVal val="#ppt_w"/>
                                          </p:val>
                                        </p:tav>
                                      </p:tavLst>
                                    </p:anim>
                                    <p:anim calcmode="lin" valueType="num">
                                      <p:cBhvr>
                                        <p:cTn id="31" dur="500" fill="hold"/>
                                        <p:tgtEl>
                                          <p:spTgt spid="293891"/>
                                        </p:tgtEl>
                                        <p:attrNameLst>
                                          <p:attrName>ppt_h</p:attrName>
                                        </p:attrNameLst>
                                      </p:cBhvr>
                                      <p:tavLst>
                                        <p:tav tm="0">
                                          <p:val>
                                            <p:fltVal val="0"/>
                                          </p:val>
                                        </p:tav>
                                        <p:tav tm="100000">
                                          <p:val>
                                            <p:strVal val="#ppt_h"/>
                                          </p:val>
                                        </p:tav>
                                      </p:tavLst>
                                    </p:anim>
                                  </p:childTnLst>
                                </p:cTn>
                              </p:par>
                            </p:childTnLst>
                          </p:cTn>
                        </p:par>
                        <p:par>
                          <p:cTn id="32" fill="hold" nodeType="afterGroup">
                            <p:stCondLst>
                              <p:cond delay="500"/>
                            </p:stCondLst>
                            <p:childTnLst>
                              <p:par>
                                <p:cTn id="33" presetID="2" presetClass="entr" presetSubtype="6" fill="hold" grpId="0" nodeType="afterEffect">
                                  <p:stCondLst>
                                    <p:cond delay="0"/>
                                  </p:stCondLst>
                                  <p:childTnLst>
                                    <p:set>
                                      <p:cBhvr>
                                        <p:cTn id="34" dur="1" fill="hold">
                                          <p:stCondLst>
                                            <p:cond delay="0"/>
                                          </p:stCondLst>
                                        </p:cTn>
                                        <p:tgtEl>
                                          <p:spTgt spid="293894"/>
                                        </p:tgtEl>
                                        <p:attrNameLst>
                                          <p:attrName>style.visibility</p:attrName>
                                        </p:attrNameLst>
                                      </p:cBhvr>
                                      <p:to>
                                        <p:strVal val="visible"/>
                                      </p:to>
                                    </p:set>
                                    <p:anim calcmode="lin" valueType="num">
                                      <p:cBhvr additive="base">
                                        <p:cTn id="35" dur="500" fill="hold"/>
                                        <p:tgtEl>
                                          <p:spTgt spid="293894"/>
                                        </p:tgtEl>
                                        <p:attrNameLst>
                                          <p:attrName>ppt_x</p:attrName>
                                        </p:attrNameLst>
                                      </p:cBhvr>
                                      <p:tavLst>
                                        <p:tav tm="0">
                                          <p:val>
                                            <p:strVal val="1+#ppt_w/2"/>
                                          </p:val>
                                        </p:tav>
                                        <p:tav tm="100000">
                                          <p:val>
                                            <p:strVal val="#ppt_x"/>
                                          </p:val>
                                        </p:tav>
                                      </p:tavLst>
                                    </p:anim>
                                    <p:anim calcmode="lin" valueType="num">
                                      <p:cBhvr additive="base">
                                        <p:cTn id="36" dur="500" fill="hold"/>
                                        <p:tgtEl>
                                          <p:spTgt spid="2938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0" grpId="0" autoUpdateAnimBg="0"/>
      <p:bldP spid="293891" grpId="0" autoUpdateAnimBg="0"/>
      <p:bldP spid="293892" grpId="0" autoUpdateAnimBg="0"/>
      <p:bldP spid="293894" grpId="0" animBg="1"/>
      <p:bldP spid="293895"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Oval 2"/>
          <p:cNvSpPr>
            <a:spLocks noChangeArrowheads="1"/>
          </p:cNvSpPr>
          <p:nvPr/>
        </p:nvSpPr>
        <p:spPr bwMode="auto">
          <a:xfrm>
            <a:off x="838200" y="914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15" name="Oval 3"/>
          <p:cNvSpPr>
            <a:spLocks noChangeArrowheads="1"/>
          </p:cNvSpPr>
          <p:nvPr/>
        </p:nvSpPr>
        <p:spPr bwMode="auto">
          <a:xfrm>
            <a:off x="2667000" y="914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16" name="Oval 4"/>
          <p:cNvSpPr>
            <a:spLocks noChangeArrowheads="1"/>
          </p:cNvSpPr>
          <p:nvPr/>
        </p:nvSpPr>
        <p:spPr bwMode="auto">
          <a:xfrm>
            <a:off x="1752600" y="3048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17" name="Oval 5"/>
          <p:cNvSpPr>
            <a:spLocks noChangeArrowheads="1"/>
          </p:cNvSpPr>
          <p:nvPr/>
        </p:nvSpPr>
        <p:spPr bwMode="auto">
          <a:xfrm>
            <a:off x="2133600" y="1676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18" name="Oval 6"/>
          <p:cNvSpPr>
            <a:spLocks noChangeArrowheads="1"/>
          </p:cNvSpPr>
          <p:nvPr/>
        </p:nvSpPr>
        <p:spPr bwMode="auto">
          <a:xfrm>
            <a:off x="3276600" y="1676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19" name="Oval 7"/>
          <p:cNvSpPr>
            <a:spLocks noChangeArrowheads="1"/>
          </p:cNvSpPr>
          <p:nvPr/>
        </p:nvSpPr>
        <p:spPr bwMode="auto">
          <a:xfrm>
            <a:off x="1524000" y="2514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a:latin typeface="Times New Roman" charset="0"/>
              </a:rPr>
              <a:t>2</a:t>
            </a:r>
            <a:endParaRPr kumimoji="1" lang="en-US" altLang="zh-CN" sz="2400">
              <a:latin typeface="Times New Roman" charset="0"/>
            </a:endParaRPr>
          </a:p>
        </p:txBody>
      </p:sp>
      <p:sp>
        <p:nvSpPr>
          <p:cNvPr id="294920" name="Oval 8"/>
          <p:cNvSpPr>
            <a:spLocks noChangeArrowheads="1"/>
          </p:cNvSpPr>
          <p:nvPr/>
        </p:nvSpPr>
        <p:spPr bwMode="auto">
          <a:xfrm>
            <a:off x="2590800" y="2514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1" name="Oval 9"/>
          <p:cNvSpPr>
            <a:spLocks noChangeArrowheads="1"/>
          </p:cNvSpPr>
          <p:nvPr/>
        </p:nvSpPr>
        <p:spPr bwMode="auto">
          <a:xfrm>
            <a:off x="228600" y="1676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2" name="Oval 10"/>
          <p:cNvSpPr>
            <a:spLocks noChangeArrowheads="1"/>
          </p:cNvSpPr>
          <p:nvPr/>
        </p:nvSpPr>
        <p:spPr bwMode="auto">
          <a:xfrm>
            <a:off x="7239000" y="228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3" name="Oval 11"/>
          <p:cNvSpPr>
            <a:spLocks noChangeArrowheads="1"/>
          </p:cNvSpPr>
          <p:nvPr/>
        </p:nvSpPr>
        <p:spPr bwMode="auto">
          <a:xfrm>
            <a:off x="6324600" y="8382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4" name="Oval 12"/>
          <p:cNvSpPr>
            <a:spLocks noChangeArrowheads="1"/>
          </p:cNvSpPr>
          <p:nvPr/>
        </p:nvSpPr>
        <p:spPr bwMode="auto">
          <a:xfrm>
            <a:off x="8305800" y="8382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5" name="Oval 13"/>
          <p:cNvSpPr>
            <a:spLocks noChangeArrowheads="1"/>
          </p:cNvSpPr>
          <p:nvPr/>
        </p:nvSpPr>
        <p:spPr bwMode="auto">
          <a:xfrm>
            <a:off x="5486400" y="14478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6" name="Oval 14"/>
          <p:cNvSpPr>
            <a:spLocks noChangeArrowheads="1"/>
          </p:cNvSpPr>
          <p:nvPr/>
        </p:nvSpPr>
        <p:spPr bwMode="auto">
          <a:xfrm>
            <a:off x="7239000" y="14478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7" name="Oval 15"/>
          <p:cNvSpPr>
            <a:spLocks noChangeArrowheads="1"/>
          </p:cNvSpPr>
          <p:nvPr/>
        </p:nvSpPr>
        <p:spPr bwMode="auto">
          <a:xfrm>
            <a:off x="4800600" y="2133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8" name="Oval 16"/>
          <p:cNvSpPr>
            <a:spLocks noChangeArrowheads="1"/>
          </p:cNvSpPr>
          <p:nvPr/>
        </p:nvSpPr>
        <p:spPr bwMode="auto">
          <a:xfrm>
            <a:off x="6248400" y="2133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29" name="Oval 17"/>
          <p:cNvSpPr>
            <a:spLocks noChangeArrowheads="1"/>
          </p:cNvSpPr>
          <p:nvPr/>
        </p:nvSpPr>
        <p:spPr bwMode="auto">
          <a:xfrm>
            <a:off x="1371600" y="16764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0" name="Line 18"/>
          <p:cNvSpPr>
            <a:spLocks noChangeShapeType="1"/>
          </p:cNvSpPr>
          <p:nvPr/>
        </p:nvSpPr>
        <p:spPr bwMode="auto">
          <a:xfrm flipH="1">
            <a:off x="1066800" y="533400"/>
            <a:ext cx="6858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1" name="Line 19"/>
          <p:cNvSpPr>
            <a:spLocks noChangeShapeType="1"/>
          </p:cNvSpPr>
          <p:nvPr/>
        </p:nvSpPr>
        <p:spPr bwMode="auto">
          <a:xfrm>
            <a:off x="2209800" y="533400"/>
            <a:ext cx="6858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2" name="Line 20"/>
          <p:cNvSpPr>
            <a:spLocks noChangeShapeType="1"/>
          </p:cNvSpPr>
          <p:nvPr/>
        </p:nvSpPr>
        <p:spPr bwMode="auto">
          <a:xfrm flipH="1">
            <a:off x="2362200" y="114300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3" name="Line 21"/>
          <p:cNvSpPr>
            <a:spLocks noChangeShapeType="1"/>
          </p:cNvSpPr>
          <p:nvPr/>
        </p:nvSpPr>
        <p:spPr bwMode="auto">
          <a:xfrm>
            <a:off x="3124200" y="1143000"/>
            <a:ext cx="3810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4" name="Line 22"/>
          <p:cNvSpPr>
            <a:spLocks noChangeShapeType="1"/>
          </p:cNvSpPr>
          <p:nvPr/>
        </p:nvSpPr>
        <p:spPr bwMode="auto">
          <a:xfrm flipH="1">
            <a:off x="1752600" y="1905000"/>
            <a:ext cx="3810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5" name="Line 23"/>
          <p:cNvSpPr>
            <a:spLocks noChangeShapeType="1"/>
          </p:cNvSpPr>
          <p:nvPr/>
        </p:nvSpPr>
        <p:spPr bwMode="auto">
          <a:xfrm>
            <a:off x="2590800" y="1905000"/>
            <a:ext cx="228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6" name="Line 24"/>
          <p:cNvSpPr>
            <a:spLocks noChangeShapeType="1"/>
          </p:cNvSpPr>
          <p:nvPr/>
        </p:nvSpPr>
        <p:spPr bwMode="auto">
          <a:xfrm flipH="1">
            <a:off x="457200" y="1143000"/>
            <a:ext cx="3810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7" name="Line 25"/>
          <p:cNvSpPr>
            <a:spLocks noChangeShapeType="1"/>
          </p:cNvSpPr>
          <p:nvPr/>
        </p:nvSpPr>
        <p:spPr bwMode="auto">
          <a:xfrm>
            <a:off x="1295400" y="114300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38" name="Oval 26"/>
          <p:cNvSpPr>
            <a:spLocks noChangeArrowheads="1"/>
          </p:cNvSpPr>
          <p:nvPr/>
        </p:nvSpPr>
        <p:spPr bwMode="auto">
          <a:xfrm>
            <a:off x="4191000" y="2895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kumimoji="1" lang="en-US" altLang="zh-CN" sz="3600">
                <a:latin typeface="Times New Roman" charset="0"/>
              </a:rPr>
              <a:t>7          9  </a:t>
            </a:r>
            <a:endParaRPr kumimoji="1" lang="en-US" altLang="zh-CN" sz="2400">
              <a:latin typeface="Times New Roman" charset="0"/>
            </a:endParaRPr>
          </a:p>
        </p:txBody>
      </p:sp>
      <p:sp>
        <p:nvSpPr>
          <p:cNvPr id="294939" name="Oval 27"/>
          <p:cNvSpPr>
            <a:spLocks noChangeArrowheads="1"/>
          </p:cNvSpPr>
          <p:nvPr/>
        </p:nvSpPr>
        <p:spPr bwMode="auto">
          <a:xfrm>
            <a:off x="5486400" y="2895600"/>
            <a:ext cx="457200" cy="457200"/>
          </a:xfrm>
          <a:prstGeom prst="ellipse">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40" name="Text Box 28"/>
          <p:cNvSpPr txBox="1">
            <a:spLocks noChangeArrowheads="1"/>
          </p:cNvSpPr>
          <p:nvPr/>
        </p:nvSpPr>
        <p:spPr bwMode="auto">
          <a:xfrm>
            <a:off x="228600" y="1600200"/>
            <a:ext cx="511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600">
                <a:latin typeface="Times New Roman" charset="0"/>
              </a:rPr>
              <a:t>7</a:t>
            </a:r>
            <a:endParaRPr kumimoji="1" lang="en-US" altLang="zh-CN" sz="2400">
              <a:latin typeface="Times New Roman" charset="0"/>
            </a:endParaRPr>
          </a:p>
        </p:txBody>
      </p:sp>
      <p:sp>
        <p:nvSpPr>
          <p:cNvPr id="294941" name="Text Box 29"/>
          <p:cNvSpPr txBox="1">
            <a:spLocks noChangeArrowheads="1"/>
          </p:cNvSpPr>
          <p:nvPr/>
        </p:nvSpPr>
        <p:spPr bwMode="auto">
          <a:xfrm>
            <a:off x="1371600" y="16002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5</a:t>
            </a:r>
            <a:endParaRPr kumimoji="1" lang="en-US" altLang="zh-CN" sz="2400">
              <a:latin typeface="Times New Roman" charset="0"/>
            </a:endParaRPr>
          </a:p>
        </p:txBody>
      </p:sp>
      <p:sp>
        <p:nvSpPr>
          <p:cNvPr id="294942" name="Text Box 30"/>
          <p:cNvSpPr txBox="1">
            <a:spLocks noChangeArrowheads="1"/>
          </p:cNvSpPr>
          <p:nvPr/>
        </p:nvSpPr>
        <p:spPr bwMode="auto">
          <a:xfrm>
            <a:off x="2590800" y="2438400"/>
            <a:ext cx="511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600">
                <a:latin typeface="Times New Roman" charset="0"/>
              </a:rPr>
              <a:t>4</a:t>
            </a:r>
            <a:endParaRPr kumimoji="1" lang="en-US" altLang="zh-CN" sz="2400">
              <a:latin typeface="Times New Roman" charset="0"/>
            </a:endParaRPr>
          </a:p>
        </p:txBody>
      </p:sp>
      <p:sp>
        <p:nvSpPr>
          <p:cNvPr id="294943" name="Text Box 31"/>
          <p:cNvSpPr txBox="1">
            <a:spLocks noChangeArrowheads="1"/>
          </p:cNvSpPr>
          <p:nvPr/>
        </p:nvSpPr>
        <p:spPr bwMode="auto">
          <a:xfrm>
            <a:off x="3276600" y="16002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9</a:t>
            </a:r>
            <a:endParaRPr kumimoji="1" lang="en-US" altLang="zh-CN" sz="2400">
              <a:latin typeface="Times New Roman" charset="0"/>
            </a:endParaRPr>
          </a:p>
        </p:txBody>
      </p:sp>
      <p:sp>
        <p:nvSpPr>
          <p:cNvPr id="294944" name="Text Box 32"/>
          <p:cNvSpPr txBox="1">
            <a:spLocks noChangeArrowheads="1"/>
          </p:cNvSpPr>
          <p:nvPr/>
        </p:nvSpPr>
        <p:spPr bwMode="auto">
          <a:xfrm>
            <a:off x="8305800" y="7620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2</a:t>
            </a:r>
            <a:endParaRPr kumimoji="1" lang="en-US" altLang="zh-CN" sz="2400">
              <a:latin typeface="Times New Roman" charset="0"/>
            </a:endParaRPr>
          </a:p>
        </p:txBody>
      </p:sp>
      <p:sp>
        <p:nvSpPr>
          <p:cNvPr id="294945" name="Text Box 33"/>
          <p:cNvSpPr txBox="1">
            <a:spLocks noChangeArrowheads="1"/>
          </p:cNvSpPr>
          <p:nvPr/>
        </p:nvSpPr>
        <p:spPr bwMode="auto">
          <a:xfrm>
            <a:off x="327025" y="3581400"/>
            <a:ext cx="3482975"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spcBef>
                <a:spcPct val="50000"/>
              </a:spcBef>
            </a:pPr>
            <a:r>
              <a:rPr kumimoji="1" lang="en-US" altLang="zh-CN" sz="4000">
                <a:solidFill>
                  <a:srgbClr val="990033"/>
                </a:solidFill>
                <a:latin typeface="Times New Roman" charset="0"/>
              </a:rPr>
              <a:t>WPL(T)= 7</a:t>
            </a:r>
            <a:r>
              <a:rPr kumimoji="1" lang="en-US" altLang="zh-CN" sz="4000">
                <a:solidFill>
                  <a:srgbClr val="990033"/>
                </a:solidFill>
                <a:latin typeface="Times New Roman" charset="0"/>
                <a:sym typeface="Symbol" charset="2"/>
              </a:rPr>
              <a:t>2+52+23+43+92      =60</a:t>
            </a:r>
            <a:endParaRPr kumimoji="1" lang="en-US" altLang="zh-CN" sz="2400">
              <a:solidFill>
                <a:srgbClr val="990033"/>
              </a:solidFill>
              <a:latin typeface="Times New Roman" charset="0"/>
            </a:endParaRPr>
          </a:p>
        </p:txBody>
      </p:sp>
      <p:sp>
        <p:nvSpPr>
          <p:cNvPr id="294946" name="Text Box 34"/>
          <p:cNvSpPr txBox="1">
            <a:spLocks noChangeArrowheads="1"/>
          </p:cNvSpPr>
          <p:nvPr/>
        </p:nvSpPr>
        <p:spPr bwMode="auto">
          <a:xfrm>
            <a:off x="4648200" y="3657600"/>
            <a:ext cx="358140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20000"/>
              </a:lnSpc>
            </a:pPr>
            <a:r>
              <a:rPr kumimoji="1" lang="en-US" altLang="zh-CN" sz="4000">
                <a:solidFill>
                  <a:srgbClr val="990033"/>
                </a:solidFill>
                <a:latin typeface="Times New Roman" charset="0"/>
              </a:rPr>
              <a:t>WPL(T)= 7</a:t>
            </a:r>
            <a:r>
              <a:rPr kumimoji="1" lang="en-US" altLang="zh-CN" sz="4000">
                <a:solidFill>
                  <a:srgbClr val="990033"/>
                </a:solidFill>
                <a:latin typeface="Times New Roman" charset="0"/>
                <a:sym typeface="Symbol" charset="2"/>
              </a:rPr>
              <a:t>4+94+53+42+21      =89 </a:t>
            </a:r>
            <a:endParaRPr kumimoji="1" lang="en-US" altLang="zh-CN" sz="2400">
              <a:solidFill>
                <a:srgbClr val="990033"/>
              </a:solidFill>
              <a:latin typeface="Times New Roman" charset="0"/>
            </a:endParaRPr>
          </a:p>
        </p:txBody>
      </p:sp>
      <p:sp>
        <p:nvSpPr>
          <p:cNvPr id="294947" name="Text Box 35"/>
          <p:cNvSpPr txBox="1">
            <a:spLocks noChangeArrowheads="1"/>
          </p:cNvSpPr>
          <p:nvPr/>
        </p:nvSpPr>
        <p:spPr bwMode="auto">
          <a:xfrm>
            <a:off x="6248400" y="2057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5</a:t>
            </a:r>
            <a:endParaRPr kumimoji="1" lang="en-US" altLang="zh-CN" sz="2400">
              <a:latin typeface="Times New Roman" charset="0"/>
            </a:endParaRPr>
          </a:p>
        </p:txBody>
      </p:sp>
      <p:sp>
        <p:nvSpPr>
          <p:cNvPr id="294948" name="Text Box 36"/>
          <p:cNvSpPr txBox="1">
            <a:spLocks noChangeArrowheads="1"/>
          </p:cNvSpPr>
          <p:nvPr/>
        </p:nvSpPr>
        <p:spPr bwMode="auto">
          <a:xfrm>
            <a:off x="7239000" y="13716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a:latin typeface="Times New Roman" charset="0"/>
              </a:rPr>
              <a:t>4</a:t>
            </a:r>
            <a:endParaRPr kumimoji="1" lang="en-US" altLang="zh-CN" sz="2400">
              <a:latin typeface="Times New Roman" charset="0"/>
            </a:endParaRPr>
          </a:p>
        </p:txBody>
      </p:sp>
      <p:sp>
        <p:nvSpPr>
          <p:cNvPr id="294949" name="Line 37"/>
          <p:cNvSpPr>
            <a:spLocks noChangeShapeType="1"/>
          </p:cNvSpPr>
          <p:nvPr/>
        </p:nvSpPr>
        <p:spPr bwMode="auto">
          <a:xfrm>
            <a:off x="7696200" y="533400"/>
            <a:ext cx="6858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0" name="Line 38"/>
          <p:cNvSpPr>
            <a:spLocks noChangeShapeType="1"/>
          </p:cNvSpPr>
          <p:nvPr/>
        </p:nvSpPr>
        <p:spPr bwMode="auto">
          <a:xfrm flipH="1">
            <a:off x="6705600" y="533400"/>
            <a:ext cx="5334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1" name="Line 39"/>
          <p:cNvSpPr>
            <a:spLocks noChangeShapeType="1"/>
          </p:cNvSpPr>
          <p:nvPr/>
        </p:nvSpPr>
        <p:spPr bwMode="auto">
          <a:xfrm>
            <a:off x="6781800" y="1143000"/>
            <a:ext cx="5334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2" name="Line 40"/>
          <p:cNvSpPr>
            <a:spLocks noChangeShapeType="1"/>
          </p:cNvSpPr>
          <p:nvPr/>
        </p:nvSpPr>
        <p:spPr bwMode="auto">
          <a:xfrm flipH="1">
            <a:off x="5867400" y="1143000"/>
            <a:ext cx="4572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3" name="Line 41"/>
          <p:cNvSpPr>
            <a:spLocks noChangeShapeType="1"/>
          </p:cNvSpPr>
          <p:nvPr/>
        </p:nvSpPr>
        <p:spPr bwMode="auto">
          <a:xfrm flipH="1">
            <a:off x="4419600" y="2514600"/>
            <a:ext cx="3810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4" name="Line 42"/>
          <p:cNvSpPr>
            <a:spLocks noChangeShapeType="1"/>
          </p:cNvSpPr>
          <p:nvPr/>
        </p:nvSpPr>
        <p:spPr bwMode="auto">
          <a:xfrm>
            <a:off x="5181600" y="2514600"/>
            <a:ext cx="4572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5" name="Line 43"/>
          <p:cNvSpPr>
            <a:spLocks noChangeShapeType="1"/>
          </p:cNvSpPr>
          <p:nvPr/>
        </p:nvSpPr>
        <p:spPr bwMode="auto">
          <a:xfrm>
            <a:off x="5943600" y="1828800"/>
            <a:ext cx="3810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6" name="Line 44"/>
          <p:cNvSpPr>
            <a:spLocks noChangeShapeType="1"/>
          </p:cNvSpPr>
          <p:nvPr/>
        </p:nvSpPr>
        <p:spPr bwMode="auto">
          <a:xfrm flipH="1">
            <a:off x="5181600" y="1828800"/>
            <a:ext cx="3810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4957" name="AutoShape 45">
            <a:hlinkClick r:id="" action="ppaction://hlinkshowjump?jump=lastslideviewed" highlightClick="1"/>
          </p:cNvPr>
          <p:cNvSpPr>
            <a:spLocks noChangeArrowheads="1"/>
          </p:cNvSpPr>
          <p:nvPr/>
        </p:nvSpPr>
        <p:spPr bwMode="auto">
          <a:xfrm>
            <a:off x="8382000" y="6172200"/>
            <a:ext cx="381000" cy="381000"/>
          </a:xfrm>
          <a:prstGeom prst="actionButtonReturn">
            <a:avLst/>
          </a:prstGeom>
          <a:solidFill>
            <a:srgbClr val="CAF2CE"/>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210262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294945"/>
                                        </p:tgtEl>
                                        <p:attrNameLst>
                                          <p:attrName>style.visibility</p:attrName>
                                        </p:attrNameLst>
                                      </p:cBhvr>
                                      <p:to>
                                        <p:strVal val="visible"/>
                                      </p:to>
                                    </p:set>
                                    <p:anim calcmode="lin" valueType="num">
                                      <p:cBhvr>
                                        <p:cTn id="7" dur="500" fill="hold"/>
                                        <p:tgtEl>
                                          <p:spTgt spid="294945"/>
                                        </p:tgtEl>
                                        <p:attrNameLst>
                                          <p:attrName>ppt_x</p:attrName>
                                        </p:attrNameLst>
                                      </p:cBhvr>
                                      <p:tavLst>
                                        <p:tav tm="0">
                                          <p:val>
                                            <p:strVal val="#ppt_x"/>
                                          </p:val>
                                        </p:tav>
                                        <p:tav tm="100000">
                                          <p:val>
                                            <p:strVal val="#ppt_x"/>
                                          </p:val>
                                        </p:tav>
                                      </p:tavLst>
                                    </p:anim>
                                    <p:anim calcmode="lin" valueType="num">
                                      <p:cBhvr>
                                        <p:cTn id="8" dur="500" fill="hold"/>
                                        <p:tgtEl>
                                          <p:spTgt spid="294945"/>
                                        </p:tgtEl>
                                        <p:attrNameLst>
                                          <p:attrName>ppt_y</p:attrName>
                                        </p:attrNameLst>
                                      </p:cBhvr>
                                      <p:tavLst>
                                        <p:tav tm="0">
                                          <p:val>
                                            <p:strVal val="#ppt_y-#ppt_h/2"/>
                                          </p:val>
                                        </p:tav>
                                        <p:tav tm="100000">
                                          <p:val>
                                            <p:strVal val="#ppt_y"/>
                                          </p:val>
                                        </p:tav>
                                      </p:tavLst>
                                    </p:anim>
                                    <p:anim calcmode="lin" valueType="num">
                                      <p:cBhvr>
                                        <p:cTn id="9" dur="500" fill="hold"/>
                                        <p:tgtEl>
                                          <p:spTgt spid="294945"/>
                                        </p:tgtEl>
                                        <p:attrNameLst>
                                          <p:attrName>ppt_w</p:attrName>
                                        </p:attrNameLst>
                                      </p:cBhvr>
                                      <p:tavLst>
                                        <p:tav tm="0">
                                          <p:val>
                                            <p:strVal val="#ppt_w"/>
                                          </p:val>
                                        </p:tav>
                                        <p:tav tm="100000">
                                          <p:val>
                                            <p:strVal val="#ppt_w"/>
                                          </p:val>
                                        </p:tav>
                                      </p:tavLst>
                                    </p:anim>
                                    <p:anim calcmode="lin" valueType="num">
                                      <p:cBhvr>
                                        <p:cTn id="10" dur="500" fill="hold"/>
                                        <p:tgtEl>
                                          <p:spTgt spid="294945"/>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294946"/>
                                        </p:tgtEl>
                                        <p:attrNameLst>
                                          <p:attrName>style.visibility</p:attrName>
                                        </p:attrNameLst>
                                      </p:cBhvr>
                                      <p:to>
                                        <p:strVal val="visible"/>
                                      </p:to>
                                    </p:set>
                                    <p:anim calcmode="lin" valueType="num">
                                      <p:cBhvr>
                                        <p:cTn id="15" dur="500" fill="hold"/>
                                        <p:tgtEl>
                                          <p:spTgt spid="294946"/>
                                        </p:tgtEl>
                                        <p:attrNameLst>
                                          <p:attrName>ppt_x</p:attrName>
                                        </p:attrNameLst>
                                      </p:cBhvr>
                                      <p:tavLst>
                                        <p:tav tm="0">
                                          <p:val>
                                            <p:strVal val="#ppt_x"/>
                                          </p:val>
                                        </p:tav>
                                        <p:tav tm="100000">
                                          <p:val>
                                            <p:strVal val="#ppt_x"/>
                                          </p:val>
                                        </p:tav>
                                      </p:tavLst>
                                    </p:anim>
                                    <p:anim calcmode="lin" valueType="num">
                                      <p:cBhvr>
                                        <p:cTn id="16" dur="500" fill="hold"/>
                                        <p:tgtEl>
                                          <p:spTgt spid="294946"/>
                                        </p:tgtEl>
                                        <p:attrNameLst>
                                          <p:attrName>ppt_y</p:attrName>
                                        </p:attrNameLst>
                                      </p:cBhvr>
                                      <p:tavLst>
                                        <p:tav tm="0">
                                          <p:val>
                                            <p:strVal val="#ppt_y-#ppt_h/2"/>
                                          </p:val>
                                        </p:tav>
                                        <p:tav tm="100000">
                                          <p:val>
                                            <p:strVal val="#ppt_y"/>
                                          </p:val>
                                        </p:tav>
                                      </p:tavLst>
                                    </p:anim>
                                    <p:anim calcmode="lin" valueType="num">
                                      <p:cBhvr>
                                        <p:cTn id="17" dur="500" fill="hold"/>
                                        <p:tgtEl>
                                          <p:spTgt spid="294946"/>
                                        </p:tgtEl>
                                        <p:attrNameLst>
                                          <p:attrName>ppt_w</p:attrName>
                                        </p:attrNameLst>
                                      </p:cBhvr>
                                      <p:tavLst>
                                        <p:tav tm="0">
                                          <p:val>
                                            <p:strVal val="#ppt_w"/>
                                          </p:val>
                                        </p:tav>
                                        <p:tav tm="100000">
                                          <p:val>
                                            <p:strVal val="#ppt_w"/>
                                          </p:val>
                                        </p:tav>
                                      </p:tavLst>
                                    </p:anim>
                                    <p:anim calcmode="lin" valueType="num">
                                      <p:cBhvr>
                                        <p:cTn id="18" dur="500" fill="hold"/>
                                        <p:tgtEl>
                                          <p:spTgt spid="294946"/>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294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45" grpId="0" autoUpdateAnimBg="0"/>
      <p:bldP spid="294946" grpId="0" autoUpdateAnimBg="0"/>
      <p:bldP spid="294957"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ext Box 2"/>
          <p:cNvSpPr txBox="1">
            <a:spLocks noChangeArrowheads="1"/>
          </p:cNvSpPr>
          <p:nvPr/>
        </p:nvSpPr>
        <p:spPr bwMode="auto">
          <a:xfrm>
            <a:off x="180975" y="1962150"/>
            <a:ext cx="8963025"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kumimoji="1" lang="en-US" altLang="zh-CN" sz="4000">
                <a:solidFill>
                  <a:srgbClr val="006666"/>
                </a:solidFill>
                <a:latin typeface="Times New Roman" charset="0"/>
                <a:ea typeface="楷体_GB2312" charset="0"/>
              </a:rPr>
              <a:t>     </a:t>
            </a:r>
            <a:r>
              <a:rPr kumimoji="1" lang="zh-CN" altLang="en-US" sz="4000">
                <a:solidFill>
                  <a:srgbClr val="006666"/>
                </a:solidFill>
                <a:latin typeface="Times New Roman" charset="0"/>
                <a:ea typeface="楷体_GB2312" charset="0"/>
              </a:rPr>
              <a:t>根据给定的 </a:t>
            </a:r>
            <a:r>
              <a:rPr kumimoji="1" lang="en-US" altLang="zh-CN" sz="4000" i="1">
                <a:solidFill>
                  <a:srgbClr val="006666"/>
                </a:solidFill>
                <a:latin typeface="Times New Roman" charset="0"/>
                <a:ea typeface="楷体_GB2312" charset="0"/>
              </a:rPr>
              <a:t>n </a:t>
            </a:r>
            <a:r>
              <a:rPr kumimoji="1" lang="zh-CN" altLang="en-US" sz="4000">
                <a:solidFill>
                  <a:srgbClr val="006666"/>
                </a:solidFill>
                <a:latin typeface="Times New Roman" charset="0"/>
                <a:ea typeface="楷体_GB2312" charset="0"/>
              </a:rPr>
              <a:t>个权值 </a:t>
            </a:r>
            <a:r>
              <a:rPr kumimoji="1" lang="en-US" altLang="zh-CN" sz="4000">
                <a:solidFill>
                  <a:srgbClr val="006666"/>
                </a:solidFill>
                <a:latin typeface="Times New Roman" charset="0"/>
                <a:ea typeface="楷体_GB2312" charset="0"/>
              </a:rPr>
              <a:t>{</a:t>
            </a:r>
            <a:r>
              <a:rPr kumimoji="1" lang="en-US" altLang="zh-CN" sz="4000" i="1">
                <a:solidFill>
                  <a:srgbClr val="006666"/>
                </a:solidFill>
                <a:latin typeface="Times New Roman" charset="0"/>
                <a:ea typeface="楷体_GB2312" charset="0"/>
              </a:rPr>
              <a:t>w</a:t>
            </a:r>
            <a:r>
              <a:rPr kumimoji="1" lang="en-US" altLang="zh-CN" sz="4000" i="1" baseline="-25000">
                <a:solidFill>
                  <a:srgbClr val="006666"/>
                </a:solidFill>
                <a:latin typeface="Times New Roman" charset="0"/>
                <a:ea typeface="楷体_GB2312" charset="0"/>
              </a:rPr>
              <a:t>1</a:t>
            </a:r>
            <a:r>
              <a:rPr kumimoji="1" lang="en-US" altLang="zh-CN" sz="4000" i="1">
                <a:solidFill>
                  <a:srgbClr val="006666"/>
                </a:solidFill>
                <a:latin typeface="Times New Roman" charset="0"/>
                <a:ea typeface="楷体_GB2312" charset="0"/>
              </a:rPr>
              <a:t>, w</a:t>
            </a:r>
            <a:r>
              <a:rPr kumimoji="1" lang="en-US" altLang="zh-CN" sz="4000" i="1" baseline="-25000">
                <a:solidFill>
                  <a:srgbClr val="006666"/>
                </a:solidFill>
                <a:latin typeface="Times New Roman" charset="0"/>
                <a:ea typeface="楷体_GB2312" charset="0"/>
              </a:rPr>
              <a:t>2</a:t>
            </a:r>
            <a:r>
              <a:rPr kumimoji="1" lang="en-US" altLang="zh-CN" sz="4000" i="1">
                <a:solidFill>
                  <a:srgbClr val="006666"/>
                </a:solidFill>
                <a:latin typeface="Times New Roman" charset="0"/>
                <a:ea typeface="楷体_GB2312" charset="0"/>
              </a:rPr>
              <a:t>, …, w</a:t>
            </a:r>
            <a:r>
              <a:rPr kumimoji="1" lang="en-US" altLang="zh-CN" sz="4000" i="1" baseline="-25000">
                <a:solidFill>
                  <a:srgbClr val="006666"/>
                </a:solidFill>
                <a:latin typeface="Times New Roman" charset="0"/>
                <a:ea typeface="楷体_GB2312" charset="0"/>
              </a:rPr>
              <a:t>n</a:t>
            </a:r>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 构造 </a:t>
            </a:r>
            <a:r>
              <a:rPr kumimoji="1" lang="en-US" altLang="zh-CN" sz="4000" i="1">
                <a:solidFill>
                  <a:srgbClr val="006666"/>
                </a:solidFill>
                <a:latin typeface="Times New Roman" charset="0"/>
                <a:ea typeface="楷体_GB2312" charset="0"/>
              </a:rPr>
              <a:t>n </a:t>
            </a:r>
            <a:r>
              <a:rPr kumimoji="1" lang="zh-CN" altLang="en-US" sz="4000">
                <a:solidFill>
                  <a:srgbClr val="006666"/>
                </a:solidFill>
                <a:latin typeface="Times New Roman" charset="0"/>
                <a:ea typeface="楷体_GB2312" charset="0"/>
              </a:rPr>
              <a:t>棵二叉树的集合</a:t>
            </a:r>
          </a:p>
          <a:p>
            <a:pPr>
              <a:lnSpc>
                <a:spcPct val="140000"/>
              </a:lnSpc>
            </a:pPr>
            <a:r>
              <a:rPr kumimoji="1" lang="zh-CN" altLang="en-US" sz="4000">
                <a:solidFill>
                  <a:srgbClr val="006666"/>
                </a:solidFill>
                <a:latin typeface="Times New Roman" charset="0"/>
                <a:ea typeface="楷体_GB2312" charset="0"/>
              </a:rPr>
              <a:t>       </a:t>
            </a:r>
            <a:r>
              <a:rPr kumimoji="1" lang="en-US" altLang="zh-CN" sz="4000" i="1">
                <a:solidFill>
                  <a:srgbClr val="006666"/>
                </a:solidFill>
                <a:latin typeface="Times New Roman" charset="0"/>
                <a:ea typeface="楷体_GB2312" charset="0"/>
              </a:rPr>
              <a:t>F</a:t>
            </a:r>
            <a:r>
              <a:rPr kumimoji="1" lang="en-US" altLang="zh-CN" sz="4000">
                <a:solidFill>
                  <a:srgbClr val="006666"/>
                </a:solidFill>
                <a:latin typeface="Times New Roman" charset="0"/>
                <a:ea typeface="楷体_GB2312" charset="0"/>
              </a:rPr>
              <a:t> = {T</a:t>
            </a:r>
            <a:r>
              <a:rPr kumimoji="1" lang="en-US" altLang="zh-CN" sz="4000" baseline="-25000">
                <a:solidFill>
                  <a:srgbClr val="006666"/>
                </a:solidFill>
                <a:latin typeface="Times New Roman" charset="0"/>
                <a:ea typeface="楷体_GB2312" charset="0"/>
              </a:rPr>
              <a:t>1</a:t>
            </a:r>
            <a:r>
              <a:rPr kumimoji="1" lang="en-US" altLang="zh-CN" sz="4000">
                <a:solidFill>
                  <a:srgbClr val="006666"/>
                </a:solidFill>
                <a:latin typeface="Times New Roman" charset="0"/>
                <a:ea typeface="楷体_GB2312" charset="0"/>
              </a:rPr>
              <a:t>,   T</a:t>
            </a:r>
            <a:r>
              <a:rPr kumimoji="1" lang="en-US" altLang="zh-CN" sz="4000" baseline="-25000">
                <a:solidFill>
                  <a:srgbClr val="006666"/>
                </a:solidFill>
                <a:latin typeface="Times New Roman" charset="0"/>
                <a:ea typeface="楷体_GB2312" charset="0"/>
              </a:rPr>
              <a:t>2</a:t>
            </a:r>
            <a:r>
              <a:rPr kumimoji="1" lang="en-US" altLang="zh-CN" sz="4000">
                <a:solidFill>
                  <a:srgbClr val="006666"/>
                </a:solidFill>
                <a:latin typeface="Times New Roman" charset="0"/>
                <a:ea typeface="楷体_GB2312" charset="0"/>
              </a:rPr>
              <a:t>,  … , T</a:t>
            </a:r>
            <a:r>
              <a:rPr kumimoji="1" lang="en-US" altLang="zh-CN" sz="4000" baseline="-25000">
                <a:solidFill>
                  <a:srgbClr val="006666"/>
                </a:solidFill>
                <a:latin typeface="Times New Roman" charset="0"/>
                <a:ea typeface="楷体_GB2312" charset="0"/>
              </a:rPr>
              <a:t>n</a:t>
            </a:r>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a:t>
            </a:r>
          </a:p>
          <a:p>
            <a:pPr>
              <a:lnSpc>
                <a:spcPct val="140000"/>
              </a:lnSpc>
            </a:pPr>
            <a:r>
              <a:rPr kumimoji="1" lang="zh-CN" altLang="en-US" sz="4000">
                <a:solidFill>
                  <a:srgbClr val="006666"/>
                </a:solidFill>
                <a:latin typeface="Times New Roman" charset="0"/>
                <a:ea typeface="楷体_GB2312" charset="0"/>
              </a:rPr>
              <a:t>    其中每棵二叉树中均只含一个带权值 </a:t>
            </a:r>
          </a:p>
          <a:p>
            <a:pPr>
              <a:lnSpc>
                <a:spcPct val="140000"/>
              </a:lnSpc>
            </a:pPr>
            <a:r>
              <a:rPr kumimoji="1" lang="zh-CN" altLang="en-US" sz="4000">
                <a:solidFill>
                  <a:srgbClr val="006666"/>
                </a:solidFill>
                <a:latin typeface="Times New Roman" charset="0"/>
                <a:ea typeface="楷体_GB2312" charset="0"/>
              </a:rPr>
              <a:t>为 </a:t>
            </a:r>
            <a:r>
              <a:rPr kumimoji="1" lang="en-US" altLang="zh-CN" sz="4000" i="1">
                <a:solidFill>
                  <a:srgbClr val="006666"/>
                </a:solidFill>
                <a:latin typeface="Times New Roman" charset="0"/>
                <a:ea typeface="楷体_GB2312" charset="0"/>
              </a:rPr>
              <a:t>w</a:t>
            </a:r>
            <a:r>
              <a:rPr kumimoji="1" lang="en-US" altLang="zh-CN" sz="4000" i="1" baseline="-25000">
                <a:solidFill>
                  <a:srgbClr val="006666"/>
                </a:solidFill>
                <a:latin typeface="Times New Roman" charset="0"/>
                <a:ea typeface="楷体_GB2312" charset="0"/>
              </a:rPr>
              <a:t>i </a:t>
            </a:r>
            <a:r>
              <a:rPr kumimoji="1" lang="zh-CN" altLang="en-US" sz="4000">
                <a:solidFill>
                  <a:srgbClr val="006666"/>
                </a:solidFill>
                <a:latin typeface="Times New Roman" charset="0"/>
                <a:ea typeface="楷体_GB2312" charset="0"/>
              </a:rPr>
              <a:t>的根结点，其左、右子树为空树；</a:t>
            </a:r>
          </a:p>
        </p:txBody>
      </p:sp>
      <p:sp>
        <p:nvSpPr>
          <p:cNvPr id="295939" name="Text Box 3"/>
          <p:cNvSpPr txBox="1">
            <a:spLocks noChangeArrowheads="1"/>
          </p:cNvSpPr>
          <p:nvPr/>
        </p:nvSpPr>
        <p:spPr bwMode="auto">
          <a:xfrm>
            <a:off x="1325563" y="168275"/>
            <a:ext cx="5227637"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4400" b="1">
                <a:solidFill>
                  <a:srgbClr val="0000FF"/>
                </a:solidFill>
                <a:latin typeface="Times New Roman" charset="0"/>
                <a:ea typeface="楷体_GB2312" charset="0"/>
              </a:rPr>
              <a:t>二、如何构造最优树</a:t>
            </a:r>
            <a:endParaRPr kumimoji="1" lang="zh-CN" altLang="en-US" sz="2400" b="1">
              <a:solidFill>
                <a:srgbClr val="0000FF"/>
              </a:solidFill>
              <a:latin typeface="Times New Roman" charset="0"/>
              <a:ea typeface="楷体_GB2312" charset="0"/>
            </a:endParaRPr>
          </a:p>
          <a:p>
            <a:endParaRPr kumimoji="1" lang="zh-CN" altLang="en-US" sz="2400">
              <a:latin typeface="Times New Roman" charset="0"/>
            </a:endParaRPr>
          </a:p>
        </p:txBody>
      </p:sp>
      <p:sp>
        <p:nvSpPr>
          <p:cNvPr id="295940" name="Rectangle 4"/>
          <p:cNvSpPr>
            <a:spLocks noChangeArrowheads="1"/>
          </p:cNvSpPr>
          <p:nvPr/>
        </p:nvSpPr>
        <p:spPr bwMode="auto">
          <a:xfrm>
            <a:off x="152400" y="2133600"/>
            <a:ext cx="777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CC6600"/>
                </a:solidFill>
                <a:latin typeface="Times New Roman" charset="0"/>
                <a:ea typeface="楷体_GB2312" charset="0"/>
              </a:rPr>
              <a:t>(1)</a:t>
            </a:r>
          </a:p>
        </p:txBody>
      </p:sp>
      <p:sp>
        <p:nvSpPr>
          <p:cNvPr id="295941" name="Rectangle 5"/>
          <p:cNvSpPr>
            <a:spLocks noChangeArrowheads="1"/>
          </p:cNvSpPr>
          <p:nvPr/>
        </p:nvSpPr>
        <p:spPr bwMode="auto">
          <a:xfrm>
            <a:off x="985838" y="1219200"/>
            <a:ext cx="7000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a:solidFill>
                  <a:srgbClr val="006666"/>
                </a:solidFill>
                <a:latin typeface="Times New Roman" charset="0"/>
                <a:ea typeface="楷体_GB2312" charset="0"/>
              </a:rPr>
              <a:t>(</a:t>
            </a:r>
            <a:r>
              <a:rPr kumimoji="1" lang="zh-CN" altLang="en-US" sz="4000">
                <a:solidFill>
                  <a:srgbClr val="006666"/>
                </a:solidFill>
                <a:latin typeface="Times New Roman" charset="0"/>
                <a:ea typeface="楷体_GB2312" charset="0"/>
              </a:rPr>
              <a:t>赫夫曼算法</a:t>
            </a:r>
            <a:r>
              <a:rPr kumimoji="1" lang="en-US" altLang="zh-CN" sz="4000">
                <a:solidFill>
                  <a:srgbClr val="006666"/>
                </a:solidFill>
                <a:latin typeface="Times New Roman" charset="0"/>
                <a:ea typeface="楷体_GB2312" charset="0"/>
              </a:rPr>
              <a:t>)   </a:t>
            </a:r>
            <a:r>
              <a:rPr kumimoji="1" lang="zh-CN" altLang="en-US" sz="4000">
                <a:solidFill>
                  <a:srgbClr val="006666"/>
                </a:solidFill>
                <a:latin typeface="Times New Roman" charset="0"/>
                <a:ea typeface="楷体_GB2312" charset="0"/>
              </a:rPr>
              <a:t>以二叉树为例：</a:t>
            </a:r>
          </a:p>
        </p:txBody>
      </p:sp>
    </p:spTree>
    <p:extLst>
      <p:ext uri="{BB962C8B-B14F-4D97-AF65-F5344CB8AC3E}">
        <p14:creationId xmlns:p14="http://schemas.microsoft.com/office/powerpoint/2010/main" val="18027788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95939"/>
                                        </p:tgtEl>
                                        <p:attrNameLst>
                                          <p:attrName>style.visibility</p:attrName>
                                        </p:attrNameLst>
                                      </p:cBhvr>
                                      <p:to>
                                        <p:strVal val="visible"/>
                                      </p:to>
                                    </p:set>
                                    <p:anim calcmode="lin" valueType="num">
                                      <p:cBhvr additive="base">
                                        <p:cTn id="7" dur="500" fill="hold"/>
                                        <p:tgtEl>
                                          <p:spTgt spid="295939"/>
                                        </p:tgtEl>
                                        <p:attrNameLst>
                                          <p:attrName>ppt_x</p:attrName>
                                        </p:attrNameLst>
                                      </p:cBhvr>
                                      <p:tavLst>
                                        <p:tav tm="0">
                                          <p:val>
                                            <p:strVal val="#ppt_x"/>
                                          </p:val>
                                        </p:tav>
                                        <p:tav tm="100000">
                                          <p:val>
                                            <p:strVal val="#ppt_x"/>
                                          </p:val>
                                        </p:tav>
                                      </p:tavLst>
                                    </p:anim>
                                    <p:anim calcmode="lin" valueType="num">
                                      <p:cBhvr additive="base">
                                        <p:cTn id="8" dur="500" fill="hold"/>
                                        <p:tgtEl>
                                          <p:spTgt spid="29593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5941"/>
                                        </p:tgtEl>
                                        <p:attrNameLst>
                                          <p:attrName>style.visibility</p:attrName>
                                        </p:attrNameLst>
                                      </p:cBhvr>
                                      <p:to>
                                        <p:strVal val="visible"/>
                                      </p:to>
                                    </p:set>
                                    <p:anim calcmode="lin" valueType="num">
                                      <p:cBhvr additive="base">
                                        <p:cTn id="13" dur="500" fill="hold"/>
                                        <p:tgtEl>
                                          <p:spTgt spid="295941"/>
                                        </p:tgtEl>
                                        <p:attrNameLst>
                                          <p:attrName>ppt_x</p:attrName>
                                        </p:attrNameLst>
                                      </p:cBhvr>
                                      <p:tavLst>
                                        <p:tav tm="0">
                                          <p:val>
                                            <p:strVal val="0-#ppt_w/2"/>
                                          </p:val>
                                        </p:tav>
                                        <p:tav tm="100000">
                                          <p:val>
                                            <p:strVal val="#ppt_x"/>
                                          </p:val>
                                        </p:tav>
                                      </p:tavLst>
                                    </p:anim>
                                    <p:anim calcmode="lin" valueType="num">
                                      <p:cBhvr additive="base">
                                        <p:cTn id="14" dur="500" fill="hold"/>
                                        <p:tgtEl>
                                          <p:spTgt spid="29594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5940"/>
                                        </p:tgtEl>
                                        <p:attrNameLst>
                                          <p:attrName>style.visibility</p:attrName>
                                        </p:attrNameLst>
                                      </p:cBhvr>
                                      <p:to>
                                        <p:strVal val="visible"/>
                                      </p:to>
                                    </p:set>
                                    <p:anim calcmode="lin" valueType="num">
                                      <p:cBhvr additive="base">
                                        <p:cTn id="19" dur="500" fill="hold"/>
                                        <p:tgtEl>
                                          <p:spTgt spid="295940"/>
                                        </p:tgtEl>
                                        <p:attrNameLst>
                                          <p:attrName>ppt_x</p:attrName>
                                        </p:attrNameLst>
                                      </p:cBhvr>
                                      <p:tavLst>
                                        <p:tav tm="0">
                                          <p:val>
                                            <p:strVal val="0-#ppt_w/2"/>
                                          </p:val>
                                        </p:tav>
                                        <p:tav tm="100000">
                                          <p:val>
                                            <p:strVal val="#ppt_x"/>
                                          </p:val>
                                        </p:tav>
                                      </p:tavLst>
                                    </p:anim>
                                    <p:anim calcmode="lin" valueType="num">
                                      <p:cBhvr additive="base">
                                        <p:cTn id="20" dur="500" fill="hold"/>
                                        <p:tgtEl>
                                          <p:spTgt spid="29594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95938"/>
                                        </p:tgtEl>
                                        <p:attrNameLst>
                                          <p:attrName>style.visibility</p:attrName>
                                        </p:attrNameLst>
                                      </p:cBhvr>
                                      <p:to>
                                        <p:strVal val="visible"/>
                                      </p:to>
                                    </p:set>
                                    <p:animEffect transition="in" filter="dissolve">
                                      <p:cBhvr>
                                        <p:cTn id="25" dur="500"/>
                                        <p:tgtEl>
                                          <p:spTgt spid="295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8" grpId="0" autoUpdateAnimBg="0"/>
      <p:bldP spid="295939" grpId="0" autoUpdateAnimBg="0"/>
      <p:bldP spid="295940" grpId="0" autoUpdateAnimBg="0"/>
      <p:bldP spid="295941" grpId="0"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2"/>
          <p:cNvSpPr txBox="1">
            <a:spLocks noChangeArrowheads="1"/>
          </p:cNvSpPr>
          <p:nvPr/>
        </p:nvSpPr>
        <p:spPr bwMode="auto">
          <a:xfrm>
            <a:off x="609600" y="955675"/>
            <a:ext cx="831215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kumimoji="1" lang="en-US" altLang="zh-CN" sz="4000">
                <a:solidFill>
                  <a:srgbClr val="006666"/>
                </a:solidFill>
                <a:latin typeface="Times New Roman" charset="0"/>
                <a:ea typeface="楷体_GB2312" charset="0"/>
              </a:rPr>
              <a:t>     </a:t>
            </a:r>
            <a:r>
              <a:rPr kumimoji="1" lang="zh-CN" altLang="en-US" sz="4000">
                <a:solidFill>
                  <a:srgbClr val="006666"/>
                </a:solidFill>
                <a:latin typeface="Times New Roman" charset="0"/>
                <a:ea typeface="楷体_GB2312" charset="0"/>
              </a:rPr>
              <a:t>在 </a:t>
            </a:r>
            <a:r>
              <a:rPr kumimoji="1" lang="en-US" altLang="zh-CN" sz="4000" i="1">
                <a:solidFill>
                  <a:srgbClr val="006666"/>
                </a:solidFill>
                <a:latin typeface="Times New Roman" charset="0"/>
                <a:ea typeface="楷体_GB2312" charset="0"/>
              </a:rPr>
              <a:t>F </a:t>
            </a:r>
            <a:r>
              <a:rPr kumimoji="1" lang="zh-CN" altLang="en-US" sz="4000">
                <a:solidFill>
                  <a:srgbClr val="006666"/>
                </a:solidFill>
                <a:latin typeface="Times New Roman" charset="0"/>
                <a:ea typeface="楷体_GB2312" charset="0"/>
              </a:rPr>
              <a:t>中选取其根结点的权值为最</a:t>
            </a:r>
          </a:p>
          <a:p>
            <a:pPr>
              <a:lnSpc>
                <a:spcPct val="140000"/>
              </a:lnSpc>
            </a:pPr>
            <a:r>
              <a:rPr kumimoji="1" lang="zh-CN" altLang="en-US" sz="4000">
                <a:solidFill>
                  <a:srgbClr val="006666"/>
                </a:solidFill>
                <a:latin typeface="Times New Roman" charset="0"/>
                <a:ea typeface="楷体_GB2312" charset="0"/>
              </a:rPr>
              <a:t>     小的两棵二叉树，分别作为左、   </a:t>
            </a:r>
          </a:p>
          <a:p>
            <a:pPr>
              <a:lnSpc>
                <a:spcPct val="140000"/>
              </a:lnSpc>
            </a:pPr>
            <a:r>
              <a:rPr kumimoji="1" lang="zh-CN" altLang="en-US" sz="4000">
                <a:solidFill>
                  <a:srgbClr val="006666"/>
                </a:solidFill>
                <a:latin typeface="Times New Roman" charset="0"/>
                <a:ea typeface="楷体_GB2312" charset="0"/>
              </a:rPr>
              <a:t>     右子树构造一棵新的二叉树，并</a:t>
            </a:r>
          </a:p>
          <a:p>
            <a:pPr>
              <a:lnSpc>
                <a:spcPct val="140000"/>
              </a:lnSpc>
            </a:pPr>
            <a:r>
              <a:rPr kumimoji="1" lang="zh-CN" altLang="en-US" sz="4000">
                <a:solidFill>
                  <a:srgbClr val="006666"/>
                </a:solidFill>
                <a:latin typeface="Times New Roman" charset="0"/>
                <a:ea typeface="楷体_GB2312" charset="0"/>
              </a:rPr>
              <a:t>     置这棵新的二叉树根结点的权值</a:t>
            </a:r>
          </a:p>
          <a:p>
            <a:pPr>
              <a:lnSpc>
                <a:spcPct val="140000"/>
              </a:lnSpc>
            </a:pPr>
            <a:r>
              <a:rPr kumimoji="1" lang="zh-CN" altLang="en-US" sz="4000">
                <a:solidFill>
                  <a:srgbClr val="006666"/>
                </a:solidFill>
                <a:latin typeface="Times New Roman" charset="0"/>
                <a:ea typeface="楷体_GB2312" charset="0"/>
              </a:rPr>
              <a:t>     为其左、右子树根结点的权值之</a:t>
            </a:r>
          </a:p>
          <a:p>
            <a:pPr>
              <a:lnSpc>
                <a:spcPct val="140000"/>
              </a:lnSpc>
            </a:pPr>
            <a:r>
              <a:rPr kumimoji="1" lang="zh-CN" altLang="en-US" sz="4000">
                <a:solidFill>
                  <a:srgbClr val="006666"/>
                </a:solidFill>
                <a:latin typeface="Times New Roman" charset="0"/>
                <a:ea typeface="楷体_GB2312" charset="0"/>
              </a:rPr>
              <a:t>     和；</a:t>
            </a:r>
            <a:endParaRPr kumimoji="1" lang="zh-CN" altLang="en-US" sz="2400">
              <a:solidFill>
                <a:srgbClr val="006666"/>
              </a:solidFill>
              <a:latin typeface="Times New Roman" charset="0"/>
            </a:endParaRPr>
          </a:p>
        </p:txBody>
      </p:sp>
      <p:sp>
        <p:nvSpPr>
          <p:cNvPr id="296963" name="Rectangle 3"/>
          <p:cNvSpPr>
            <a:spLocks noChangeArrowheads="1"/>
          </p:cNvSpPr>
          <p:nvPr/>
        </p:nvSpPr>
        <p:spPr bwMode="auto">
          <a:xfrm>
            <a:off x="533400" y="1127125"/>
            <a:ext cx="777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CC6600"/>
                </a:solidFill>
                <a:latin typeface="Times New Roman" charset="0"/>
                <a:ea typeface="楷体_GB2312" charset="0"/>
              </a:rPr>
              <a:t>(2)</a:t>
            </a:r>
          </a:p>
        </p:txBody>
      </p:sp>
    </p:spTree>
    <p:extLst>
      <p:ext uri="{BB962C8B-B14F-4D97-AF65-F5344CB8AC3E}">
        <p14:creationId xmlns:p14="http://schemas.microsoft.com/office/powerpoint/2010/main" val="9421372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96963"/>
                                        </p:tgtEl>
                                        <p:attrNameLst>
                                          <p:attrName>style.visibility</p:attrName>
                                        </p:attrNameLst>
                                      </p:cBhvr>
                                      <p:to>
                                        <p:strVal val="visible"/>
                                      </p:to>
                                    </p:set>
                                    <p:anim calcmode="lin" valueType="num">
                                      <p:cBhvr additive="base">
                                        <p:cTn id="7" dur="500" fill="hold"/>
                                        <p:tgtEl>
                                          <p:spTgt spid="296963"/>
                                        </p:tgtEl>
                                        <p:attrNameLst>
                                          <p:attrName>ppt_x</p:attrName>
                                        </p:attrNameLst>
                                      </p:cBhvr>
                                      <p:tavLst>
                                        <p:tav tm="0">
                                          <p:val>
                                            <p:strVal val="0-#ppt_w/2"/>
                                          </p:val>
                                        </p:tav>
                                        <p:tav tm="100000">
                                          <p:val>
                                            <p:strVal val="#ppt_x"/>
                                          </p:val>
                                        </p:tav>
                                      </p:tavLst>
                                    </p:anim>
                                    <p:anim calcmode="lin" valueType="num">
                                      <p:cBhvr additive="base">
                                        <p:cTn id="8" dur="500" fill="hold"/>
                                        <p:tgtEl>
                                          <p:spTgt spid="29696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3" fill="hold" grpId="0" nodeType="clickEffect">
                                  <p:stCondLst>
                                    <p:cond delay="0"/>
                                  </p:stCondLst>
                                  <p:childTnLst>
                                    <p:set>
                                      <p:cBhvr>
                                        <p:cTn id="12" dur="1" fill="hold">
                                          <p:stCondLst>
                                            <p:cond delay="0"/>
                                          </p:stCondLst>
                                        </p:cTn>
                                        <p:tgtEl>
                                          <p:spTgt spid="296962"/>
                                        </p:tgtEl>
                                        <p:attrNameLst>
                                          <p:attrName>style.visibility</p:attrName>
                                        </p:attrNameLst>
                                      </p:cBhvr>
                                      <p:to>
                                        <p:strVal val="visible"/>
                                      </p:to>
                                    </p:set>
                                    <p:animEffect transition="in" filter="strips(upRight)">
                                      <p:cBhvr>
                                        <p:cTn id="13" dur="500"/>
                                        <p:tgtEl>
                                          <p:spTgt spid="296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autoUpdateAnimBg="0"/>
      <p:bldP spid="296963" grpId="0"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p:cNvSpPr txBox="1">
            <a:spLocks noChangeArrowheads="1"/>
          </p:cNvSpPr>
          <p:nvPr/>
        </p:nvSpPr>
        <p:spPr bwMode="auto">
          <a:xfrm>
            <a:off x="609600" y="1143000"/>
            <a:ext cx="7859713"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40000"/>
              </a:lnSpc>
            </a:pPr>
            <a:r>
              <a:rPr kumimoji="1" lang="en-US" altLang="zh-CN" sz="4000">
                <a:solidFill>
                  <a:srgbClr val="006666"/>
                </a:solidFill>
                <a:latin typeface="Times New Roman" charset="0"/>
                <a:ea typeface="楷体_GB2312" charset="0"/>
              </a:rPr>
              <a:t>      </a:t>
            </a:r>
            <a:r>
              <a:rPr kumimoji="1" lang="zh-CN" altLang="en-US" sz="4000">
                <a:solidFill>
                  <a:srgbClr val="006666"/>
                </a:solidFill>
                <a:latin typeface="Times New Roman" charset="0"/>
                <a:ea typeface="楷体_GB2312" charset="0"/>
              </a:rPr>
              <a:t>从</a:t>
            </a:r>
            <a:r>
              <a:rPr kumimoji="1" lang="en-US" altLang="zh-CN" sz="4000" i="1">
                <a:solidFill>
                  <a:srgbClr val="006666"/>
                </a:solidFill>
                <a:latin typeface="Times New Roman" charset="0"/>
                <a:ea typeface="楷体_GB2312" charset="0"/>
              </a:rPr>
              <a:t>F</a:t>
            </a:r>
            <a:r>
              <a:rPr kumimoji="1" lang="zh-CN" altLang="en-US" sz="4000">
                <a:solidFill>
                  <a:srgbClr val="006666"/>
                </a:solidFill>
                <a:latin typeface="Times New Roman" charset="0"/>
                <a:ea typeface="楷体_GB2312" charset="0"/>
              </a:rPr>
              <a:t>中删去这两棵树，同时加入</a:t>
            </a:r>
          </a:p>
          <a:p>
            <a:pPr>
              <a:lnSpc>
                <a:spcPct val="140000"/>
              </a:lnSpc>
            </a:pPr>
            <a:r>
              <a:rPr kumimoji="1" lang="zh-CN" altLang="en-US" sz="4000">
                <a:solidFill>
                  <a:srgbClr val="006666"/>
                </a:solidFill>
                <a:latin typeface="Times New Roman" charset="0"/>
                <a:ea typeface="楷体_GB2312" charset="0"/>
              </a:rPr>
              <a:t>      刚生成的新树；</a:t>
            </a:r>
            <a:endParaRPr kumimoji="1" lang="zh-CN" altLang="en-US" sz="2400">
              <a:solidFill>
                <a:srgbClr val="006666"/>
              </a:solidFill>
              <a:latin typeface="Times New Roman" charset="0"/>
            </a:endParaRPr>
          </a:p>
        </p:txBody>
      </p:sp>
      <p:sp>
        <p:nvSpPr>
          <p:cNvPr id="297987" name="Text Box 3"/>
          <p:cNvSpPr txBox="1">
            <a:spLocks noChangeArrowheads="1"/>
          </p:cNvSpPr>
          <p:nvPr/>
        </p:nvSpPr>
        <p:spPr bwMode="auto">
          <a:xfrm>
            <a:off x="609600" y="35052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kumimoji="1" lang="en-US" altLang="zh-CN" sz="4000">
                <a:solidFill>
                  <a:srgbClr val="006666"/>
                </a:solidFill>
                <a:latin typeface="Times New Roman" charset="0"/>
                <a:ea typeface="楷体_GB2312" charset="0"/>
              </a:rPr>
              <a:t>     </a:t>
            </a:r>
            <a:r>
              <a:rPr kumimoji="1" lang="zh-CN" altLang="en-US" sz="4000">
                <a:solidFill>
                  <a:srgbClr val="006666"/>
                </a:solidFill>
                <a:latin typeface="Times New Roman" charset="0"/>
                <a:ea typeface="楷体_GB2312" charset="0"/>
              </a:rPr>
              <a:t>重复</a:t>
            </a:r>
            <a:r>
              <a:rPr kumimoji="1" lang="zh-CN" altLang="en-US" sz="4000">
                <a:latin typeface="Times New Roman" charset="0"/>
                <a:ea typeface="楷体_GB2312" charset="0"/>
              </a:rPr>
              <a:t> </a:t>
            </a:r>
            <a:r>
              <a:rPr kumimoji="1" lang="en-US" altLang="zh-CN" sz="4000" b="1">
                <a:solidFill>
                  <a:srgbClr val="CC6600"/>
                </a:solidFill>
                <a:latin typeface="Times New Roman" charset="0"/>
                <a:ea typeface="楷体_GB2312" charset="0"/>
              </a:rPr>
              <a:t>(2)</a:t>
            </a:r>
            <a:r>
              <a:rPr kumimoji="1" lang="en-US" altLang="zh-CN" sz="4000">
                <a:latin typeface="Times New Roman" charset="0"/>
                <a:ea typeface="楷体_GB2312" charset="0"/>
              </a:rPr>
              <a:t> </a:t>
            </a:r>
            <a:r>
              <a:rPr kumimoji="1" lang="zh-CN" altLang="en-US" sz="4000">
                <a:solidFill>
                  <a:srgbClr val="006666"/>
                </a:solidFill>
                <a:latin typeface="Times New Roman" charset="0"/>
                <a:ea typeface="楷体_GB2312" charset="0"/>
              </a:rPr>
              <a:t>和</a:t>
            </a:r>
            <a:r>
              <a:rPr kumimoji="1" lang="zh-CN" altLang="en-US" sz="4000">
                <a:latin typeface="Times New Roman" charset="0"/>
                <a:ea typeface="楷体_GB2312" charset="0"/>
              </a:rPr>
              <a:t> </a:t>
            </a:r>
            <a:r>
              <a:rPr kumimoji="1" lang="en-US" altLang="zh-CN" sz="4000" b="1">
                <a:solidFill>
                  <a:srgbClr val="CC6600"/>
                </a:solidFill>
                <a:latin typeface="Times New Roman" charset="0"/>
                <a:ea typeface="楷体_GB2312" charset="0"/>
              </a:rPr>
              <a:t>(3)</a:t>
            </a:r>
            <a:r>
              <a:rPr kumimoji="1" lang="en-US" altLang="zh-CN" sz="4000">
                <a:latin typeface="Times New Roman" charset="0"/>
                <a:ea typeface="楷体_GB2312" charset="0"/>
              </a:rPr>
              <a:t> </a:t>
            </a:r>
            <a:r>
              <a:rPr kumimoji="1" lang="zh-CN" altLang="en-US" sz="4000">
                <a:solidFill>
                  <a:srgbClr val="006666"/>
                </a:solidFill>
                <a:latin typeface="Times New Roman" charset="0"/>
                <a:ea typeface="楷体_GB2312" charset="0"/>
              </a:rPr>
              <a:t>两步，直至 </a:t>
            </a:r>
            <a:r>
              <a:rPr kumimoji="1" lang="en-US" altLang="zh-CN" sz="4000" i="1">
                <a:solidFill>
                  <a:srgbClr val="006666"/>
                </a:solidFill>
                <a:latin typeface="Times New Roman" charset="0"/>
                <a:ea typeface="楷体_GB2312" charset="0"/>
              </a:rPr>
              <a:t>F </a:t>
            </a:r>
            <a:r>
              <a:rPr kumimoji="1" lang="zh-CN" altLang="en-US" sz="4000">
                <a:solidFill>
                  <a:srgbClr val="006666"/>
                </a:solidFill>
                <a:latin typeface="Times New Roman" charset="0"/>
                <a:ea typeface="楷体_GB2312" charset="0"/>
              </a:rPr>
              <a:t>中只</a:t>
            </a:r>
          </a:p>
          <a:p>
            <a:pPr>
              <a:lnSpc>
                <a:spcPct val="140000"/>
              </a:lnSpc>
            </a:pPr>
            <a:r>
              <a:rPr kumimoji="1" lang="zh-CN" altLang="en-US" sz="4000">
                <a:solidFill>
                  <a:srgbClr val="006666"/>
                </a:solidFill>
                <a:latin typeface="Times New Roman" charset="0"/>
                <a:ea typeface="楷体_GB2312" charset="0"/>
              </a:rPr>
              <a:t>     含一棵树为止。</a:t>
            </a:r>
            <a:endParaRPr kumimoji="1" lang="zh-CN" altLang="en-US" sz="2400">
              <a:solidFill>
                <a:srgbClr val="006666"/>
              </a:solidFill>
              <a:latin typeface="Times New Roman" charset="0"/>
            </a:endParaRPr>
          </a:p>
        </p:txBody>
      </p:sp>
      <p:sp>
        <p:nvSpPr>
          <p:cNvPr id="297988" name="Rectangle 4"/>
          <p:cNvSpPr>
            <a:spLocks noChangeArrowheads="1"/>
          </p:cNvSpPr>
          <p:nvPr/>
        </p:nvSpPr>
        <p:spPr bwMode="auto">
          <a:xfrm>
            <a:off x="593725" y="1355725"/>
            <a:ext cx="777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CC6600"/>
                </a:solidFill>
                <a:latin typeface="Times New Roman" charset="0"/>
                <a:ea typeface="楷体_GB2312" charset="0"/>
              </a:rPr>
              <a:t>(3)</a:t>
            </a:r>
          </a:p>
        </p:txBody>
      </p:sp>
      <p:sp>
        <p:nvSpPr>
          <p:cNvPr id="297989" name="Rectangle 5"/>
          <p:cNvSpPr>
            <a:spLocks noChangeArrowheads="1"/>
          </p:cNvSpPr>
          <p:nvPr/>
        </p:nvSpPr>
        <p:spPr bwMode="auto">
          <a:xfrm>
            <a:off x="609600" y="3657600"/>
            <a:ext cx="777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4000" b="1">
                <a:solidFill>
                  <a:srgbClr val="CC6600"/>
                </a:solidFill>
                <a:latin typeface="Times New Roman" charset="0"/>
                <a:ea typeface="楷体_GB2312" charset="0"/>
              </a:rPr>
              <a:t>(4)</a:t>
            </a:r>
          </a:p>
        </p:txBody>
      </p:sp>
    </p:spTree>
    <p:extLst>
      <p:ext uri="{BB962C8B-B14F-4D97-AF65-F5344CB8AC3E}">
        <p14:creationId xmlns:p14="http://schemas.microsoft.com/office/powerpoint/2010/main" val="17711208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7988"/>
                                        </p:tgtEl>
                                        <p:attrNameLst>
                                          <p:attrName>style.visibility</p:attrName>
                                        </p:attrNameLst>
                                      </p:cBhvr>
                                      <p:to>
                                        <p:strVal val="visible"/>
                                      </p:to>
                                    </p:set>
                                    <p:anim calcmode="lin" valueType="num">
                                      <p:cBhvr additive="base">
                                        <p:cTn id="7" dur="500" fill="hold"/>
                                        <p:tgtEl>
                                          <p:spTgt spid="297988"/>
                                        </p:tgtEl>
                                        <p:attrNameLst>
                                          <p:attrName>ppt_x</p:attrName>
                                        </p:attrNameLst>
                                      </p:cBhvr>
                                      <p:tavLst>
                                        <p:tav tm="0">
                                          <p:val>
                                            <p:strVal val="0-#ppt_w/2"/>
                                          </p:val>
                                        </p:tav>
                                        <p:tav tm="100000">
                                          <p:val>
                                            <p:strVal val="#ppt_x"/>
                                          </p:val>
                                        </p:tav>
                                      </p:tavLst>
                                    </p:anim>
                                    <p:anim calcmode="lin" valueType="num">
                                      <p:cBhvr additive="base">
                                        <p:cTn id="8" dur="500" fill="hold"/>
                                        <p:tgtEl>
                                          <p:spTgt spid="2979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97986"/>
                                        </p:tgtEl>
                                        <p:attrNameLst>
                                          <p:attrName>style.visibility</p:attrName>
                                        </p:attrNameLst>
                                      </p:cBhvr>
                                      <p:to>
                                        <p:strVal val="visible"/>
                                      </p:to>
                                    </p:set>
                                    <p:animEffect transition="in" filter="wipe(left)">
                                      <p:cBhvr>
                                        <p:cTn id="13" dur="500"/>
                                        <p:tgtEl>
                                          <p:spTgt spid="2979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97989"/>
                                        </p:tgtEl>
                                        <p:attrNameLst>
                                          <p:attrName>style.visibility</p:attrName>
                                        </p:attrNameLst>
                                      </p:cBhvr>
                                      <p:to>
                                        <p:strVal val="visible"/>
                                      </p:to>
                                    </p:set>
                                    <p:anim calcmode="lin" valueType="num">
                                      <p:cBhvr additive="base">
                                        <p:cTn id="18" dur="500" fill="hold"/>
                                        <p:tgtEl>
                                          <p:spTgt spid="297989"/>
                                        </p:tgtEl>
                                        <p:attrNameLst>
                                          <p:attrName>ppt_x</p:attrName>
                                        </p:attrNameLst>
                                      </p:cBhvr>
                                      <p:tavLst>
                                        <p:tav tm="0">
                                          <p:val>
                                            <p:strVal val="0-#ppt_w/2"/>
                                          </p:val>
                                        </p:tav>
                                        <p:tav tm="100000">
                                          <p:val>
                                            <p:strVal val="#ppt_x"/>
                                          </p:val>
                                        </p:tav>
                                      </p:tavLst>
                                    </p:anim>
                                    <p:anim calcmode="lin" valueType="num">
                                      <p:cBhvr additive="base">
                                        <p:cTn id="19" dur="500" fill="hold"/>
                                        <p:tgtEl>
                                          <p:spTgt spid="297989"/>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7987"/>
                                        </p:tgtEl>
                                        <p:attrNameLst>
                                          <p:attrName>style.visibility</p:attrName>
                                        </p:attrNameLst>
                                      </p:cBhvr>
                                      <p:to>
                                        <p:strVal val="visible"/>
                                      </p:to>
                                    </p:set>
                                    <p:animEffect transition="in" filter="wipe(left)">
                                      <p:cBhvr>
                                        <p:cTn id="24" dur="500"/>
                                        <p:tgtEl>
                                          <p:spTgt spid="297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autoUpdateAnimBg="0"/>
      <p:bldP spid="297987" grpId="0" autoUpdateAnimBg="0"/>
      <p:bldP spid="297988" grpId="0" autoUpdateAnimBg="0"/>
      <p:bldP spid="297989" grpId="0"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Oval 2"/>
          <p:cNvSpPr>
            <a:spLocks noChangeArrowheads="1"/>
          </p:cNvSpPr>
          <p:nvPr/>
        </p:nvSpPr>
        <p:spPr bwMode="auto">
          <a:xfrm>
            <a:off x="4648200" y="1219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9</a:t>
            </a:r>
            <a:endParaRPr kumimoji="1" lang="en-US" altLang="zh-CN" sz="2400">
              <a:latin typeface="Times New Roman" charset="0"/>
            </a:endParaRPr>
          </a:p>
        </p:txBody>
      </p:sp>
      <p:sp>
        <p:nvSpPr>
          <p:cNvPr id="299011" name="Text Box 3"/>
          <p:cNvSpPr txBox="1">
            <a:spLocks noChangeArrowheads="1"/>
          </p:cNvSpPr>
          <p:nvPr/>
        </p:nvSpPr>
        <p:spPr bwMode="auto">
          <a:xfrm>
            <a:off x="1524000" y="152400"/>
            <a:ext cx="7026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zh-CN" altLang="en-US" sz="3600">
                <a:solidFill>
                  <a:srgbClr val="990000"/>
                </a:solidFill>
                <a:latin typeface="楷体_GB2312" charset="0"/>
                <a:ea typeface="楷体_GB2312" charset="0"/>
              </a:rPr>
              <a:t>例如</a:t>
            </a:r>
            <a:r>
              <a:rPr kumimoji="1" lang="en-US" altLang="zh-CN" sz="3600">
                <a:solidFill>
                  <a:srgbClr val="990000"/>
                </a:solidFill>
                <a:latin typeface="楷体_GB2312" charset="0"/>
                <a:ea typeface="楷体_GB2312" charset="0"/>
              </a:rPr>
              <a:t>: </a:t>
            </a:r>
            <a:r>
              <a:rPr kumimoji="1" lang="zh-CN" altLang="en-US" sz="3600">
                <a:solidFill>
                  <a:srgbClr val="990000"/>
                </a:solidFill>
                <a:latin typeface="楷体_GB2312" charset="0"/>
                <a:ea typeface="楷体_GB2312" charset="0"/>
              </a:rPr>
              <a:t>已知权值 </a:t>
            </a:r>
            <a:r>
              <a:rPr kumimoji="1" lang="en-US" altLang="zh-CN" sz="3600">
                <a:solidFill>
                  <a:srgbClr val="990000"/>
                </a:solidFill>
                <a:latin typeface="Times New Roman" charset="0"/>
                <a:ea typeface="楷体_GB2312" charset="0"/>
              </a:rPr>
              <a:t>W={ 5, 6, 2, 9, 7 }</a:t>
            </a:r>
            <a:endParaRPr kumimoji="1" lang="en-US" altLang="zh-CN" sz="2400">
              <a:latin typeface="Times New Roman" charset="0"/>
            </a:endParaRPr>
          </a:p>
        </p:txBody>
      </p:sp>
      <p:sp>
        <p:nvSpPr>
          <p:cNvPr id="299012" name="Oval 4"/>
          <p:cNvSpPr>
            <a:spLocks noChangeArrowheads="1"/>
          </p:cNvSpPr>
          <p:nvPr/>
        </p:nvSpPr>
        <p:spPr bwMode="auto">
          <a:xfrm>
            <a:off x="1828800" y="1219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5</a:t>
            </a:r>
            <a:endParaRPr kumimoji="1" lang="en-US" altLang="zh-CN" sz="2400">
              <a:latin typeface="Times New Roman" charset="0"/>
            </a:endParaRPr>
          </a:p>
        </p:txBody>
      </p:sp>
      <p:sp>
        <p:nvSpPr>
          <p:cNvPr id="299013" name="Oval 5"/>
          <p:cNvSpPr>
            <a:spLocks noChangeArrowheads="1"/>
          </p:cNvSpPr>
          <p:nvPr/>
        </p:nvSpPr>
        <p:spPr bwMode="auto">
          <a:xfrm>
            <a:off x="2743200" y="1219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6</a:t>
            </a:r>
            <a:endParaRPr kumimoji="1" lang="en-US" altLang="zh-CN" sz="2400">
              <a:latin typeface="Times New Roman" charset="0"/>
            </a:endParaRPr>
          </a:p>
        </p:txBody>
      </p:sp>
      <p:sp>
        <p:nvSpPr>
          <p:cNvPr id="299014" name="Oval 6"/>
          <p:cNvSpPr>
            <a:spLocks noChangeArrowheads="1"/>
          </p:cNvSpPr>
          <p:nvPr/>
        </p:nvSpPr>
        <p:spPr bwMode="auto">
          <a:xfrm>
            <a:off x="3657600" y="1219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2</a:t>
            </a:r>
            <a:endParaRPr kumimoji="1" lang="en-US" altLang="zh-CN" sz="2400">
              <a:latin typeface="Times New Roman" charset="0"/>
            </a:endParaRPr>
          </a:p>
        </p:txBody>
      </p:sp>
      <p:sp>
        <p:nvSpPr>
          <p:cNvPr id="299015" name="Oval 7"/>
          <p:cNvSpPr>
            <a:spLocks noChangeArrowheads="1"/>
          </p:cNvSpPr>
          <p:nvPr/>
        </p:nvSpPr>
        <p:spPr bwMode="auto">
          <a:xfrm>
            <a:off x="5562600" y="1219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7</a:t>
            </a:r>
            <a:endParaRPr kumimoji="1" lang="en-US" altLang="zh-CN" sz="2400">
              <a:latin typeface="Times New Roman" charset="0"/>
            </a:endParaRPr>
          </a:p>
        </p:txBody>
      </p:sp>
      <p:sp>
        <p:nvSpPr>
          <p:cNvPr id="299016" name="Oval 8"/>
          <p:cNvSpPr>
            <a:spLocks noChangeArrowheads="1"/>
          </p:cNvSpPr>
          <p:nvPr/>
        </p:nvSpPr>
        <p:spPr bwMode="auto">
          <a:xfrm>
            <a:off x="4572000" y="3429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5</a:t>
            </a:r>
            <a:endParaRPr kumimoji="1" lang="en-US" altLang="zh-CN" sz="2400">
              <a:latin typeface="Times New Roman" charset="0"/>
            </a:endParaRPr>
          </a:p>
        </p:txBody>
      </p:sp>
      <p:sp>
        <p:nvSpPr>
          <p:cNvPr id="299017" name="Oval 9"/>
          <p:cNvSpPr>
            <a:spLocks noChangeArrowheads="1"/>
          </p:cNvSpPr>
          <p:nvPr/>
        </p:nvSpPr>
        <p:spPr bwMode="auto">
          <a:xfrm>
            <a:off x="5791200" y="3429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2</a:t>
            </a:r>
            <a:endParaRPr kumimoji="1" lang="en-US" altLang="zh-CN" sz="2400">
              <a:latin typeface="Times New Roman" charset="0"/>
            </a:endParaRPr>
          </a:p>
        </p:txBody>
      </p:sp>
      <p:sp>
        <p:nvSpPr>
          <p:cNvPr id="299018" name="Line 10"/>
          <p:cNvSpPr>
            <a:spLocks noChangeShapeType="1"/>
          </p:cNvSpPr>
          <p:nvPr/>
        </p:nvSpPr>
        <p:spPr bwMode="auto">
          <a:xfrm flipH="1">
            <a:off x="4876800" y="32004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9019" name="Line 11"/>
          <p:cNvSpPr>
            <a:spLocks noChangeShapeType="1"/>
          </p:cNvSpPr>
          <p:nvPr/>
        </p:nvSpPr>
        <p:spPr bwMode="auto">
          <a:xfrm>
            <a:off x="5715000" y="32004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9020" name="Text Box 12"/>
          <p:cNvSpPr txBox="1">
            <a:spLocks noChangeArrowheads="1"/>
          </p:cNvSpPr>
          <p:nvPr/>
        </p:nvSpPr>
        <p:spPr bwMode="auto">
          <a:xfrm>
            <a:off x="5241925" y="2514600"/>
            <a:ext cx="549275"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7</a:t>
            </a:r>
            <a:endParaRPr kumimoji="1" lang="en-US" altLang="zh-CN" sz="2400">
              <a:latin typeface="Times New Roman" charset="0"/>
            </a:endParaRPr>
          </a:p>
        </p:txBody>
      </p:sp>
      <p:sp>
        <p:nvSpPr>
          <p:cNvPr id="299021" name="Oval 13"/>
          <p:cNvSpPr>
            <a:spLocks noChangeArrowheads="1"/>
          </p:cNvSpPr>
          <p:nvPr/>
        </p:nvSpPr>
        <p:spPr bwMode="auto">
          <a:xfrm>
            <a:off x="1905000" y="25146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6</a:t>
            </a:r>
            <a:endParaRPr kumimoji="1" lang="en-US" altLang="zh-CN" sz="2400">
              <a:latin typeface="Times New Roman" charset="0"/>
            </a:endParaRPr>
          </a:p>
        </p:txBody>
      </p:sp>
      <p:sp>
        <p:nvSpPr>
          <p:cNvPr id="299022" name="Oval 14"/>
          <p:cNvSpPr>
            <a:spLocks noChangeArrowheads="1"/>
          </p:cNvSpPr>
          <p:nvPr/>
        </p:nvSpPr>
        <p:spPr bwMode="auto">
          <a:xfrm>
            <a:off x="2819400" y="25146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9</a:t>
            </a:r>
            <a:endParaRPr kumimoji="1" lang="en-US" altLang="zh-CN" sz="2400">
              <a:latin typeface="Times New Roman" charset="0"/>
            </a:endParaRPr>
          </a:p>
        </p:txBody>
      </p:sp>
      <p:sp>
        <p:nvSpPr>
          <p:cNvPr id="299023" name="Oval 15"/>
          <p:cNvSpPr>
            <a:spLocks noChangeArrowheads="1"/>
          </p:cNvSpPr>
          <p:nvPr/>
        </p:nvSpPr>
        <p:spPr bwMode="auto">
          <a:xfrm>
            <a:off x="3733800" y="25146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7</a:t>
            </a:r>
            <a:endParaRPr kumimoji="1" lang="en-US" altLang="zh-CN" sz="2400">
              <a:latin typeface="Times New Roman" charset="0"/>
            </a:endParaRPr>
          </a:p>
        </p:txBody>
      </p:sp>
      <p:sp>
        <p:nvSpPr>
          <p:cNvPr id="299024" name="Oval 16"/>
          <p:cNvSpPr>
            <a:spLocks noChangeArrowheads="1"/>
          </p:cNvSpPr>
          <p:nvPr/>
        </p:nvSpPr>
        <p:spPr bwMode="auto">
          <a:xfrm>
            <a:off x="5105400" y="5410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6</a:t>
            </a:r>
            <a:endParaRPr kumimoji="1" lang="en-US" altLang="zh-CN" sz="2400">
              <a:latin typeface="Times New Roman" charset="0"/>
            </a:endParaRPr>
          </a:p>
        </p:txBody>
      </p:sp>
      <p:sp>
        <p:nvSpPr>
          <p:cNvPr id="299025" name="Oval 17"/>
          <p:cNvSpPr>
            <a:spLocks noChangeArrowheads="1"/>
          </p:cNvSpPr>
          <p:nvPr/>
        </p:nvSpPr>
        <p:spPr bwMode="auto">
          <a:xfrm>
            <a:off x="6172200" y="5410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7</a:t>
            </a:r>
            <a:endParaRPr kumimoji="1" lang="en-US" altLang="zh-CN" sz="2400">
              <a:latin typeface="Times New Roman" charset="0"/>
            </a:endParaRPr>
          </a:p>
        </p:txBody>
      </p:sp>
      <p:sp>
        <p:nvSpPr>
          <p:cNvPr id="299026" name="Text Box 18"/>
          <p:cNvSpPr txBox="1">
            <a:spLocks noChangeArrowheads="1"/>
          </p:cNvSpPr>
          <p:nvPr/>
        </p:nvSpPr>
        <p:spPr bwMode="auto">
          <a:xfrm>
            <a:off x="5638800" y="4495800"/>
            <a:ext cx="685800"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13</a:t>
            </a:r>
            <a:endParaRPr kumimoji="1" lang="en-US" altLang="zh-CN" sz="2400">
              <a:latin typeface="Times New Roman" charset="0"/>
            </a:endParaRPr>
          </a:p>
        </p:txBody>
      </p:sp>
      <p:sp>
        <p:nvSpPr>
          <p:cNvPr id="299027" name="Line 19"/>
          <p:cNvSpPr>
            <a:spLocks noChangeShapeType="1"/>
          </p:cNvSpPr>
          <p:nvPr/>
        </p:nvSpPr>
        <p:spPr bwMode="auto">
          <a:xfrm flipH="1">
            <a:off x="5410200" y="5105400"/>
            <a:ext cx="228600" cy="3048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9028" name="Line 20"/>
          <p:cNvSpPr>
            <a:spLocks noChangeShapeType="1"/>
          </p:cNvSpPr>
          <p:nvPr/>
        </p:nvSpPr>
        <p:spPr bwMode="auto">
          <a:xfrm>
            <a:off x="6324600" y="5181600"/>
            <a:ext cx="1524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9029" name="Oval 21"/>
          <p:cNvSpPr>
            <a:spLocks noChangeArrowheads="1"/>
          </p:cNvSpPr>
          <p:nvPr/>
        </p:nvSpPr>
        <p:spPr bwMode="auto">
          <a:xfrm>
            <a:off x="1981200" y="44958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9</a:t>
            </a:r>
            <a:endParaRPr kumimoji="1" lang="en-US" altLang="zh-CN" sz="2400">
              <a:latin typeface="Times New Roman" charset="0"/>
            </a:endParaRPr>
          </a:p>
        </p:txBody>
      </p:sp>
      <p:sp>
        <p:nvSpPr>
          <p:cNvPr id="299030" name="Oval 22"/>
          <p:cNvSpPr>
            <a:spLocks noChangeArrowheads="1"/>
          </p:cNvSpPr>
          <p:nvPr/>
        </p:nvSpPr>
        <p:spPr bwMode="auto">
          <a:xfrm>
            <a:off x="2743200" y="5410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5</a:t>
            </a:r>
            <a:endParaRPr kumimoji="1" lang="en-US" altLang="zh-CN" sz="2400">
              <a:latin typeface="Times New Roman" charset="0"/>
            </a:endParaRPr>
          </a:p>
        </p:txBody>
      </p:sp>
      <p:sp>
        <p:nvSpPr>
          <p:cNvPr id="299031" name="Oval 23"/>
          <p:cNvSpPr>
            <a:spLocks noChangeArrowheads="1"/>
          </p:cNvSpPr>
          <p:nvPr/>
        </p:nvSpPr>
        <p:spPr bwMode="auto">
          <a:xfrm>
            <a:off x="3962400" y="54102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2</a:t>
            </a:r>
            <a:endParaRPr kumimoji="1" lang="en-US" altLang="zh-CN" sz="2400">
              <a:latin typeface="Times New Roman" charset="0"/>
            </a:endParaRPr>
          </a:p>
        </p:txBody>
      </p:sp>
      <p:sp>
        <p:nvSpPr>
          <p:cNvPr id="299032" name="Line 24"/>
          <p:cNvSpPr>
            <a:spLocks noChangeShapeType="1"/>
          </p:cNvSpPr>
          <p:nvPr/>
        </p:nvSpPr>
        <p:spPr bwMode="auto">
          <a:xfrm flipH="1">
            <a:off x="3048000" y="51816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9033" name="Line 25"/>
          <p:cNvSpPr>
            <a:spLocks noChangeShapeType="1"/>
          </p:cNvSpPr>
          <p:nvPr/>
        </p:nvSpPr>
        <p:spPr bwMode="auto">
          <a:xfrm>
            <a:off x="3886200" y="51816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9034" name="Text Box 26"/>
          <p:cNvSpPr txBox="1">
            <a:spLocks noChangeArrowheads="1"/>
          </p:cNvSpPr>
          <p:nvPr/>
        </p:nvSpPr>
        <p:spPr bwMode="auto">
          <a:xfrm>
            <a:off x="3413125" y="4495800"/>
            <a:ext cx="549275"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7</a:t>
            </a:r>
            <a:endParaRPr kumimoji="1" lang="en-US" altLang="zh-CN" sz="2400">
              <a:latin typeface="Times New Roman" charset="0"/>
            </a:endParaRPr>
          </a:p>
        </p:txBody>
      </p:sp>
    </p:spTree>
    <p:extLst>
      <p:ext uri="{BB962C8B-B14F-4D97-AF65-F5344CB8AC3E}">
        <p14:creationId xmlns:p14="http://schemas.microsoft.com/office/powerpoint/2010/main" val="2931839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99011"/>
                                        </p:tgtEl>
                                        <p:attrNameLst>
                                          <p:attrName>style.visibility</p:attrName>
                                        </p:attrNameLst>
                                      </p:cBhvr>
                                      <p:to>
                                        <p:strVal val="visible"/>
                                      </p:to>
                                    </p:set>
                                    <p:anim calcmode="lin" valueType="num">
                                      <p:cBhvr additive="base">
                                        <p:cTn id="7" dur="500" fill="hold"/>
                                        <p:tgtEl>
                                          <p:spTgt spid="299011"/>
                                        </p:tgtEl>
                                        <p:attrNameLst>
                                          <p:attrName>ppt_x</p:attrName>
                                        </p:attrNameLst>
                                      </p:cBhvr>
                                      <p:tavLst>
                                        <p:tav tm="0">
                                          <p:val>
                                            <p:strVal val="#ppt_x"/>
                                          </p:val>
                                        </p:tav>
                                        <p:tav tm="100000">
                                          <p:val>
                                            <p:strVal val="#ppt_x"/>
                                          </p:val>
                                        </p:tav>
                                      </p:tavLst>
                                    </p:anim>
                                    <p:anim calcmode="lin" valueType="num">
                                      <p:cBhvr additive="base">
                                        <p:cTn id="8" dur="500" fill="hold"/>
                                        <p:tgtEl>
                                          <p:spTgt spid="29901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99012"/>
                                        </p:tgtEl>
                                        <p:attrNameLst>
                                          <p:attrName>style.visibility</p:attrName>
                                        </p:attrNameLst>
                                      </p:cBhvr>
                                      <p:to>
                                        <p:strVal val="visible"/>
                                      </p:to>
                                    </p:set>
                                    <p:animEffect transition="in" filter="dissolve">
                                      <p:cBhvr>
                                        <p:cTn id="13" dur="500"/>
                                        <p:tgtEl>
                                          <p:spTgt spid="29901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99013"/>
                                        </p:tgtEl>
                                        <p:attrNameLst>
                                          <p:attrName>style.visibility</p:attrName>
                                        </p:attrNameLst>
                                      </p:cBhvr>
                                      <p:to>
                                        <p:strVal val="visible"/>
                                      </p:to>
                                    </p:set>
                                    <p:animEffect transition="in" filter="dissolve">
                                      <p:cBhvr>
                                        <p:cTn id="18" dur="500"/>
                                        <p:tgtEl>
                                          <p:spTgt spid="29901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99014"/>
                                        </p:tgtEl>
                                        <p:attrNameLst>
                                          <p:attrName>style.visibility</p:attrName>
                                        </p:attrNameLst>
                                      </p:cBhvr>
                                      <p:to>
                                        <p:strVal val="visible"/>
                                      </p:to>
                                    </p:set>
                                    <p:animEffect transition="in" filter="dissolve">
                                      <p:cBhvr>
                                        <p:cTn id="23" dur="500"/>
                                        <p:tgtEl>
                                          <p:spTgt spid="2990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99010"/>
                                        </p:tgtEl>
                                        <p:attrNameLst>
                                          <p:attrName>style.visibility</p:attrName>
                                        </p:attrNameLst>
                                      </p:cBhvr>
                                      <p:to>
                                        <p:strVal val="visible"/>
                                      </p:to>
                                    </p:set>
                                    <p:animEffect transition="in" filter="dissolve">
                                      <p:cBhvr>
                                        <p:cTn id="28" dur="500"/>
                                        <p:tgtEl>
                                          <p:spTgt spid="29901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99015"/>
                                        </p:tgtEl>
                                        <p:attrNameLst>
                                          <p:attrName>style.visibility</p:attrName>
                                        </p:attrNameLst>
                                      </p:cBhvr>
                                      <p:to>
                                        <p:strVal val="visible"/>
                                      </p:to>
                                    </p:set>
                                    <p:animEffect transition="in" filter="dissolve">
                                      <p:cBhvr>
                                        <p:cTn id="33" dur="500"/>
                                        <p:tgtEl>
                                          <p:spTgt spid="29901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299016"/>
                                        </p:tgtEl>
                                        <p:attrNameLst>
                                          <p:attrName>style.visibility</p:attrName>
                                        </p:attrNameLst>
                                      </p:cBhvr>
                                      <p:to>
                                        <p:strVal val="visible"/>
                                      </p:to>
                                    </p:set>
                                    <p:animEffect transition="in" filter="dissolve">
                                      <p:cBhvr>
                                        <p:cTn id="38" dur="500"/>
                                        <p:tgtEl>
                                          <p:spTgt spid="29901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99017"/>
                                        </p:tgtEl>
                                        <p:attrNameLst>
                                          <p:attrName>style.visibility</p:attrName>
                                        </p:attrNameLst>
                                      </p:cBhvr>
                                      <p:to>
                                        <p:strVal val="visible"/>
                                      </p:to>
                                    </p:set>
                                    <p:animEffect transition="in" filter="dissolve">
                                      <p:cBhvr>
                                        <p:cTn id="43" dur="500"/>
                                        <p:tgtEl>
                                          <p:spTgt spid="2990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4" fill="hold" grpId="0" nodeType="clickEffect">
                                  <p:stCondLst>
                                    <p:cond delay="0"/>
                                  </p:stCondLst>
                                  <p:childTnLst>
                                    <p:set>
                                      <p:cBhvr>
                                        <p:cTn id="47" dur="1" fill="hold">
                                          <p:stCondLst>
                                            <p:cond delay="0"/>
                                          </p:stCondLst>
                                        </p:cTn>
                                        <p:tgtEl>
                                          <p:spTgt spid="299018"/>
                                        </p:tgtEl>
                                        <p:attrNameLst>
                                          <p:attrName>style.visibility</p:attrName>
                                        </p:attrNameLst>
                                      </p:cBhvr>
                                      <p:to>
                                        <p:strVal val="visible"/>
                                      </p:to>
                                    </p:set>
                                    <p:anim calcmode="lin" valueType="num">
                                      <p:cBhvr>
                                        <p:cTn id="48" dur="500" fill="hold"/>
                                        <p:tgtEl>
                                          <p:spTgt spid="299018"/>
                                        </p:tgtEl>
                                        <p:attrNameLst>
                                          <p:attrName>ppt_x</p:attrName>
                                        </p:attrNameLst>
                                      </p:cBhvr>
                                      <p:tavLst>
                                        <p:tav tm="0">
                                          <p:val>
                                            <p:strVal val="#ppt_x"/>
                                          </p:val>
                                        </p:tav>
                                        <p:tav tm="100000">
                                          <p:val>
                                            <p:strVal val="#ppt_x"/>
                                          </p:val>
                                        </p:tav>
                                      </p:tavLst>
                                    </p:anim>
                                    <p:anim calcmode="lin" valueType="num">
                                      <p:cBhvr>
                                        <p:cTn id="49" dur="500" fill="hold"/>
                                        <p:tgtEl>
                                          <p:spTgt spid="299018"/>
                                        </p:tgtEl>
                                        <p:attrNameLst>
                                          <p:attrName>ppt_y</p:attrName>
                                        </p:attrNameLst>
                                      </p:cBhvr>
                                      <p:tavLst>
                                        <p:tav tm="0">
                                          <p:val>
                                            <p:strVal val="#ppt_y+#ppt_h/2"/>
                                          </p:val>
                                        </p:tav>
                                        <p:tav tm="100000">
                                          <p:val>
                                            <p:strVal val="#ppt_y"/>
                                          </p:val>
                                        </p:tav>
                                      </p:tavLst>
                                    </p:anim>
                                    <p:anim calcmode="lin" valueType="num">
                                      <p:cBhvr>
                                        <p:cTn id="50" dur="500" fill="hold"/>
                                        <p:tgtEl>
                                          <p:spTgt spid="299018"/>
                                        </p:tgtEl>
                                        <p:attrNameLst>
                                          <p:attrName>ppt_w</p:attrName>
                                        </p:attrNameLst>
                                      </p:cBhvr>
                                      <p:tavLst>
                                        <p:tav tm="0">
                                          <p:val>
                                            <p:strVal val="#ppt_w"/>
                                          </p:val>
                                        </p:tav>
                                        <p:tav tm="100000">
                                          <p:val>
                                            <p:strVal val="#ppt_w"/>
                                          </p:val>
                                        </p:tav>
                                      </p:tavLst>
                                    </p:anim>
                                    <p:anim calcmode="lin" valueType="num">
                                      <p:cBhvr>
                                        <p:cTn id="51" dur="500" fill="hold"/>
                                        <p:tgtEl>
                                          <p:spTgt spid="299018"/>
                                        </p:tgtEl>
                                        <p:attrNameLst>
                                          <p:attrName>ppt_h</p:attrName>
                                        </p:attrNameLst>
                                      </p:cBhvr>
                                      <p:tavLst>
                                        <p:tav tm="0">
                                          <p:val>
                                            <p:fltVal val="0"/>
                                          </p:val>
                                        </p:tav>
                                        <p:tav tm="100000">
                                          <p:val>
                                            <p:strVal val="#ppt_h"/>
                                          </p:val>
                                        </p:tav>
                                      </p:tavLst>
                                    </p:anim>
                                  </p:childTnLst>
                                </p:cTn>
                              </p:par>
                            </p:childTnLst>
                          </p:cTn>
                        </p:par>
                        <p:par>
                          <p:cTn id="52" fill="hold" nodeType="afterGroup">
                            <p:stCondLst>
                              <p:cond delay="500"/>
                            </p:stCondLst>
                            <p:childTnLst>
                              <p:par>
                                <p:cTn id="53" presetID="17" presetClass="entr" presetSubtype="4" fill="hold" grpId="0" nodeType="afterEffect">
                                  <p:stCondLst>
                                    <p:cond delay="0"/>
                                  </p:stCondLst>
                                  <p:childTnLst>
                                    <p:set>
                                      <p:cBhvr>
                                        <p:cTn id="54" dur="1" fill="hold">
                                          <p:stCondLst>
                                            <p:cond delay="0"/>
                                          </p:stCondLst>
                                        </p:cTn>
                                        <p:tgtEl>
                                          <p:spTgt spid="299019"/>
                                        </p:tgtEl>
                                        <p:attrNameLst>
                                          <p:attrName>style.visibility</p:attrName>
                                        </p:attrNameLst>
                                      </p:cBhvr>
                                      <p:to>
                                        <p:strVal val="visible"/>
                                      </p:to>
                                    </p:set>
                                    <p:anim calcmode="lin" valueType="num">
                                      <p:cBhvr>
                                        <p:cTn id="55" dur="500" fill="hold"/>
                                        <p:tgtEl>
                                          <p:spTgt spid="299019"/>
                                        </p:tgtEl>
                                        <p:attrNameLst>
                                          <p:attrName>ppt_x</p:attrName>
                                        </p:attrNameLst>
                                      </p:cBhvr>
                                      <p:tavLst>
                                        <p:tav tm="0">
                                          <p:val>
                                            <p:strVal val="#ppt_x"/>
                                          </p:val>
                                        </p:tav>
                                        <p:tav tm="100000">
                                          <p:val>
                                            <p:strVal val="#ppt_x"/>
                                          </p:val>
                                        </p:tav>
                                      </p:tavLst>
                                    </p:anim>
                                    <p:anim calcmode="lin" valueType="num">
                                      <p:cBhvr>
                                        <p:cTn id="56" dur="500" fill="hold"/>
                                        <p:tgtEl>
                                          <p:spTgt spid="299019"/>
                                        </p:tgtEl>
                                        <p:attrNameLst>
                                          <p:attrName>ppt_y</p:attrName>
                                        </p:attrNameLst>
                                      </p:cBhvr>
                                      <p:tavLst>
                                        <p:tav tm="0">
                                          <p:val>
                                            <p:strVal val="#ppt_y+#ppt_h/2"/>
                                          </p:val>
                                        </p:tav>
                                        <p:tav tm="100000">
                                          <p:val>
                                            <p:strVal val="#ppt_y"/>
                                          </p:val>
                                        </p:tav>
                                      </p:tavLst>
                                    </p:anim>
                                    <p:anim calcmode="lin" valueType="num">
                                      <p:cBhvr>
                                        <p:cTn id="57" dur="500" fill="hold"/>
                                        <p:tgtEl>
                                          <p:spTgt spid="299019"/>
                                        </p:tgtEl>
                                        <p:attrNameLst>
                                          <p:attrName>ppt_w</p:attrName>
                                        </p:attrNameLst>
                                      </p:cBhvr>
                                      <p:tavLst>
                                        <p:tav tm="0">
                                          <p:val>
                                            <p:strVal val="#ppt_w"/>
                                          </p:val>
                                        </p:tav>
                                        <p:tav tm="100000">
                                          <p:val>
                                            <p:strVal val="#ppt_w"/>
                                          </p:val>
                                        </p:tav>
                                      </p:tavLst>
                                    </p:anim>
                                    <p:anim calcmode="lin" valueType="num">
                                      <p:cBhvr>
                                        <p:cTn id="58" dur="500" fill="hold"/>
                                        <p:tgtEl>
                                          <p:spTgt spid="299019"/>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4" fill="hold" grpId="0" nodeType="clickEffect">
                                  <p:stCondLst>
                                    <p:cond delay="0"/>
                                  </p:stCondLst>
                                  <p:childTnLst>
                                    <p:set>
                                      <p:cBhvr>
                                        <p:cTn id="62" dur="1" fill="hold">
                                          <p:stCondLst>
                                            <p:cond delay="0"/>
                                          </p:stCondLst>
                                        </p:cTn>
                                        <p:tgtEl>
                                          <p:spTgt spid="299020"/>
                                        </p:tgtEl>
                                        <p:attrNameLst>
                                          <p:attrName>style.visibility</p:attrName>
                                        </p:attrNameLst>
                                      </p:cBhvr>
                                      <p:to>
                                        <p:strVal val="visible"/>
                                      </p:to>
                                    </p:set>
                                    <p:anim calcmode="lin" valueType="num">
                                      <p:cBhvr>
                                        <p:cTn id="63" dur="500" fill="hold"/>
                                        <p:tgtEl>
                                          <p:spTgt spid="299020"/>
                                        </p:tgtEl>
                                        <p:attrNameLst>
                                          <p:attrName>ppt_x</p:attrName>
                                        </p:attrNameLst>
                                      </p:cBhvr>
                                      <p:tavLst>
                                        <p:tav tm="0">
                                          <p:val>
                                            <p:strVal val="#ppt_x"/>
                                          </p:val>
                                        </p:tav>
                                        <p:tav tm="100000">
                                          <p:val>
                                            <p:strVal val="#ppt_x"/>
                                          </p:val>
                                        </p:tav>
                                      </p:tavLst>
                                    </p:anim>
                                    <p:anim calcmode="lin" valueType="num">
                                      <p:cBhvr>
                                        <p:cTn id="64" dur="500" fill="hold"/>
                                        <p:tgtEl>
                                          <p:spTgt spid="299020"/>
                                        </p:tgtEl>
                                        <p:attrNameLst>
                                          <p:attrName>ppt_y</p:attrName>
                                        </p:attrNameLst>
                                      </p:cBhvr>
                                      <p:tavLst>
                                        <p:tav tm="0">
                                          <p:val>
                                            <p:strVal val="#ppt_y+#ppt_h/2"/>
                                          </p:val>
                                        </p:tav>
                                        <p:tav tm="100000">
                                          <p:val>
                                            <p:strVal val="#ppt_y"/>
                                          </p:val>
                                        </p:tav>
                                      </p:tavLst>
                                    </p:anim>
                                    <p:anim calcmode="lin" valueType="num">
                                      <p:cBhvr>
                                        <p:cTn id="65" dur="500" fill="hold"/>
                                        <p:tgtEl>
                                          <p:spTgt spid="299020"/>
                                        </p:tgtEl>
                                        <p:attrNameLst>
                                          <p:attrName>ppt_w</p:attrName>
                                        </p:attrNameLst>
                                      </p:cBhvr>
                                      <p:tavLst>
                                        <p:tav tm="0">
                                          <p:val>
                                            <p:strVal val="#ppt_w"/>
                                          </p:val>
                                        </p:tav>
                                        <p:tav tm="100000">
                                          <p:val>
                                            <p:strVal val="#ppt_w"/>
                                          </p:val>
                                        </p:tav>
                                      </p:tavLst>
                                    </p:anim>
                                    <p:anim calcmode="lin" valueType="num">
                                      <p:cBhvr>
                                        <p:cTn id="66" dur="500" fill="hold"/>
                                        <p:tgtEl>
                                          <p:spTgt spid="299020"/>
                                        </p:tgtEl>
                                        <p:attrNameLst>
                                          <p:attrName>ppt_h</p:attrName>
                                        </p:attrNameLst>
                                      </p:cBhvr>
                                      <p:tavLst>
                                        <p:tav tm="0">
                                          <p:val>
                                            <p:fltVal val="0"/>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299021"/>
                                        </p:tgtEl>
                                        <p:attrNameLst>
                                          <p:attrName>style.visibility</p:attrName>
                                        </p:attrNameLst>
                                      </p:cBhvr>
                                      <p:to>
                                        <p:strVal val="visible"/>
                                      </p:to>
                                    </p:set>
                                    <p:animEffect transition="in" filter="dissolve">
                                      <p:cBhvr>
                                        <p:cTn id="71" dur="500"/>
                                        <p:tgtEl>
                                          <p:spTgt spid="299021"/>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299022"/>
                                        </p:tgtEl>
                                        <p:attrNameLst>
                                          <p:attrName>style.visibility</p:attrName>
                                        </p:attrNameLst>
                                      </p:cBhvr>
                                      <p:to>
                                        <p:strVal val="visible"/>
                                      </p:to>
                                    </p:set>
                                    <p:animEffect transition="in" filter="dissolve">
                                      <p:cBhvr>
                                        <p:cTn id="76" dur="500"/>
                                        <p:tgtEl>
                                          <p:spTgt spid="299022"/>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299023"/>
                                        </p:tgtEl>
                                        <p:attrNameLst>
                                          <p:attrName>style.visibility</p:attrName>
                                        </p:attrNameLst>
                                      </p:cBhvr>
                                      <p:to>
                                        <p:strVal val="visible"/>
                                      </p:to>
                                    </p:set>
                                    <p:animEffect transition="in" filter="dissolve">
                                      <p:cBhvr>
                                        <p:cTn id="81" dur="500"/>
                                        <p:tgtEl>
                                          <p:spTgt spid="299023"/>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299024"/>
                                        </p:tgtEl>
                                        <p:attrNameLst>
                                          <p:attrName>style.visibility</p:attrName>
                                        </p:attrNameLst>
                                      </p:cBhvr>
                                      <p:to>
                                        <p:strVal val="visible"/>
                                      </p:to>
                                    </p:set>
                                    <p:animEffect transition="in" filter="dissolve">
                                      <p:cBhvr>
                                        <p:cTn id="86" dur="500"/>
                                        <p:tgtEl>
                                          <p:spTgt spid="29902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299025"/>
                                        </p:tgtEl>
                                        <p:attrNameLst>
                                          <p:attrName>style.visibility</p:attrName>
                                        </p:attrNameLst>
                                      </p:cBhvr>
                                      <p:to>
                                        <p:strVal val="visible"/>
                                      </p:to>
                                    </p:set>
                                    <p:animEffect transition="in" filter="dissolve">
                                      <p:cBhvr>
                                        <p:cTn id="91" dur="500"/>
                                        <p:tgtEl>
                                          <p:spTgt spid="29902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4" fill="hold" grpId="0" nodeType="clickEffect">
                                  <p:stCondLst>
                                    <p:cond delay="0"/>
                                  </p:stCondLst>
                                  <p:childTnLst>
                                    <p:set>
                                      <p:cBhvr>
                                        <p:cTn id="95" dur="1" fill="hold">
                                          <p:stCondLst>
                                            <p:cond delay="0"/>
                                          </p:stCondLst>
                                        </p:cTn>
                                        <p:tgtEl>
                                          <p:spTgt spid="299027"/>
                                        </p:tgtEl>
                                        <p:attrNameLst>
                                          <p:attrName>style.visibility</p:attrName>
                                        </p:attrNameLst>
                                      </p:cBhvr>
                                      <p:to>
                                        <p:strVal val="visible"/>
                                      </p:to>
                                    </p:set>
                                    <p:anim calcmode="lin" valueType="num">
                                      <p:cBhvr>
                                        <p:cTn id="96" dur="500" fill="hold"/>
                                        <p:tgtEl>
                                          <p:spTgt spid="299027"/>
                                        </p:tgtEl>
                                        <p:attrNameLst>
                                          <p:attrName>ppt_x</p:attrName>
                                        </p:attrNameLst>
                                      </p:cBhvr>
                                      <p:tavLst>
                                        <p:tav tm="0">
                                          <p:val>
                                            <p:strVal val="#ppt_x"/>
                                          </p:val>
                                        </p:tav>
                                        <p:tav tm="100000">
                                          <p:val>
                                            <p:strVal val="#ppt_x"/>
                                          </p:val>
                                        </p:tav>
                                      </p:tavLst>
                                    </p:anim>
                                    <p:anim calcmode="lin" valueType="num">
                                      <p:cBhvr>
                                        <p:cTn id="97" dur="500" fill="hold"/>
                                        <p:tgtEl>
                                          <p:spTgt spid="299027"/>
                                        </p:tgtEl>
                                        <p:attrNameLst>
                                          <p:attrName>ppt_y</p:attrName>
                                        </p:attrNameLst>
                                      </p:cBhvr>
                                      <p:tavLst>
                                        <p:tav tm="0">
                                          <p:val>
                                            <p:strVal val="#ppt_y+#ppt_h/2"/>
                                          </p:val>
                                        </p:tav>
                                        <p:tav tm="100000">
                                          <p:val>
                                            <p:strVal val="#ppt_y"/>
                                          </p:val>
                                        </p:tav>
                                      </p:tavLst>
                                    </p:anim>
                                    <p:anim calcmode="lin" valueType="num">
                                      <p:cBhvr>
                                        <p:cTn id="98" dur="500" fill="hold"/>
                                        <p:tgtEl>
                                          <p:spTgt spid="299027"/>
                                        </p:tgtEl>
                                        <p:attrNameLst>
                                          <p:attrName>ppt_w</p:attrName>
                                        </p:attrNameLst>
                                      </p:cBhvr>
                                      <p:tavLst>
                                        <p:tav tm="0">
                                          <p:val>
                                            <p:strVal val="#ppt_w"/>
                                          </p:val>
                                        </p:tav>
                                        <p:tav tm="100000">
                                          <p:val>
                                            <p:strVal val="#ppt_w"/>
                                          </p:val>
                                        </p:tav>
                                      </p:tavLst>
                                    </p:anim>
                                    <p:anim calcmode="lin" valueType="num">
                                      <p:cBhvr>
                                        <p:cTn id="99" dur="500" fill="hold"/>
                                        <p:tgtEl>
                                          <p:spTgt spid="299027"/>
                                        </p:tgtEl>
                                        <p:attrNameLst>
                                          <p:attrName>ppt_h</p:attrName>
                                        </p:attrNameLst>
                                      </p:cBhvr>
                                      <p:tavLst>
                                        <p:tav tm="0">
                                          <p:val>
                                            <p:fltVal val="0"/>
                                          </p:val>
                                        </p:tav>
                                        <p:tav tm="100000">
                                          <p:val>
                                            <p:strVal val="#ppt_h"/>
                                          </p:val>
                                        </p:tav>
                                      </p:tavLst>
                                    </p:anim>
                                  </p:childTnLst>
                                </p:cTn>
                              </p:par>
                            </p:childTnLst>
                          </p:cTn>
                        </p:par>
                        <p:par>
                          <p:cTn id="100" fill="hold" nodeType="afterGroup">
                            <p:stCondLst>
                              <p:cond delay="500"/>
                            </p:stCondLst>
                            <p:childTnLst>
                              <p:par>
                                <p:cTn id="101" presetID="17" presetClass="entr" presetSubtype="4" fill="hold" grpId="0" nodeType="afterEffect">
                                  <p:stCondLst>
                                    <p:cond delay="0"/>
                                  </p:stCondLst>
                                  <p:childTnLst>
                                    <p:set>
                                      <p:cBhvr>
                                        <p:cTn id="102" dur="1" fill="hold">
                                          <p:stCondLst>
                                            <p:cond delay="0"/>
                                          </p:stCondLst>
                                        </p:cTn>
                                        <p:tgtEl>
                                          <p:spTgt spid="299028"/>
                                        </p:tgtEl>
                                        <p:attrNameLst>
                                          <p:attrName>style.visibility</p:attrName>
                                        </p:attrNameLst>
                                      </p:cBhvr>
                                      <p:to>
                                        <p:strVal val="visible"/>
                                      </p:to>
                                    </p:set>
                                    <p:anim calcmode="lin" valueType="num">
                                      <p:cBhvr>
                                        <p:cTn id="103" dur="500" fill="hold"/>
                                        <p:tgtEl>
                                          <p:spTgt spid="299028"/>
                                        </p:tgtEl>
                                        <p:attrNameLst>
                                          <p:attrName>ppt_x</p:attrName>
                                        </p:attrNameLst>
                                      </p:cBhvr>
                                      <p:tavLst>
                                        <p:tav tm="0">
                                          <p:val>
                                            <p:strVal val="#ppt_x"/>
                                          </p:val>
                                        </p:tav>
                                        <p:tav tm="100000">
                                          <p:val>
                                            <p:strVal val="#ppt_x"/>
                                          </p:val>
                                        </p:tav>
                                      </p:tavLst>
                                    </p:anim>
                                    <p:anim calcmode="lin" valueType="num">
                                      <p:cBhvr>
                                        <p:cTn id="104" dur="500" fill="hold"/>
                                        <p:tgtEl>
                                          <p:spTgt spid="299028"/>
                                        </p:tgtEl>
                                        <p:attrNameLst>
                                          <p:attrName>ppt_y</p:attrName>
                                        </p:attrNameLst>
                                      </p:cBhvr>
                                      <p:tavLst>
                                        <p:tav tm="0">
                                          <p:val>
                                            <p:strVal val="#ppt_y+#ppt_h/2"/>
                                          </p:val>
                                        </p:tav>
                                        <p:tav tm="100000">
                                          <p:val>
                                            <p:strVal val="#ppt_y"/>
                                          </p:val>
                                        </p:tav>
                                      </p:tavLst>
                                    </p:anim>
                                    <p:anim calcmode="lin" valueType="num">
                                      <p:cBhvr>
                                        <p:cTn id="105" dur="500" fill="hold"/>
                                        <p:tgtEl>
                                          <p:spTgt spid="299028"/>
                                        </p:tgtEl>
                                        <p:attrNameLst>
                                          <p:attrName>ppt_w</p:attrName>
                                        </p:attrNameLst>
                                      </p:cBhvr>
                                      <p:tavLst>
                                        <p:tav tm="0">
                                          <p:val>
                                            <p:strVal val="#ppt_w"/>
                                          </p:val>
                                        </p:tav>
                                        <p:tav tm="100000">
                                          <p:val>
                                            <p:strVal val="#ppt_w"/>
                                          </p:val>
                                        </p:tav>
                                      </p:tavLst>
                                    </p:anim>
                                    <p:anim calcmode="lin" valueType="num">
                                      <p:cBhvr>
                                        <p:cTn id="106" dur="500" fill="hold"/>
                                        <p:tgtEl>
                                          <p:spTgt spid="299028"/>
                                        </p:tgtEl>
                                        <p:attrNameLst>
                                          <p:attrName>ppt_h</p:attrName>
                                        </p:attrNameLst>
                                      </p:cBhvr>
                                      <p:tavLst>
                                        <p:tav tm="0">
                                          <p:val>
                                            <p:fltVal val="0"/>
                                          </p:val>
                                        </p:tav>
                                        <p:tav tm="100000">
                                          <p:val>
                                            <p:strVal val="#ppt_h"/>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7" presetClass="entr" presetSubtype="4" fill="hold" grpId="0" nodeType="clickEffect">
                                  <p:stCondLst>
                                    <p:cond delay="0"/>
                                  </p:stCondLst>
                                  <p:childTnLst>
                                    <p:set>
                                      <p:cBhvr>
                                        <p:cTn id="110" dur="1" fill="hold">
                                          <p:stCondLst>
                                            <p:cond delay="0"/>
                                          </p:stCondLst>
                                        </p:cTn>
                                        <p:tgtEl>
                                          <p:spTgt spid="299026"/>
                                        </p:tgtEl>
                                        <p:attrNameLst>
                                          <p:attrName>style.visibility</p:attrName>
                                        </p:attrNameLst>
                                      </p:cBhvr>
                                      <p:to>
                                        <p:strVal val="visible"/>
                                      </p:to>
                                    </p:set>
                                    <p:anim calcmode="lin" valueType="num">
                                      <p:cBhvr>
                                        <p:cTn id="111" dur="500" fill="hold"/>
                                        <p:tgtEl>
                                          <p:spTgt spid="299026"/>
                                        </p:tgtEl>
                                        <p:attrNameLst>
                                          <p:attrName>ppt_x</p:attrName>
                                        </p:attrNameLst>
                                      </p:cBhvr>
                                      <p:tavLst>
                                        <p:tav tm="0">
                                          <p:val>
                                            <p:strVal val="#ppt_x"/>
                                          </p:val>
                                        </p:tav>
                                        <p:tav tm="100000">
                                          <p:val>
                                            <p:strVal val="#ppt_x"/>
                                          </p:val>
                                        </p:tav>
                                      </p:tavLst>
                                    </p:anim>
                                    <p:anim calcmode="lin" valueType="num">
                                      <p:cBhvr>
                                        <p:cTn id="112" dur="500" fill="hold"/>
                                        <p:tgtEl>
                                          <p:spTgt spid="299026"/>
                                        </p:tgtEl>
                                        <p:attrNameLst>
                                          <p:attrName>ppt_y</p:attrName>
                                        </p:attrNameLst>
                                      </p:cBhvr>
                                      <p:tavLst>
                                        <p:tav tm="0">
                                          <p:val>
                                            <p:strVal val="#ppt_y+#ppt_h/2"/>
                                          </p:val>
                                        </p:tav>
                                        <p:tav tm="100000">
                                          <p:val>
                                            <p:strVal val="#ppt_y"/>
                                          </p:val>
                                        </p:tav>
                                      </p:tavLst>
                                    </p:anim>
                                    <p:anim calcmode="lin" valueType="num">
                                      <p:cBhvr>
                                        <p:cTn id="113" dur="500" fill="hold"/>
                                        <p:tgtEl>
                                          <p:spTgt spid="299026"/>
                                        </p:tgtEl>
                                        <p:attrNameLst>
                                          <p:attrName>ppt_w</p:attrName>
                                        </p:attrNameLst>
                                      </p:cBhvr>
                                      <p:tavLst>
                                        <p:tav tm="0">
                                          <p:val>
                                            <p:strVal val="#ppt_w"/>
                                          </p:val>
                                        </p:tav>
                                        <p:tav tm="100000">
                                          <p:val>
                                            <p:strVal val="#ppt_w"/>
                                          </p:val>
                                        </p:tav>
                                      </p:tavLst>
                                    </p:anim>
                                    <p:anim calcmode="lin" valueType="num">
                                      <p:cBhvr>
                                        <p:cTn id="114" dur="500" fill="hold"/>
                                        <p:tgtEl>
                                          <p:spTgt spid="299026"/>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299029"/>
                                        </p:tgtEl>
                                        <p:attrNameLst>
                                          <p:attrName>style.visibility</p:attrName>
                                        </p:attrNameLst>
                                      </p:cBhvr>
                                      <p:to>
                                        <p:strVal val="visible"/>
                                      </p:to>
                                    </p:set>
                                    <p:animEffect transition="in" filter="dissolve">
                                      <p:cBhvr>
                                        <p:cTn id="119" dur="500"/>
                                        <p:tgtEl>
                                          <p:spTgt spid="299029"/>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 presetClass="entr" presetSubtype="0" fill="hold" grpId="0" nodeType="clickEffect">
                                  <p:stCondLst>
                                    <p:cond delay="0"/>
                                  </p:stCondLst>
                                  <p:childTnLst>
                                    <p:set>
                                      <p:cBhvr>
                                        <p:cTn id="123" dur="1" fill="hold">
                                          <p:stCondLst>
                                            <p:cond delay="499"/>
                                          </p:stCondLst>
                                        </p:cTn>
                                        <p:tgtEl>
                                          <p:spTgt spid="299030"/>
                                        </p:tgtEl>
                                        <p:attrNameLst>
                                          <p:attrName>style.visibility</p:attrName>
                                        </p:attrNameLst>
                                      </p:cBhvr>
                                      <p:to>
                                        <p:strVal val="visible"/>
                                      </p:to>
                                    </p:set>
                                  </p:childTnLst>
                                </p:cTn>
                              </p:par>
                            </p:childTnLst>
                          </p:cTn>
                        </p:par>
                        <p:par>
                          <p:cTn id="124" fill="hold" nodeType="afterGroup">
                            <p:stCondLst>
                              <p:cond delay="500"/>
                            </p:stCondLst>
                            <p:childTnLst>
                              <p:par>
                                <p:cTn id="125" presetID="1" presetClass="entr" presetSubtype="0" fill="hold" grpId="0" nodeType="afterEffect">
                                  <p:stCondLst>
                                    <p:cond delay="0"/>
                                  </p:stCondLst>
                                  <p:childTnLst>
                                    <p:set>
                                      <p:cBhvr>
                                        <p:cTn id="126" dur="1" fill="hold">
                                          <p:stCondLst>
                                            <p:cond delay="499"/>
                                          </p:stCondLst>
                                        </p:cTn>
                                        <p:tgtEl>
                                          <p:spTgt spid="299031"/>
                                        </p:tgtEl>
                                        <p:attrNameLst>
                                          <p:attrName>style.visibility</p:attrName>
                                        </p:attrNameLst>
                                      </p:cBhvr>
                                      <p:to>
                                        <p:strVal val="visible"/>
                                      </p:to>
                                    </p:set>
                                  </p:childTnLst>
                                </p:cTn>
                              </p:par>
                            </p:childTnLst>
                          </p:cTn>
                        </p:par>
                        <p:par>
                          <p:cTn id="127" fill="hold" nodeType="afterGroup">
                            <p:stCondLst>
                              <p:cond delay="1000"/>
                            </p:stCondLst>
                            <p:childTnLst>
                              <p:par>
                                <p:cTn id="128" presetID="1" presetClass="entr" presetSubtype="0" fill="hold" grpId="0" nodeType="afterEffect">
                                  <p:stCondLst>
                                    <p:cond delay="0"/>
                                  </p:stCondLst>
                                  <p:childTnLst>
                                    <p:set>
                                      <p:cBhvr>
                                        <p:cTn id="129" dur="1" fill="hold">
                                          <p:stCondLst>
                                            <p:cond delay="499"/>
                                          </p:stCondLst>
                                        </p:cTn>
                                        <p:tgtEl>
                                          <p:spTgt spid="299032"/>
                                        </p:tgtEl>
                                        <p:attrNameLst>
                                          <p:attrName>style.visibility</p:attrName>
                                        </p:attrNameLst>
                                      </p:cBhvr>
                                      <p:to>
                                        <p:strVal val="visible"/>
                                      </p:to>
                                    </p:set>
                                  </p:childTnLst>
                                </p:cTn>
                              </p:par>
                            </p:childTnLst>
                          </p:cTn>
                        </p:par>
                        <p:par>
                          <p:cTn id="130" fill="hold" nodeType="afterGroup">
                            <p:stCondLst>
                              <p:cond delay="1500"/>
                            </p:stCondLst>
                            <p:childTnLst>
                              <p:par>
                                <p:cTn id="131" presetID="1" presetClass="entr" presetSubtype="0" fill="hold" grpId="0" nodeType="afterEffect">
                                  <p:stCondLst>
                                    <p:cond delay="0"/>
                                  </p:stCondLst>
                                  <p:childTnLst>
                                    <p:set>
                                      <p:cBhvr>
                                        <p:cTn id="132" dur="1" fill="hold">
                                          <p:stCondLst>
                                            <p:cond delay="499"/>
                                          </p:stCondLst>
                                        </p:cTn>
                                        <p:tgtEl>
                                          <p:spTgt spid="299033"/>
                                        </p:tgtEl>
                                        <p:attrNameLst>
                                          <p:attrName>style.visibility</p:attrName>
                                        </p:attrNameLst>
                                      </p:cBhvr>
                                      <p:to>
                                        <p:strVal val="visible"/>
                                      </p:to>
                                    </p:set>
                                  </p:childTnLst>
                                </p:cTn>
                              </p:par>
                            </p:childTnLst>
                          </p:cTn>
                        </p:par>
                        <p:par>
                          <p:cTn id="133" fill="hold" nodeType="afterGroup">
                            <p:stCondLst>
                              <p:cond delay="2000"/>
                            </p:stCondLst>
                            <p:childTnLst>
                              <p:par>
                                <p:cTn id="134" presetID="1" presetClass="entr" presetSubtype="0" fill="hold" grpId="0" nodeType="afterEffect">
                                  <p:stCondLst>
                                    <p:cond delay="0"/>
                                  </p:stCondLst>
                                  <p:childTnLst>
                                    <p:set>
                                      <p:cBhvr>
                                        <p:cTn id="135" dur="1" fill="hold">
                                          <p:stCondLst>
                                            <p:cond delay="499"/>
                                          </p:stCondLst>
                                        </p:cTn>
                                        <p:tgtEl>
                                          <p:spTgt spid="299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animBg="1" autoUpdateAnimBg="0"/>
      <p:bldP spid="299011" grpId="0" autoUpdateAnimBg="0"/>
      <p:bldP spid="299012" grpId="0" animBg="1" autoUpdateAnimBg="0"/>
      <p:bldP spid="299013" grpId="0" animBg="1" autoUpdateAnimBg="0"/>
      <p:bldP spid="299014" grpId="0" animBg="1" autoUpdateAnimBg="0"/>
      <p:bldP spid="299015" grpId="0" animBg="1" autoUpdateAnimBg="0"/>
      <p:bldP spid="299016" grpId="0" animBg="1" autoUpdateAnimBg="0"/>
      <p:bldP spid="299017" grpId="0" animBg="1" autoUpdateAnimBg="0"/>
      <p:bldP spid="299018" grpId="0" animBg="1"/>
      <p:bldP spid="299019" grpId="0" animBg="1"/>
      <p:bldP spid="299020" grpId="0" animBg="1" autoUpdateAnimBg="0"/>
      <p:bldP spid="299021" grpId="0" animBg="1" autoUpdateAnimBg="0"/>
      <p:bldP spid="299022" grpId="0" animBg="1" autoUpdateAnimBg="0"/>
      <p:bldP spid="299023" grpId="0" animBg="1" autoUpdateAnimBg="0"/>
      <p:bldP spid="299024" grpId="0" animBg="1" autoUpdateAnimBg="0"/>
      <p:bldP spid="299025" grpId="0" animBg="1" autoUpdateAnimBg="0"/>
      <p:bldP spid="299026" grpId="0" animBg="1" autoUpdateAnimBg="0"/>
      <p:bldP spid="299027" grpId="0" animBg="1"/>
      <p:bldP spid="299028" grpId="0" animBg="1"/>
      <p:bldP spid="299029" grpId="0" animBg="1" autoUpdateAnimBg="0"/>
      <p:bldP spid="299030" grpId="0" animBg="1" autoUpdateAnimBg="0"/>
      <p:bldP spid="299031" grpId="0" animBg="1" autoUpdateAnimBg="0"/>
      <p:bldP spid="299032" grpId="0" animBg="1"/>
      <p:bldP spid="299033" grpId="0" animBg="1"/>
      <p:bldP spid="299034" grpId="0" animBg="1"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Oval 2"/>
          <p:cNvSpPr>
            <a:spLocks noChangeArrowheads="1"/>
          </p:cNvSpPr>
          <p:nvPr/>
        </p:nvSpPr>
        <p:spPr bwMode="auto">
          <a:xfrm>
            <a:off x="4572000" y="1143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6</a:t>
            </a:r>
            <a:endParaRPr kumimoji="1" lang="en-US" altLang="zh-CN" sz="2400">
              <a:latin typeface="Times New Roman" charset="0"/>
            </a:endParaRPr>
          </a:p>
        </p:txBody>
      </p:sp>
      <p:sp>
        <p:nvSpPr>
          <p:cNvPr id="300035" name="Oval 3"/>
          <p:cNvSpPr>
            <a:spLocks noChangeArrowheads="1"/>
          </p:cNvSpPr>
          <p:nvPr/>
        </p:nvSpPr>
        <p:spPr bwMode="auto">
          <a:xfrm>
            <a:off x="5638800" y="1143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7</a:t>
            </a:r>
            <a:endParaRPr kumimoji="1" lang="en-US" altLang="zh-CN" sz="2400">
              <a:latin typeface="Times New Roman" charset="0"/>
            </a:endParaRPr>
          </a:p>
        </p:txBody>
      </p:sp>
      <p:sp>
        <p:nvSpPr>
          <p:cNvPr id="300036" name="Text Box 4"/>
          <p:cNvSpPr txBox="1">
            <a:spLocks noChangeArrowheads="1"/>
          </p:cNvSpPr>
          <p:nvPr/>
        </p:nvSpPr>
        <p:spPr bwMode="auto">
          <a:xfrm>
            <a:off x="5105400" y="228600"/>
            <a:ext cx="685800"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13</a:t>
            </a:r>
            <a:endParaRPr kumimoji="1" lang="en-US" altLang="zh-CN" sz="2400">
              <a:latin typeface="Times New Roman" charset="0"/>
            </a:endParaRPr>
          </a:p>
        </p:txBody>
      </p:sp>
      <p:sp>
        <p:nvSpPr>
          <p:cNvPr id="300037" name="Line 5"/>
          <p:cNvSpPr>
            <a:spLocks noChangeShapeType="1"/>
          </p:cNvSpPr>
          <p:nvPr/>
        </p:nvSpPr>
        <p:spPr bwMode="auto">
          <a:xfrm flipH="1">
            <a:off x="4876800" y="838200"/>
            <a:ext cx="228600" cy="3048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38" name="Line 6"/>
          <p:cNvSpPr>
            <a:spLocks noChangeShapeType="1"/>
          </p:cNvSpPr>
          <p:nvPr/>
        </p:nvSpPr>
        <p:spPr bwMode="auto">
          <a:xfrm>
            <a:off x="5791200" y="914400"/>
            <a:ext cx="1524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39" name="Oval 7"/>
          <p:cNvSpPr>
            <a:spLocks noChangeArrowheads="1"/>
          </p:cNvSpPr>
          <p:nvPr/>
        </p:nvSpPr>
        <p:spPr bwMode="auto">
          <a:xfrm>
            <a:off x="1447800" y="2286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9</a:t>
            </a:r>
            <a:endParaRPr kumimoji="1" lang="en-US" altLang="zh-CN" sz="2400">
              <a:latin typeface="Times New Roman" charset="0"/>
            </a:endParaRPr>
          </a:p>
        </p:txBody>
      </p:sp>
      <p:sp>
        <p:nvSpPr>
          <p:cNvPr id="300040" name="Oval 8"/>
          <p:cNvSpPr>
            <a:spLocks noChangeArrowheads="1"/>
          </p:cNvSpPr>
          <p:nvPr/>
        </p:nvSpPr>
        <p:spPr bwMode="auto">
          <a:xfrm>
            <a:off x="2209800" y="1143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5</a:t>
            </a:r>
            <a:endParaRPr kumimoji="1" lang="en-US" altLang="zh-CN" sz="2400">
              <a:latin typeface="Times New Roman" charset="0"/>
            </a:endParaRPr>
          </a:p>
        </p:txBody>
      </p:sp>
      <p:sp>
        <p:nvSpPr>
          <p:cNvPr id="300041" name="Oval 9"/>
          <p:cNvSpPr>
            <a:spLocks noChangeArrowheads="1"/>
          </p:cNvSpPr>
          <p:nvPr/>
        </p:nvSpPr>
        <p:spPr bwMode="auto">
          <a:xfrm>
            <a:off x="3429000" y="1143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2</a:t>
            </a:r>
            <a:endParaRPr kumimoji="1" lang="en-US" altLang="zh-CN" sz="2400">
              <a:latin typeface="Times New Roman" charset="0"/>
            </a:endParaRPr>
          </a:p>
        </p:txBody>
      </p:sp>
      <p:sp>
        <p:nvSpPr>
          <p:cNvPr id="300042" name="Line 10"/>
          <p:cNvSpPr>
            <a:spLocks noChangeShapeType="1"/>
          </p:cNvSpPr>
          <p:nvPr/>
        </p:nvSpPr>
        <p:spPr bwMode="auto">
          <a:xfrm flipH="1">
            <a:off x="2514600" y="9144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43" name="Line 11"/>
          <p:cNvSpPr>
            <a:spLocks noChangeShapeType="1"/>
          </p:cNvSpPr>
          <p:nvPr/>
        </p:nvSpPr>
        <p:spPr bwMode="auto">
          <a:xfrm>
            <a:off x="3352800" y="9144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44" name="Text Box 12"/>
          <p:cNvSpPr txBox="1">
            <a:spLocks noChangeArrowheads="1"/>
          </p:cNvSpPr>
          <p:nvPr/>
        </p:nvSpPr>
        <p:spPr bwMode="auto">
          <a:xfrm>
            <a:off x="2879725" y="228600"/>
            <a:ext cx="549275"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7</a:t>
            </a:r>
            <a:endParaRPr kumimoji="1" lang="en-US" altLang="zh-CN" sz="2400">
              <a:latin typeface="Times New Roman" charset="0"/>
            </a:endParaRPr>
          </a:p>
        </p:txBody>
      </p:sp>
      <p:sp>
        <p:nvSpPr>
          <p:cNvPr id="300045" name="Oval 13"/>
          <p:cNvSpPr>
            <a:spLocks noChangeArrowheads="1"/>
          </p:cNvSpPr>
          <p:nvPr/>
        </p:nvSpPr>
        <p:spPr bwMode="auto">
          <a:xfrm>
            <a:off x="5791200" y="4572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9</a:t>
            </a:r>
            <a:endParaRPr kumimoji="1" lang="en-US" altLang="zh-CN" sz="2400">
              <a:latin typeface="Times New Roman" charset="0"/>
            </a:endParaRPr>
          </a:p>
        </p:txBody>
      </p:sp>
      <p:sp>
        <p:nvSpPr>
          <p:cNvPr id="300046" name="Oval 14"/>
          <p:cNvSpPr>
            <a:spLocks noChangeArrowheads="1"/>
          </p:cNvSpPr>
          <p:nvPr/>
        </p:nvSpPr>
        <p:spPr bwMode="auto">
          <a:xfrm>
            <a:off x="6705600" y="54864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5</a:t>
            </a:r>
            <a:endParaRPr kumimoji="1" lang="en-US" altLang="zh-CN" sz="2400">
              <a:latin typeface="Times New Roman" charset="0"/>
            </a:endParaRPr>
          </a:p>
        </p:txBody>
      </p:sp>
      <p:sp>
        <p:nvSpPr>
          <p:cNvPr id="300047" name="Oval 15"/>
          <p:cNvSpPr>
            <a:spLocks noChangeArrowheads="1"/>
          </p:cNvSpPr>
          <p:nvPr/>
        </p:nvSpPr>
        <p:spPr bwMode="auto">
          <a:xfrm>
            <a:off x="7924800" y="54864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2</a:t>
            </a:r>
            <a:endParaRPr kumimoji="1" lang="en-US" altLang="zh-CN" sz="2400">
              <a:latin typeface="Times New Roman" charset="0"/>
            </a:endParaRPr>
          </a:p>
        </p:txBody>
      </p:sp>
      <p:sp>
        <p:nvSpPr>
          <p:cNvPr id="300048" name="Line 16"/>
          <p:cNvSpPr>
            <a:spLocks noChangeShapeType="1"/>
          </p:cNvSpPr>
          <p:nvPr/>
        </p:nvSpPr>
        <p:spPr bwMode="auto">
          <a:xfrm flipH="1">
            <a:off x="7010400" y="52578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49" name="Line 17"/>
          <p:cNvSpPr>
            <a:spLocks noChangeShapeType="1"/>
          </p:cNvSpPr>
          <p:nvPr/>
        </p:nvSpPr>
        <p:spPr bwMode="auto">
          <a:xfrm>
            <a:off x="7848600" y="5257800"/>
            <a:ext cx="381000" cy="2286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50" name="Text Box 18"/>
          <p:cNvSpPr txBox="1">
            <a:spLocks noChangeArrowheads="1"/>
          </p:cNvSpPr>
          <p:nvPr/>
        </p:nvSpPr>
        <p:spPr bwMode="auto">
          <a:xfrm>
            <a:off x="7375525" y="4572000"/>
            <a:ext cx="549275"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7</a:t>
            </a:r>
            <a:endParaRPr kumimoji="1" lang="en-US" altLang="zh-CN" sz="2400">
              <a:latin typeface="Times New Roman" charset="0"/>
            </a:endParaRPr>
          </a:p>
        </p:txBody>
      </p:sp>
      <p:sp>
        <p:nvSpPr>
          <p:cNvPr id="300051" name="Text Box 19"/>
          <p:cNvSpPr txBox="1">
            <a:spLocks noChangeArrowheads="1"/>
          </p:cNvSpPr>
          <p:nvPr/>
        </p:nvSpPr>
        <p:spPr bwMode="auto">
          <a:xfrm>
            <a:off x="6572250" y="3448050"/>
            <a:ext cx="666750" cy="666750"/>
          </a:xfrm>
          <a:prstGeom prst="rect">
            <a:avLst/>
          </a:prstGeom>
          <a:solidFill>
            <a:srgbClr val="CAF2CE">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kumimoji="1" lang="en-US" altLang="zh-CN" sz="3600" b="1">
                <a:solidFill>
                  <a:srgbClr val="FF3300"/>
                </a:solidFill>
                <a:latin typeface="Times New Roman" charset="0"/>
              </a:rPr>
              <a:t>16</a:t>
            </a:r>
            <a:endParaRPr kumimoji="1" lang="en-US" altLang="zh-CN" sz="2400">
              <a:latin typeface="Times New Roman" charset="0"/>
            </a:endParaRPr>
          </a:p>
        </p:txBody>
      </p:sp>
      <p:sp>
        <p:nvSpPr>
          <p:cNvPr id="300052" name="Line 20"/>
          <p:cNvSpPr>
            <a:spLocks noChangeShapeType="1"/>
          </p:cNvSpPr>
          <p:nvPr/>
        </p:nvSpPr>
        <p:spPr bwMode="auto">
          <a:xfrm flipH="1">
            <a:off x="6096000" y="4114800"/>
            <a:ext cx="457200" cy="4572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53" name="Line 21"/>
          <p:cNvSpPr>
            <a:spLocks noChangeShapeType="1"/>
          </p:cNvSpPr>
          <p:nvPr/>
        </p:nvSpPr>
        <p:spPr bwMode="auto">
          <a:xfrm>
            <a:off x="7239000" y="4114800"/>
            <a:ext cx="381000" cy="4572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54" name="Oval 22"/>
          <p:cNvSpPr>
            <a:spLocks noChangeArrowheads="1"/>
          </p:cNvSpPr>
          <p:nvPr/>
        </p:nvSpPr>
        <p:spPr bwMode="auto">
          <a:xfrm>
            <a:off x="3657600" y="4572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6</a:t>
            </a:r>
            <a:endParaRPr kumimoji="1" lang="en-US" altLang="zh-CN" sz="2400">
              <a:latin typeface="Times New Roman" charset="0"/>
            </a:endParaRPr>
          </a:p>
        </p:txBody>
      </p:sp>
      <p:sp>
        <p:nvSpPr>
          <p:cNvPr id="300055" name="Oval 23"/>
          <p:cNvSpPr>
            <a:spLocks noChangeArrowheads="1"/>
          </p:cNvSpPr>
          <p:nvPr/>
        </p:nvSpPr>
        <p:spPr bwMode="auto">
          <a:xfrm>
            <a:off x="4724400" y="4572000"/>
            <a:ext cx="609600" cy="533400"/>
          </a:xfrm>
          <a:prstGeom prst="ellipse">
            <a:avLst/>
          </a:prstGeom>
          <a:solidFill>
            <a:srgbClr val="FFFF99">
              <a:alpha val="50000"/>
            </a:srgbClr>
          </a:solidFill>
          <a:ln w="25400" cap="sq">
            <a:solidFill>
              <a:srgbClr val="CC6600"/>
            </a:solidFill>
            <a:round/>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3600" b="1">
                <a:solidFill>
                  <a:srgbClr val="990000"/>
                </a:solidFill>
                <a:latin typeface="Times New Roman" charset="0"/>
              </a:rPr>
              <a:t>7</a:t>
            </a:r>
            <a:endParaRPr kumimoji="1" lang="en-US" altLang="zh-CN" sz="2400">
              <a:latin typeface="Times New Roman" charset="0"/>
            </a:endParaRPr>
          </a:p>
        </p:txBody>
      </p:sp>
      <p:sp>
        <p:nvSpPr>
          <p:cNvPr id="300056" name="Text Box 24"/>
          <p:cNvSpPr txBox="1">
            <a:spLocks noChangeArrowheads="1"/>
          </p:cNvSpPr>
          <p:nvPr/>
        </p:nvSpPr>
        <p:spPr bwMode="auto">
          <a:xfrm>
            <a:off x="4191000" y="3429000"/>
            <a:ext cx="685800" cy="666750"/>
          </a:xfrm>
          <a:prstGeom prst="rect">
            <a:avLst/>
          </a:prstGeom>
          <a:solidFill>
            <a:srgbClr val="CCFFCC">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kumimoji="1" lang="en-US" altLang="zh-CN" sz="3600" b="1">
                <a:solidFill>
                  <a:srgbClr val="FF3300"/>
                </a:solidFill>
                <a:latin typeface="Times New Roman" charset="0"/>
              </a:rPr>
              <a:t>13</a:t>
            </a:r>
            <a:endParaRPr kumimoji="1" lang="en-US" altLang="zh-CN" sz="2400">
              <a:latin typeface="Times New Roman" charset="0"/>
            </a:endParaRPr>
          </a:p>
        </p:txBody>
      </p:sp>
      <p:sp>
        <p:nvSpPr>
          <p:cNvPr id="300057" name="Line 25"/>
          <p:cNvSpPr>
            <a:spLocks noChangeShapeType="1"/>
          </p:cNvSpPr>
          <p:nvPr/>
        </p:nvSpPr>
        <p:spPr bwMode="auto">
          <a:xfrm flipH="1">
            <a:off x="3962400" y="4038600"/>
            <a:ext cx="228600" cy="5334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58" name="Line 26"/>
          <p:cNvSpPr>
            <a:spLocks noChangeShapeType="1"/>
          </p:cNvSpPr>
          <p:nvPr/>
        </p:nvSpPr>
        <p:spPr bwMode="auto">
          <a:xfrm>
            <a:off x="4876800" y="4114800"/>
            <a:ext cx="152400" cy="4572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59" name="Text Box 27"/>
          <p:cNvSpPr txBox="1">
            <a:spLocks noChangeArrowheads="1"/>
          </p:cNvSpPr>
          <p:nvPr/>
        </p:nvSpPr>
        <p:spPr bwMode="auto">
          <a:xfrm>
            <a:off x="5334000" y="2286000"/>
            <a:ext cx="739775" cy="666750"/>
          </a:xfrm>
          <a:prstGeom prst="rect">
            <a:avLst/>
          </a:prstGeom>
          <a:solidFill>
            <a:srgbClr val="CAF2CE">
              <a:alpha val="50000"/>
            </a:srgbClr>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kumimoji="1" lang="en-US" altLang="zh-CN" sz="3600" b="1">
                <a:solidFill>
                  <a:srgbClr val="FF3300"/>
                </a:solidFill>
                <a:latin typeface="Times New Roman" charset="0"/>
              </a:rPr>
              <a:t>29</a:t>
            </a:r>
            <a:endParaRPr kumimoji="1" lang="en-US" altLang="zh-CN" sz="2400">
              <a:latin typeface="Times New Roman" charset="0"/>
            </a:endParaRPr>
          </a:p>
        </p:txBody>
      </p:sp>
      <p:sp>
        <p:nvSpPr>
          <p:cNvPr id="300060" name="Line 28"/>
          <p:cNvSpPr>
            <a:spLocks noChangeShapeType="1"/>
          </p:cNvSpPr>
          <p:nvPr/>
        </p:nvSpPr>
        <p:spPr bwMode="auto">
          <a:xfrm flipH="1">
            <a:off x="4495800" y="2971800"/>
            <a:ext cx="838200" cy="4572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61" name="Line 29"/>
          <p:cNvSpPr>
            <a:spLocks noChangeShapeType="1"/>
          </p:cNvSpPr>
          <p:nvPr/>
        </p:nvSpPr>
        <p:spPr bwMode="auto">
          <a:xfrm>
            <a:off x="6096000" y="2971800"/>
            <a:ext cx="838200" cy="457200"/>
          </a:xfrm>
          <a:prstGeom prst="line">
            <a:avLst/>
          </a:prstGeom>
          <a:noFill/>
          <a:ln w="28575" cap="sq">
            <a:solidFill>
              <a:srgbClr val="99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75" name="AutoShape 43">
            <a:hlinkClick r:id="rId2" action="ppaction://hlinksldjump" highlightClick="1"/>
          </p:cNvPr>
          <p:cNvSpPr>
            <a:spLocks noChangeArrowheads="1"/>
          </p:cNvSpPr>
          <p:nvPr/>
        </p:nvSpPr>
        <p:spPr bwMode="auto">
          <a:xfrm>
            <a:off x="8153400" y="6096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0076" name="AutoShape 44">
            <a:hlinkClick r:id="rId3" action="ppaction://hlinksldjump" highlightClick="1"/>
          </p:cNvPr>
          <p:cNvSpPr>
            <a:spLocks noChangeArrowheads="1"/>
          </p:cNvSpPr>
          <p:nvPr/>
        </p:nvSpPr>
        <p:spPr bwMode="auto">
          <a:xfrm>
            <a:off x="609600" y="5867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241258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00039"/>
                                        </p:tgtEl>
                                        <p:attrNameLst>
                                          <p:attrName>style.visibility</p:attrName>
                                        </p:attrNameLst>
                                      </p:cBhvr>
                                      <p:to>
                                        <p:strVal val="visible"/>
                                      </p:to>
                                    </p:set>
                                    <p:anim calcmode="lin" valueType="num">
                                      <p:cBhvr additive="base">
                                        <p:cTn id="7" dur="500" fill="hold"/>
                                        <p:tgtEl>
                                          <p:spTgt spid="300039"/>
                                        </p:tgtEl>
                                        <p:attrNameLst>
                                          <p:attrName>ppt_x</p:attrName>
                                        </p:attrNameLst>
                                      </p:cBhvr>
                                      <p:tavLst>
                                        <p:tav tm="0">
                                          <p:val>
                                            <p:strVal val="#ppt_x"/>
                                          </p:val>
                                        </p:tav>
                                        <p:tav tm="100000">
                                          <p:val>
                                            <p:strVal val="#ppt_x"/>
                                          </p:val>
                                        </p:tav>
                                      </p:tavLst>
                                    </p:anim>
                                    <p:anim calcmode="lin" valueType="num">
                                      <p:cBhvr additive="base">
                                        <p:cTn id="8" dur="500" fill="hold"/>
                                        <p:tgtEl>
                                          <p:spTgt spid="300039"/>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300044"/>
                                        </p:tgtEl>
                                        <p:attrNameLst>
                                          <p:attrName>style.visibility</p:attrName>
                                        </p:attrNameLst>
                                      </p:cBhvr>
                                      <p:to>
                                        <p:strVal val="visible"/>
                                      </p:to>
                                    </p:set>
                                    <p:anim calcmode="lin" valueType="num">
                                      <p:cBhvr additive="base">
                                        <p:cTn id="12" dur="500" fill="hold"/>
                                        <p:tgtEl>
                                          <p:spTgt spid="300044"/>
                                        </p:tgtEl>
                                        <p:attrNameLst>
                                          <p:attrName>ppt_x</p:attrName>
                                        </p:attrNameLst>
                                      </p:cBhvr>
                                      <p:tavLst>
                                        <p:tav tm="0">
                                          <p:val>
                                            <p:strVal val="#ppt_x"/>
                                          </p:val>
                                        </p:tav>
                                        <p:tav tm="100000">
                                          <p:val>
                                            <p:strVal val="#ppt_x"/>
                                          </p:val>
                                        </p:tav>
                                      </p:tavLst>
                                    </p:anim>
                                    <p:anim calcmode="lin" valueType="num">
                                      <p:cBhvr additive="base">
                                        <p:cTn id="13" dur="500" fill="hold"/>
                                        <p:tgtEl>
                                          <p:spTgt spid="300044"/>
                                        </p:tgtEl>
                                        <p:attrNameLst>
                                          <p:attrName>ppt_y</p:attrName>
                                        </p:attrNameLst>
                                      </p:cBhvr>
                                      <p:tavLst>
                                        <p:tav tm="0">
                                          <p:val>
                                            <p:strVal val="0-#ppt_h/2"/>
                                          </p:val>
                                        </p:tav>
                                        <p:tav tm="100000">
                                          <p:val>
                                            <p:strVal val="#ppt_y"/>
                                          </p:val>
                                        </p:tav>
                                      </p:tavLst>
                                    </p:anim>
                                  </p:childTnLst>
                                </p:cTn>
                              </p:par>
                            </p:childTnLst>
                          </p:cTn>
                        </p:par>
                        <p:par>
                          <p:cTn id="14" fill="hold" nodeType="afterGroup">
                            <p:stCondLst>
                              <p:cond delay="1000"/>
                            </p:stCondLst>
                            <p:childTnLst>
                              <p:par>
                                <p:cTn id="15" presetID="2" presetClass="entr" presetSubtype="1" fill="hold" grpId="0" nodeType="afterEffect">
                                  <p:stCondLst>
                                    <p:cond delay="0"/>
                                  </p:stCondLst>
                                  <p:childTnLst>
                                    <p:set>
                                      <p:cBhvr>
                                        <p:cTn id="16" dur="1" fill="hold">
                                          <p:stCondLst>
                                            <p:cond delay="0"/>
                                          </p:stCondLst>
                                        </p:cTn>
                                        <p:tgtEl>
                                          <p:spTgt spid="300042"/>
                                        </p:tgtEl>
                                        <p:attrNameLst>
                                          <p:attrName>style.visibility</p:attrName>
                                        </p:attrNameLst>
                                      </p:cBhvr>
                                      <p:to>
                                        <p:strVal val="visible"/>
                                      </p:to>
                                    </p:set>
                                    <p:anim calcmode="lin" valueType="num">
                                      <p:cBhvr additive="base">
                                        <p:cTn id="17" dur="500" fill="hold"/>
                                        <p:tgtEl>
                                          <p:spTgt spid="300042"/>
                                        </p:tgtEl>
                                        <p:attrNameLst>
                                          <p:attrName>ppt_x</p:attrName>
                                        </p:attrNameLst>
                                      </p:cBhvr>
                                      <p:tavLst>
                                        <p:tav tm="0">
                                          <p:val>
                                            <p:strVal val="#ppt_x"/>
                                          </p:val>
                                        </p:tav>
                                        <p:tav tm="100000">
                                          <p:val>
                                            <p:strVal val="#ppt_x"/>
                                          </p:val>
                                        </p:tav>
                                      </p:tavLst>
                                    </p:anim>
                                    <p:anim calcmode="lin" valueType="num">
                                      <p:cBhvr additive="base">
                                        <p:cTn id="18" dur="500" fill="hold"/>
                                        <p:tgtEl>
                                          <p:spTgt spid="300042"/>
                                        </p:tgtEl>
                                        <p:attrNameLst>
                                          <p:attrName>ppt_y</p:attrName>
                                        </p:attrNameLst>
                                      </p:cBhvr>
                                      <p:tavLst>
                                        <p:tav tm="0">
                                          <p:val>
                                            <p:strVal val="0-#ppt_h/2"/>
                                          </p:val>
                                        </p:tav>
                                        <p:tav tm="100000">
                                          <p:val>
                                            <p:strVal val="#ppt_y"/>
                                          </p:val>
                                        </p:tav>
                                      </p:tavLst>
                                    </p:anim>
                                  </p:childTnLst>
                                </p:cTn>
                              </p:par>
                            </p:childTnLst>
                          </p:cTn>
                        </p:par>
                        <p:par>
                          <p:cTn id="19" fill="hold" nodeType="afterGroup">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300040"/>
                                        </p:tgtEl>
                                        <p:attrNameLst>
                                          <p:attrName>style.visibility</p:attrName>
                                        </p:attrNameLst>
                                      </p:cBhvr>
                                      <p:to>
                                        <p:strVal val="visible"/>
                                      </p:to>
                                    </p:set>
                                    <p:anim calcmode="lin" valueType="num">
                                      <p:cBhvr additive="base">
                                        <p:cTn id="22" dur="500" fill="hold"/>
                                        <p:tgtEl>
                                          <p:spTgt spid="300040"/>
                                        </p:tgtEl>
                                        <p:attrNameLst>
                                          <p:attrName>ppt_x</p:attrName>
                                        </p:attrNameLst>
                                      </p:cBhvr>
                                      <p:tavLst>
                                        <p:tav tm="0">
                                          <p:val>
                                            <p:strVal val="#ppt_x"/>
                                          </p:val>
                                        </p:tav>
                                        <p:tav tm="100000">
                                          <p:val>
                                            <p:strVal val="#ppt_x"/>
                                          </p:val>
                                        </p:tav>
                                      </p:tavLst>
                                    </p:anim>
                                    <p:anim calcmode="lin" valueType="num">
                                      <p:cBhvr additive="base">
                                        <p:cTn id="23" dur="500" fill="hold"/>
                                        <p:tgtEl>
                                          <p:spTgt spid="300040"/>
                                        </p:tgtEl>
                                        <p:attrNameLst>
                                          <p:attrName>ppt_y</p:attrName>
                                        </p:attrNameLst>
                                      </p:cBhvr>
                                      <p:tavLst>
                                        <p:tav tm="0">
                                          <p:val>
                                            <p:strVal val="0-#ppt_h/2"/>
                                          </p:val>
                                        </p:tav>
                                        <p:tav tm="100000">
                                          <p:val>
                                            <p:strVal val="#ppt_y"/>
                                          </p:val>
                                        </p:tav>
                                      </p:tavLst>
                                    </p:anim>
                                  </p:childTnLst>
                                </p:cTn>
                              </p:par>
                            </p:childTnLst>
                          </p:cTn>
                        </p:par>
                        <p:par>
                          <p:cTn id="24" fill="hold" nodeType="afterGroup">
                            <p:stCondLst>
                              <p:cond delay="2000"/>
                            </p:stCondLst>
                            <p:childTnLst>
                              <p:par>
                                <p:cTn id="25" presetID="2" presetClass="entr" presetSubtype="1" fill="hold" grpId="0" nodeType="afterEffect">
                                  <p:stCondLst>
                                    <p:cond delay="0"/>
                                  </p:stCondLst>
                                  <p:childTnLst>
                                    <p:set>
                                      <p:cBhvr>
                                        <p:cTn id="26" dur="1" fill="hold">
                                          <p:stCondLst>
                                            <p:cond delay="0"/>
                                          </p:stCondLst>
                                        </p:cTn>
                                        <p:tgtEl>
                                          <p:spTgt spid="300043"/>
                                        </p:tgtEl>
                                        <p:attrNameLst>
                                          <p:attrName>style.visibility</p:attrName>
                                        </p:attrNameLst>
                                      </p:cBhvr>
                                      <p:to>
                                        <p:strVal val="visible"/>
                                      </p:to>
                                    </p:set>
                                    <p:anim calcmode="lin" valueType="num">
                                      <p:cBhvr additive="base">
                                        <p:cTn id="27" dur="500" fill="hold"/>
                                        <p:tgtEl>
                                          <p:spTgt spid="300043"/>
                                        </p:tgtEl>
                                        <p:attrNameLst>
                                          <p:attrName>ppt_x</p:attrName>
                                        </p:attrNameLst>
                                      </p:cBhvr>
                                      <p:tavLst>
                                        <p:tav tm="0">
                                          <p:val>
                                            <p:strVal val="#ppt_x"/>
                                          </p:val>
                                        </p:tav>
                                        <p:tav tm="100000">
                                          <p:val>
                                            <p:strVal val="#ppt_x"/>
                                          </p:val>
                                        </p:tav>
                                      </p:tavLst>
                                    </p:anim>
                                    <p:anim calcmode="lin" valueType="num">
                                      <p:cBhvr additive="base">
                                        <p:cTn id="28" dur="500" fill="hold"/>
                                        <p:tgtEl>
                                          <p:spTgt spid="300043"/>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2500"/>
                            </p:stCondLst>
                            <p:childTnLst>
                              <p:par>
                                <p:cTn id="30" presetID="2" presetClass="entr" presetSubtype="1" fill="hold" grpId="0" nodeType="afterEffect">
                                  <p:stCondLst>
                                    <p:cond delay="0"/>
                                  </p:stCondLst>
                                  <p:childTnLst>
                                    <p:set>
                                      <p:cBhvr>
                                        <p:cTn id="31" dur="1" fill="hold">
                                          <p:stCondLst>
                                            <p:cond delay="0"/>
                                          </p:stCondLst>
                                        </p:cTn>
                                        <p:tgtEl>
                                          <p:spTgt spid="300041"/>
                                        </p:tgtEl>
                                        <p:attrNameLst>
                                          <p:attrName>style.visibility</p:attrName>
                                        </p:attrNameLst>
                                      </p:cBhvr>
                                      <p:to>
                                        <p:strVal val="visible"/>
                                      </p:to>
                                    </p:set>
                                    <p:anim calcmode="lin" valueType="num">
                                      <p:cBhvr additive="base">
                                        <p:cTn id="32" dur="500" fill="hold"/>
                                        <p:tgtEl>
                                          <p:spTgt spid="300041"/>
                                        </p:tgtEl>
                                        <p:attrNameLst>
                                          <p:attrName>ppt_x</p:attrName>
                                        </p:attrNameLst>
                                      </p:cBhvr>
                                      <p:tavLst>
                                        <p:tav tm="0">
                                          <p:val>
                                            <p:strVal val="#ppt_x"/>
                                          </p:val>
                                        </p:tav>
                                        <p:tav tm="100000">
                                          <p:val>
                                            <p:strVal val="#ppt_x"/>
                                          </p:val>
                                        </p:tav>
                                      </p:tavLst>
                                    </p:anim>
                                    <p:anim calcmode="lin" valueType="num">
                                      <p:cBhvr additive="base">
                                        <p:cTn id="33" dur="500" fill="hold"/>
                                        <p:tgtEl>
                                          <p:spTgt spid="300041"/>
                                        </p:tgtEl>
                                        <p:attrNameLst>
                                          <p:attrName>ppt_y</p:attrName>
                                        </p:attrNameLst>
                                      </p:cBhvr>
                                      <p:tavLst>
                                        <p:tav tm="0">
                                          <p:val>
                                            <p:strVal val="0-#ppt_h/2"/>
                                          </p:val>
                                        </p:tav>
                                        <p:tav tm="100000">
                                          <p:val>
                                            <p:strVal val="#ppt_y"/>
                                          </p:val>
                                        </p:tav>
                                      </p:tavLst>
                                    </p:anim>
                                  </p:childTnLst>
                                </p:cTn>
                              </p:par>
                            </p:childTnLst>
                          </p:cTn>
                        </p:par>
                        <p:par>
                          <p:cTn id="34" fill="hold" nodeType="afterGroup">
                            <p:stCondLst>
                              <p:cond delay="3000"/>
                            </p:stCondLst>
                            <p:childTnLst>
                              <p:par>
                                <p:cTn id="35" presetID="2" presetClass="entr" presetSubtype="1" fill="hold" grpId="0" nodeType="afterEffect">
                                  <p:stCondLst>
                                    <p:cond delay="0"/>
                                  </p:stCondLst>
                                  <p:childTnLst>
                                    <p:set>
                                      <p:cBhvr>
                                        <p:cTn id="36" dur="1" fill="hold">
                                          <p:stCondLst>
                                            <p:cond delay="0"/>
                                          </p:stCondLst>
                                        </p:cTn>
                                        <p:tgtEl>
                                          <p:spTgt spid="300036"/>
                                        </p:tgtEl>
                                        <p:attrNameLst>
                                          <p:attrName>style.visibility</p:attrName>
                                        </p:attrNameLst>
                                      </p:cBhvr>
                                      <p:to>
                                        <p:strVal val="visible"/>
                                      </p:to>
                                    </p:set>
                                    <p:anim calcmode="lin" valueType="num">
                                      <p:cBhvr additive="base">
                                        <p:cTn id="37" dur="500" fill="hold"/>
                                        <p:tgtEl>
                                          <p:spTgt spid="300036"/>
                                        </p:tgtEl>
                                        <p:attrNameLst>
                                          <p:attrName>ppt_x</p:attrName>
                                        </p:attrNameLst>
                                      </p:cBhvr>
                                      <p:tavLst>
                                        <p:tav tm="0">
                                          <p:val>
                                            <p:strVal val="#ppt_x"/>
                                          </p:val>
                                        </p:tav>
                                        <p:tav tm="100000">
                                          <p:val>
                                            <p:strVal val="#ppt_x"/>
                                          </p:val>
                                        </p:tav>
                                      </p:tavLst>
                                    </p:anim>
                                    <p:anim calcmode="lin" valueType="num">
                                      <p:cBhvr additive="base">
                                        <p:cTn id="38" dur="500" fill="hold"/>
                                        <p:tgtEl>
                                          <p:spTgt spid="300036"/>
                                        </p:tgtEl>
                                        <p:attrNameLst>
                                          <p:attrName>ppt_y</p:attrName>
                                        </p:attrNameLst>
                                      </p:cBhvr>
                                      <p:tavLst>
                                        <p:tav tm="0">
                                          <p:val>
                                            <p:strVal val="0-#ppt_h/2"/>
                                          </p:val>
                                        </p:tav>
                                        <p:tav tm="100000">
                                          <p:val>
                                            <p:strVal val="#ppt_y"/>
                                          </p:val>
                                        </p:tav>
                                      </p:tavLst>
                                    </p:anim>
                                  </p:childTnLst>
                                </p:cTn>
                              </p:par>
                            </p:childTnLst>
                          </p:cTn>
                        </p:par>
                        <p:par>
                          <p:cTn id="39" fill="hold" nodeType="afterGroup">
                            <p:stCondLst>
                              <p:cond delay="3500"/>
                            </p:stCondLst>
                            <p:childTnLst>
                              <p:par>
                                <p:cTn id="40" presetID="2" presetClass="entr" presetSubtype="1" fill="hold" grpId="0" nodeType="afterEffect">
                                  <p:stCondLst>
                                    <p:cond delay="0"/>
                                  </p:stCondLst>
                                  <p:childTnLst>
                                    <p:set>
                                      <p:cBhvr>
                                        <p:cTn id="41" dur="1" fill="hold">
                                          <p:stCondLst>
                                            <p:cond delay="0"/>
                                          </p:stCondLst>
                                        </p:cTn>
                                        <p:tgtEl>
                                          <p:spTgt spid="300037"/>
                                        </p:tgtEl>
                                        <p:attrNameLst>
                                          <p:attrName>style.visibility</p:attrName>
                                        </p:attrNameLst>
                                      </p:cBhvr>
                                      <p:to>
                                        <p:strVal val="visible"/>
                                      </p:to>
                                    </p:set>
                                    <p:anim calcmode="lin" valueType="num">
                                      <p:cBhvr additive="base">
                                        <p:cTn id="42" dur="500" fill="hold"/>
                                        <p:tgtEl>
                                          <p:spTgt spid="300037"/>
                                        </p:tgtEl>
                                        <p:attrNameLst>
                                          <p:attrName>ppt_x</p:attrName>
                                        </p:attrNameLst>
                                      </p:cBhvr>
                                      <p:tavLst>
                                        <p:tav tm="0">
                                          <p:val>
                                            <p:strVal val="#ppt_x"/>
                                          </p:val>
                                        </p:tav>
                                        <p:tav tm="100000">
                                          <p:val>
                                            <p:strVal val="#ppt_x"/>
                                          </p:val>
                                        </p:tav>
                                      </p:tavLst>
                                    </p:anim>
                                    <p:anim calcmode="lin" valueType="num">
                                      <p:cBhvr additive="base">
                                        <p:cTn id="43" dur="500" fill="hold"/>
                                        <p:tgtEl>
                                          <p:spTgt spid="300037"/>
                                        </p:tgtEl>
                                        <p:attrNameLst>
                                          <p:attrName>ppt_y</p:attrName>
                                        </p:attrNameLst>
                                      </p:cBhvr>
                                      <p:tavLst>
                                        <p:tav tm="0">
                                          <p:val>
                                            <p:strVal val="0-#ppt_h/2"/>
                                          </p:val>
                                        </p:tav>
                                        <p:tav tm="100000">
                                          <p:val>
                                            <p:strVal val="#ppt_y"/>
                                          </p:val>
                                        </p:tav>
                                      </p:tavLst>
                                    </p:anim>
                                  </p:childTnLst>
                                </p:cTn>
                              </p:par>
                            </p:childTnLst>
                          </p:cTn>
                        </p:par>
                        <p:par>
                          <p:cTn id="44" fill="hold" nodeType="afterGroup">
                            <p:stCondLst>
                              <p:cond delay="4000"/>
                            </p:stCondLst>
                            <p:childTnLst>
                              <p:par>
                                <p:cTn id="45" presetID="2" presetClass="entr" presetSubtype="1" fill="hold" grpId="0" nodeType="afterEffect">
                                  <p:stCondLst>
                                    <p:cond delay="0"/>
                                  </p:stCondLst>
                                  <p:childTnLst>
                                    <p:set>
                                      <p:cBhvr>
                                        <p:cTn id="46" dur="1" fill="hold">
                                          <p:stCondLst>
                                            <p:cond delay="0"/>
                                          </p:stCondLst>
                                        </p:cTn>
                                        <p:tgtEl>
                                          <p:spTgt spid="300034"/>
                                        </p:tgtEl>
                                        <p:attrNameLst>
                                          <p:attrName>style.visibility</p:attrName>
                                        </p:attrNameLst>
                                      </p:cBhvr>
                                      <p:to>
                                        <p:strVal val="visible"/>
                                      </p:to>
                                    </p:set>
                                    <p:anim calcmode="lin" valueType="num">
                                      <p:cBhvr additive="base">
                                        <p:cTn id="47" dur="500" fill="hold"/>
                                        <p:tgtEl>
                                          <p:spTgt spid="300034"/>
                                        </p:tgtEl>
                                        <p:attrNameLst>
                                          <p:attrName>ppt_x</p:attrName>
                                        </p:attrNameLst>
                                      </p:cBhvr>
                                      <p:tavLst>
                                        <p:tav tm="0">
                                          <p:val>
                                            <p:strVal val="#ppt_x"/>
                                          </p:val>
                                        </p:tav>
                                        <p:tav tm="100000">
                                          <p:val>
                                            <p:strVal val="#ppt_x"/>
                                          </p:val>
                                        </p:tav>
                                      </p:tavLst>
                                    </p:anim>
                                    <p:anim calcmode="lin" valueType="num">
                                      <p:cBhvr additive="base">
                                        <p:cTn id="48" dur="500" fill="hold"/>
                                        <p:tgtEl>
                                          <p:spTgt spid="300034"/>
                                        </p:tgtEl>
                                        <p:attrNameLst>
                                          <p:attrName>ppt_y</p:attrName>
                                        </p:attrNameLst>
                                      </p:cBhvr>
                                      <p:tavLst>
                                        <p:tav tm="0">
                                          <p:val>
                                            <p:strVal val="0-#ppt_h/2"/>
                                          </p:val>
                                        </p:tav>
                                        <p:tav tm="100000">
                                          <p:val>
                                            <p:strVal val="#ppt_y"/>
                                          </p:val>
                                        </p:tav>
                                      </p:tavLst>
                                    </p:anim>
                                  </p:childTnLst>
                                </p:cTn>
                              </p:par>
                            </p:childTnLst>
                          </p:cTn>
                        </p:par>
                        <p:par>
                          <p:cTn id="49" fill="hold" nodeType="afterGroup">
                            <p:stCondLst>
                              <p:cond delay="4500"/>
                            </p:stCondLst>
                            <p:childTnLst>
                              <p:par>
                                <p:cTn id="50" presetID="2" presetClass="entr" presetSubtype="1" fill="hold" grpId="0" nodeType="afterEffect">
                                  <p:stCondLst>
                                    <p:cond delay="0"/>
                                  </p:stCondLst>
                                  <p:childTnLst>
                                    <p:set>
                                      <p:cBhvr>
                                        <p:cTn id="51" dur="1" fill="hold">
                                          <p:stCondLst>
                                            <p:cond delay="0"/>
                                          </p:stCondLst>
                                        </p:cTn>
                                        <p:tgtEl>
                                          <p:spTgt spid="300038"/>
                                        </p:tgtEl>
                                        <p:attrNameLst>
                                          <p:attrName>style.visibility</p:attrName>
                                        </p:attrNameLst>
                                      </p:cBhvr>
                                      <p:to>
                                        <p:strVal val="visible"/>
                                      </p:to>
                                    </p:set>
                                    <p:anim calcmode="lin" valueType="num">
                                      <p:cBhvr additive="base">
                                        <p:cTn id="52" dur="500" fill="hold"/>
                                        <p:tgtEl>
                                          <p:spTgt spid="300038"/>
                                        </p:tgtEl>
                                        <p:attrNameLst>
                                          <p:attrName>ppt_x</p:attrName>
                                        </p:attrNameLst>
                                      </p:cBhvr>
                                      <p:tavLst>
                                        <p:tav tm="0">
                                          <p:val>
                                            <p:strVal val="#ppt_x"/>
                                          </p:val>
                                        </p:tav>
                                        <p:tav tm="100000">
                                          <p:val>
                                            <p:strVal val="#ppt_x"/>
                                          </p:val>
                                        </p:tav>
                                      </p:tavLst>
                                    </p:anim>
                                    <p:anim calcmode="lin" valueType="num">
                                      <p:cBhvr additive="base">
                                        <p:cTn id="53" dur="500" fill="hold"/>
                                        <p:tgtEl>
                                          <p:spTgt spid="300038"/>
                                        </p:tgtEl>
                                        <p:attrNameLst>
                                          <p:attrName>ppt_y</p:attrName>
                                        </p:attrNameLst>
                                      </p:cBhvr>
                                      <p:tavLst>
                                        <p:tav tm="0">
                                          <p:val>
                                            <p:strVal val="0-#ppt_h/2"/>
                                          </p:val>
                                        </p:tav>
                                        <p:tav tm="100000">
                                          <p:val>
                                            <p:strVal val="#ppt_y"/>
                                          </p:val>
                                        </p:tav>
                                      </p:tavLst>
                                    </p:anim>
                                  </p:childTnLst>
                                </p:cTn>
                              </p:par>
                            </p:childTnLst>
                          </p:cTn>
                        </p:par>
                        <p:par>
                          <p:cTn id="54" fill="hold" nodeType="afterGroup">
                            <p:stCondLst>
                              <p:cond delay="5000"/>
                            </p:stCondLst>
                            <p:childTnLst>
                              <p:par>
                                <p:cTn id="55" presetID="2" presetClass="entr" presetSubtype="1" fill="hold" grpId="0" nodeType="afterEffect">
                                  <p:stCondLst>
                                    <p:cond delay="0"/>
                                  </p:stCondLst>
                                  <p:childTnLst>
                                    <p:set>
                                      <p:cBhvr>
                                        <p:cTn id="56" dur="1" fill="hold">
                                          <p:stCondLst>
                                            <p:cond delay="0"/>
                                          </p:stCondLst>
                                        </p:cTn>
                                        <p:tgtEl>
                                          <p:spTgt spid="300035"/>
                                        </p:tgtEl>
                                        <p:attrNameLst>
                                          <p:attrName>style.visibility</p:attrName>
                                        </p:attrNameLst>
                                      </p:cBhvr>
                                      <p:to>
                                        <p:strVal val="visible"/>
                                      </p:to>
                                    </p:set>
                                    <p:anim calcmode="lin" valueType="num">
                                      <p:cBhvr additive="base">
                                        <p:cTn id="57" dur="500" fill="hold"/>
                                        <p:tgtEl>
                                          <p:spTgt spid="300035"/>
                                        </p:tgtEl>
                                        <p:attrNameLst>
                                          <p:attrName>ppt_x</p:attrName>
                                        </p:attrNameLst>
                                      </p:cBhvr>
                                      <p:tavLst>
                                        <p:tav tm="0">
                                          <p:val>
                                            <p:strVal val="#ppt_x"/>
                                          </p:val>
                                        </p:tav>
                                        <p:tav tm="100000">
                                          <p:val>
                                            <p:strVal val="#ppt_x"/>
                                          </p:val>
                                        </p:tav>
                                      </p:tavLst>
                                    </p:anim>
                                    <p:anim calcmode="lin" valueType="num">
                                      <p:cBhvr additive="base">
                                        <p:cTn id="58" dur="500" fill="hold"/>
                                        <p:tgtEl>
                                          <p:spTgt spid="300035"/>
                                        </p:tgtEl>
                                        <p:attrNameLst>
                                          <p:attrName>ppt_y</p:attrName>
                                        </p:attrNameLst>
                                      </p:cBhvr>
                                      <p:tavLst>
                                        <p:tav tm="0">
                                          <p:val>
                                            <p:strVal val="0-#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00045"/>
                                        </p:tgtEl>
                                        <p:attrNameLst>
                                          <p:attrName>style.visibility</p:attrName>
                                        </p:attrNameLst>
                                      </p:cBhvr>
                                      <p:to>
                                        <p:strVal val="visible"/>
                                      </p:to>
                                    </p:set>
                                    <p:animEffect transition="in" filter="dissolve">
                                      <p:cBhvr>
                                        <p:cTn id="63" dur="500"/>
                                        <p:tgtEl>
                                          <p:spTgt spid="30004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1" fill="hold" grpId="0" nodeType="clickEffect">
                                  <p:stCondLst>
                                    <p:cond delay="0"/>
                                  </p:stCondLst>
                                  <p:childTnLst>
                                    <p:set>
                                      <p:cBhvr>
                                        <p:cTn id="67" dur="1" fill="hold">
                                          <p:stCondLst>
                                            <p:cond delay="0"/>
                                          </p:stCondLst>
                                        </p:cTn>
                                        <p:tgtEl>
                                          <p:spTgt spid="300050"/>
                                        </p:tgtEl>
                                        <p:attrNameLst>
                                          <p:attrName>style.visibility</p:attrName>
                                        </p:attrNameLst>
                                      </p:cBhvr>
                                      <p:to>
                                        <p:strVal val="visible"/>
                                      </p:to>
                                    </p:set>
                                    <p:anim calcmode="lin" valueType="num">
                                      <p:cBhvr>
                                        <p:cTn id="68" dur="500" fill="hold"/>
                                        <p:tgtEl>
                                          <p:spTgt spid="300050"/>
                                        </p:tgtEl>
                                        <p:attrNameLst>
                                          <p:attrName>ppt_x</p:attrName>
                                        </p:attrNameLst>
                                      </p:cBhvr>
                                      <p:tavLst>
                                        <p:tav tm="0">
                                          <p:val>
                                            <p:strVal val="#ppt_x"/>
                                          </p:val>
                                        </p:tav>
                                        <p:tav tm="100000">
                                          <p:val>
                                            <p:strVal val="#ppt_x"/>
                                          </p:val>
                                        </p:tav>
                                      </p:tavLst>
                                    </p:anim>
                                    <p:anim calcmode="lin" valueType="num">
                                      <p:cBhvr>
                                        <p:cTn id="69" dur="500" fill="hold"/>
                                        <p:tgtEl>
                                          <p:spTgt spid="300050"/>
                                        </p:tgtEl>
                                        <p:attrNameLst>
                                          <p:attrName>ppt_y</p:attrName>
                                        </p:attrNameLst>
                                      </p:cBhvr>
                                      <p:tavLst>
                                        <p:tav tm="0">
                                          <p:val>
                                            <p:strVal val="#ppt_y-#ppt_h/2"/>
                                          </p:val>
                                        </p:tav>
                                        <p:tav tm="100000">
                                          <p:val>
                                            <p:strVal val="#ppt_y"/>
                                          </p:val>
                                        </p:tav>
                                      </p:tavLst>
                                    </p:anim>
                                    <p:anim calcmode="lin" valueType="num">
                                      <p:cBhvr>
                                        <p:cTn id="70" dur="500" fill="hold"/>
                                        <p:tgtEl>
                                          <p:spTgt spid="300050"/>
                                        </p:tgtEl>
                                        <p:attrNameLst>
                                          <p:attrName>ppt_w</p:attrName>
                                        </p:attrNameLst>
                                      </p:cBhvr>
                                      <p:tavLst>
                                        <p:tav tm="0">
                                          <p:val>
                                            <p:strVal val="#ppt_w"/>
                                          </p:val>
                                        </p:tav>
                                        <p:tav tm="100000">
                                          <p:val>
                                            <p:strVal val="#ppt_w"/>
                                          </p:val>
                                        </p:tav>
                                      </p:tavLst>
                                    </p:anim>
                                    <p:anim calcmode="lin" valueType="num">
                                      <p:cBhvr>
                                        <p:cTn id="71" dur="500" fill="hold"/>
                                        <p:tgtEl>
                                          <p:spTgt spid="300050"/>
                                        </p:tgtEl>
                                        <p:attrNameLst>
                                          <p:attrName>ppt_h</p:attrName>
                                        </p:attrNameLst>
                                      </p:cBhvr>
                                      <p:tavLst>
                                        <p:tav tm="0">
                                          <p:val>
                                            <p:fltVal val="0"/>
                                          </p:val>
                                        </p:tav>
                                        <p:tav tm="100000">
                                          <p:val>
                                            <p:strVal val="#ppt_h"/>
                                          </p:val>
                                        </p:tav>
                                      </p:tavLst>
                                    </p:anim>
                                  </p:childTnLst>
                                </p:cTn>
                              </p:par>
                            </p:childTnLst>
                          </p:cTn>
                        </p:par>
                        <p:par>
                          <p:cTn id="72" fill="hold" nodeType="afterGroup">
                            <p:stCondLst>
                              <p:cond delay="500"/>
                            </p:stCondLst>
                            <p:childTnLst>
                              <p:par>
                                <p:cTn id="73" presetID="17" presetClass="entr" presetSubtype="1" fill="hold" grpId="0" nodeType="afterEffect">
                                  <p:stCondLst>
                                    <p:cond delay="0"/>
                                  </p:stCondLst>
                                  <p:childTnLst>
                                    <p:set>
                                      <p:cBhvr>
                                        <p:cTn id="74" dur="1" fill="hold">
                                          <p:stCondLst>
                                            <p:cond delay="0"/>
                                          </p:stCondLst>
                                        </p:cTn>
                                        <p:tgtEl>
                                          <p:spTgt spid="300048"/>
                                        </p:tgtEl>
                                        <p:attrNameLst>
                                          <p:attrName>style.visibility</p:attrName>
                                        </p:attrNameLst>
                                      </p:cBhvr>
                                      <p:to>
                                        <p:strVal val="visible"/>
                                      </p:to>
                                    </p:set>
                                    <p:anim calcmode="lin" valueType="num">
                                      <p:cBhvr>
                                        <p:cTn id="75" dur="500" fill="hold"/>
                                        <p:tgtEl>
                                          <p:spTgt spid="300048"/>
                                        </p:tgtEl>
                                        <p:attrNameLst>
                                          <p:attrName>ppt_x</p:attrName>
                                        </p:attrNameLst>
                                      </p:cBhvr>
                                      <p:tavLst>
                                        <p:tav tm="0">
                                          <p:val>
                                            <p:strVal val="#ppt_x"/>
                                          </p:val>
                                        </p:tav>
                                        <p:tav tm="100000">
                                          <p:val>
                                            <p:strVal val="#ppt_x"/>
                                          </p:val>
                                        </p:tav>
                                      </p:tavLst>
                                    </p:anim>
                                    <p:anim calcmode="lin" valueType="num">
                                      <p:cBhvr>
                                        <p:cTn id="76" dur="500" fill="hold"/>
                                        <p:tgtEl>
                                          <p:spTgt spid="300048"/>
                                        </p:tgtEl>
                                        <p:attrNameLst>
                                          <p:attrName>ppt_y</p:attrName>
                                        </p:attrNameLst>
                                      </p:cBhvr>
                                      <p:tavLst>
                                        <p:tav tm="0">
                                          <p:val>
                                            <p:strVal val="#ppt_y-#ppt_h/2"/>
                                          </p:val>
                                        </p:tav>
                                        <p:tav tm="100000">
                                          <p:val>
                                            <p:strVal val="#ppt_y"/>
                                          </p:val>
                                        </p:tav>
                                      </p:tavLst>
                                    </p:anim>
                                    <p:anim calcmode="lin" valueType="num">
                                      <p:cBhvr>
                                        <p:cTn id="77" dur="500" fill="hold"/>
                                        <p:tgtEl>
                                          <p:spTgt spid="300048"/>
                                        </p:tgtEl>
                                        <p:attrNameLst>
                                          <p:attrName>ppt_w</p:attrName>
                                        </p:attrNameLst>
                                      </p:cBhvr>
                                      <p:tavLst>
                                        <p:tav tm="0">
                                          <p:val>
                                            <p:strVal val="#ppt_w"/>
                                          </p:val>
                                        </p:tav>
                                        <p:tav tm="100000">
                                          <p:val>
                                            <p:strVal val="#ppt_w"/>
                                          </p:val>
                                        </p:tav>
                                      </p:tavLst>
                                    </p:anim>
                                    <p:anim calcmode="lin" valueType="num">
                                      <p:cBhvr>
                                        <p:cTn id="78" dur="500" fill="hold"/>
                                        <p:tgtEl>
                                          <p:spTgt spid="300048"/>
                                        </p:tgtEl>
                                        <p:attrNameLst>
                                          <p:attrName>ppt_h</p:attrName>
                                        </p:attrNameLst>
                                      </p:cBhvr>
                                      <p:tavLst>
                                        <p:tav tm="0">
                                          <p:val>
                                            <p:fltVal val="0"/>
                                          </p:val>
                                        </p:tav>
                                        <p:tav tm="100000">
                                          <p:val>
                                            <p:strVal val="#ppt_h"/>
                                          </p:val>
                                        </p:tav>
                                      </p:tavLst>
                                    </p:anim>
                                  </p:childTnLst>
                                </p:cTn>
                              </p:par>
                            </p:childTnLst>
                          </p:cTn>
                        </p:par>
                        <p:par>
                          <p:cTn id="79" fill="hold" nodeType="afterGroup">
                            <p:stCondLst>
                              <p:cond delay="1000"/>
                            </p:stCondLst>
                            <p:childTnLst>
                              <p:par>
                                <p:cTn id="80" presetID="17" presetClass="entr" presetSubtype="1" fill="hold" grpId="0" nodeType="afterEffect">
                                  <p:stCondLst>
                                    <p:cond delay="0"/>
                                  </p:stCondLst>
                                  <p:childTnLst>
                                    <p:set>
                                      <p:cBhvr>
                                        <p:cTn id="81" dur="1" fill="hold">
                                          <p:stCondLst>
                                            <p:cond delay="0"/>
                                          </p:stCondLst>
                                        </p:cTn>
                                        <p:tgtEl>
                                          <p:spTgt spid="300046"/>
                                        </p:tgtEl>
                                        <p:attrNameLst>
                                          <p:attrName>style.visibility</p:attrName>
                                        </p:attrNameLst>
                                      </p:cBhvr>
                                      <p:to>
                                        <p:strVal val="visible"/>
                                      </p:to>
                                    </p:set>
                                    <p:anim calcmode="lin" valueType="num">
                                      <p:cBhvr>
                                        <p:cTn id="82" dur="500" fill="hold"/>
                                        <p:tgtEl>
                                          <p:spTgt spid="300046"/>
                                        </p:tgtEl>
                                        <p:attrNameLst>
                                          <p:attrName>ppt_x</p:attrName>
                                        </p:attrNameLst>
                                      </p:cBhvr>
                                      <p:tavLst>
                                        <p:tav tm="0">
                                          <p:val>
                                            <p:strVal val="#ppt_x"/>
                                          </p:val>
                                        </p:tav>
                                        <p:tav tm="100000">
                                          <p:val>
                                            <p:strVal val="#ppt_x"/>
                                          </p:val>
                                        </p:tav>
                                      </p:tavLst>
                                    </p:anim>
                                    <p:anim calcmode="lin" valueType="num">
                                      <p:cBhvr>
                                        <p:cTn id="83" dur="500" fill="hold"/>
                                        <p:tgtEl>
                                          <p:spTgt spid="300046"/>
                                        </p:tgtEl>
                                        <p:attrNameLst>
                                          <p:attrName>ppt_y</p:attrName>
                                        </p:attrNameLst>
                                      </p:cBhvr>
                                      <p:tavLst>
                                        <p:tav tm="0">
                                          <p:val>
                                            <p:strVal val="#ppt_y-#ppt_h/2"/>
                                          </p:val>
                                        </p:tav>
                                        <p:tav tm="100000">
                                          <p:val>
                                            <p:strVal val="#ppt_y"/>
                                          </p:val>
                                        </p:tav>
                                      </p:tavLst>
                                    </p:anim>
                                    <p:anim calcmode="lin" valueType="num">
                                      <p:cBhvr>
                                        <p:cTn id="84" dur="500" fill="hold"/>
                                        <p:tgtEl>
                                          <p:spTgt spid="300046"/>
                                        </p:tgtEl>
                                        <p:attrNameLst>
                                          <p:attrName>ppt_w</p:attrName>
                                        </p:attrNameLst>
                                      </p:cBhvr>
                                      <p:tavLst>
                                        <p:tav tm="0">
                                          <p:val>
                                            <p:strVal val="#ppt_w"/>
                                          </p:val>
                                        </p:tav>
                                        <p:tav tm="100000">
                                          <p:val>
                                            <p:strVal val="#ppt_w"/>
                                          </p:val>
                                        </p:tav>
                                      </p:tavLst>
                                    </p:anim>
                                    <p:anim calcmode="lin" valueType="num">
                                      <p:cBhvr>
                                        <p:cTn id="85" dur="500" fill="hold"/>
                                        <p:tgtEl>
                                          <p:spTgt spid="300046"/>
                                        </p:tgtEl>
                                        <p:attrNameLst>
                                          <p:attrName>ppt_h</p:attrName>
                                        </p:attrNameLst>
                                      </p:cBhvr>
                                      <p:tavLst>
                                        <p:tav tm="0">
                                          <p:val>
                                            <p:fltVal val="0"/>
                                          </p:val>
                                        </p:tav>
                                        <p:tav tm="100000">
                                          <p:val>
                                            <p:strVal val="#ppt_h"/>
                                          </p:val>
                                        </p:tav>
                                      </p:tavLst>
                                    </p:anim>
                                  </p:childTnLst>
                                </p:cTn>
                              </p:par>
                            </p:childTnLst>
                          </p:cTn>
                        </p:par>
                        <p:par>
                          <p:cTn id="86" fill="hold" nodeType="afterGroup">
                            <p:stCondLst>
                              <p:cond delay="1500"/>
                            </p:stCondLst>
                            <p:childTnLst>
                              <p:par>
                                <p:cTn id="87" presetID="17" presetClass="entr" presetSubtype="1" fill="hold" grpId="0" nodeType="afterEffect">
                                  <p:stCondLst>
                                    <p:cond delay="0"/>
                                  </p:stCondLst>
                                  <p:childTnLst>
                                    <p:set>
                                      <p:cBhvr>
                                        <p:cTn id="88" dur="1" fill="hold">
                                          <p:stCondLst>
                                            <p:cond delay="0"/>
                                          </p:stCondLst>
                                        </p:cTn>
                                        <p:tgtEl>
                                          <p:spTgt spid="300049"/>
                                        </p:tgtEl>
                                        <p:attrNameLst>
                                          <p:attrName>style.visibility</p:attrName>
                                        </p:attrNameLst>
                                      </p:cBhvr>
                                      <p:to>
                                        <p:strVal val="visible"/>
                                      </p:to>
                                    </p:set>
                                    <p:anim calcmode="lin" valueType="num">
                                      <p:cBhvr>
                                        <p:cTn id="89" dur="500" fill="hold"/>
                                        <p:tgtEl>
                                          <p:spTgt spid="300049"/>
                                        </p:tgtEl>
                                        <p:attrNameLst>
                                          <p:attrName>ppt_x</p:attrName>
                                        </p:attrNameLst>
                                      </p:cBhvr>
                                      <p:tavLst>
                                        <p:tav tm="0">
                                          <p:val>
                                            <p:strVal val="#ppt_x"/>
                                          </p:val>
                                        </p:tav>
                                        <p:tav tm="100000">
                                          <p:val>
                                            <p:strVal val="#ppt_x"/>
                                          </p:val>
                                        </p:tav>
                                      </p:tavLst>
                                    </p:anim>
                                    <p:anim calcmode="lin" valueType="num">
                                      <p:cBhvr>
                                        <p:cTn id="90" dur="500" fill="hold"/>
                                        <p:tgtEl>
                                          <p:spTgt spid="300049"/>
                                        </p:tgtEl>
                                        <p:attrNameLst>
                                          <p:attrName>ppt_y</p:attrName>
                                        </p:attrNameLst>
                                      </p:cBhvr>
                                      <p:tavLst>
                                        <p:tav tm="0">
                                          <p:val>
                                            <p:strVal val="#ppt_y-#ppt_h/2"/>
                                          </p:val>
                                        </p:tav>
                                        <p:tav tm="100000">
                                          <p:val>
                                            <p:strVal val="#ppt_y"/>
                                          </p:val>
                                        </p:tav>
                                      </p:tavLst>
                                    </p:anim>
                                    <p:anim calcmode="lin" valueType="num">
                                      <p:cBhvr>
                                        <p:cTn id="91" dur="500" fill="hold"/>
                                        <p:tgtEl>
                                          <p:spTgt spid="300049"/>
                                        </p:tgtEl>
                                        <p:attrNameLst>
                                          <p:attrName>ppt_w</p:attrName>
                                        </p:attrNameLst>
                                      </p:cBhvr>
                                      <p:tavLst>
                                        <p:tav tm="0">
                                          <p:val>
                                            <p:strVal val="#ppt_w"/>
                                          </p:val>
                                        </p:tav>
                                        <p:tav tm="100000">
                                          <p:val>
                                            <p:strVal val="#ppt_w"/>
                                          </p:val>
                                        </p:tav>
                                      </p:tavLst>
                                    </p:anim>
                                    <p:anim calcmode="lin" valueType="num">
                                      <p:cBhvr>
                                        <p:cTn id="92" dur="500" fill="hold"/>
                                        <p:tgtEl>
                                          <p:spTgt spid="300049"/>
                                        </p:tgtEl>
                                        <p:attrNameLst>
                                          <p:attrName>ppt_h</p:attrName>
                                        </p:attrNameLst>
                                      </p:cBhvr>
                                      <p:tavLst>
                                        <p:tav tm="0">
                                          <p:val>
                                            <p:fltVal val="0"/>
                                          </p:val>
                                        </p:tav>
                                        <p:tav tm="100000">
                                          <p:val>
                                            <p:strVal val="#ppt_h"/>
                                          </p:val>
                                        </p:tav>
                                      </p:tavLst>
                                    </p:anim>
                                  </p:childTnLst>
                                </p:cTn>
                              </p:par>
                            </p:childTnLst>
                          </p:cTn>
                        </p:par>
                        <p:par>
                          <p:cTn id="93" fill="hold" nodeType="afterGroup">
                            <p:stCondLst>
                              <p:cond delay="2000"/>
                            </p:stCondLst>
                            <p:childTnLst>
                              <p:par>
                                <p:cTn id="94" presetID="17" presetClass="entr" presetSubtype="1" fill="hold" grpId="0" nodeType="afterEffect">
                                  <p:stCondLst>
                                    <p:cond delay="0"/>
                                  </p:stCondLst>
                                  <p:childTnLst>
                                    <p:set>
                                      <p:cBhvr>
                                        <p:cTn id="95" dur="1" fill="hold">
                                          <p:stCondLst>
                                            <p:cond delay="0"/>
                                          </p:stCondLst>
                                        </p:cTn>
                                        <p:tgtEl>
                                          <p:spTgt spid="300047"/>
                                        </p:tgtEl>
                                        <p:attrNameLst>
                                          <p:attrName>style.visibility</p:attrName>
                                        </p:attrNameLst>
                                      </p:cBhvr>
                                      <p:to>
                                        <p:strVal val="visible"/>
                                      </p:to>
                                    </p:set>
                                    <p:anim calcmode="lin" valueType="num">
                                      <p:cBhvr>
                                        <p:cTn id="96" dur="500" fill="hold"/>
                                        <p:tgtEl>
                                          <p:spTgt spid="300047"/>
                                        </p:tgtEl>
                                        <p:attrNameLst>
                                          <p:attrName>ppt_x</p:attrName>
                                        </p:attrNameLst>
                                      </p:cBhvr>
                                      <p:tavLst>
                                        <p:tav tm="0">
                                          <p:val>
                                            <p:strVal val="#ppt_x"/>
                                          </p:val>
                                        </p:tav>
                                        <p:tav tm="100000">
                                          <p:val>
                                            <p:strVal val="#ppt_x"/>
                                          </p:val>
                                        </p:tav>
                                      </p:tavLst>
                                    </p:anim>
                                    <p:anim calcmode="lin" valueType="num">
                                      <p:cBhvr>
                                        <p:cTn id="97" dur="500" fill="hold"/>
                                        <p:tgtEl>
                                          <p:spTgt spid="300047"/>
                                        </p:tgtEl>
                                        <p:attrNameLst>
                                          <p:attrName>ppt_y</p:attrName>
                                        </p:attrNameLst>
                                      </p:cBhvr>
                                      <p:tavLst>
                                        <p:tav tm="0">
                                          <p:val>
                                            <p:strVal val="#ppt_y-#ppt_h/2"/>
                                          </p:val>
                                        </p:tav>
                                        <p:tav tm="100000">
                                          <p:val>
                                            <p:strVal val="#ppt_y"/>
                                          </p:val>
                                        </p:tav>
                                      </p:tavLst>
                                    </p:anim>
                                    <p:anim calcmode="lin" valueType="num">
                                      <p:cBhvr>
                                        <p:cTn id="98" dur="500" fill="hold"/>
                                        <p:tgtEl>
                                          <p:spTgt spid="300047"/>
                                        </p:tgtEl>
                                        <p:attrNameLst>
                                          <p:attrName>ppt_w</p:attrName>
                                        </p:attrNameLst>
                                      </p:cBhvr>
                                      <p:tavLst>
                                        <p:tav tm="0">
                                          <p:val>
                                            <p:strVal val="#ppt_w"/>
                                          </p:val>
                                        </p:tav>
                                        <p:tav tm="100000">
                                          <p:val>
                                            <p:strVal val="#ppt_w"/>
                                          </p:val>
                                        </p:tav>
                                      </p:tavLst>
                                    </p:anim>
                                    <p:anim calcmode="lin" valueType="num">
                                      <p:cBhvr>
                                        <p:cTn id="99" dur="500" fill="hold"/>
                                        <p:tgtEl>
                                          <p:spTgt spid="300047"/>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4" fill="hold" grpId="0" nodeType="clickEffect">
                                  <p:stCondLst>
                                    <p:cond delay="0"/>
                                  </p:stCondLst>
                                  <p:childTnLst>
                                    <p:set>
                                      <p:cBhvr>
                                        <p:cTn id="103" dur="1" fill="hold">
                                          <p:stCondLst>
                                            <p:cond delay="0"/>
                                          </p:stCondLst>
                                        </p:cTn>
                                        <p:tgtEl>
                                          <p:spTgt spid="300052"/>
                                        </p:tgtEl>
                                        <p:attrNameLst>
                                          <p:attrName>style.visibility</p:attrName>
                                        </p:attrNameLst>
                                      </p:cBhvr>
                                      <p:to>
                                        <p:strVal val="visible"/>
                                      </p:to>
                                    </p:set>
                                    <p:anim calcmode="lin" valueType="num">
                                      <p:cBhvr>
                                        <p:cTn id="104" dur="500" fill="hold"/>
                                        <p:tgtEl>
                                          <p:spTgt spid="300052"/>
                                        </p:tgtEl>
                                        <p:attrNameLst>
                                          <p:attrName>ppt_x</p:attrName>
                                        </p:attrNameLst>
                                      </p:cBhvr>
                                      <p:tavLst>
                                        <p:tav tm="0">
                                          <p:val>
                                            <p:strVal val="#ppt_x"/>
                                          </p:val>
                                        </p:tav>
                                        <p:tav tm="100000">
                                          <p:val>
                                            <p:strVal val="#ppt_x"/>
                                          </p:val>
                                        </p:tav>
                                      </p:tavLst>
                                    </p:anim>
                                    <p:anim calcmode="lin" valueType="num">
                                      <p:cBhvr>
                                        <p:cTn id="105" dur="500" fill="hold"/>
                                        <p:tgtEl>
                                          <p:spTgt spid="300052"/>
                                        </p:tgtEl>
                                        <p:attrNameLst>
                                          <p:attrName>ppt_y</p:attrName>
                                        </p:attrNameLst>
                                      </p:cBhvr>
                                      <p:tavLst>
                                        <p:tav tm="0">
                                          <p:val>
                                            <p:strVal val="#ppt_y+#ppt_h/2"/>
                                          </p:val>
                                        </p:tav>
                                        <p:tav tm="100000">
                                          <p:val>
                                            <p:strVal val="#ppt_y"/>
                                          </p:val>
                                        </p:tav>
                                      </p:tavLst>
                                    </p:anim>
                                    <p:anim calcmode="lin" valueType="num">
                                      <p:cBhvr>
                                        <p:cTn id="106" dur="500" fill="hold"/>
                                        <p:tgtEl>
                                          <p:spTgt spid="300052"/>
                                        </p:tgtEl>
                                        <p:attrNameLst>
                                          <p:attrName>ppt_w</p:attrName>
                                        </p:attrNameLst>
                                      </p:cBhvr>
                                      <p:tavLst>
                                        <p:tav tm="0">
                                          <p:val>
                                            <p:strVal val="#ppt_w"/>
                                          </p:val>
                                        </p:tav>
                                        <p:tav tm="100000">
                                          <p:val>
                                            <p:strVal val="#ppt_w"/>
                                          </p:val>
                                        </p:tav>
                                      </p:tavLst>
                                    </p:anim>
                                    <p:anim calcmode="lin" valueType="num">
                                      <p:cBhvr>
                                        <p:cTn id="107" dur="500" fill="hold"/>
                                        <p:tgtEl>
                                          <p:spTgt spid="300052"/>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7" presetClass="entr" presetSubtype="4" fill="hold" grpId="0" nodeType="clickEffect">
                                  <p:stCondLst>
                                    <p:cond delay="0"/>
                                  </p:stCondLst>
                                  <p:childTnLst>
                                    <p:set>
                                      <p:cBhvr>
                                        <p:cTn id="111" dur="1" fill="hold">
                                          <p:stCondLst>
                                            <p:cond delay="0"/>
                                          </p:stCondLst>
                                        </p:cTn>
                                        <p:tgtEl>
                                          <p:spTgt spid="300053"/>
                                        </p:tgtEl>
                                        <p:attrNameLst>
                                          <p:attrName>style.visibility</p:attrName>
                                        </p:attrNameLst>
                                      </p:cBhvr>
                                      <p:to>
                                        <p:strVal val="visible"/>
                                      </p:to>
                                    </p:set>
                                    <p:anim calcmode="lin" valueType="num">
                                      <p:cBhvr>
                                        <p:cTn id="112" dur="500" fill="hold"/>
                                        <p:tgtEl>
                                          <p:spTgt spid="300053"/>
                                        </p:tgtEl>
                                        <p:attrNameLst>
                                          <p:attrName>ppt_x</p:attrName>
                                        </p:attrNameLst>
                                      </p:cBhvr>
                                      <p:tavLst>
                                        <p:tav tm="0">
                                          <p:val>
                                            <p:strVal val="#ppt_x"/>
                                          </p:val>
                                        </p:tav>
                                        <p:tav tm="100000">
                                          <p:val>
                                            <p:strVal val="#ppt_x"/>
                                          </p:val>
                                        </p:tav>
                                      </p:tavLst>
                                    </p:anim>
                                    <p:anim calcmode="lin" valueType="num">
                                      <p:cBhvr>
                                        <p:cTn id="113" dur="500" fill="hold"/>
                                        <p:tgtEl>
                                          <p:spTgt spid="300053"/>
                                        </p:tgtEl>
                                        <p:attrNameLst>
                                          <p:attrName>ppt_y</p:attrName>
                                        </p:attrNameLst>
                                      </p:cBhvr>
                                      <p:tavLst>
                                        <p:tav tm="0">
                                          <p:val>
                                            <p:strVal val="#ppt_y+#ppt_h/2"/>
                                          </p:val>
                                        </p:tav>
                                        <p:tav tm="100000">
                                          <p:val>
                                            <p:strVal val="#ppt_y"/>
                                          </p:val>
                                        </p:tav>
                                      </p:tavLst>
                                    </p:anim>
                                    <p:anim calcmode="lin" valueType="num">
                                      <p:cBhvr>
                                        <p:cTn id="114" dur="500" fill="hold"/>
                                        <p:tgtEl>
                                          <p:spTgt spid="300053"/>
                                        </p:tgtEl>
                                        <p:attrNameLst>
                                          <p:attrName>ppt_w</p:attrName>
                                        </p:attrNameLst>
                                      </p:cBhvr>
                                      <p:tavLst>
                                        <p:tav tm="0">
                                          <p:val>
                                            <p:strVal val="#ppt_w"/>
                                          </p:val>
                                        </p:tav>
                                        <p:tav tm="100000">
                                          <p:val>
                                            <p:strVal val="#ppt_w"/>
                                          </p:val>
                                        </p:tav>
                                      </p:tavLst>
                                    </p:anim>
                                    <p:anim calcmode="lin" valueType="num">
                                      <p:cBhvr>
                                        <p:cTn id="115" dur="500" fill="hold"/>
                                        <p:tgtEl>
                                          <p:spTgt spid="300053"/>
                                        </p:tgtEl>
                                        <p:attrNameLst>
                                          <p:attrName>ppt_h</p:attrName>
                                        </p:attrNameLst>
                                      </p:cBhvr>
                                      <p:tavLst>
                                        <p:tav tm="0">
                                          <p:val>
                                            <p:fltVal val="0"/>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4" fill="hold" grpId="0" nodeType="clickEffect">
                                  <p:stCondLst>
                                    <p:cond delay="0"/>
                                  </p:stCondLst>
                                  <p:childTnLst>
                                    <p:set>
                                      <p:cBhvr>
                                        <p:cTn id="119" dur="1" fill="hold">
                                          <p:stCondLst>
                                            <p:cond delay="0"/>
                                          </p:stCondLst>
                                        </p:cTn>
                                        <p:tgtEl>
                                          <p:spTgt spid="300051"/>
                                        </p:tgtEl>
                                        <p:attrNameLst>
                                          <p:attrName>style.visibility</p:attrName>
                                        </p:attrNameLst>
                                      </p:cBhvr>
                                      <p:to>
                                        <p:strVal val="visible"/>
                                      </p:to>
                                    </p:set>
                                    <p:anim calcmode="lin" valueType="num">
                                      <p:cBhvr>
                                        <p:cTn id="120" dur="500" fill="hold"/>
                                        <p:tgtEl>
                                          <p:spTgt spid="300051"/>
                                        </p:tgtEl>
                                        <p:attrNameLst>
                                          <p:attrName>ppt_x</p:attrName>
                                        </p:attrNameLst>
                                      </p:cBhvr>
                                      <p:tavLst>
                                        <p:tav tm="0">
                                          <p:val>
                                            <p:strVal val="#ppt_x"/>
                                          </p:val>
                                        </p:tav>
                                        <p:tav tm="100000">
                                          <p:val>
                                            <p:strVal val="#ppt_x"/>
                                          </p:val>
                                        </p:tav>
                                      </p:tavLst>
                                    </p:anim>
                                    <p:anim calcmode="lin" valueType="num">
                                      <p:cBhvr>
                                        <p:cTn id="121" dur="500" fill="hold"/>
                                        <p:tgtEl>
                                          <p:spTgt spid="300051"/>
                                        </p:tgtEl>
                                        <p:attrNameLst>
                                          <p:attrName>ppt_y</p:attrName>
                                        </p:attrNameLst>
                                      </p:cBhvr>
                                      <p:tavLst>
                                        <p:tav tm="0">
                                          <p:val>
                                            <p:strVal val="#ppt_y+#ppt_h/2"/>
                                          </p:val>
                                        </p:tav>
                                        <p:tav tm="100000">
                                          <p:val>
                                            <p:strVal val="#ppt_y"/>
                                          </p:val>
                                        </p:tav>
                                      </p:tavLst>
                                    </p:anim>
                                    <p:anim calcmode="lin" valueType="num">
                                      <p:cBhvr>
                                        <p:cTn id="122" dur="500" fill="hold"/>
                                        <p:tgtEl>
                                          <p:spTgt spid="300051"/>
                                        </p:tgtEl>
                                        <p:attrNameLst>
                                          <p:attrName>ppt_w</p:attrName>
                                        </p:attrNameLst>
                                      </p:cBhvr>
                                      <p:tavLst>
                                        <p:tav tm="0">
                                          <p:val>
                                            <p:strVal val="#ppt_w"/>
                                          </p:val>
                                        </p:tav>
                                        <p:tav tm="100000">
                                          <p:val>
                                            <p:strVal val="#ppt_w"/>
                                          </p:val>
                                        </p:tav>
                                      </p:tavLst>
                                    </p:anim>
                                    <p:anim calcmode="lin" valueType="num">
                                      <p:cBhvr>
                                        <p:cTn id="123" dur="500" fill="hold"/>
                                        <p:tgtEl>
                                          <p:spTgt spid="300051"/>
                                        </p:tgtEl>
                                        <p:attrNameLst>
                                          <p:attrName>ppt_h</p:attrName>
                                        </p:attrNameLst>
                                      </p:cBhvr>
                                      <p:tavLst>
                                        <p:tav tm="0">
                                          <p:val>
                                            <p:fltVal val="0"/>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1" fill="hold" grpId="0" nodeType="clickEffect">
                                  <p:stCondLst>
                                    <p:cond delay="0"/>
                                  </p:stCondLst>
                                  <p:childTnLst>
                                    <p:set>
                                      <p:cBhvr>
                                        <p:cTn id="127" dur="1" fill="hold">
                                          <p:stCondLst>
                                            <p:cond delay="0"/>
                                          </p:stCondLst>
                                        </p:cTn>
                                        <p:tgtEl>
                                          <p:spTgt spid="300056"/>
                                        </p:tgtEl>
                                        <p:attrNameLst>
                                          <p:attrName>style.visibility</p:attrName>
                                        </p:attrNameLst>
                                      </p:cBhvr>
                                      <p:to>
                                        <p:strVal val="visible"/>
                                      </p:to>
                                    </p:set>
                                    <p:anim calcmode="lin" valueType="num">
                                      <p:cBhvr>
                                        <p:cTn id="128" dur="500" fill="hold"/>
                                        <p:tgtEl>
                                          <p:spTgt spid="300056"/>
                                        </p:tgtEl>
                                        <p:attrNameLst>
                                          <p:attrName>ppt_x</p:attrName>
                                        </p:attrNameLst>
                                      </p:cBhvr>
                                      <p:tavLst>
                                        <p:tav tm="0">
                                          <p:val>
                                            <p:strVal val="#ppt_x"/>
                                          </p:val>
                                        </p:tav>
                                        <p:tav tm="100000">
                                          <p:val>
                                            <p:strVal val="#ppt_x"/>
                                          </p:val>
                                        </p:tav>
                                      </p:tavLst>
                                    </p:anim>
                                    <p:anim calcmode="lin" valueType="num">
                                      <p:cBhvr>
                                        <p:cTn id="129" dur="500" fill="hold"/>
                                        <p:tgtEl>
                                          <p:spTgt spid="300056"/>
                                        </p:tgtEl>
                                        <p:attrNameLst>
                                          <p:attrName>ppt_y</p:attrName>
                                        </p:attrNameLst>
                                      </p:cBhvr>
                                      <p:tavLst>
                                        <p:tav tm="0">
                                          <p:val>
                                            <p:strVal val="#ppt_y-#ppt_h/2"/>
                                          </p:val>
                                        </p:tav>
                                        <p:tav tm="100000">
                                          <p:val>
                                            <p:strVal val="#ppt_y"/>
                                          </p:val>
                                        </p:tav>
                                      </p:tavLst>
                                    </p:anim>
                                    <p:anim calcmode="lin" valueType="num">
                                      <p:cBhvr>
                                        <p:cTn id="130" dur="500" fill="hold"/>
                                        <p:tgtEl>
                                          <p:spTgt spid="300056"/>
                                        </p:tgtEl>
                                        <p:attrNameLst>
                                          <p:attrName>ppt_w</p:attrName>
                                        </p:attrNameLst>
                                      </p:cBhvr>
                                      <p:tavLst>
                                        <p:tav tm="0">
                                          <p:val>
                                            <p:strVal val="#ppt_w"/>
                                          </p:val>
                                        </p:tav>
                                        <p:tav tm="100000">
                                          <p:val>
                                            <p:strVal val="#ppt_w"/>
                                          </p:val>
                                        </p:tav>
                                      </p:tavLst>
                                    </p:anim>
                                    <p:anim calcmode="lin" valueType="num">
                                      <p:cBhvr>
                                        <p:cTn id="131" dur="500" fill="hold"/>
                                        <p:tgtEl>
                                          <p:spTgt spid="300056"/>
                                        </p:tgtEl>
                                        <p:attrNameLst>
                                          <p:attrName>ppt_h</p:attrName>
                                        </p:attrNameLst>
                                      </p:cBhvr>
                                      <p:tavLst>
                                        <p:tav tm="0">
                                          <p:val>
                                            <p:fltVal val="0"/>
                                          </p:val>
                                        </p:tav>
                                        <p:tav tm="100000">
                                          <p:val>
                                            <p:strVal val="#ppt_h"/>
                                          </p:val>
                                        </p:tav>
                                      </p:tavLst>
                                    </p:anim>
                                  </p:childTnLst>
                                </p:cTn>
                              </p:par>
                            </p:childTnLst>
                          </p:cTn>
                        </p:par>
                        <p:par>
                          <p:cTn id="132" fill="hold" nodeType="afterGroup">
                            <p:stCondLst>
                              <p:cond delay="500"/>
                            </p:stCondLst>
                            <p:childTnLst>
                              <p:par>
                                <p:cTn id="133" presetID="17" presetClass="entr" presetSubtype="1" fill="hold" grpId="0" nodeType="afterEffect">
                                  <p:stCondLst>
                                    <p:cond delay="0"/>
                                  </p:stCondLst>
                                  <p:childTnLst>
                                    <p:set>
                                      <p:cBhvr>
                                        <p:cTn id="134" dur="1" fill="hold">
                                          <p:stCondLst>
                                            <p:cond delay="0"/>
                                          </p:stCondLst>
                                        </p:cTn>
                                        <p:tgtEl>
                                          <p:spTgt spid="300057"/>
                                        </p:tgtEl>
                                        <p:attrNameLst>
                                          <p:attrName>style.visibility</p:attrName>
                                        </p:attrNameLst>
                                      </p:cBhvr>
                                      <p:to>
                                        <p:strVal val="visible"/>
                                      </p:to>
                                    </p:set>
                                    <p:anim calcmode="lin" valueType="num">
                                      <p:cBhvr>
                                        <p:cTn id="135" dur="500" fill="hold"/>
                                        <p:tgtEl>
                                          <p:spTgt spid="300057"/>
                                        </p:tgtEl>
                                        <p:attrNameLst>
                                          <p:attrName>ppt_x</p:attrName>
                                        </p:attrNameLst>
                                      </p:cBhvr>
                                      <p:tavLst>
                                        <p:tav tm="0">
                                          <p:val>
                                            <p:strVal val="#ppt_x"/>
                                          </p:val>
                                        </p:tav>
                                        <p:tav tm="100000">
                                          <p:val>
                                            <p:strVal val="#ppt_x"/>
                                          </p:val>
                                        </p:tav>
                                      </p:tavLst>
                                    </p:anim>
                                    <p:anim calcmode="lin" valueType="num">
                                      <p:cBhvr>
                                        <p:cTn id="136" dur="500" fill="hold"/>
                                        <p:tgtEl>
                                          <p:spTgt spid="300057"/>
                                        </p:tgtEl>
                                        <p:attrNameLst>
                                          <p:attrName>ppt_y</p:attrName>
                                        </p:attrNameLst>
                                      </p:cBhvr>
                                      <p:tavLst>
                                        <p:tav tm="0">
                                          <p:val>
                                            <p:strVal val="#ppt_y-#ppt_h/2"/>
                                          </p:val>
                                        </p:tav>
                                        <p:tav tm="100000">
                                          <p:val>
                                            <p:strVal val="#ppt_y"/>
                                          </p:val>
                                        </p:tav>
                                      </p:tavLst>
                                    </p:anim>
                                    <p:anim calcmode="lin" valueType="num">
                                      <p:cBhvr>
                                        <p:cTn id="137" dur="500" fill="hold"/>
                                        <p:tgtEl>
                                          <p:spTgt spid="300057"/>
                                        </p:tgtEl>
                                        <p:attrNameLst>
                                          <p:attrName>ppt_w</p:attrName>
                                        </p:attrNameLst>
                                      </p:cBhvr>
                                      <p:tavLst>
                                        <p:tav tm="0">
                                          <p:val>
                                            <p:strVal val="#ppt_w"/>
                                          </p:val>
                                        </p:tav>
                                        <p:tav tm="100000">
                                          <p:val>
                                            <p:strVal val="#ppt_w"/>
                                          </p:val>
                                        </p:tav>
                                      </p:tavLst>
                                    </p:anim>
                                    <p:anim calcmode="lin" valueType="num">
                                      <p:cBhvr>
                                        <p:cTn id="138" dur="500" fill="hold"/>
                                        <p:tgtEl>
                                          <p:spTgt spid="300057"/>
                                        </p:tgtEl>
                                        <p:attrNameLst>
                                          <p:attrName>ppt_h</p:attrName>
                                        </p:attrNameLst>
                                      </p:cBhvr>
                                      <p:tavLst>
                                        <p:tav tm="0">
                                          <p:val>
                                            <p:fltVal val="0"/>
                                          </p:val>
                                        </p:tav>
                                        <p:tav tm="100000">
                                          <p:val>
                                            <p:strVal val="#ppt_h"/>
                                          </p:val>
                                        </p:tav>
                                      </p:tavLst>
                                    </p:anim>
                                  </p:childTnLst>
                                </p:cTn>
                              </p:par>
                            </p:childTnLst>
                          </p:cTn>
                        </p:par>
                        <p:par>
                          <p:cTn id="139" fill="hold" nodeType="afterGroup">
                            <p:stCondLst>
                              <p:cond delay="1000"/>
                            </p:stCondLst>
                            <p:childTnLst>
                              <p:par>
                                <p:cTn id="140" presetID="2" presetClass="entr" presetSubtype="3" fill="hold" grpId="0" nodeType="afterEffect">
                                  <p:stCondLst>
                                    <p:cond delay="0"/>
                                  </p:stCondLst>
                                  <p:childTnLst>
                                    <p:set>
                                      <p:cBhvr>
                                        <p:cTn id="141" dur="1" fill="hold">
                                          <p:stCondLst>
                                            <p:cond delay="0"/>
                                          </p:stCondLst>
                                        </p:cTn>
                                        <p:tgtEl>
                                          <p:spTgt spid="300075"/>
                                        </p:tgtEl>
                                        <p:attrNameLst>
                                          <p:attrName>style.visibility</p:attrName>
                                        </p:attrNameLst>
                                      </p:cBhvr>
                                      <p:to>
                                        <p:strVal val="visible"/>
                                      </p:to>
                                    </p:set>
                                    <p:anim calcmode="lin" valueType="num">
                                      <p:cBhvr additive="base">
                                        <p:cTn id="142" dur="500" fill="hold"/>
                                        <p:tgtEl>
                                          <p:spTgt spid="300075"/>
                                        </p:tgtEl>
                                        <p:attrNameLst>
                                          <p:attrName>ppt_x</p:attrName>
                                        </p:attrNameLst>
                                      </p:cBhvr>
                                      <p:tavLst>
                                        <p:tav tm="0">
                                          <p:val>
                                            <p:strVal val="1+#ppt_w/2"/>
                                          </p:val>
                                        </p:tav>
                                        <p:tav tm="100000">
                                          <p:val>
                                            <p:strVal val="#ppt_x"/>
                                          </p:val>
                                        </p:tav>
                                      </p:tavLst>
                                    </p:anim>
                                    <p:anim calcmode="lin" valueType="num">
                                      <p:cBhvr additive="base">
                                        <p:cTn id="143" dur="500" fill="hold"/>
                                        <p:tgtEl>
                                          <p:spTgt spid="300075"/>
                                        </p:tgtEl>
                                        <p:attrNameLst>
                                          <p:attrName>ppt_y</p:attrName>
                                        </p:attrNameLst>
                                      </p:cBhvr>
                                      <p:tavLst>
                                        <p:tav tm="0">
                                          <p:val>
                                            <p:strVal val="0-#ppt_h/2"/>
                                          </p:val>
                                        </p:tav>
                                        <p:tav tm="100000">
                                          <p:val>
                                            <p:strVal val="#ppt_y"/>
                                          </p:val>
                                        </p:tav>
                                      </p:tavLst>
                                    </p:anim>
                                  </p:childTnLst>
                                </p:cTn>
                              </p:par>
                            </p:childTnLst>
                          </p:cTn>
                        </p:par>
                        <p:par>
                          <p:cTn id="144" fill="hold" nodeType="afterGroup">
                            <p:stCondLst>
                              <p:cond delay="1500"/>
                            </p:stCondLst>
                            <p:childTnLst>
                              <p:par>
                                <p:cTn id="145" presetID="17" presetClass="entr" presetSubtype="1" fill="hold" grpId="0" nodeType="afterEffect">
                                  <p:stCondLst>
                                    <p:cond delay="0"/>
                                  </p:stCondLst>
                                  <p:childTnLst>
                                    <p:set>
                                      <p:cBhvr>
                                        <p:cTn id="146" dur="1" fill="hold">
                                          <p:stCondLst>
                                            <p:cond delay="0"/>
                                          </p:stCondLst>
                                        </p:cTn>
                                        <p:tgtEl>
                                          <p:spTgt spid="300054"/>
                                        </p:tgtEl>
                                        <p:attrNameLst>
                                          <p:attrName>style.visibility</p:attrName>
                                        </p:attrNameLst>
                                      </p:cBhvr>
                                      <p:to>
                                        <p:strVal val="visible"/>
                                      </p:to>
                                    </p:set>
                                    <p:anim calcmode="lin" valueType="num">
                                      <p:cBhvr>
                                        <p:cTn id="147" dur="500" fill="hold"/>
                                        <p:tgtEl>
                                          <p:spTgt spid="300054"/>
                                        </p:tgtEl>
                                        <p:attrNameLst>
                                          <p:attrName>ppt_x</p:attrName>
                                        </p:attrNameLst>
                                      </p:cBhvr>
                                      <p:tavLst>
                                        <p:tav tm="0">
                                          <p:val>
                                            <p:strVal val="#ppt_x"/>
                                          </p:val>
                                        </p:tav>
                                        <p:tav tm="100000">
                                          <p:val>
                                            <p:strVal val="#ppt_x"/>
                                          </p:val>
                                        </p:tav>
                                      </p:tavLst>
                                    </p:anim>
                                    <p:anim calcmode="lin" valueType="num">
                                      <p:cBhvr>
                                        <p:cTn id="148" dur="500" fill="hold"/>
                                        <p:tgtEl>
                                          <p:spTgt spid="300054"/>
                                        </p:tgtEl>
                                        <p:attrNameLst>
                                          <p:attrName>ppt_y</p:attrName>
                                        </p:attrNameLst>
                                      </p:cBhvr>
                                      <p:tavLst>
                                        <p:tav tm="0">
                                          <p:val>
                                            <p:strVal val="#ppt_y-#ppt_h/2"/>
                                          </p:val>
                                        </p:tav>
                                        <p:tav tm="100000">
                                          <p:val>
                                            <p:strVal val="#ppt_y"/>
                                          </p:val>
                                        </p:tav>
                                      </p:tavLst>
                                    </p:anim>
                                    <p:anim calcmode="lin" valueType="num">
                                      <p:cBhvr>
                                        <p:cTn id="149" dur="500" fill="hold"/>
                                        <p:tgtEl>
                                          <p:spTgt spid="300054"/>
                                        </p:tgtEl>
                                        <p:attrNameLst>
                                          <p:attrName>ppt_w</p:attrName>
                                        </p:attrNameLst>
                                      </p:cBhvr>
                                      <p:tavLst>
                                        <p:tav tm="0">
                                          <p:val>
                                            <p:strVal val="#ppt_w"/>
                                          </p:val>
                                        </p:tav>
                                        <p:tav tm="100000">
                                          <p:val>
                                            <p:strVal val="#ppt_w"/>
                                          </p:val>
                                        </p:tav>
                                      </p:tavLst>
                                    </p:anim>
                                    <p:anim calcmode="lin" valueType="num">
                                      <p:cBhvr>
                                        <p:cTn id="150" dur="500" fill="hold"/>
                                        <p:tgtEl>
                                          <p:spTgt spid="300054"/>
                                        </p:tgtEl>
                                        <p:attrNameLst>
                                          <p:attrName>ppt_h</p:attrName>
                                        </p:attrNameLst>
                                      </p:cBhvr>
                                      <p:tavLst>
                                        <p:tav tm="0">
                                          <p:val>
                                            <p:fltVal val="0"/>
                                          </p:val>
                                        </p:tav>
                                        <p:tav tm="100000">
                                          <p:val>
                                            <p:strVal val="#ppt_h"/>
                                          </p:val>
                                        </p:tav>
                                      </p:tavLst>
                                    </p:anim>
                                  </p:childTnLst>
                                </p:cTn>
                              </p:par>
                            </p:childTnLst>
                          </p:cTn>
                        </p:par>
                        <p:par>
                          <p:cTn id="151" fill="hold" nodeType="afterGroup">
                            <p:stCondLst>
                              <p:cond delay="2000"/>
                            </p:stCondLst>
                            <p:childTnLst>
                              <p:par>
                                <p:cTn id="152" presetID="17" presetClass="entr" presetSubtype="1" fill="hold" grpId="0" nodeType="afterEffect">
                                  <p:stCondLst>
                                    <p:cond delay="0"/>
                                  </p:stCondLst>
                                  <p:childTnLst>
                                    <p:set>
                                      <p:cBhvr>
                                        <p:cTn id="153" dur="1" fill="hold">
                                          <p:stCondLst>
                                            <p:cond delay="0"/>
                                          </p:stCondLst>
                                        </p:cTn>
                                        <p:tgtEl>
                                          <p:spTgt spid="300058"/>
                                        </p:tgtEl>
                                        <p:attrNameLst>
                                          <p:attrName>style.visibility</p:attrName>
                                        </p:attrNameLst>
                                      </p:cBhvr>
                                      <p:to>
                                        <p:strVal val="visible"/>
                                      </p:to>
                                    </p:set>
                                    <p:anim calcmode="lin" valueType="num">
                                      <p:cBhvr>
                                        <p:cTn id="154" dur="500" fill="hold"/>
                                        <p:tgtEl>
                                          <p:spTgt spid="300058"/>
                                        </p:tgtEl>
                                        <p:attrNameLst>
                                          <p:attrName>ppt_x</p:attrName>
                                        </p:attrNameLst>
                                      </p:cBhvr>
                                      <p:tavLst>
                                        <p:tav tm="0">
                                          <p:val>
                                            <p:strVal val="#ppt_x"/>
                                          </p:val>
                                        </p:tav>
                                        <p:tav tm="100000">
                                          <p:val>
                                            <p:strVal val="#ppt_x"/>
                                          </p:val>
                                        </p:tav>
                                      </p:tavLst>
                                    </p:anim>
                                    <p:anim calcmode="lin" valueType="num">
                                      <p:cBhvr>
                                        <p:cTn id="155" dur="500" fill="hold"/>
                                        <p:tgtEl>
                                          <p:spTgt spid="300058"/>
                                        </p:tgtEl>
                                        <p:attrNameLst>
                                          <p:attrName>ppt_y</p:attrName>
                                        </p:attrNameLst>
                                      </p:cBhvr>
                                      <p:tavLst>
                                        <p:tav tm="0">
                                          <p:val>
                                            <p:strVal val="#ppt_y-#ppt_h/2"/>
                                          </p:val>
                                        </p:tav>
                                        <p:tav tm="100000">
                                          <p:val>
                                            <p:strVal val="#ppt_y"/>
                                          </p:val>
                                        </p:tav>
                                      </p:tavLst>
                                    </p:anim>
                                    <p:anim calcmode="lin" valueType="num">
                                      <p:cBhvr>
                                        <p:cTn id="156" dur="500" fill="hold"/>
                                        <p:tgtEl>
                                          <p:spTgt spid="300058"/>
                                        </p:tgtEl>
                                        <p:attrNameLst>
                                          <p:attrName>ppt_w</p:attrName>
                                        </p:attrNameLst>
                                      </p:cBhvr>
                                      <p:tavLst>
                                        <p:tav tm="0">
                                          <p:val>
                                            <p:strVal val="#ppt_w"/>
                                          </p:val>
                                        </p:tav>
                                        <p:tav tm="100000">
                                          <p:val>
                                            <p:strVal val="#ppt_w"/>
                                          </p:val>
                                        </p:tav>
                                      </p:tavLst>
                                    </p:anim>
                                    <p:anim calcmode="lin" valueType="num">
                                      <p:cBhvr>
                                        <p:cTn id="157" dur="500" fill="hold"/>
                                        <p:tgtEl>
                                          <p:spTgt spid="300058"/>
                                        </p:tgtEl>
                                        <p:attrNameLst>
                                          <p:attrName>ppt_h</p:attrName>
                                        </p:attrNameLst>
                                      </p:cBhvr>
                                      <p:tavLst>
                                        <p:tav tm="0">
                                          <p:val>
                                            <p:fltVal val="0"/>
                                          </p:val>
                                        </p:tav>
                                        <p:tav tm="100000">
                                          <p:val>
                                            <p:strVal val="#ppt_h"/>
                                          </p:val>
                                        </p:tav>
                                      </p:tavLst>
                                    </p:anim>
                                  </p:childTnLst>
                                </p:cTn>
                              </p:par>
                            </p:childTnLst>
                          </p:cTn>
                        </p:par>
                        <p:par>
                          <p:cTn id="158" fill="hold" nodeType="afterGroup">
                            <p:stCondLst>
                              <p:cond delay="2500"/>
                            </p:stCondLst>
                            <p:childTnLst>
                              <p:par>
                                <p:cTn id="159" presetID="17" presetClass="entr" presetSubtype="1" fill="hold" grpId="0" nodeType="afterEffect">
                                  <p:stCondLst>
                                    <p:cond delay="0"/>
                                  </p:stCondLst>
                                  <p:childTnLst>
                                    <p:set>
                                      <p:cBhvr>
                                        <p:cTn id="160" dur="1" fill="hold">
                                          <p:stCondLst>
                                            <p:cond delay="0"/>
                                          </p:stCondLst>
                                        </p:cTn>
                                        <p:tgtEl>
                                          <p:spTgt spid="300055"/>
                                        </p:tgtEl>
                                        <p:attrNameLst>
                                          <p:attrName>style.visibility</p:attrName>
                                        </p:attrNameLst>
                                      </p:cBhvr>
                                      <p:to>
                                        <p:strVal val="visible"/>
                                      </p:to>
                                    </p:set>
                                    <p:anim calcmode="lin" valueType="num">
                                      <p:cBhvr>
                                        <p:cTn id="161" dur="500" fill="hold"/>
                                        <p:tgtEl>
                                          <p:spTgt spid="300055"/>
                                        </p:tgtEl>
                                        <p:attrNameLst>
                                          <p:attrName>ppt_x</p:attrName>
                                        </p:attrNameLst>
                                      </p:cBhvr>
                                      <p:tavLst>
                                        <p:tav tm="0">
                                          <p:val>
                                            <p:strVal val="#ppt_x"/>
                                          </p:val>
                                        </p:tav>
                                        <p:tav tm="100000">
                                          <p:val>
                                            <p:strVal val="#ppt_x"/>
                                          </p:val>
                                        </p:tav>
                                      </p:tavLst>
                                    </p:anim>
                                    <p:anim calcmode="lin" valueType="num">
                                      <p:cBhvr>
                                        <p:cTn id="162" dur="500" fill="hold"/>
                                        <p:tgtEl>
                                          <p:spTgt spid="300055"/>
                                        </p:tgtEl>
                                        <p:attrNameLst>
                                          <p:attrName>ppt_y</p:attrName>
                                        </p:attrNameLst>
                                      </p:cBhvr>
                                      <p:tavLst>
                                        <p:tav tm="0">
                                          <p:val>
                                            <p:strVal val="#ppt_y-#ppt_h/2"/>
                                          </p:val>
                                        </p:tav>
                                        <p:tav tm="100000">
                                          <p:val>
                                            <p:strVal val="#ppt_y"/>
                                          </p:val>
                                        </p:tav>
                                      </p:tavLst>
                                    </p:anim>
                                    <p:anim calcmode="lin" valueType="num">
                                      <p:cBhvr>
                                        <p:cTn id="163" dur="500" fill="hold"/>
                                        <p:tgtEl>
                                          <p:spTgt spid="300055"/>
                                        </p:tgtEl>
                                        <p:attrNameLst>
                                          <p:attrName>ppt_w</p:attrName>
                                        </p:attrNameLst>
                                      </p:cBhvr>
                                      <p:tavLst>
                                        <p:tav tm="0">
                                          <p:val>
                                            <p:strVal val="#ppt_w"/>
                                          </p:val>
                                        </p:tav>
                                        <p:tav tm="100000">
                                          <p:val>
                                            <p:strVal val="#ppt_w"/>
                                          </p:val>
                                        </p:tav>
                                      </p:tavLst>
                                    </p:anim>
                                    <p:anim calcmode="lin" valueType="num">
                                      <p:cBhvr>
                                        <p:cTn id="164" dur="500" fill="hold"/>
                                        <p:tgtEl>
                                          <p:spTgt spid="300055"/>
                                        </p:tgtEl>
                                        <p:attrNameLst>
                                          <p:attrName>ppt_h</p:attrName>
                                        </p:attrNameLst>
                                      </p:cBhvr>
                                      <p:tavLst>
                                        <p:tav tm="0">
                                          <p:val>
                                            <p:fltVal val="0"/>
                                          </p:val>
                                        </p:tav>
                                        <p:tav tm="100000">
                                          <p:val>
                                            <p:strVal val="#ppt_h"/>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7" presetClass="entr" presetSubtype="4" fill="hold" grpId="0" nodeType="clickEffect">
                                  <p:stCondLst>
                                    <p:cond delay="0"/>
                                  </p:stCondLst>
                                  <p:childTnLst>
                                    <p:set>
                                      <p:cBhvr>
                                        <p:cTn id="168" dur="1" fill="hold">
                                          <p:stCondLst>
                                            <p:cond delay="0"/>
                                          </p:stCondLst>
                                        </p:cTn>
                                        <p:tgtEl>
                                          <p:spTgt spid="300060"/>
                                        </p:tgtEl>
                                        <p:attrNameLst>
                                          <p:attrName>style.visibility</p:attrName>
                                        </p:attrNameLst>
                                      </p:cBhvr>
                                      <p:to>
                                        <p:strVal val="visible"/>
                                      </p:to>
                                    </p:set>
                                    <p:anim calcmode="lin" valueType="num">
                                      <p:cBhvr>
                                        <p:cTn id="169" dur="500" fill="hold"/>
                                        <p:tgtEl>
                                          <p:spTgt spid="300060"/>
                                        </p:tgtEl>
                                        <p:attrNameLst>
                                          <p:attrName>ppt_x</p:attrName>
                                        </p:attrNameLst>
                                      </p:cBhvr>
                                      <p:tavLst>
                                        <p:tav tm="0">
                                          <p:val>
                                            <p:strVal val="#ppt_x"/>
                                          </p:val>
                                        </p:tav>
                                        <p:tav tm="100000">
                                          <p:val>
                                            <p:strVal val="#ppt_x"/>
                                          </p:val>
                                        </p:tav>
                                      </p:tavLst>
                                    </p:anim>
                                    <p:anim calcmode="lin" valueType="num">
                                      <p:cBhvr>
                                        <p:cTn id="170" dur="500" fill="hold"/>
                                        <p:tgtEl>
                                          <p:spTgt spid="300060"/>
                                        </p:tgtEl>
                                        <p:attrNameLst>
                                          <p:attrName>ppt_y</p:attrName>
                                        </p:attrNameLst>
                                      </p:cBhvr>
                                      <p:tavLst>
                                        <p:tav tm="0">
                                          <p:val>
                                            <p:strVal val="#ppt_y+#ppt_h/2"/>
                                          </p:val>
                                        </p:tav>
                                        <p:tav tm="100000">
                                          <p:val>
                                            <p:strVal val="#ppt_y"/>
                                          </p:val>
                                        </p:tav>
                                      </p:tavLst>
                                    </p:anim>
                                    <p:anim calcmode="lin" valueType="num">
                                      <p:cBhvr>
                                        <p:cTn id="171" dur="500" fill="hold"/>
                                        <p:tgtEl>
                                          <p:spTgt spid="300060"/>
                                        </p:tgtEl>
                                        <p:attrNameLst>
                                          <p:attrName>ppt_w</p:attrName>
                                        </p:attrNameLst>
                                      </p:cBhvr>
                                      <p:tavLst>
                                        <p:tav tm="0">
                                          <p:val>
                                            <p:strVal val="#ppt_w"/>
                                          </p:val>
                                        </p:tav>
                                        <p:tav tm="100000">
                                          <p:val>
                                            <p:strVal val="#ppt_w"/>
                                          </p:val>
                                        </p:tav>
                                      </p:tavLst>
                                    </p:anim>
                                    <p:anim calcmode="lin" valueType="num">
                                      <p:cBhvr>
                                        <p:cTn id="172" dur="500" fill="hold"/>
                                        <p:tgtEl>
                                          <p:spTgt spid="300060"/>
                                        </p:tgtEl>
                                        <p:attrNameLst>
                                          <p:attrName>ppt_h</p:attrName>
                                        </p:attrNameLst>
                                      </p:cBhvr>
                                      <p:tavLst>
                                        <p:tav tm="0">
                                          <p:val>
                                            <p:fltVal val="0"/>
                                          </p:val>
                                        </p:tav>
                                        <p:tav tm="100000">
                                          <p:val>
                                            <p:strVal val="#ppt_h"/>
                                          </p:val>
                                        </p:tav>
                                      </p:tavLst>
                                    </p:anim>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7" presetClass="entr" presetSubtype="4" fill="hold" grpId="0" nodeType="clickEffect">
                                  <p:stCondLst>
                                    <p:cond delay="0"/>
                                  </p:stCondLst>
                                  <p:childTnLst>
                                    <p:set>
                                      <p:cBhvr>
                                        <p:cTn id="176" dur="1" fill="hold">
                                          <p:stCondLst>
                                            <p:cond delay="0"/>
                                          </p:stCondLst>
                                        </p:cTn>
                                        <p:tgtEl>
                                          <p:spTgt spid="300061"/>
                                        </p:tgtEl>
                                        <p:attrNameLst>
                                          <p:attrName>style.visibility</p:attrName>
                                        </p:attrNameLst>
                                      </p:cBhvr>
                                      <p:to>
                                        <p:strVal val="visible"/>
                                      </p:to>
                                    </p:set>
                                    <p:anim calcmode="lin" valueType="num">
                                      <p:cBhvr>
                                        <p:cTn id="177" dur="500" fill="hold"/>
                                        <p:tgtEl>
                                          <p:spTgt spid="300061"/>
                                        </p:tgtEl>
                                        <p:attrNameLst>
                                          <p:attrName>ppt_x</p:attrName>
                                        </p:attrNameLst>
                                      </p:cBhvr>
                                      <p:tavLst>
                                        <p:tav tm="0">
                                          <p:val>
                                            <p:strVal val="#ppt_x"/>
                                          </p:val>
                                        </p:tav>
                                        <p:tav tm="100000">
                                          <p:val>
                                            <p:strVal val="#ppt_x"/>
                                          </p:val>
                                        </p:tav>
                                      </p:tavLst>
                                    </p:anim>
                                    <p:anim calcmode="lin" valueType="num">
                                      <p:cBhvr>
                                        <p:cTn id="178" dur="500" fill="hold"/>
                                        <p:tgtEl>
                                          <p:spTgt spid="300061"/>
                                        </p:tgtEl>
                                        <p:attrNameLst>
                                          <p:attrName>ppt_y</p:attrName>
                                        </p:attrNameLst>
                                      </p:cBhvr>
                                      <p:tavLst>
                                        <p:tav tm="0">
                                          <p:val>
                                            <p:strVal val="#ppt_y+#ppt_h/2"/>
                                          </p:val>
                                        </p:tav>
                                        <p:tav tm="100000">
                                          <p:val>
                                            <p:strVal val="#ppt_y"/>
                                          </p:val>
                                        </p:tav>
                                      </p:tavLst>
                                    </p:anim>
                                    <p:anim calcmode="lin" valueType="num">
                                      <p:cBhvr>
                                        <p:cTn id="179" dur="500" fill="hold"/>
                                        <p:tgtEl>
                                          <p:spTgt spid="300061"/>
                                        </p:tgtEl>
                                        <p:attrNameLst>
                                          <p:attrName>ppt_w</p:attrName>
                                        </p:attrNameLst>
                                      </p:cBhvr>
                                      <p:tavLst>
                                        <p:tav tm="0">
                                          <p:val>
                                            <p:strVal val="#ppt_w"/>
                                          </p:val>
                                        </p:tav>
                                        <p:tav tm="100000">
                                          <p:val>
                                            <p:strVal val="#ppt_w"/>
                                          </p:val>
                                        </p:tav>
                                      </p:tavLst>
                                    </p:anim>
                                    <p:anim calcmode="lin" valueType="num">
                                      <p:cBhvr>
                                        <p:cTn id="180" dur="500" fill="hold"/>
                                        <p:tgtEl>
                                          <p:spTgt spid="300061"/>
                                        </p:tgtEl>
                                        <p:attrNameLst>
                                          <p:attrName>ppt_h</p:attrName>
                                        </p:attrNameLst>
                                      </p:cBhvr>
                                      <p:tavLst>
                                        <p:tav tm="0">
                                          <p:val>
                                            <p:fltVal val="0"/>
                                          </p:val>
                                        </p:tav>
                                        <p:tav tm="100000">
                                          <p:val>
                                            <p:strVal val="#ppt_h"/>
                                          </p:val>
                                        </p:tav>
                                      </p:tavLst>
                                    </p:anim>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7" presetClass="entr" presetSubtype="4" fill="hold" grpId="0" nodeType="clickEffect">
                                  <p:stCondLst>
                                    <p:cond delay="0"/>
                                  </p:stCondLst>
                                  <p:childTnLst>
                                    <p:set>
                                      <p:cBhvr>
                                        <p:cTn id="184" dur="1" fill="hold">
                                          <p:stCondLst>
                                            <p:cond delay="0"/>
                                          </p:stCondLst>
                                        </p:cTn>
                                        <p:tgtEl>
                                          <p:spTgt spid="300059"/>
                                        </p:tgtEl>
                                        <p:attrNameLst>
                                          <p:attrName>style.visibility</p:attrName>
                                        </p:attrNameLst>
                                      </p:cBhvr>
                                      <p:to>
                                        <p:strVal val="visible"/>
                                      </p:to>
                                    </p:set>
                                    <p:anim calcmode="lin" valueType="num">
                                      <p:cBhvr>
                                        <p:cTn id="185" dur="500" fill="hold"/>
                                        <p:tgtEl>
                                          <p:spTgt spid="300059"/>
                                        </p:tgtEl>
                                        <p:attrNameLst>
                                          <p:attrName>ppt_x</p:attrName>
                                        </p:attrNameLst>
                                      </p:cBhvr>
                                      <p:tavLst>
                                        <p:tav tm="0">
                                          <p:val>
                                            <p:strVal val="#ppt_x"/>
                                          </p:val>
                                        </p:tav>
                                        <p:tav tm="100000">
                                          <p:val>
                                            <p:strVal val="#ppt_x"/>
                                          </p:val>
                                        </p:tav>
                                      </p:tavLst>
                                    </p:anim>
                                    <p:anim calcmode="lin" valueType="num">
                                      <p:cBhvr>
                                        <p:cTn id="186" dur="500" fill="hold"/>
                                        <p:tgtEl>
                                          <p:spTgt spid="300059"/>
                                        </p:tgtEl>
                                        <p:attrNameLst>
                                          <p:attrName>ppt_y</p:attrName>
                                        </p:attrNameLst>
                                      </p:cBhvr>
                                      <p:tavLst>
                                        <p:tav tm="0">
                                          <p:val>
                                            <p:strVal val="#ppt_y+#ppt_h/2"/>
                                          </p:val>
                                        </p:tav>
                                        <p:tav tm="100000">
                                          <p:val>
                                            <p:strVal val="#ppt_y"/>
                                          </p:val>
                                        </p:tav>
                                      </p:tavLst>
                                    </p:anim>
                                    <p:anim calcmode="lin" valueType="num">
                                      <p:cBhvr>
                                        <p:cTn id="187" dur="500" fill="hold"/>
                                        <p:tgtEl>
                                          <p:spTgt spid="300059"/>
                                        </p:tgtEl>
                                        <p:attrNameLst>
                                          <p:attrName>ppt_w</p:attrName>
                                        </p:attrNameLst>
                                      </p:cBhvr>
                                      <p:tavLst>
                                        <p:tav tm="0">
                                          <p:val>
                                            <p:strVal val="#ppt_w"/>
                                          </p:val>
                                        </p:tav>
                                        <p:tav tm="100000">
                                          <p:val>
                                            <p:strVal val="#ppt_w"/>
                                          </p:val>
                                        </p:tav>
                                      </p:tavLst>
                                    </p:anim>
                                    <p:anim calcmode="lin" valueType="num">
                                      <p:cBhvr>
                                        <p:cTn id="188" dur="500" fill="hold"/>
                                        <p:tgtEl>
                                          <p:spTgt spid="300059"/>
                                        </p:tgtEl>
                                        <p:attrNameLst>
                                          <p:attrName>ppt_h</p:attrName>
                                        </p:attrNameLst>
                                      </p:cBhvr>
                                      <p:tavLst>
                                        <p:tav tm="0">
                                          <p:val>
                                            <p:fltVal val="0"/>
                                          </p:val>
                                        </p:tav>
                                        <p:tav tm="100000">
                                          <p:val>
                                            <p:strVal val="#ppt_h"/>
                                          </p:val>
                                        </p:tav>
                                      </p:tavLst>
                                    </p:anim>
                                  </p:childTnLst>
                                </p:cTn>
                              </p:par>
                            </p:childTnLst>
                          </p:cTn>
                        </p:par>
                        <p:par>
                          <p:cTn id="189" fill="hold" nodeType="afterGroup">
                            <p:stCondLst>
                              <p:cond delay="500"/>
                            </p:stCondLst>
                            <p:childTnLst>
                              <p:par>
                                <p:cTn id="190" presetID="2" presetClass="entr" presetSubtype="12" fill="hold" grpId="0" nodeType="afterEffect">
                                  <p:stCondLst>
                                    <p:cond delay="0"/>
                                  </p:stCondLst>
                                  <p:childTnLst>
                                    <p:set>
                                      <p:cBhvr>
                                        <p:cTn id="191" dur="1" fill="hold">
                                          <p:stCondLst>
                                            <p:cond delay="0"/>
                                          </p:stCondLst>
                                        </p:cTn>
                                        <p:tgtEl>
                                          <p:spTgt spid="300076"/>
                                        </p:tgtEl>
                                        <p:attrNameLst>
                                          <p:attrName>style.visibility</p:attrName>
                                        </p:attrNameLst>
                                      </p:cBhvr>
                                      <p:to>
                                        <p:strVal val="visible"/>
                                      </p:to>
                                    </p:set>
                                    <p:anim calcmode="lin" valueType="num">
                                      <p:cBhvr additive="base">
                                        <p:cTn id="192" dur="500" fill="hold"/>
                                        <p:tgtEl>
                                          <p:spTgt spid="300076"/>
                                        </p:tgtEl>
                                        <p:attrNameLst>
                                          <p:attrName>ppt_x</p:attrName>
                                        </p:attrNameLst>
                                      </p:cBhvr>
                                      <p:tavLst>
                                        <p:tav tm="0">
                                          <p:val>
                                            <p:strVal val="0-#ppt_w/2"/>
                                          </p:val>
                                        </p:tav>
                                        <p:tav tm="100000">
                                          <p:val>
                                            <p:strVal val="#ppt_x"/>
                                          </p:val>
                                        </p:tav>
                                      </p:tavLst>
                                    </p:anim>
                                    <p:anim calcmode="lin" valueType="num">
                                      <p:cBhvr additive="base">
                                        <p:cTn id="193" dur="500" fill="hold"/>
                                        <p:tgtEl>
                                          <p:spTgt spid="300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animBg="1" autoUpdateAnimBg="0"/>
      <p:bldP spid="300035" grpId="0" animBg="1" autoUpdateAnimBg="0"/>
      <p:bldP spid="300036" grpId="0" animBg="1" autoUpdateAnimBg="0"/>
      <p:bldP spid="300037" grpId="0" animBg="1"/>
      <p:bldP spid="300038" grpId="0" animBg="1"/>
      <p:bldP spid="300039" grpId="0" animBg="1" autoUpdateAnimBg="0"/>
      <p:bldP spid="300040" grpId="0" animBg="1" autoUpdateAnimBg="0"/>
      <p:bldP spid="300041" grpId="0" animBg="1" autoUpdateAnimBg="0"/>
      <p:bldP spid="300042" grpId="0" animBg="1"/>
      <p:bldP spid="300043" grpId="0" animBg="1"/>
      <p:bldP spid="300044" grpId="0" animBg="1" autoUpdateAnimBg="0"/>
      <p:bldP spid="300045" grpId="0" animBg="1" autoUpdateAnimBg="0"/>
      <p:bldP spid="300046" grpId="0" animBg="1" autoUpdateAnimBg="0"/>
      <p:bldP spid="300047" grpId="0" animBg="1" autoUpdateAnimBg="0"/>
      <p:bldP spid="300048" grpId="0" animBg="1"/>
      <p:bldP spid="300049" grpId="0" animBg="1"/>
      <p:bldP spid="300050" grpId="0" animBg="1" autoUpdateAnimBg="0"/>
      <p:bldP spid="300051" grpId="0" animBg="1" autoUpdateAnimBg="0"/>
      <p:bldP spid="300052" grpId="0" animBg="1"/>
      <p:bldP spid="300053" grpId="0" animBg="1"/>
      <p:bldP spid="300054" grpId="0" animBg="1" autoUpdateAnimBg="0"/>
      <p:bldP spid="300055" grpId="0" animBg="1" autoUpdateAnimBg="0"/>
      <p:bldP spid="300056" grpId="0" animBg="1" autoUpdateAnimBg="0"/>
      <p:bldP spid="300057" grpId="0" animBg="1"/>
      <p:bldP spid="300058" grpId="0" animBg="1"/>
      <p:bldP spid="300059" grpId="0" animBg="1" autoUpdateAnimBg="0"/>
      <p:bldP spid="300060" grpId="0" animBg="1"/>
      <p:bldP spid="300061" grpId="0" animBg="1"/>
      <p:bldP spid="300075" grpId="0" animBg="1"/>
      <p:bldP spid="300076"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23" name="Group 3"/>
          <p:cNvGrpSpPr>
            <a:grpSpLocks/>
          </p:cNvGrpSpPr>
          <p:nvPr/>
        </p:nvGrpSpPr>
        <p:grpSpPr bwMode="auto">
          <a:xfrm>
            <a:off x="228600" y="1676400"/>
            <a:ext cx="8686800" cy="4191000"/>
            <a:chOff x="288" y="1200"/>
            <a:chExt cx="5184" cy="2640"/>
          </a:xfrm>
        </p:grpSpPr>
        <p:sp>
          <p:nvSpPr>
            <p:cNvPr id="337924" name="Text Box 4"/>
            <p:cNvSpPr txBox="1">
              <a:spLocks noChangeArrowheads="1"/>
            </p:cNvSpPr>
            <p:nvPr/>
          </p:nvSpPr>
          <p:spPr bwMode="auto">
            <a:xfrm>
              <a:off x="288" y="1200"/>
              <a:ext cx="518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50000"/>
                </a:spcBef>
              </a:pPr>
              <a:r>
                <a:rPr lang="en-US" altLang="zh-CN" sz="2800" b="1">
                  <a:latin typeface="Times New Roman" charset="0"/>
                </a:rPr>
                <a:t>1. </a:t>
              </a:r>
              <a:r>
                <a:rPr lang="zh-CN" altLang="en-US" sz="2800" b="1">
                  <a:latin typeface="Times New Roman" charset="0"/>
                </a:rPr>
                <a:t>设置一个数组</a:t>
              </a:r>
              <a:r>
                <a:rPr lang="en-US" altLang="zh-CN" sz="2800" b="1">
                  <a:latin typeface="Times New Roman" charset="0"/>
                </a:rPr>
                <a:t>huffTree[2n</a:t>
              </a:r>
              <a:r>
                <a:rPr lang="en-US" altLang="zh-CN" sz="2800" b="1">
                  <a:latin typeface="宋体" charset="-122"/>
                </a:rPr>
                <a:t>-</a:t>
              </a:r>
              <a:r>
                <a:rPr lang="en-US" altLang="zh-CN" sz="2800" b="1">
                  <a:latin typeface="Times New Roman" charset="0"/>
                </a:rPr>
                <a:t>1]</a:t>
              </a:r>
              <a:r>
                <a:rPr lang="zh-CN" altLang="en-US" sz="2800" b="1">
                  <a:latin typeface="Times New Roman" charset="0"/>
                </a:rPr>
                <a:t>保存哈夫曼树中各</a:t>
              </a:r>
              <a:r>
                <a:rPr lang="zh-CN" altLang="en-US" sz="2800" b="1">
                  <a:latin typeface="宋体" charset="-122"/>
                </a:rPr>
                <a:t>点的信息，数组元素的结点结构</a:t>
              </a:r>
              <a:r>
                <a:rPr lang="zh-CN" altLang="en-US" sz="2800" b="1">
                  <a:latin typeface="Times New Roman" charset="0"/>
                </a:rPr>
                <a:t> 。</a:t>
              </a:r>
            </a:p>
          </p:txBody>
        </p:sp>
        <p:grpSp>
          <p:nvGrpSpPr>
            <p:cNvPr id="337925" name="Group 5"/>
            <p:cNvGrpSpPr>
              <a:grpSpLocks/>
            </p:cNvGrpSpPr>
            <p:nvPr/>
          </p:nvGrpSpPr>
          <p:grpSpPr bwMode="auto">
            <a:xfrm>
              <a:off x="960" y="1872"/>
              <a:ext cx="3984" cy="446"/>
              <a:chOff x="3094" y="2157"/>
              <a:chExt cx="3040" cy="450"/>
            </a:xfrm>
          </p:grpSpPr>
          <p:sp>
            <p:nvSpPr>
              <p:cNvPr id="337926" name="Text Box 6"/>
              <p:cNvSpPr txBox="1">
                <a:spLocks noChangeArrowheads="1"/>
              </p:cNvSpPr>
              <p:nvPr/>
            </p:nvSpPr>
            <p:spPr bwMode="auto">
              <a:xfrm>
                <a:off x="3094" y="2157"/>
                <a:ext cx="3040" cy="434"/>
              </a:xfrm>
              <a:prstGeom prst="rect">
                <a:avLst/>
              </a:prstGeom>
              <a:solidFill>
                <a:srgbClr val="DDDDDD"/>
              </a:solidFill>
              <a:ln w="381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18000" bIns="10800"/>
              <a:lstStyle/>
              <a:p>
                <a:pPr algn="just" eaLnBrk="0" hangingPunct="0"/>
                <a:r>
                  <a:rPr lang="en-US" altLang="zh-CN" sz="3600">
                    <a:latin typeface="Times New Roman" charset="0"/>
                  </a:rPr>
                  <a:t> weight     lchild     rchild    parent</a:t>
                </a:r>
              </a:p>
            </p:txBody>
          </p:sp>
          <p:sp>
            <p:nvSpPr>
              <p:cNvPr id="337927" name="Line 7"/>
              <p:cNvSpPr>
                <a:spLocks noChangeShapeType="1"/>
              </p:cNvSpPr>
              <p:nvPr/>
            </p:nvSpPr>
            <p:spPr bwMode="auto">
              <a:xfrm flipH="1">
                <a:off x="3874" y="2157"/>
                <a:ext cx="0" cy="43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10800" bIns="10800"/>
              <a:lstStyle/>
              <a:p>
                <a:endParaRPr lang="zh-CN" altLang="en-US"/>
              </a:p>
            </p:txBody>
          </p:sp>
          <p:sp>
            <p:nvSpPr>
              <p:cNvPr id="337928" name="Line 8"/>
              <p:cNvSpPr>
                <a:spLocks noChangeShapeType="1"/>
              </p:cNvSpPr>
              <p:nvPr/>
            </p:nvSpPr>
            <p:spPr bwMode="auto">
              <a:xfrm flipH="1">
                <a:off x="4634" y="2173"/>
                <a:ext cx="0" cy="43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10800" bIns="10800"/>
              <a:lstStyle/>
              <a:p>
                <a:endParaRPr lang="zh-CN" altLang="en-US"/>
              </a:p>
            </p:txBody>
          </p:sp>
          <p:sp>
            <p:nvSpPr>
              <p:cNvPr id="337929" name="Line 9"/>
              <p:cNvSpPr>
                <a:spLocks noChangeShapeType="1"/>
              </p:cNvSpPr>
              <p:nvPr/>
            </p:nvSpPr>
            <p:spPr bwMode="auto">
              <a:xfrm flipH="1">
                <a:off x="5354" y="2157"/>
                <a:ext cx="0" cy="43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tIns="10800" bIns="10800"/>
              <a:lstStyle/>
              <a:p>
                <a:endParaRPr lang="zh-CN" altLang="en-US"/>
              </a:p>
            </p:txBody>
          </p:sp>
        </p:grpSp>
        <p:sp>
          <p:nvSpPr>
            <p:cNvPr id="337930" name="Text Box 10"/>
            <p:cNvSpPr txBox="1">
              <a:spLocks noChangeArrowheads="1"/>
            </p:cNvSpPr>
            <p:nvPr/>
          </p:nvSpPr>
          <p:spPr bwMode="auto">
            <a:xfrm>
              <a:off x="288" y="2400"/>
              <a:ext cx="5088" cy="1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25000"/>
                </a:spcBef>
              </a:pPr>
              <a:endParaRPr lang="en-US" altLang="zh-CN" sz="2400" b="1">
                <a:latin typeface="Times New Roman" charset="0"/>
              </a:endParaRPr>
            </a:p>
            <a:p>
              <a:pPr eaLnBrk="0" hangingPunct="0">
                <a:spcBef>
                  <a:spcPct val="25000"/>
                </a:spcBef>
              </a:pPr>
              <a:r>
                <a:rPr lang="zh-CN" altLang="en-US" sz="2400" b="1">
                  <a:latin typeface="Times New Roman" charset="0"/>
                </a:rPr>
                <a:t>其中：</a:t>
              </a:r>
              <a:r>
                <a:rPr lang="en-US" altLang="zh-CN" sz="2400" b="1">
                  <a:latin typeface="Times New Roman" charset="0"/>
                </a:rPr>
                <a:t>weight</a:t>
              </a:r>
              <a:r>
                <a:rPr lang="zh-CN" altLang="en-US" sz="2400" b="1">
                  <a:latin typeface="Times New Roman" charset="0"/>
                </a:rPr>
                <a:t>：权值域，保存该结点的权值；</a:t>
              </a:r>
            </a:p>
            <a:p>
              <a:pPr eaLnBrk="0" hangingPunct="0">
                <a:spcBef>
                  <a:spcPct val="25000"/>
                </a:spcBef>
              </a:pPr>
              <a:r>
                <a:rPr lang="zh-CN" altLang="en-US" sz="2400" b="1">
                  <a:latin typeface="Times New Roman" charset="0"/>
                </a:rPr>
                <a:t>            </a:t>
              </a:r>
              <a:r>
                <a:rPr lang="en-US" altLang="zh-CN" sz="2400" b="1">
                  <a:latin typeface="Times New Roman" charset="0"/>
                </a:rPr>
                <a:t>lchild</a:t>
              </a:r>
              <a:r>
                <a:rPr lang="zh-CN" altLang="en-US" sz="2400" b="1">
                  <a:latin typeface="Times New Roman" charset="0"/>
                </a:rPr>
                <a:t>：指针域，结点的左孩子结点在数组中的下标；</a:t>
              </a:r>
            </a:p>
            <a:p>
              <a:pPr eaLnBrk="0" hangingPunct="0">
                <a:spcBef>
                  <a:spcPct val="25000"/>
                </a:spcBef>
              </a:pPr>
              <a:r>
                <a:rPr lang="zh-CN" altLang="en-US" sz="2400" b="1">
                  <a:latin typeface="Times New Roman" charset="0"/>
                </a:rPr>
                <a:t>            </a:t>
              </a:r>
              <a:r>
                <a:rPr lang="en-US" altLang="zh-CN" sz="2400" b="1">
                  <a:latin typeface="Times New Roman" charset="0"/>
                </a:rPr>
                <a:t>rchild</a:t>
              </a:r>
              <a:r>
                <a:rPr lang="zh-CN" altLang="en-US" sz="2400" b="1">
                  <a:latin typeface="Times New Roman" charset="0"/>
                </a:rPr>
                <a:t>：指针域，结点的右孩子结点在数组中的下标；</a:t>
              </a:r>
            </a:p>
            <a:p>
              <a:pPr eaLnBrk="0" hangingPunct="0">
                <a:spcBef>
                  <a:spcPct val="25000"/>
                </a:spcBef>
              </a:pPr>
              <a:r>
                <a:rPr lang="zh-CN" altLang="en-US" sz="2400" b="1">
                  <a:latin typeface="Times New Roman" charset="0"/>
                </a:rPr>
                <a:t>            </a:t>
              </a:r>
              <a:r>
                <a:rPr lang="en-US" altLang="zh-CN" sz="2400" b="1">
                  <a:latin typeface="Times New Roman" charset="0"/>
                </a:rPr>
                <a:t>parent</a:t>
              </a:r>
              <a:r>
                <a:rPr lang="zh-CN" altLang="en-US" sz="2400" b="1">
                  <a:latin typeface="Times New Roman" charset="0"/>
                </a:rPr>
                <a:t>：指针域，该结点的双亲结点在数组中的下标。</a:t>
              </a:r>
            </a:p>
          </p:txBody>
        </p:sp>
      </p:grpSp>
      <p:sp>
        <p:nvSpPr>
          <p:cNvPr id="337931" name="Text Box 11"/>
          <p:cNvSpPr txBox="1">
            <a:spLocks noChangeArrowheads="1"/>
          </p:cNvSpPr>
          <p:nvPr/>
        </p:nvSpPr>
        <p:spPr bwMode="auto">
          <a:xfrm>
            <a:off x="1489075" y="304800"/>
            <a:ext cx="7051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zh-CN" altLang="en-US" sz="4000" b="1">
                <a:solidFill>
                  <a:srgbClr val="314187"/>
                </a:solidFill>
                <a:latin typeface="Times New Roman" charset="0"/>
              </a:rPr>
              <a:t>哈夫曼算法的存储结构 </a:t>
            </a:r>
          </a:p>
        </p:txBody>
      </p:sp>
    </p:spTree>
    <p:extLst>
      <p:ext uri="{BB962C8B-B14F-4D97-AF65-F5344CB8AC3E}">
        <p14:creationId xmlns:p14="http://schemas.microsoft.com/office/powerpoint/2010/main" val="20884494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37923"/>
                                        </p:tgtEl>
                                        <p:attrNameLst>
                                          <p:attrName>style.visibility</p:attrName>
                                        </p:attrNameLst>
                                      </p:cBhvr>
                                      <p:to>
                                        <p:strVal val="visible"/>
                                      </p:to>
                                    </p:set>
                                    <p:anim calcmode="lin" valueType="num">
                                      <p:cBhvr additive="base">
                                        <p:cTn id="7" dur="500" fill="hold"/>
                                        <p:tgtEl>
                                          <p:spTgt spid="337923"/>
                                        </p:tgtEl>
                                        <p:attrNameLst>
                                          <p:attrName>ppt_x</p:attrName>
                                        </p:attrNameLst>
                                      </p:cBhvr>
                                      <p:tavLst>
                                        <p:tav tm="0">
                                          <p:val>
                                            <p:strVal val="0-#ppt_w/2"/>
                                          </p:val>
                                        </p:tav>
                                        <p:tav tm="100000">
                                          <p:val>
                                            <p:strVal val="#ppt_x"/>
                                          </p:val>
                                        </p:tav>
                                      </p:tavLst>
                                    </p:anim>
                                    <p:anim calcmode="lin" valueType="num">
                                      <p:cBhvr additive="base">
                                        <p:cTn id="8" dur="500" fill="hold"/>
                                        <p:tgtEl>
                                          <p:spTgt spid="337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7" name="Text Box 3"/>
          <p:cNvSpPr txBox="1">
            <a:spLocks noChangeArrowheads="1"/>
          </p:cNvSpPr>
          <p:nvPr/>
        </p:nvSpPr>
        <p:spPr bwMode="auto">
          <a:xfrm>
            <a:off x="533400" y="1676400"/>
            <a:ext cx="8032750" cy="368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rIns="0">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lgn="just" eaLnBrk="0" hangingPunct="0">
              <a:lnSpc>
                <a:spcPct val="120000"/>
              </a:lnSpc>
              <a:buFontTx/>
              <a:buAutoNum type="arabicPeriod"/>
            </a:pPr>
            <a:r>
              <a:rPr lang="zh-CN" altLang="en-US" sz="2800" b="1">
                <a:latin typeface="Times New Roman" charset="0"/>
              </a:rPr>
              <a:t>数组</a:t>
            </a:r>
            <a:r>
              <a:rPr lang="en-US" altLang="zh-CN" sz="2800" b="1">
                <a:latin typeface="Times New Roman" charset="0"/>
              </a:rPr>
              <a:t>huffTree</a:t>
            </a:r>
            <a:r>
              <a:rPr lang="zh-CN" altLang="en-US" sz="2800" b="1">
                <a:latin typeface="Times New Roman" charset="0"/>
              </a:rPr>
              <a:t>初始化，所有元素结点的双亲、左</a:t>
            </a:r>
          </a:p>
          <a:p>
            <a:pPr algn="just" eaLnBrk="0" hangingPunct="0">
              <a:lnSpc>
                <a:spcPct val="120000"/>
              </a:lnSpc>
            </a:pPr>
            <a:r>
              <a:rPr lang="zh-CN" altLang="en-US" sz="2800" b="1">
                <a:latin typeface="Times New Roman" charset="0"/>
              </a:rPr>
              <a:t>    右孩子都置为</a:t>
            </a:r>
            <a:r>
              <a:rPr lang="en-US" altLang="zh-CN" sz="2800" b="1">
                <a:latin typeface="宋体" charset="-122"/>
              </a:rPr>
              <a:t>-</a:t>
            </a:r>
            <a:r>
              <a:rPr lang="en-US" altLang="zh-CN" sz="2800" b="1">
                <a:latin typeface="Times New Roman" charset="0"/>
              </a:rPr>
              <a:t>1</a:t>
            </a:r>
            <a:r>
              <a:rPr lang="zh-CN" altLang="en-US" sz="2800" b="1">
                <a:latin typeface="Times New Roman" charset="0"/>
              </a:rPr>
              <a:t>；</a:t>
            </a:r>
          </a:p>
          <a:p>
            <a:pPr algn="just" eaLnBrk="0" hangingPunct="0">
              <a:lnSpc>
                <a:spcPct val="120000"/>
              </a:lnSpc>
            </a:pPr>
            <a:r>
              <a:rPr lang="en-US" altLang="zh-CN" sz="2800" b="1">
                <a:latin typeface="Times New Roman" charset="0"/>
              </a:rPr>
              <a:t>2. </a:t>
            </a:r>
            <a:r>
              <a:rPr lang="zh-CN" altLang="en-US" sz="2800" b="1">
                <a:latin typeface="Times New Roman" charset="0"/>
              </a:rPr>
              <a:t>数组</a:t>
            </a:r>
            <a:r>
              <a:rPr lang="en-US" altLang="zh-CN" sz="2800" b="1">
                <a:latin typeface="Times New Roman" charset="0"/>
              </a:rPr>
              <a:t>huffTree</a:t>
            </a:r>
            <a:r>
              <a:rPr lang="zh-CN" altLang="en-US" sz="2800" b="1">
                <a:latin typeface="Times New Roman" charset="0"/>
              </a:rPr>
              <a:t>的前</a:t>
            </a:r>
            <a:r>
              <a:rPr lang="en-US" altLang="zh-CN" sz="2800" b="1">
                <a:latin typeface="Times New Roman" charset="0"/>
              </a:rPr>
              <a:t>n</a:t>
            </a:r>
            <a:r>
              <a:rPr lang="zh-CN" altLang="en-US" sz="2800" b="1">
                <a:latin typeface="Times New Roman" charset="0"/>
              </a:rPr>
              <a:t>个元素的权值置给定值</a:t>
            </a:r>
            <a:r>
              <a:rPr lang="en-US" altLang="zh-CN" sz="2800" b="1">
                <a:latin typeface="Times New Roman" charset="0"/>
              </a:rPr>
              <a:t>w[n]</a:t>
            </a:r>
            <a:r>
              <a:rPr lang="zh-CN" altLang="en-US" sz="2800" b="1">
                <a:latin typeface="Times New Roman" charset="0"/>
              </a:rPr>
              <a:t>；</a:t>
            </a:r>
          </a:p>
          <a:p>
            <a:pPr algn="just" eaLnBrk="0" hangingPunct="0">
              <a:lnSpc>
                <a:spcPct val="120000"/>
              </a:lnSpc>
            </a:pPr>
            <a:r>
              <a:rPr lang="en-US" altLang="zh-CN" sz="2800" b="1">
                <a:latin typeface="Times New Roman" charset="0"/>
              </a:rPr>
              <a:t>3. </a:t>
            </a:r>
            <a:r>
              <a:rPr lang="zh-CN" altLang="en-US" sz="2800" b="1">
                <a:latin typeface="Times New Roman" charset="0"/>
              </a:rPr>
              <a:t>进行</a:t>
            </a:r>
            <a:r>
              <a:rPr lang="en-US" altLang="zh-CN" sz="2800" b="1">
                <a:latin typeface="Times New Roman" charset="0"/>
              </a:rPr>
              <a:t>n</a:t>
            </a:r>
            <a:r>
              <a:rPr lang="en-US" altLang="zh-CN" sz="2800" b="1">
                <a:latin typeface="宋体" charset="-122"/>
              </a:rPr>
              <a:t>-</a:t>
            </a:r>
            <a:r>
              <a:rPr lang="en-US" altLang="zh-CN" sz="2800" b="1">
                <a:latin typeface="Times New Roman" charset="0"/>
              </a:rPr>
              <a:t>1</a:t>
            </a:r>
            <a:r>
              <a:rPr lang="zh-CN" altLang="en-US" sz="2800" b="1">
                <a:latin typeface="Times New Roman" charset="0"/>
              </a:rPr>
              <a:t>次合并</a:t>
            </a:r>
          </a:p>
          <a:p>
            <a:pPr algn="just" eaLnBrk="0" hangingPunct="0">
              <a:lnSpc>
                <a:spcPct val="120000"/>
              </a:lnSpc>
            </a:pPr>
            <a:r>
              <a:rPr lang="zh-CN" altLang="en-US" sz="2800" b="1">
                <a:latin typeface="Times New Roman" charset="0"/>
              </a:rPr>
              <a:t>    </a:t>
            </a:r>
            <a:r>
              <a:rPr lang="en-US" altLang="zh-CN" sz="2800" b="1">
                <a:latin typeface="Times New Roman" charset="0"/>
              </a:rPr>
              <a:t>3.1 </a:t>
            </a:r>
            <a:r>
              <a:rPr lang="zh-CN" altLang="en-US" sz="2800" b="1">
                <a:latin typeface="Times New Roman" charset="0"/>
              </a:rPr>
              <a:t>在二叉树集合中选取两个权值最小的根结点，</a:t>
            </a:r>
          </a:p>
          <a:p>
            <a:pPr algn="just" eaLnBrk="0" hangingPunct="0">
              <a:lnSpc>
                <a:spcPct val="120000"/>
              </a:lnSpc>
            </a:pPr>
            <a:r>
              <a:rPr lang="zh-CN" altLang="en-US" sz="2800" b="1">
                <a:latin typeface="Times New Roman" charset="0"/>
              </a:rPr>
              <a:t>          其下标分别为</a:t>
            </a:r>
            <a:r>
              <a:rPr lang="en-US" altLang="zh-CN" sz="2800" b="1">
                <a:latin typeface="Times New Roman" charset="0"/>
              </a:rPr>
              <a:t>i</a:t>
            </a:r>
            <a:r>
              <a:rPr lang="en-US" altLang="zh-CN" sz="2800" b="1" baseline="-25000">
                <a:latin typeface="Times New Roman" charset="0"/>
              </a:rPr>
              <a:t>1</a:t>
            </a:r>
            <a:r>
              <a:rPr lang="en-US" altLang="zh-CN" sz="2800" b="1">
                <a:latin typeface="Times New Roman" charset="0"/>
              </a:rPr>
              <a:t>, i</a:t>
            </a:r>
            <a:r>
              <a:rPr lang="en-US" altLang="zh-CN" sz="2800" b="1" baseline="-25000">
                <a:latin typeface="Times New Roman" charset="0"/>
              </a:rPr>
              <a:t>2</a:t>
            </a:r>
            <a:r>
              <a:rPr lang="zh-CN" altLang="en-US" sz="2800" b="1">
                <a:latin typeface="Times New Roman" charset="0"/>
              </a:rPr>
              <a:t>；</a:t>
            </a:r>
          </a:p>
          <a:p>
            <a:pPr algn="just" eaLnBrk="0" hangingPunct="0">
              <a:lnSpc>
                <a:spcPct val="120000"/>
              </a:lnSpc>
            </a:pPr>
            <a:r>
              <a:rPr lang="zh-CN" altLang="en-US" sz="2800" b="1">
                <a:latin typeface="Times New Roman" charset="0"/>
              </a:rPr>
              <a:t>    </a:t>
            </a:r>
            <a:r>
              <a:rPr lang="en-US" altLang="zh-CN" sz="2800" b="1">
                <a:latin typeface="Times New Roman" charset="0"/>
              </a:rPr>
              <a:t>3.2 </a:t>
            </a:r>
            <a:r>
              <a:rPr lang="zh-CN" altLang="en-US" sz="2800" b="1">
                <a:latin typeface="Times New Roman" charset="0"/>
              </a:rPr>
              <a:t>将二叉树</a:t>
            </a:r>
            <a:r>
              <a:rPr lang="en-US" altLang="zh-CN" sz="2800" b="1">
                <a:latin typeface="Times New Roman" charset="0"/>
              </a:rPr>
              <a:t>i</a:t>
            </a:r>
            <a:r>
              <a:rPr lang="en-US" altLang="zh-CN" sz="2800" b="1" baseline="-25000">
                <a:latin typeface="Times New Roman" charset="0"/>
              </a:rPr>
              <a:t>1</a:t>
            </a:r>
            <a:r>
              <a:rPr lang="zh-CN" altLang="en-US" sz="2800" b="1">
                <a:latin typeface="Times New Roman" charset="0"/>
              </a:rPr>
              <a:t>、</a:t>
            </a:r>
            <a:r>
              <a:rPr lang="en-US" altLang="zh-CN" sz="2800" b="1">
                <a:latin typeface="Times New Roman" charset="0"/>
              </a:rPr>
              <a:t>i</a:t>
            </a:r>
            <a:r>
              <a:rPr lang="en-US" altLang="zh-CN" sz="2800" b="1" baseline="-25000">
                <a:latin typeface="Times New Roman" charset="0"/>
              </a:rPr>
              <a:t>2</a:t>
            </a:r>
            <a:r>
              <a:rPr lang="zh-CN" altLang="en-US" sz="2800" b="1">
                <a:latin typeface="Times New Roman" charset="0"/>
              </a:rPr>
              <a:t>合并为一棵新的二叉树</a:t>
            </a:r>
            <a:r>
              <a:rPr lang="en-US" altLang="zh-CN" sz="2800" b="1">
                <a:latin typeface="Times New Roman" charset="0"/>
              </a:rPr>
              <a:t>k</a:t>
            </a:r>
            <a:r>
              <a:rPr lang="zh-CN" altLang="en-US" sz="2800" b="1">
                <a:latin typeface="Times New Roman" charset="0"/>
              </a:rPr>
              <a:t>；</a:t>
            </a:r>
          </a:p>
        </p:txBody>
      </p:sp>
      <p:sp>
        <p:nvSpPr>
          <p:cNvPr id="338948" name="Text Box 4"/>
          <p:cNvSpPr txBox="1">
            <a:spLocks noChangeArrowheads="1"/>
          </p:cNvSpPr>
          <p:nvPr/>
        </p:nvSpPr>
        <p:spPr bwMode="auto">
          <a:xfrm>
            <a:off x="1558925" y="228600"/>
            <a:ext cx="7051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zh-CN" altLang="en-US" sz="4000" b="1">
                <a:solidFill>
                  <a:srgbClr val="314187"/>
                </a:solidFill>
                <a:latin typeface="Times New Roman" charset="0"/>
              </a:rPr>
              <a:t>哈夫曼伪代码</a:t>
            </a:r>
          </a:p>
        </p:txBody>
      </p:sp>
    </p:spTree>
    <p:extLst>
      <p:ext uri="{BB962C8B-B14F-4D97-AF65-F5344CB8AC3E}">
        <p14:creationId xmlns:p14="http://schemas.microsoft.com/office/powerpoint/2010/main" val="1104127389"/>
      </p:ext>
    </p:extLst>
  </p:cSld>
  <p:clrMapOvr>
    <a:masterClrMapping/>
  </p:clrMapOvr>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altLang="zh-CN"/>
              <a:t>6.6 </a:t>
            </a:r>
            <a:r>
              <a:rPr lang="en-US" altLang="zh-CN" sz="3200"/>
              <a:t>–</a:t>
            </a:r>
            <a:r>
              <a:rPr lang="zh-CN" altLang="en-US" sz="3200"/>
              <a:t>赫夫曼树的应用</a:t>
            </a:r>
            <a:r>
              <a:rPr lang="en-US" altLang="zh-CN" sz="3200"/>
              <a:t>(1)</a:t>
            </a:r>
            <a:endParaRPr lang="en-US" altLang="zh-CN" sz="1800"/>
          </a:p>
        </p:txBody>
      </p:sp>
      <p:sp>
        <p:nvSpPr>
          <p:cNvPr id="354307" name="Rectangle 3"/>
          <p:cNvSpPr>
            <a:spLocks noGrp="1" noChangeArrowheads="1"/>
          </p:cNvSpPr>
          <p:nvPr>
            <p:ph type="body" idx="1"/>
          </p:nvPr>
        </p:nvSpPr>
        <p:spPr>
          <a:xfrm>
            <a:off x="1066800" y="1524000"/>
            <a:ext cx="7924800" cy="496888"/>
          </a:xfrm>
        </p:spPr>
        <p:txBody>
          <a:bodyPr/>
          <a:lstStyle/>
          <a:p>
            <a:pPr>
              <a:lnSpc>
                <a:spcPct val="90000"/>
              </a:lnSpc>
            </a:pPr>
            <a:r>
              <a:rPr lang="zh-CN" altLang="en-US"/>
              <a:t>赫夫曼树的应用</a:t>
            </a:r>
            <a:r>
              <a:rPr lang="en-US" altLang="zh-CN"/>
              <a:t>——</a:t>
            </a:r>
            <a:r>
              <a:rPr lang="zh-CN" altLang="en-US"/>
              <a:t>最佳判定算法</a:t>
            </a:r>
          </a:p>
        </p:txBody>
      </p:sp>
      <p:sp>
        <p:nvSpPr>
          <p:cNvPr id="354308" name="AutoShape 4">
            <a:hlinkClick r:id="rId3"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aphicFrame>
        <p:nvGraphicFramePr>
          <p:cNvPr id="354309"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957442"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4310" name="Group 6"/>
          <p:cNvGraphicFramePr>
            <a:graphicFrameLocks noGrp="1"/>
          </p:cNvGraphicFramePr>
          <p:nvPr/>
        </p:nvGraphicFramePr>
        <p:xfrm>
          <a:off x="1371600" y="2286000"/>
          <a:ext cx="6477000" cy="1234440"/>
        </p:xfrm>
        <a:graphic>
          <a:graphicData uri="http://schemas.openxmlformats.org/drawingml/2006/table">
            <a:tbl>
              <a:tblPr/>
              <a:tblGrid>
                <a:gridCol w="1054100"/>
                <a:gridCol w="1054100"/>
                <a:gridCol w="1054100"/>
                <a:gridCol w="1054100"/>
                <a:gridCol w="1054100"/>
                <a:gridCol w="1206500"/>
              </a:tblGrid>
              <a:tr h="431800">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分数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0~59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60~69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70~79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80~89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90~100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406400">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比例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0.15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0.30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381000">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等级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不及格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及格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中等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良好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defRPr sz="3200">
                          <a:solidFill>
                            <a:schemeClr val="tx1"/>
                          </a:solidFill>
                          <a:latin typeface="Arial" charset="0"/>
                          <a:ea typeface="宋体" charset="-122"/>
                        </a:defRPr>
                      </a:lvl1pPr>
                      <a:lvl2pPr>
                        <a:spcBef>
                          <a:spcPct val="20000"/>
                        </a:spcBef>
                        <a:defRPr sz="2800">
                          <a:solidFill>
                            <a:schemeClr val="tx1"/>
                          </a:solidFill>
                          <a:latin typeface="Arial" charset="0"/>
                          <a:ea typeface="宋体" charset="-122"/>
                        </a:defRPr>
                      </a:lvl2pPr>
                      <a:lvl3pPr>
                        <a:spcBef>
                          <a:spcPct val="20000"/>
                        </a:spcBef>
                        <a:defRPr sz="2400">
                          <a:solidFill>
                            <a:schemeClr val="tx1"/>
                          </a:solidFill>
                          <a:latin typeface="Arial" charset="0"/>
                          <a:ea typeface="宋体" charset="-122"/>
                        </a:defRPr>
                      </a:lvl3pPr>
                      <a:lvl4pPr>
                        <a:spcBef>
                          <a:spcPct val="20000"/>
                        </a:spcBef>
                        <a:defRPr sz="2000">
                          <a:solidFill>
                            <a:schemeClr val="tx1"/>
                          </a:solidFill>
                          <a:latin typeface="Arial" charset="0"/>
                          <a:ea typeface="宋体" charset="-122"/>
                        </a:defRPr>
                      </a:lvl4pPr>
                      <a:lvl5pPr>
                        <a:spcBef>
                          <a:spcPct val="20000"/>
                        </a:spcBef>
                        <a:defRPr>
                          <a:solidFill>
                            <a:schemeClr val="tx1"/>
                          </a:solidFill>
                          <a:latin typeface="Arial" charset="0"/>
                          <a:ea typeface="宋体" charset="-122"/>
                        </a:defRPr>
                      </a:lvl5pPr>
                      <a:lvl6pPr fontAlgn="base">
                        <a:spcBef>
                          <a:spcPct val="20000"/>
                        </a:spcBef>
                        <a:spcAft>
                          <a:spcPct val="0"/>
                        </a:spcAft>
                        <a:defRPr>
                          <a:solidFill>
                            <a:schemeClr val="tx1"/>
                          </a:solidFill>
                          <a:latin typeface="Arial" charset="0"/>
                          <a:ea typeface="宋体" charset="-122"/>
                        </a:defRPr>
                      </a:lvl6pPr>
                      <a:lvl7pPr fontAlgn="base">
                        <a:spcBef>
                          <a:spcPct val="20000"/>
                        </a:spcBef>
                        <a:spcAft>
                          <a:spcPct val="0"/>
                        </a:spcAft>
                        <a:defRPr>
                          <a:solidFill>
                            <a:schemeClr val="tx1"/>
                          </a:solidFill>
                          <a:latin typeface="Arial" charset="0"/>
                          <a:ea typeface="宋体" charset="-122"/>
                        </a:defRPr>
                      </a:lvl7pPr>
                      <a:lvl8pPr fontAlgn="base">
                        <a:spcBef>
                          <a:spcPct val="20000"/>
                        </a:spcBef>
                        <a:spcAft>
                          <a:spcPct val="0"/>
                        </a:spcAft>
                        <a:defRPr>
                          <a:solidFill>
                            <a:schemeClr val="tx1"/>
                          </a:solidFill>
                          <a:latin typeface="Arial" charset="0"/>
                          <a:ea typeface="宋体" charset="-122"/>
                        </a:defRPr>
                      </a:lvl8pPr>
                      <a:lvl9pPr fontAlgn="base">
                        <a:spcBef>
                          <a:spcPct val="20000"/>
                        </a:spcBef>
                        <a:spcAft>
                          <a:spcPct val="0"/>
                        </a:spcAft>
                        <a:defRPr>
                          <a:solidFill>
                            <a:schemeClr val="tx1"/>
                          </a:solidFill>
                          <a:latin typeface="Arial" charset="0"/>
                          <a:ea typeface="宋体"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a:ln>
                            <a:noFill/>
                          </a:ln>
                          <a:solidFill>
                            <a:schemeClr val="tx1"/>
                          </a:solidFill>
                          <a:effectLst/>
                          <a:latin typeface="Arial" charset="0"/>
                          <a:ea typeface="宋体" charset="-122"/>
                        </a:rPr>
                        <a:t>优秀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bl>
          </a:graphicData>
        </a:graphic>
      </p:graphicFrame>
      <p:sp>
        <p:nvSpPr>
          <p:cNvPr id="354340" name="Line 36"/>
          <p:cNvSpPr>
            <a:spLocks noChangeShapeType="1"/>
          </p:cNvSpPr>
          <p:nvPr/>
        </p:nvSpPr>
        <p:spPr bwMode="auto">
          <a:xfrm flipH="1">
            <a:off x="5029200" y="58674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1" name="Line 37"/>
          <p:cNvSpPr>
            <a:spLocks noChangeShapeType="1"/>
          </p:cNvSpPr>
          <p:nvPr/>
        </p:nvSpPr>
        <p:spPr bwMode="auto">
          <a:xfrm flipH="1">
            <a:off x="5715000" y="53340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2" name="Line 38"/>
          <p:cNvSpPr>
            <a:spLocks noChangeShapeType="1"/>
          </p:cNvSpPr>
          <p:nvPr/>
        </p:nvSpPr>
        <p:spPr bwMode="auto">
          <a:xfrm>
            <a:off x="6172200" y="53340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3" name="Line 39"/>
          <p:cNvSpPr>
            <a:spLocks noChangeShapeType="1"/>
          </p:cNvSpPr>
          <p:nvPr/>
        </p:nvSpPr>
        <p:spPr bwMode="auto">
          <a:xfrm flipH="1">
            <a:off x="3886200" y="53340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4" name="Line 40"/>
          <p:cNvSpPr>
            <a:spLocks noChangeShapeType="1"/>
          </p:cNvSpPr>
          <p:nvPr/>
        </p:nvSpPr>
        <p:spPr bwMode="auto">
          <a:xfrm flipH="1">
            <a:off x="2743200" y="48006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5" name="Line 41"/>
          <p:cNvSpPr>
            <a:spLocks noChangeShapeType="1"/>
          </p:cNvSpPr>
          <p:nvPr/>
        </p:nvSpPr>
        <p:spPr bwMode="auto">
          <a:xfrm flipH="1">
            <a:off x="3429000" y="42672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6" name="Line 42"/>
          <p:cNvSpPr>
            <a:spLocks noChangeShapeType="1"/>
          </p:cNvSpPr>
          <p:nvPr/>
        </p:nvSpPr>
        <p:spPr bwMode="auto">
          <a:xfrm flipH="1">
            <a:off x="1676400" y="42672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7" name="AutoShape 43"/>
          <p:cNvSpPr>
            <a:spLocks noChangeArrowheads="1"/>
          </p:cNvSpPr>
          <p:nvPr/>
        </p:nvSpPr>
        <p:spPr bwMode="auto">
          <a:xfrm>
            <a:off x="2101850" y="4038600"/>
            <a:ext cx="1403350" cy="457200"/>
          </a:xfrm>
          <a:prstGeom prst="flowChartDecision">
            <a:avLst/>
          </a:prstGeom>
          <a:solidFill>
            <a:srgbClr val="CCFFFF"/>
          </a:solidFill>
          <a:ln w="12700">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i="1">
                <a:latin typeface="Times New Roman" charset="0"/>
              </a:rPr>
              <a:t>a</a:t>
            </a:r>
            <a:r>
              <a:rPr kumimoji="1" lang="en-US" altLang="zh-CN" sz="2400" b="1">
                <a:latin typeface="Times New Roman" charset="0"/>
              </a:rPr>
              <a:t>&lt;60?</a:t>
            </a:r>
          </a:p>
        </p:txBody>
      </p:sp>
      <p:sp>
        <p:nvSpPr>
          <p:cNvPr id="354348" name="Line 44"/>
          <p:cNvSpPr>
            <a:spLocks noChangeShapeType="1"/>
          </p:cNvSpPr>
          <p:nvPr/>
        </p:nvSpPr>
        <p:spPr bwMode="auto">
          <a:xfrm>
            <a:off x="2819400" y="37338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49" name="Line 45"/>
          <p:cNvSpPr>
            <a:spLocks noChangeShapeType="1"/>
          </p:cNvSpPr>
          <p:nvPr/>
        </p:nvSpPr>
        <p:spPr bwMode="auto">
          <a:xfrm>
            <a:off x="1676400" y="42672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0" name="Text Box 46"/>
          <p:cNvSpPr txBox="1">
            <a:spLocks noChangeArrowheads="1"/>
          </p:cNvSpPr>
          <p:nvPr/>
        </p:nvSpPr>
        <p:spPr bwMode="auto">
          <a:xfrm>
            <a:off x="1200150" y="4552950"/>
            <a:ext cx="912813"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不及格</a:t>
            </a:r>
            <a:endParaRPr kumimoji="1" lang="zh-CN" altLang="en-US">
              <a:solidFill>
                <a:srgbClr val="660066"/>
              </a:solidFill>
              <a:latin typeface="Times New Roman" charset="0"/>
            </a:endParaRPr>
          </a:p>
        </p:txBody>
      </p:sp>
      <p:sp>
        <p:nvSpPr>
          <p:cNvPr id="354351" name="Line 47"/>
          <p:cNvSpPr>
            <a:spLocks noChangeShapeType="1"/>
          </p:cNvSpPr>
          <p:nvPr/>
        </p:nvSpPr>
        <p:spPr bwMode="auto">
          <a:xfrm>
            <a:off x="3886200" y="42672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2" name="Line 48"/>
          <p:cNvSpPr>
            <a:spLocks noChangeShapeType="1"/>
          </p:cNvSpPr>
          <p:nvPr/>
        </p:nvSpPr>
        <p:spPr bwMode="auto">
          <a:xfrm>
            <a:off x="2743200" y="48006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3" name="Line 49"/>
          <p:cNvSpPr>
            <a:spLocks noChangeShapeType="1"/>
          </p:cNvSpPr>
          <p:nvPr/>
        </p:nvSpPr>
        <p:spPr bwMode="auto">
          <a:xfrm flipH="1">
            <a:off x="4572000" y="48006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4" name="Line 50"/>
          <p:cNvSpPr>
            <a:spLocks noChangeShapeType="1"/>
          </p:cNvSpPr>
          <p:nvPr/>
        </p:nvSpPr>
        <p:spPr bwMode="auto">
          <a:xfrm>
            <a:off x="5029200" y="48006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5" name="Line 51"/>
          <p:cNvSpPr>
            <a:spLocks noChangeShapeType="1"/>
          </p:cNvSpPr>
          <p:nvPr/>
        </p:nvSpPr>
        <p:spPr bwMode="auto">
          <a:xfrm>
            <a:off x="3886200" y="53340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6" name="Line 52"/>
          <p:cNvSpPr>
            <a:spLocks noChangeShapeType="1"/>
          </p:cNvSpPr>
          <p:nvPr/>
        </p:nvSpPr>
        <p:spPr bwMode="auto">
          <a:xfrm>
            <a:off x="5029200" y="58674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7" name="Line 53"/>
          <p:cNvSpPr>
            <a:spLocks noChangeShapeType="1"/>
          </p:cNvSpPr>
          <p:nvPr/>
        </p:nvSpPr>
        <p:spPr bwMode="auto">
          <a:xfrm flipH="1">
            <a:off x="6858000" y="5867400"/>
            <a:ext cx="457200"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8" name="Line 54"/>
          <p:cNvSpPr>
            <a:spLocks noChangeShapeType="1"/>
          </p:cNvSpPr>
          <p:nvPr/>
        </p:nvSpPr>
        <p:spPr bwMode="auto">
          <a:xfrm>
            <a:off x="7315200" y="5867400"/>
            <a:ext cx="0" cy="304800"/>
          </a:xfrm>
          <a:prstGeom prst="line">
            <a:avLst/>
          </a:prstGeom>
          <a:noFill/>
          <a:ln w="38100">
            <a:solidFill>
              <a:srgbClr val="0099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54359" name="Text Box 55"/>
          <p:cNvSpPr txBox="1">
            <a:spLocks noChangeArrowheads="1"/>
          </p:cNvSpPr>
          <p:nvPr/>
        </p:nvSpPr>
        <p:spPr bwMode="auto">
          <a:xfrm>
            <a:off x="1371600" y="4953000"/>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0.05</a:t>
            </a:r>
            <a:endParaRPr kumimoji="1" lang="en-US" altLang="zh-CN">
              <a:latin typeface="Times New Roman" charset="0"/>
            </a:endParaRPr>
          </a:p>
        </p:txBody>
      </p:sp>
      <p:sp>
        <p:nvSpPr>
          <p:cNvPr id="354360" name="Text Box 56"/>
          <p:cNvSpPr txBox="1">
            <a:spLocks noChangeArrowheads="1"/>
          </p:cNvSpPr>
          <p:nvPr/>
        </p:nvSpPr>
        <p:spPr bwMode="auto">
          <a:xfrm>
            <a:off x="2438400" y="5486400"/>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0.15</a:t>
            </a:r>
            <a:endParaRPr kumimoji="1" lang="en-US" altLang="zh-CN">
              <a:latin typeface="Times New Roman" charset="0"/>
            </a:endParaRPr>
          </a:p>
        </p:txBody>
      </p:sp>
      <p:sp>
        <p:nvSpPr>
          <p:cNvPr id="354361" name="Text Box 57"/>
          <p:cNvSpPr txBox="1">
            <a:spLocks noChangeArrowheads="1"/>
          </p:cNvSpPr>
          <p:nvPr/>
        </p:nvSpPr>
        <p:spPr bwMode="auto">
          <a:xfrm>
            <a:off x="3657600" y="6019800"/>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0.40</a:t>
            </a:r>
            <a:endParaRPr kumimoji="1" lang="en-US" altLang="zh-CN">
              <a:latin typeface="Times New Roman" charset="0"/>
            </a:endParaRPr>
          </a:p>
        </p:txBody>
      </p:sp>
      <p:sp>
        <p:nvSpPr>
          <p:cNvPr id="354362" name="Text Box 58"/>
          <p:cNvSpPr txBox="1">
            <a:spLocks noChangeArrowheads="1"/>
          </p:cNvSpPr>
          <p:nvPr/>
        </p:nvSpPr>
        <p:spPr bwMode="auto">
          <a:xfrm>
            <a:off x="5292725" y="6237288"/>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0.30</a:t>
            </a:r>
            <a:endParaRPr kumimoji="1" lang="en-US" altLang="zh-CN">
              <a:latin typeface="Times New Roman" charset="0"/>
            </a:endParaRPr>
          </a:p>
        </p:txBody>
      </p:sp>
      <p:sp>
        <p:nvSpPr>
          <p:cNvPr id="354363" name="Text Box 59"/>
          <p:cNvSpPr txBox="1">
            <a:spLocks noChangeArrowheads="1"/>
          </p:cNvSpPr>
          <p:nvPr/>
        </p:nvSpPr>
        <p:spPr bwMode="auto">
          <a:xfrm>
            <a:off x="7667625" y="6237288"/>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0.10</a:t>
            </a:r>
            <a:endParaRPr kumimoji="1" lang="en-US" altLang="zh-CN">
              <a:latin typeface="Times New Roman" charset="0"/>
            </a:endParaRPr>
          </a:p>
        </p:txBody>
      </p:sp>
      <p:sp>
        <p:nvSpPr>
          <p:cNvPr id="354364" name="Text Box 60"/>
          <p:cNvSpPr txBox="1">
            <a:spLocks noChangeArrowheads="1"/>
          </p:cNvSpPr>
          <p:nvPr/>
        </p:nvSpPr>
        <p:spPr bwMode="auto">
          <a:xfrm>
            <a:off x="3536950" y="3886200"/>
            <a:ext cx="349250" cy="366713"/>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b="1">
                <a:solidFill>
                  <a:srgbClr val="000099"/>
                </a:solidFill>
                <a:effectLst>
                  <a:outerShdw blurRad="38100" dist="38100" dir="2700000" algn="tl">
                    <a:srgbClr val="C0C0C0"/>
                  </a:outerShdw>
                </a:effectLst>
                <a:latin typeface="Times New Roman" charset="0"/>
              </a:rPr>
              <a:t>N</a:t>
            </a:r>
          </a:p>
        </p:txBody>
      </p:sp>
      <p:sp>
        <p:nvSpPr>
          <p:cNvPr id="354365" name="Text Box 61"/>
          <p:cNvSpPr txBox="1">
            <a:spLocks noChangeArrowheads="1"/>
          </p:cNvSpPr>
          <p:nvPr/>
        </p:nvSpPr>
        <p:spPr bwMode="auto">
          <a:xfrm>
            <a:off x="4603750" y="4495800"/>
            <a:ext cx="349250" cy="366713"/>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b="1">
                <a:solidFill>
                  <a:srgbClr val="000099"/>
                </a:solidFill>
                <a:effectLst>
                  <a:outerShdw blurRad="38100" dist="38100" dir="2700000" algn="tl">
                    <a:srgbClr val="C0C0C0"/>
                  </a:outerShdw>
                </a:effectLst>
                <a:latin typeface="Times New Roman" charset="0"/>
              </a:rPr>
              <a:t>N</a:t>
            </a:r>
          </a:p>
        </p:txBody>
      </p:sp>
      <p:sp>
        <p:nvSpPr>
          <p:cNvPr id="354366" name="Text Box 62"/>
          <p:cNvSpPr txBox="1">
            <a:spLocks noChangeArrowheads="1"/>
          </p:cNvSpPr>
          <p:nvPr/>
        </p:nvSpPr>
        <p:spPr bwMode="auto">
          <a:xfrm>
            <a:off x="5746750" y="4999038"/>
            <a:ext cx="349250" cy="366712"/>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kumimoji="1" lang="en-US" altLang="zh-CN" b="1">
                <a:solidFill>
                  <a:srgbClr val="000099"/>
                </a:solidFill>
                <a:effectLst>
                  <a:outerShdw blurRad="38100" dist="38100" dir="2700000" algn="tl">
                    <a:srgbClr val="C0C0C0"/>
                  </a:outerShdw>
                </a:effectLst>
                <a:latin typeface="Times New Roman" charset="0"/>
              </a:rPr>
              <a:t>N</a:t>
            </a:r>
          </a:p>
        </p:txBody>
      </p:sp>
      <p:sp>
        <p:nvSpPr>
          <p:cNvPr id="354367" name="Text Box 63"/>
          <p:cNvSpPr txBox="1">
            <a:spLocks noChangeArrowheads="1"/>
          </p:cNvSpPr>
          <p:nvPr/>
        </p:nvSpPr>
        <p:spPr bwMode="auto">
          <a:xfrm>
            <a:off x="6897688" y="5535613"/>
            <a:ext cx="349250" cy="366712"/>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kumimoji="1" lang="en-US" altLang="zh-CN" b="1">
                <a:solidFill>
                  <a:srgbClr val="000099"/>
                </a:solidFill>
                <a:effectLst>
                  <a:outerShdw blurRad="38100" dist="38100" dir="2700000" algn="tl">
                    <a:srgbClr val="C0C0C0"/>
                  </a:outerShdw>
                </a:effectLst>
                <a:latin typeface="Times New Roman" charset="0"/>
              </a:rPr>
              <a:t>N</a:t>
            </a:r>
          </a:p>
        </p:txBody>
      </p:sp>
      <p:sp>
        <p:nvSpPr>
          <p:cNvPr id="354368" name="Text Box 64"/>
          <p:cNvSpPr txBox="1">
            <a:spLocks noChangeArrowheads="1"/>
          </p:cNvSpPr>
          <p:nvPr/>
        </p:nvSpPr>
        <p:spPr bwMode="auto">
          <a:xfrm>
            <a:off x="5114925" y="55245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4369" name="Text Box 65"/>
          <p:cNvSpPr txBox="1">
            <a:spLocks noChangeArrowheads="1"/>
          </p:cNvSpPr>
          <p:nvPr/>
        </p:nvSpPr>
        <p:spPr bwMode="auto">
          <a:xfrm>
            <a:off x="3940175" y="4983163"/>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4370" name="Text Box 66"/>
          <p:cNvSpPr txBox="1">
            <a:spLocks noChangeArrowheads="1"/>
          </p:cNvSpPr>
          <p:nvPr/>
        </p:nvSpPr>
        <p:spPr bwMode="auto">
          <a:xfrm>
            <a:off x="2800350" y="4479925"/>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4371" name="Text Box 67"/>
          <p:cNvSpPr txBox="1">
            <a:spLocks noChangeArrowheads="1"/>
          </p:cNvSpPr>
          <p:nvPr/>
        </p:nvSpPr>
        <p:spPr bwMode="auto">
          <a:xfrm>
            <a:off x="1730375" y="3946525"/>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4372" name="AutoShape 68"/>
          <p:cNvSpPr>
            <a:spLocks noChangeArrowheads="1"/>
          </p:cNvSpPr>
          <p:nvPr/>
        </p:nvSpPr>
        <p:spPr bwMode="auto">
          <a:xfrm>
            <a:off x="3200400" y="4572000"/>
            <a:ext cx="1403350" cy="457200"/>
          </a:xfrm>
          <a:prstGeom prst="flowChartDecision">
            <a:avLst/>
          </a:prstGeom>
          <a:solidFill>
            <a:srgbClr val="CCFFFF"/>
          </a:solidFill>
          <a:ln w="12700">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i="1">
                <a:latin typeface="Times New Roman" charset="0"/>
              </a:rPr>
              <a:t>a</a:t>
            </a:r>
            <a:r>
              <a:rPr kumimoji="1" lang="en-US" altLang="zh-CN" sz="2400" b="1">
                <a:latin typeface="Times New Roman" charset="0"/>
              </a:rPr>
              <a:t>&lt;70?</a:t>
            </a:r>
          </a:p>
        </p:txBody>
      </p:sp>
      <p:sp>
        <p:nvSpPr>
          <p:cNvPr id="354373" name="AutoShape 69"/>
          <p:cNvSpPr>
            <a:spLocks noChangeArrowheads="1"/>
          </p:cNvSpPr>
          <p:nvPr/>
        </p:nvSpPr>
        <p:spPr bwMode="auto">
          <a:xfrm>
            <a:off x="4311650" y="5105400"/>
            <a:ext cx="1403350" cy="457200"/>
          </a:xfrm>
          <a:prstGeom prst="flowChartDecision">
            <a:avLst/>
          </a:prstGeom>
          <a:solidFill>
            <a:srgbClr val="CCFFFF"/>
          </a:solidFill>
          <a:ln w="12700">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i="1">
                <a:latin typeface="Times New Roman" charset="0"/>
              </a:rPr>
              <a:t>a</a:t>
            </a:r>
            <a:r>
              <a:rPr kumimoji="1" lang="en-US" altLang="zh-CN" sz="2400" b="1">
                <a:latin typeface="Times New Roman" charset="0"/>
              </a:rPr>
              <a:t>&lt;80?</a:t>
            </a:r>
          </a:p>
        </p:txBody>
      </p:sp>
      <p:sp>
        <p:nvSpPr>
          <p:cNvPr id="354374" name="Text Box 70"/>
          <p:cNvSpPr txBox="1">
            <a:spLocks noChangeArrowheads="1"/>
          </p:cNvSpPr>
          <p:nvPr/>
        </p:nvSpPr>
        <p:spPr bwMode="auto">
          <a:xfrm>
            <a:off x="2381250" y="50863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及格</a:t>
            </a:r>
            <a:endParaRPr kumimoji="1" lang="zh-CN" altLang="en-US">
              <a:solidFill>
                <a:srgbClr val="660066"/>
              </a:solidFill>
              <a:latin typeface="Times New Roman" charset="0"/>
            </a:endParaRPr>
          </a:p>
        </p:txBody>
      </p:sp>
      <p:sp>
        <p:nvSpPr>
          <p:cNvPr id="354375" name="AutoShape 71"/>
          <p:cNvSpPr>
            <a:spLocks noChangeArrowheads="1"/>
          </p:cNvSpPr>
          <p:nvPr/>
        </p:nvSpPr>
        <p:spPr bwMode="auto">
          <a:xfrm>
            <a:off x="5486400" y="5638800"/>
            <a:ext cx="1403350" cy="457200"/>
          </a:xfrm>
          <a:prstGeom prst="flowChartDecision">
            <a:avLst/>
          </a:prstGeom>
          <a:solidFill>
            <a:srgbClr val="CCFFFF"/>
          </a:solidFill>
          <a:ln w="12700">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i="1">
                <a:latin typeface="Times New Roman" charset="0"/>
              </a:rPr>
              <a:t>a</a:t>
            </a:r>
            <a:r>
              <a:rPr kumimoji="1" lang="en-US" altLang="zh-CN" sz="2400" b="1">
                <a:latin typeface="Times New Roman" charset="0"/>
              </a:rPr>
              <a:t>&lt;90?</a:t>
            </a:r>
          </a:p>
        </p:txBody>
      </p:sp>
      <p:sp>
        <p:nvSpPr>
          <p:cNvPr id="354376" name="Text Box 72"/>
          <p:cNvSpPr txBox="1">
            <a:spLocks noChangeArrowheads="1"/>
          </p:cNvSpPr>
          <p:nvPr/>
        </p:nvSpPr>
        <p:spPr bwMode="auto">
          <a:xfrm>
            <a:off x="3562350" y="56197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中等</a:t>
            </a:r>
            <a:endParaRPr kumimoji="1" lang="zh-CN" altLang="en-US">
              <a:solidFill>
                <a:srgbClr val="660066"/>
              </a:solidFill>
              <a:latin typeface="Times New Roman" charset="0"/>
            </a:endParaRPr>
          </a:p>
        </p:txBody>
      </p:sp>
      <p:sp>
        <p:nvSpPr>
          <p:cNvPr id="354377" name="Text Box 73"/>
          <p:cNvSpPr txBox="1">
            <a:spLocks noChangeArrowheads="1"/>
          </p:cNvSpPr>
          <p:nvPr/>
        </p:nvSpPr>
        <p:spPr bwMode="auto">
          <a:xfrm>
            <a:off x="4629150" y="61531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良好</a:t>
            </a:r>
            <a:endParaRPr kumimoji="1" lang="zh-CN" altLang="en-US">
              <a:solidFill>
                <a:srgbClr val="660066"/>
              </a:solidFill>
              <a:latin typeface="Times New Roman" charset="0"/>
            </a:endParaRPr>
          </a:p>
        </p:txBody>
      </p:sp>
      <p:sp>
        <p:nvSpPr>
          <p:cNvPr id="354378" name="Text Box 74"/>
          <p:cNvSpPr txBox="1">
            <a:spLocks noChangeArrowheads="1"/>
          </p:cNvSpPr>
          <p:nvPr/>
        </p:nvSpPr>
        <p:spPr bwMode="auto">
          <a:xfrm>
            <a:off x="6991350" y="61531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优秀</a:t>
            </a:r>
            <a:endParaRPr kumimoji="1" lang="zh-CN" altLang="en-US">
              <a:solidFill>
                <a:srgbClr val="660066"/>
              </a:solidFill>
              <a:latin typeface="Times New Roman" charset="0"/>
            </a:endParaRPr>
          </a:p>
        </p:txBody>
      </p:sp>
      <p:sp>
        <p:nvSpPr>
          <p:cNvPr id="354379" name="AutoShape 75"/>
          <p:cNvSpPr>
            <a:spLocks noChangeArrowheads="1"/>
          </p:cNvSpPr>
          <p:nvPr/>
        </p:nvSpPr>
        <p:spPr bwMode="auto">
          <a:xfrm>
            <a:off x="6477000" y="4343400"/>
            <a:ext cx="1752600" cy="533400"/>
          </a:xfrm>
          <a:prstGeom prst="wedgeRoundRectCallout">
            <a:avLst>
              <a:gd name="adj1" fmla="val -54708"/>
              <a:gd name="adj2" fmla="val 99106"/>
              <a:gd name="adj3" fmla="val 16667"/>
            </a:avLst>
          </a:prstGeom>
          <a:solidFill>
            <a:srgbClr val="CCFFFF"/>
          </a:solidFill>
          <a:ln w="2857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r>
              <a:rPr kumimoji="1" lang="en-US" altLang="zh-CN" sz="2400" b="1">
                <a:latin typeface="Times New Roman" charset="0"/>
              </a:rPr>
              <a:t>WPL=3.15</a:t>
            </a:r>
          </a:p>
        </p:txBody>
      </p:sp>
    </p:spTree>
    <p:extLst>
      <p:ext uri="{BB962C8B-B14F-4D97-AF65-F5344CB8AC3E}">
        <p14:creationId xmlns:p14="http://schemas.microsoft.com/office/powerpoint/2010/main" val="1239848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354379"/>
                                        </p:tgtEl>
                                        <p:attrNameLst>
                                          <p:attrName>style.visibility</p:attrName>
                                        </p:attrNameLst>
                                      </p:cBhvr>
                                      <p:to>
                                        <p:strVal val="visible"/>
                                      </p:to>
                                    </p:set>
                                    <p:animEffect transition="in" filter="strips(upRight)">
                                      <p:cBhvr>
                                        <p:cTn id="7" dur="500"/>
                                        <p:tgtEl>
                                          <p:spTgt spid="354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79" grpId="0" animBg="1"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zh-CN" altLang="en-US" sz="3600"/>
              <a:t>赫夫曼树的应用</a:t>
            </a:r>
            <a:r>
              <a:rPr lang="en-US" altLang="zh-CN" sz="3600"/>
              <a:t>——</a:t>
            </a:r>
            <a:r>
              <a:rPr lang="zh-CN" altLang="en-US" sz="3600"/>
              <a:t>最佳判定算法</a:t>
            </a:r>
            <a:r>
              <a:rPr lang="en-US" altLang="zh-CN" sz="3200"/>
              <a:t>(2)</a:t>
            </a:r>
          </a:p>
        </p:txBody>
      </p:sp>
      <p:sp>
        <p:nvSpPr>
          <p:cNvPr id="355331" name="Rectangle 3"/>
          <p:cNvSpPr>
            <a:spLocks noGrp="1" noChangeArrowheads="1"/>
          </p:cNvSpPr>
          <p:nvPr>
            <p:ph type="body" idx="1"/>
          </p:nvPr>
        </p:nvSpPr>
        <p:spPr>
          <a:xfrm>
            <a:off x="1066800" y="2017713"/>
            <a:ext cx="7924800" cy="496887"/>
          </a:xfrm>
        </p:spPr>
        <p:txBody>
          <a:bodyPr/>
          <a:lstStyle/>
          <a:p>
            <a:pPr>
              <a:lnSpc>
                <a:spcPct val="90000"/>
              </a:lnSpc>
            </a:pPr>
            <a:endParaRPr lang="zh-CN" altLang="zh-CN"/>
          </a:p>
        </p:txBody>
      </p:sp>
      <p:sp>
        <p:nvSpPr>
          <p:cNvPr id="355332" name="AutoShape 4">
            <a:hlinkClick r:id="rId3"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aphicFrame>
        <p:nvGraphicFramePr>
          <p:cNvPr id="355333" name="Object 5"/>
          <p:cNvGraphicFramePr>
            <a:graphicFrameLocks noChangeAspect="1"/>
          </p:cNvGraphicFramePr>
          <p:nvPr/>
        </p:nvGraphicFramePr>
        <p:xfrm>
          <a:off x="4514850" y="2178050"/>
          <a:ext cx="114300" cy="215900"/>
        </p:xfrm>
        <a:graphic>
          <a:graphicData uri="http://schemas.openxmlformats.org/presentationml/2006/ole">
            <mc:AlternateContent xmlns:mc="http://schemas.openxmlformats.org/markup-compatibility/2006">
              <mc:Choice xmlns:v="urn:schemas-microsoft-com:vml" Requires="v">
                <p:oleObj spid="_x0000_s958466"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2178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55334" name="Text Box 6"/>
          <p:cNvSpPr txBox="1">
            <a:spLocks noChangeArrowheads="1"/>
          </p:cNvSpPr>
          <p:nvPr/>
        </p:nvSpPr>
        <p:spPr bwMode="auto">
          <a:xfrm>
            <a:off x="5238750" y="4552950"/>
            <a:ext cx="912813"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不及格</a:t>
            </a:r>
            <a:endParaRPr kumimoji="1" lang="zh-CN" altLang="en-US">
              <a:solidFill>
                <a:srgbClr val="660066"/>
              </a:solidFill>
              <a:latin typeface="Times New Roman" charset="0"/>
            </a:endParaRPr>
          </a:p>
        </p:txBody>
      </p:sp>
      <p:sp>
        <p:nvSpPr>
          <p:cNvPr id="355335" name="Text Box 7"/>
          <p:cNvSpPr txBox="1">
            <a:spLocks noChangeArrowheads="1"/>
          </p:cNvSpPr>
          <p:nvPr/>
        </p:nvSpPr>
        <p:spPr bwMode="auto">
          <a:xfrm>
            <a:off x="5410200" y="4953000"/>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0.05</a:t>
            </a:r>
            <a:endParaRPr kumimoji="1" lang="en-US" altLang="zh-CN">
              <a:latin typeface="Times New Roman" charset="0"/>
            </a:endParaRPr>
          </a:p>
        </p:txBody>
      </p:sp>
      <p:sp>
        <p:nvSpPr>
          <p:cNvPr id="355336" name="Text Box 8"/>
          <p:cNvSpPr txBox="1">
            <a:spLocks noChangeArrowheads="1"/>
          </p:cNvSpPr>
          <p:nvPr/>
        </p:nvSpPr>
        <p:spPr bwMode="auto">
          <a:xfrm>
            <a:off x="6515100" y="4191000"/>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0.15</a:t>
            </a:r>
            <a:endParaRPr kumimoji="1" lang="en-US" altLang="zh-CN">
              <a:latin typeface="Times New Roman" charset="0"/>
            </a:endParaRPr>
          </a:p>
        </p:txBody>
      </p:sp>
      <p:sp>
        <p:nvSpPr>
          <p:cNvPr id="355337" name="Text Box 9"/>
          <p:cNvSpPr txBox="1">
            <a:spLocks noChangeArrowheads="1"/>
          </p:cNvSpPr>
          <p:nvPr/>
        </p:nvSpPr>
        <p:spPr bwMode="auto">
          <a:xfrm>
            <a:off x="2743200" y="2651125"/>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0.40</a:t>
            </a:r>
            <a:endParaRPr kumimoji="1" lang="en-US" altLang="zh-CN">
              <a:latin typeface="Times New Roman" charset="0"/>
            </a:endParaRPr>
          </a:p>
        </p:txBody>
      </p:sp>
      <p:sp>
        <p:nvSpPr>
          <p:cNvPr id="355338" name="Text Box 10"/>
          <p:cNvSpPr txBox="1">
            <a:spLocks noChangeArrowheads="1"/>
          </p:cNvSpPr>
          <p:nvPr/>
        </p:nvSpPr>
        <p:spPr bwMode="auto">
          <a:xfrm>
            <a:off x="3581400" y="3413125"/>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0.30</a:t>
            </a:r>
            <a:endParaRPr kumimoji="1" lang="en-US" altLang="zh-CN">
              <a:latin typeface="Times New Roman" charset="0"/>
            </a:endParaRPr>
          </a:p>
        </p:txBody>
      </p:sp>
      <p:sp>
        <p:nvSpPr>
          <p:cNvPr id="355339" name="Text Box 11"/>
          <p:cNvSpPr txBox="1">
            <a:spLocks noChangeArrowheads="1"/>
          </p:cNvSpPr>
          <p:nvPr/>
        </p:nvSpPr>
        <p:spPr bwMode="auto">
          <a:xfrm>
            <a:off x="3733800" y="4937125"/>
            <a:ext cx="62865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latin typeface="Times New Roman" charset="0"/>
              </a:rPr>
              <a:t>0.10</a:t>
            </a:r>
            <a:endParaRPr kumimoji="1" lang="en-US" altLang="zh-CN">
              <a:latin typeface="Times New Roman" charset="0"/>
            </a:endParaRPr>
          </a:p>
        </p:txBody>
      </p:sp>
      <p:sp>
        <p:nvSpPr>
          <p:cNvPr id="355340" name="Text Box 12"/>
          <p:cNvSpPr txBox="1">
            <a:spLocks noChangeArrowheads="1"/>
          </p:cNvSpPr>
          <p:nvPr/>
        </p:nvSpPr>
        <p:spPr bwMode="auto">
          <a:xfrm>
            <a:off x="6457950" y="37909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及格</a:t>
            </a:r>
            <a:endParaRPr kumimoji="1" lang="zh-CN" altLang="en-US">
              <a:solidFill>
                <a:srgbClr val="660066"/>
              </a:solidFill>
              <a:latin typeface="Times New Roman" charset="0"/>
            </a:endParaRPr>
          </a:p>
        </p:txBody>
      </p:sp>
      <p:sp>
        <p:nvSpPr>
          <p:cNvPr id="355341" name="Text Box 13"/>
          <p:cNvSpPr txBox="1">
            <a:spLocks noChangeArrowheads="1"/>
          </p:cNvSpPr>
          <p:nvPr/>
        </p:nvSpPr>
        <p:spPr bwMode="auto">
          <a:xfrm>
            <a:off x="2647950" y="2251075"/>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中等</a:t>
            </a:r>
            <a:endParaRPr kumimoji="1" lang="zh-CN" altLang="en-US">
              <a:solidFill>
                <a:srgbClr val="660066"/>
              </a:solidFill>
              <a:latin typeface="Times New Roman" charset="0"/>
            </a:endParaRPr>
          </a:p>
        </p:txBody>
      </p:sp>
      <p:sp>
        <p:nvSpPr>
          <p:cNvPr id="355342" name="Text Box 14"/>
          <p:cNvSpPr txBox="1">
            <a:spLocks noChangeArrowheads="1"/>
          </p:cNvSpPr>
          <p:nvPr/>
        </p:nvSpPr>
        <p:spPr bwMode="auto">
          <a:xfrm>
            <a:off x="3562350" y="30289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良好</a:t>
            </a:r>
            <a:endParaRPr kumimoji="1" lang="zh-CN" altLang="en-US">
              <a:solidFill>
                <a:srgbClr val="660066"/>
              </a:solidFill>
              <a:latin typeface="Times New Roman" charset="0"/>
            </a:endParaRPr>
          </a:p>
        </p:txBody>
      </p:sp>
      <p:sp>
        <p:nvSpPr>
          <p:cNvPr id="355343" name="Text Box 15"/>
          <p:cNvSpPr txBox="1">
            <a:spLocks noChangeArrowheads="1"/>
          </p:cNvSpPr>
          <p:nvPr/>
        </p:nvSpPr>
        <p:spPr bwMode="auto">
          <a:xfrm>
            <a:off x="3695700" y="4552950"/>
            <a:ext cx="682625" cy="404813"/>
          </a:xfrm>
          <a:prstGeom prst="rect">
            <a:avLst/>
          </a:prstGeom>
          <a:noFill/>
          <a:ln w="38100">
            <a:solidFill>
              <a:srgbClr val="009900"/>
            </a:solidFill>
            <a:miter lim="800000"/>
            <a:headEnd/>
            <a:tailEnd/>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zh-CN" altLang="en-US" b="1">
                <a:solidFill>
                  <a:srgbClr val="660066"/>
                </a:solidFill>
                <a:effectLst>
                  <a:outerShdw blurRad="38100" dist="38100" dir="2700000" algn="tl">
                    <a:srgbClr val="C0C0C0"/>
                  </a:outerShdw>
                </a:effectLst>
                <a:latin typeface="Times New Roman" charset="0"/>
              </a:rPr>
              <a:t>优秀</a:t>
            </a:r>
            <a:endParaRPr kumimoji="1" lang="zh-CN" altLang="en-US">
              <a:solidFill>
                <a:srgbClr val="660066"/>
              </a:solidFill>
              <a:latin typeface="Times New Roman" charset="0"/>
            </a:endParaRPr>
          </a:p>
        </p:txBody>
      </p:sp>
      <p:sp>
        <p:nvSpPr>
          <p:cNvPr id="355344" name="AutoShape 16"/>
          <p:cNvSpPr>
            <a:spLocks noChangeArrowheads="1"/>
          </p:cNvSpPr>
          <p:nvPr/>
        </p:nvSpPr>
        <p:spPr bwMode="auto">
          <a:xfrm>
            <a:off x="1295400" y="3810000"/>
            <a:ext cx="1752600" cy="533400"/>
          </a:xfrm>
          <a:prstGeom prst="wedgeRoundRectCallout">
            <a:avLst>
              <a:gd name="adj1" fmla="val 60690"/>
              <a:gd name="adj2" fmla="val -104764"/>
              <a:gd name="adj3" fmla="val 16667"/>
            </a:avLst>
          </a:prstGeom>
          <a:solidFill>
            <a:srgbClr val="CCFFFF"/>
          </a:solidFill>
          <a:ln w="2857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r>
              <a:rPr kumimoji="1" lang="en-US" altLang="zh-CN" sz="2400" b="1">
                <a:latin typeface="Times New Roman" charset="0"/>
              </a:rPr>
              <a:t>WPL=2.05</a:t>
            </a:r>
          </a:p>
        </p:txBody>
      </p:sp>
      <p:sp>
        <p:nvSpPr>
          <p:cNvPr id="355345" name="AutoShape 17"/>
          <p:cNvSpPr>
            <a:spLocks noChangeArrowheads="1"/>
          </p:cNvSpPr>
          <p:nvPr/>
        </p:nvSpPr>
        <p:spPr bwMode="auto">
          <a:xfrm>
            <a:off x="3276600" y="1524000"/>
            <a:ext cx="1676400" cy="381000"/>
          </a:xfrm>
          <a:prstGeom prst="hexagon">
            <a:avLst>
              <a:gd name="adj" fmla="val 110000"/>
              <a:gd name="vf" fmla="val 115470"/>
            </a:avLst>
          </a:prstGeom>
          <a:solidFill>
            <a:srgbClr val="CCFFFF"/>
          </a:solidFill>
          <a:ln w="28575">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latin typeface="Times New Roman" charset="0"/>
              </a:rPr>
              <a:t>70≤</a:t>
            </a:r>
            <a:r>
              <a:rPr kumimoji="1" lang="en-US" altLang="zh-CN" sz="2400" b="1" i="1">
                <a:latin typeface="Times New Roman" charset="0"/>
              </a:rPr>
              <a:t>a</a:t>
            </a:r>
            <a:r>
              <a:rPr kumimoji="1" lang="en-US" altLang="zh-CN" sz="2400" b="1">
                <a:latin typeface="Times New Roman" charset="0"/>
              </a:rPr>
              <a:t>&lt;80</a:t>
            </a:r>
          </a:p>
        </p:txBody>
      </p:sp>
      <p:sp>
        <p:nvSpPr>
          <p:cNvPr id="355346" name="AutoShape 18"/>
          <p:cNvSpPr>
            <a:spLocks noChangeArrowheads="1"/>
          </p:cNvSpPr>
          <p:nvPr/>
        </p:nvSpPr>
        <p:spPr bwMode="auto">
          <a:xfrm>
            <a:off x="4114800" y="2286000"/>
            <a:ext cx="1676400" cy="381000"/>
          </a:xfrm>
          <a:prstGeom prst="hexagon">
            <a:avLst>
              <a:gd name="adj" fmla="val 110000"/>
              <a:gd name="vf" fmla="val 115470"/>
            </a:avLst>
          </a:prstGeom>
          <a:solidFill>
            <a:srgbClr val="CCFFFF"/>
          </a:solidFill>
          <a:ln w="28575">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latin typeface="Times New Roman" charset="0"/>
              </a:rPr>
              <a:t>80≤</a:t>
            </a:r>
            <a:r>
              <a:rPr kumimoji="1" lang="en-US" altLang="zh-CN" sz="2400" b="1" i="1">
                <a:latin typeface="Times New Roman" charset="0"/>
              </a:rPr>
              <a:t>a</a:t>
            </a:r>
            <a:r>
              <a:rPr kumimoji="1" lang="en-US" altLang="zh-CN" sz="2400" b="1">
                <a:latin typeface="Times New Roman" charset="0"/>
              </a:rPr>
              <a:t>&lt;90</a:t>
            </a:r>
          </a:p>
        </p:txBody>
      </p:sp>
      <p:sp>
        <p:nvSpPr>
          <p:cNvPr id="355347" name="Line 19"/>
          <p:cNvSpPr>
            <a:spLocks noChangeShapeType="1"/>
          </p:cNvSpPr>
          <p:nvPr/>
        </p:nvSpPr>
        <p:spPr bwMode="auto">
          <a:xfrm flipH="1">
            <a:off x="3124200" y="1905000"/>
            <a:ext cx="5334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48" name="Line 20"/>
          <p:cNvSpPr>
            <a:spLocks noChangeShapeType="1"/>
          </p:cNvSpPr>
          <p:nvPr/>
        </p:nvSpPr>
        <p:spPr bwMode="auto">
          <a:xfrm>
            <a:off x="4572000" y="1905000"/>
            <a:ext cx="4572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49" name="Text Box 21"/>
          <p:cNvSpPr txBox="1">
            <a:spLocks noChangeArrowheads="1"/>
          </p:cNvSpPr>
          <p:nvPr/>
        </p:nvSpPr>
        <p:spPr bwMode="auto">
          <a:xfrm>
            <a:off x="3048000" y="1828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50" name="Text Box 22"/>
          <p:cNvSpPr txBox="1">
            <a:spLocks noChangeArrowheads="1"/>
          </p:cNvSpPr>
          <p:nvPr/>
        </p:nvSpPr>
        <p:spPr bwMode="auto">
          <a:xfrm>
            <a:off x="4800600" y="1828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N</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51" name="AutoShape 23"/>
          <p:cNvSpPr>
            <a:spLocks noChangeArrowheads="1"/>
          </p:cNvSpPr>
          <p:nvPr/>
        </p:nvSpPr>
        <p:spPr bwMode="auto">
          <a:xfrm>
            <a:off x="5029200" y="3048000"/>
            <a:ext cx="1676400" cy="381000"/>
          </a:xfrm>
          <a:prstGeom prst="hexagon">
            <a:avLst>
              <a:gd name="adj" fmla="val 110000"/>
              <a:gd name="vf" fmla="val 115470"/>
            </a:avLst>
          </a:prstGeom>
          <a:solidFill>
            <a:srgbClr val="CCFFFF"/>
          </a:solidFill>
          <a:ln w="28575">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a:latin typeface="Times New Roman" charset="0"/>
              </a:rPr>
              <a:t>60≤</a:t>
            </a:r>
            <a:r>
              <a:rPr kumimoji="1" lang="en-US" altLang="zh-CN" sz="2400" b="1" i="1">
                <a:latin typeface="Times New Roman" charset="0"/>
              </a:rPr>
              <a:t>a</a:t>
            </a:r>
            <a:r>
              <a:rPr kumimoji="1" lang="en-US" altLang="zh-CN" sz="2400" b="1">
                <a:latin typeface="Times New Roman" charset="0"/>
              </a:rPr>
              <a:t>&lt;70</a:t>
            </a:r>
          </a:p>
        </p:txBody>
      </p:sp>
      <p:sp>
        <p:nvSpPr>
          <p:cNvPr id="355352" name="Line 24"/>
          <p:cNvSpPr>
            <a:spLocks noChangeShapeType="1"/>
          </p:cNvSpPr>
          <p:nvPr/>
        </p:nvSpPr>
        <p:spPr bwMode="auto">
          <a:xfrm flipH="1">
            <a:off x="3962400" y="2667000"/>
            <a:ext cx="5334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53" name="Line 25"/>
          <p:cNvSpPr>
            <a:spLocks noChangeShapeType="1"/>
          </p:cNvSpPr>
          <p:nvPr/>
        </p:nvSpPr>
        <p:spPr bwMode="auto">
          <a:xfrm>
            <a:off x="5410200" y="2667000"/>
            <a:ext cx="4572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54" name="Text Box 26"/>
          <p:cNvSpPr txBox="1">
            <a:spLocks noChangeArrowheads="1"/>
          </p:cNvSpPr>
          <p:nvPr/>
        </p:nvSpPr>
        <p:spPr bwMode="auto">
          <a:xfrm>
            <a:off x="3886200" y="2590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55" name="Text Box 27"/>
          <p:cNvSpPr txBox="1">
            <a:spLocks noChangeArrowheads="1"/>
          </p:cNvSpPr>
          <p:nvPr/>
        </p:nvSpPr>
        <p:spPr bwMode="auto">
          <a:xfrm>
            <a:off x="5638800" y="2590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N</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56" name="AutoShape 28"/>
          <p:cNvSpPr>
            <a:spLocks noChangeArrowheads="1"/>
          </p:cNvSpPr>
          <p:nvPr/>
        </p:nvSpPr>
        <p:spPr bwMode="auto">
          <a:xfrm>
            <a:off x="4343400" y="3810000"/>
            <a:ext cx="1066800" cy="381000"/>
          </a:xfrm>
          <a:prstGeom prst="hexagon">
            <a:avLst>
              <a:gd name="adj" fmla="val 70000"/>
              <a:gd name="vf" fmla="val 115470"/>
            </a:avLst>
          </a:prstGeom>
          <a:solidFill>
            <a:srgbClr val="CCFFFF"/>
          </a:solidFill>
          <a:ln w="28575">
            <a:solidFill>
              <a:srgbClr val="00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kumimoji="1" lang="en-US" altLang="zh-CN" sz="2400" b="1" i="1">
                <a:latin typeface="Times New Roman" charset="0"/>
              </a:rPr>
              <a:t>a</a:t>
            </a:r>
            <a:r>
              <a:rPr kumimoji="1" lang="en-US" altLang="zh-CN" sz="2400" b="1">
                <a:latin typeface="Times New Roman" charset="0"/>
              </a:rPr>
              <a:t>&lt;60</a:t>
            </a:r>
          </a:p>
        </p:txBody>
      </p:sp>
      <p:sp>
        <p:nvSpPr>
          <p:cNvPr id="355357" name="Line 29"/>
          <p:cNvSpPr>
            <a:spLocks noChangeShapeType="1"/>
          </p:cNvSpPr>
          <p:nvPr/>
        </p:nvSpPr>
        <p:spPr bwMode="auto">
          <a:xfrm flipH="1">
            <a:off x="4876800" y="3429000"/>
            <a:ext cx="5334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58" name="Line 30"/>
          <p:cNvSpPr>
            <a:spLocks noChangeShapeType="1"/>
          </p:cNvSpPr>
          <p:nvPr/>
        </p:nvSpPr>
        <p:spPr bwMode="auto">
          <a:xfrm>
            <a:off x="6324600" y="3429000"/>
            <a:ext cx="4572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59" name="Text Box 31"/>
          <p:cNvSpPr txBox="1">
            <a:spLocks noChangeArrowheads="1"/>
          </p:cNvSpPr>
          <p:nvPr/>
        </p:nvSpPr>
        <p:spPr bwMode="auto">
          <a:xfrm>
            <a:off x="4800600" y="3352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N</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60" name="Text Box 32"/>
          <p:cNvSpPr txBox="1">
            <a:spLocks noChangeArrowheads="1"/>
          </p:cNvSpPr>
          <p:nvPr/>
        </p:nvSpPr>
        <p:spPr bwMode="auto">
          <a:xfrm>
            <a:off x="6553200" y="3352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61" name="Line 33"/>
          <p:cNvSpPr>
            <a:spLocks noChangeShapeType="1"/>
          </p:cNvSpPr>
          <p:nvPr/>
        </p:nvSpPr>
        <p:spPr bwMode="auto">
          <a:xfrm flipH="1">
            <a:off x="4038600" y="4191000"/>
            <a:ext cx="5334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62" name="Line 34"/>
          <p:cNvSpPr>
            <a:spLocks noChangeShapeType="1"/>
          </p:cNvSpPr>
          <p:nvPr/>
        </p:nvSpPr>
        <p:spPr bwMode="auto">
          <a:xfrm>
            <a:off x="5181600" y="4191000"/>
            <a:ext cx="457200" cy="38100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55363" name="Text Box 35"/>
          <p:cNvSpPr txBox="1">
            <a:spLocks noChangeArrowheads="1"/>
          </p:cNvSpPr>
          <p:nvPr/>
        </p:nvSpPr>
        <p:spPr bwMode="auto">
          <a:xfrm>
            <a:off x="3962400" y="4114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N</a:t>
            </a:r>
            <a:endParaRPr kumimoji="1" lang="en-US" altLang="zh-CN" b="1">
              <a:solidFill>
                <a:srgbClr val="000099"/>
              </a:solidFill>
              <a:effectLst>
                <a:outerShdw blurRad="38100" dist="38100" dir="2700000" algn="tl">
                  <a:srgbClr val="C0C0C0"/>
                </a:outerShdw>
              </a:effectLst>
              <a:latin typeface="Times New Roman" charset="0"/>
            </a:endParaRPr>
          </a:p>
        </p:txBody>
      </p:sp>
      <p:sp>
        <p:nvSpPr>
          <p:cNvPr id="355364" name="Text Box 36"/>
          <p:cNvSpPr txBox="1">
            <a:spLocks noChangeArrowheads="1"/>
          </p:cNvSpPr>
          <p:nvPr/>
        </p:nvSpPr>
        <p:spPr bwMode="auto">
          <a:xfrm>
            <a:off x="5410200" y="4114800"/>
            <a:ext cx="368300" cy="396875"/>
          </a:xfrm>
          <a:prstGeom prst="rect">
            <a:avLst/>
          </a:prstGeom>
          <a:noFill/>
          <a:ln>
            <a:noFill/>
          </a:ln>
          <a:effectLst/>
          <a:extLst>
            <a:ext uri="{909E8E84-426E-40DD-AFC4-6F175D3DCCD1}">
              <a14:hiddenFill xmlns:a14="http://schemas.microsoft.com/office/drawing/2010/main">
                <a:gradFill rotWithShape="0">
                  <a:gsLst>
                    <a:gs pos="0">
                      <a:srgbClr val="99FF99"/>
                    </a:gs>
                    <a:gs pos="100000">
                      <a:srgbClr val="99FF99">
                        <a:gamma/>
                        <a:shade val="46275"/>
                        <a:invGamma/>
                      </a:srgbClr>
                    </a:gs>
                  </a:gsLst>
                  <a:path path="shape">
                    <a:fillToRect l="50000" t="50000" r="50000" b="50000"/>
                  </a:path>
                </a:gra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r>
              <a:rPr kumimoji="1" lang="en-US" altLang="zh-CN" sz="2000" b="1">
                <a:solidFill>
                  <a:srgbClr val="000099"/>
                </a:solidFill>
                <a:effectLst>
                  <a:outerShdw blurRad="38100" dist="38100" dir="2700000" algn="tl">
                    <a:srgbClr val="C0C0C0"/>
                  </a:outerShdw>
                </a:effectLst>
                <a:latin typeface="Times New Roman" charset="0"/>
              </a:rPr>
              <a:t>Y</a:t>
            </a:r>
            <a:endParaRPr kumimoji="1" lang="en-US" altLang="zh-CN" b="1">
              <a:solidFill>
                <a:srgbClr val="000099"/>
              </a:solidFill>
              <a:effectLst>
                <a:outerShdw blurRad="38100" dist="38100" dir="2700000" algn="tl">
                  <a:srgbClr val="C0C0C0"/>
                </a:outerShdw>
              </a:effectLst>
              <a:latin typeface="Times New Roman" charset="0"/>
            </a:endParaRPr>
          </a:p>
        </p:txBody>
      </p:sp>
    </p:spTree>
    <p:extLst>
      <p:ext uri="{BB962C8B-B14F-4D97-AF65-F5344CB8AC3E}">
        <p14:creationId xmlns:p14="http://schemas.microsoft.com/office/powerpoint/2010/main" val="574253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55344"/>
                                        </p:tgtEl>
                                        <p:attrNameLst>
                                          <p:attrName>style.visibility</p:attrName>
                                        </p:attrNameLst>
                                      </p:cBhvr>
                                      <p:to>
                                        <p:strVal val="visible"/>
                                      </p:to>
                                    </p:set>
                                    <p:animEffect transition="in" filter="strips(downLeft)">
                                      <p:cBhvr>
                                        <p:cTn id="7" dur="500"/>
                                        <p:tgtEl>
                                          <p:spTgt spid="355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44" grpId="0" animBg="1" autoUpdateAnimBg="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r>
              <a:rPr lang="zh-CN" altLang="en-US" sz="3600">
                <a:solidFill>
                  <a:srgbClr val="000099"/>
                </a:solidFill>
              </a:rPr>
              <a:t>哈夫曼树应用</a:t>
            </a:r>
            <a:r>
              <a:rPr lang="en-US" altLang="zh-CN" sz="3600">
                <a:solidFill>
                  <a:srgbClr val="000099"/>
                </a:solidFill>
              </a:rPr>
              <a:t>——</a:t>
            </a:r>
            <a:r>
              <a:rPr lang="zh-CN" altLang="en-US" sz="3600">
                <a:solidFill>
                  <a:srgbClr val="000099"/>
                </a:solidFill>
              </a:rPr>
              <a:t>哈夫曼编码</a:t>
            </a:r>
          </a:p>
        </p:txBody>
      </p:sp>
      <p:sp>
        <p:nvSpPr>
          <p:cNvPr id="356355" name="Rectangle 3"/>
          <p:cNvSpPr>
            <a:spLocks noGrp="1" noChangeArrowheads="1"/>
          </p:cNvSpPr>
          <p:nvPr>
            <p:ph type="body" idx="1"/>
          </p:nvPr>
        </p:nvSpPr>
        <p:spPr>
          <a:xfrm>
            <a:off x="762000" y="1447800"/>
            <a:ext cx="8077200" cy="4824413"/>
          </a:xfrm>
        </p:spPr>
        <p:txBody>
          <a:bodyPr/>
          <a:lstStyle/>
          <a:p>
            <a:pPr lvl="1">
              <a:lnSpc>
                <a:spcPct val="120000"/>
              </a:lnSpc>
            </a:pPr>
            <a:r>
              <a:rPr lang="zh-CN" altLang="en-US" sz="2400">
                <a:solidFill>
                  <a:schemeClr val="tx2"/>
                </a:solidFill>
              </a:rPr>
              <a:t>问题描述</a:t>
            </a:r>
            <a:r>
              <a:rPr lang="zh-CN" altLang="en-US" sz="2400"/>
              <a:t>：</a:t>
            </a:r>
            <a:r>
              <a:rPr lang="zh-CN" altLang="en-US" sz="2400">
                <a:ea typeface="楷体_GB2312" charset="0"/>
              </a:rPr>
              <a:t>已知电文中出现的一组字符及出现频率，试为该组字符编码以使得电文总长最短</a:t>
            </a:r>
            <a:r>
              <a:rPr lang="zh-CN" altLang="en-US" sz="2400"/>
              <a:t>。</a:t>
            </a:r>
          </a:p>
          <a:p>
            <a:pPr lvl="1">
              <a:lnSpc>
                <a:spcPct val="120000"/>
              </a:lnSpc>
            </a:pPr>
            <a:r>
              <a:rPr lang="zh-CN" altLang="en-US" sz="2400">
                <a:solidFill>
                  <a:schemeClr val="tx2"/>
                </a:solidFill>
              </a:rPr>
              <a:t>前缀编码</a:t>
            </a:r>
            <a:r>
              <a:rPr lang="zh-CN" altLang="en-US" sz="2400"/>
              <a:t>：</a:t>
            </a:r>
            <a:r>
              <a:rPr lang="zh-CN" altLang="en-US" sz="2400">
                <a:ea typeface="楷体_GB2312" charset="0"/>
              </a:rPr>
              <a:t>某字符的编码不是其他字符编码的前缀</a:t>
            </a:r>
            <a:r>
              <a:rPr lang="zh-CN" altLang="en-US" sz="2400"/>
              <a:t>。</a:t>
            </a:r>
            <a:endParaRPr lang="zh-CN" altLang="en-US" sz="2400">
              <a:ea typeface="楷体_GB2312" charset="0"/>
            </a:endParaRPr>
          </a:p>
          <a:p>
            <a:pPr lvl="1">
              <a:lnSpc>
                <a:spcPct val="120000"/>
              </a:lnSpc>
            </a:pPr>
            <a:r>
              <a:rPr lang="zh-CN" altLang="en-US" sz="2400">
                <a:solidFill>
                  <a:schemeClr val="tx2"/>
                </a:solidFill>
              </a:rPr>
              <a:t>赫夫曼编码过程</a:t>
            </a:r>
            <a:r>
              <a:rPr lang="zh-CN" altLang="en-US" sz="2400"/>
              <a:t>：</a:t>
            </a:r>
            <a:br>
              <a:rPr lang="zh-CN" altLang="en-US" sz="2400"/>
            </a:br>
            <a:r>
              <a:rPr lang="en-US" altLang="zh-CN" sz="2400"/>
              <a:t>1) </a:t>
            </a:r>
            <a:r>
              <a:rPr lang="zh-CN" altLang="en-US" sz="2400">
                <a:ea typeface="楷体_GB2312" charset="0"/>
              </a:rPr>
              <a:t>由</a:t>
            </a:r>
            <a:r>
              <a:rPr lang="en-US" altLang="zh-CN" sz="2400" i="1">
                <a:latin typeface="Times New Roman" charset="0"/>
                <a:ea typeface="楷体_GB2312" charset="0"/>
              </a:rPr>
              <a:t>n</a:t>
            </a:r>
            <a:r>
              <a:rPr lang="zh-CN" altLang="en-US" sz="2400">
                <a:latin typeface="Times New Roman" charset="0"/>
                <a:ea typeface="楷体_GB2312" charset="0"/>
              </a:rPr>
              <a:t>个权值，形成包含有</a:t>
            </a:r>
            <a:r>
              <a:rPr lang="en-US" altLang="zh-CN" sz="2400">
                <a:latin typeface="Times New Roman" charset="0"/>
                <a:ea typeface="楷体_GB2312" charset="0"/>
              </a:rPr>
              <a:t>2</a:t>
            </a:r>
            <a:r>
              <a:rPr lang="en-US" altLang="zh-CN" sz="2400" i="1">
                <a:latin typeface="Times New Roman" charset="0"/>
                <a:ea typeface="楷体_GB2312" charset="0"/>
              </a:rPr>
              <a:t>n</a:t>
            </a:r>
            <a:r>
              <a:rPr lang="en-US" altLang="zh-CN" sz="2400">
                <a:latin typeface="Times New Roman" charset="0"/>
                <a:ea typeface="楷体_GB2312" charset="0"/>
              </a:rPr>
              <a:t>-1</a:t>
            </a:r>
            <a:r>
              <a:rPr lang="zh-CN" altLang="en-US" sz="2400">
                <a:latin typeface="Times New Roman" charset="0"/>
                <a:ea typeface="楷体_GB2312" charset="0"/>
              </a:rPr>
              <a:t>个结点的赫夫曼树</a:t>
            </a:r>
            <a:br>
              <a:rPr lang="zh-CN" altLang="en-US" sz="2400">
                <a:latin typeface="Times New Roman" charset="0"/>
                <a:ea typeface="楷体_GB2312" charset="0"/>
              </a:rPr>
            </a:br>
            <a:r>
              <a:rPr lang="en-US" altLang="zh-CN" sz="2400"/>
              <a:t>2) </a:t>
            </a:r>
            <a:r>
              <a:rPr lang="zh-CN" altLang="en-US" sz="2400">
                <a:ea typeface="楷体_GB2312" charset="0"/>
              </a:rPr>
              <a:t>约定</a:t>
            </a:r>
            <a:r>
              <a:rPr lang="zh-CN" altLang="en-US" sz="2400">
                <a:latin typeface="Times New Roman" charset="0"/>
                <a:ea typeface="楷体_GB2312" charset="0"/>
              </a:rPr>
              <a:t>赫夫曼树的左分支表示字符</a:t>
            </a:r>
            <a:r>
              <a:rPr lang="zh-CN" altLang="en-US" sz="2400">
                <a:ea typeface="楷体_GB2312" charset="0"/>
              </a:rPr>
              <a:t>‘</a:t>
            </a:r>
            <a:r>
              <a:rPr lang="en-US" altLang="zh-CN" sz="2400">
                <a:latin typeface="Times New Roman" charset="0"/>
                <a:ea typeface="楷体_GB2312" charset="0"/>
              </a:rPr>
              <a:t>0</a:t>
            </a:r>
            <a:r>
              <a:rPr lang="en-US" altLang="zh-CN" sz="2400">
                <a:ea typeface="楷体_GB2312" charset="0"/>
              </a:rPr>
              <a:t>’</a:t>
            </a:r>
            <a:r>
              <a:rPr lang="zh-CN" altLang="en-US" sz="2400">
                <a:latin typeface="Times New Roman" charset="0"/>
                <a:ea typeface="楷体_GB2312" charset="0"/>
              </a:rPr>
              <a:t>，右分支表示字符</a:t>
            </a:r>
            <a:r>
              <a:rPr lang="zh-CN" altLang="en-US" sz="2400">
                <a:ea typeface="楷体_GB2312" charset="0"/>
              </a:rPr>
              <a:t>‘</a:t>
            </a:r>
            <a:r>
              <a:rPr lang="en-US" altLang="zh-CN" sz="2400">
                <a:latin typeface="Times New Roman" charset="0"/>
                <a:ea typeface="楷体_GB2312" charset="0"/>
              </a:rPr>
              <a:t>1</a:t>
            </a:r>
            <a:r>
              <a:rPr lang="en-US" altLang="zh-CN" sz="2400">
                <a:ea typeface="楷体_GB2312" charset="0"/>
              </a:rPr>
              <a:t>’</a:t>
            </a:r>
            <a:r>
              <a:rPr lang="zh-CN" altLang="en-US" sz="2400">
                <a:latin typeface="Times New Roman" charset="0"/>
                <a:ea typeface="楷体_GB2312" charset="0"/>
              </a:rPr>
              <a:t>，则从根结点到叶子结点的路径上的分支字符组成的字符串作为该叶子结点字符的编码。</a:t>
            </a:r>
          </a:p>
        </p:txBody>
      </p:sp>
      <p:sp>
        <p:nvSpPr>
          <p:cNvPr id="356356" name="AutoShape 4">
            <a:hlinkClick r:id="rId3"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aphicFrame>
        <p:nvGraphicFramePr>
          <p:cNvPr id="356357"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959490"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062906051"/>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r>
              <a:rPr lang="zh-CN" altLang="en-US" sz="3600">
                <a:solidFill>
                  <a:srgbClr val="000099"/>
                </a:solidFill>
              </a:rPr>
              <a:t>哈夫曼树应用</a:t>
            </a:r>
            <a:r>
              <a:rPr lang="en-US" altLang="zh-CN" sz="3600">
                <a:solidFill>
                  <a:srgbClr val="000099"/>
                </a:solidFill>
              </a:rPr>
              <a:t>——</a:t>
            </a:r>
            <a:r>
              <a:rPr lang="zh-CN" altLang="en-US" sz="3600">
                <a:solidFill>
                  <a:srgbClr val="000099"/>
                </a:solidFill>
              </a:rPr>
              <a:t>哈夫曼编码</a:t>
            </a:r>
          </a:p>
        </p:txBody>
      </p:sp>
      <p:sp>
        <p:nvSpPr>
          <p:cNvPr id="357379" name="Rectangle 3"/>
          <p:cNvSpPr>
            <a:spLocks noGrp="1" noChangeArrowheads="1"/>
          </p:cNvSpPr>
          <p:nvPr>
            <p:ph type="body" idx="1"/>
          </p:nvPr>
        </p:nvSpPr>
        <p:spPr>
          <a:xfrm>
            <a:off x="990600" y="1371600"/>
            <a:ext cx="7924800" cy="4579938"/>
          </a:xfrm>
        </p:spPr>
        <p:txBody>
          <a:bodyPr/>
          <a:lstStyle/>
          <a:p>
            <a:r>
              <a:rPr lang="zh-CN" altLang="en-US"/>
              <a:t>赫夫曼编码</a:t>
            </a:r>
          </a:p>
          <a:p>
            <a:pPr lvl="1"/>
            <a:r>
              <a:rPr lang="zh-CN" altLang="en-US"/>
              <a:t>赫夫曼树和赫夫曼编码的存储结构选取</a:t>
            </a:r>
          </a:p>
          <a:p>
            <a:pPr lvl="2"/>
            <a:r>
              <a:rPr lang="zh-CN" altLang="en-US"/>
              <a:t>由权值数</a:t>
            </a:r>
            <a:r>
              <a:rPr lang="en-US" altLang="zh-CN" i="1">
                <a:latin typeface="Times New Roman" charset="0"/>
                <a:ea typeface="楷体_GB2312" charset="0"/>
              </a:rPr>
              <a:t>n</a:t>
            </a:r>
            <a:r>
              <a:rPr lang="zh-CN" altLang="en-US"/>
              <a:t>唯一确定树中的结点数为 </a:t>
            </a:r>
            <a:r>
              <a:rPr lang="en-US" altLang="zh-CN">
                <a:latin typeface="Times New Roman" charset="0"/>
              </a:rPr>
              <a:t>(2</a:t>
            </a:r>
            <a:r>
              <a:rPr lang="en-US" altLang="zh-CN" i="1">
                <a:latin typeface="Times New Roman" charset="0"/>
              </a:rPr>
              <a:t>n </a:t>
            </a:r>
            <a:r>
              <a:rPr lang="en-US" altLang="zh-CN">
                <a:latin typeface="Times New Roman" charset="0"/>
              </a:rPr>
              <a:t>- 1)</a:t>
            </a:r>
            <a:r>
              <a:rPr lang="en-US" altLang="zh-CN"/>
              <a:t/>
            </a:r>
            <a:br>
              <a:rPr lang="en-US" altLang="zh-CN"/>
            </a:br>
            <a:r>
              <a:rPr lang="en-US" altLang="zh-CN">
                <a:sym typeface="Wingdings" charset="2"/>
              </a:rPr>
              <a:t></a:t>
            </a:r>
            <a:r>
              <a:rPr lang="zh-CN" altLang="en-US">
                <a:sym typeface="Wingdings" charset="2"/>
              </a:rPr>
              <a:t>一次性分配结点空间</a:t>
            </a:r>
          </a:p>
          <a:p>
            <a:pPr lvl="2"/>
            <a:r>
              <a:rPr lang="zh-CN" altLang="en-US">
                <a:sym typeface="Wingdings" charset="2"/>
              </a:rPr>
              <a:t>编码：从叶子到根的路径</a:t>
            </a:r>
            <a:br>
              <a:rPr lang="zh-CN" altLang="en-US">
                <a:sym typeface="Wingdings" charset="2"/>
              </a:rPr>
            </a:br>
            <a:r>
              <a:rPr lang="zh-CN" altLang="en-US">
                <a:sym typeface="Wingdings" charset="2"/>
              </a:rPr>
              <a:t>快速访问双亲</a:t>
            </a:r>
          </a:p>
          <a:p>
            <a:pPr lvl="2"/>
            <a:r>
              <a:rPr lang="zh-CN" altLang="en-US">
                <a:sym typeface="Wingdings" charset="2"/>
              </a:rPr>
              <a:t>译码：从根到叶子的路径</a:t>
            </a:r>
            <a:br>
              <a:rPr lang="zh-CN" altLang="en-US">
                <a:sym typeface="Wingdings" charset="2"/>
              </a:rPr>
            </a:br>
            <a:r>
              <a:rPr lang="zh-CN" altLang="en-US">
                <a:sym typeface="Wingdings" charset="2"/>
              </a:rPr>
              <a:t>快速访问孩子</a:t>
            </a:r>
          </a:p>
          <a:p>
            <a:pPr lvl="2">
              <a:buFontTx/>
              <a:buNone/>
            </a:pPr>
            <a:r>
              <a:rPr lang="zh-CN" altLang="en-US">
                <a:solidFill>
                  <a:schemeClr val="tx2"/>
                </a:solidFill>
              </a:rPr>
              <a:t>赫夫曼编码</a:t>
            </a:r>
            <a:r>
              <a:rPr lang="en-US" altLang="zh-CN"/>
              <a:t>: </a:t>
            </a:r>
            <a:r>
              <a:rPr lang="zh-CN" altLang="en-US"/>
              <a:t>按实际长度动态分配空间</a:t>
            </a:r>
          </a:p>
          <a:p>
            <a:pPr lvl="2">
              <a:buFontTx/>
              <a:buNone/>
            </a:pPr>
            <a:r>
              <a:rPr lang="zh-CN" altLang="en-US"/>
              <a:t>  需要一个求编码的工作空间</a:t>
            </a:r>
            <a:r>
              <a:rPr lang="en-US" altLang="zh-CN"/>
              <a:t>,</a:t>
            </a:r>
            <a:r>
              <a:rPr lang="zh-CN" altLang="en-US"/>
              <a:t>长度为</a:t>
            </a:r>
            <a:r>
              <a:rPr lang="en-US" altLang="zh-CN" i="1">
                <a:latin typeface="Times New Roman" charset="0"/>
              </a:rPr>
              <a:t>n</a:t>
            </a:r>
          </a:p>
        </p:txBody>
      </p:sp>
      <p:sp>
        <p:nvSpPr>
          <p:cNvPr id="357380" name="AutoShape 4">
            <a:hlinkClick r:id="rId3" action="ppaction://hlinksldjump" highlightClick="1"/>
          </p:cNvPr>
          <p:cNvSpPr>
            <a:spLocks noChangeArrowheads="1"/>
          </p:cNvSpPr>
          <p:nvPr/>
        </p:nvSpPr>
        <p:spPr bwMode="auto">
          <a:xfrm>
            <a:off x="8458200" y="6324600"/>
            <a:ext cx="381000" cy="381000"/>
          </a:xfrm>
          <a:prstGeom prst="actionButtonHome">
            <a:avLst/>
          </a:prstGeom>
          <a:solidFill>
            <a:srgbClr val="CCFFFF"/>
          </a:solidFill>
          <a:ln w="9525">
            <a:solidFill>
              <a:schemeClr val="folHlink"/>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aphicFrame>
        <p:nvGraphicFramePr>
          <p:cNvPr id="357381"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960514"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57382" name="AutoShape 6"/>
          <p:cNvSpPr>
            <a:spLocks noChangeArrowheads="1"/>
          </p:cNvSpPr>
          <p:nvPr/>
        </p:nvSpPr>
        <p:spPr bwMode="auto">
          <a:xfrm>
            <a:off x="6696075" y="3429000"/>
            <a:ext cx="2447925" cy="1008063"/>
          </a:xfrm>
          <a:prstGeom prst="wedgeRoundRectCallout">
            <a:avLst>
              <a:gd name="adj1" fmla="val -114787"/>
              <a:gd name="adj2" fmla="val 72991"/>
              <a:gd name="adj3" fmla="val 16667"/>
            </a:avLst>
          </a:prstGeom>
          <a:solidFill>
            <a:srgbClr val="CCFFFF"/>
          </a:solidFill>
          <a:ln w="2857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kumimoji="1" lang="zh-CN" altLang="en-US" sz="2400" b="1">
                <a:latin typeface="Times New Roman" charset="0"/>
              </a:rPr>
              <a:t>赫夫曼树：</a:t>
            </a:r>
          </a:p>
          <a:p>
            <a:r>
              <a:rPr kumimoji="1" lang="zh-CN" altLang="en-US" sz="2400" b="1">
                <a:latin typeface="Times New Roman" charset="0"/>
              </a:rPr>
              <a:t>三叉静态链表</a:t>
            </a:r>
          </a:p>
        </p:txBody>
      </p:sp>
    </p:spTree>
    <p:extLst>
      <p:ext uri="{BB962C8B-B14F-4D97-AF65-F5344CB8AC3E}">
        <p14:creationId xmlns:p14="http://schemas.microsoft.com/office/powerpoint/2010/main" val="276822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57382"/>
                                        </p:tgtEl>
                                        <p:attrNameLst>
                                          <p:attrName>style.visibility</p:attrName>
                                        </p:attrNameLst>
                                      </p:cBhvr>
                                      <p:to>
                                        <p:strVal val="visible"/>
                                      </p:to>
                                    </p:set>
                                    <p:animEffect transition="in" filter="wipe(right)">
                                      <p:cBhvr>
                                        <p:cTn id="7" dur="500"/>
                                        <p:tgtEl>
                                          <p:spTgt spid="3573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57379">
                                            <p:txEl>
                                              <p:pRg st="5" end="5"/>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573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2" grpId="0" animBg="1" autoUpdateAnimBg="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2018" name="Group 2"/>
          <p:cNvGrpSpPr>
            <a:grpSpLocks/>
          </p:cNvGrpSpPr>
          <p:nvPr/>
        </p:nvGrpSpPr>
        <p:grpSpPr bwMode="auto">
          <a:xfrm>
            <a:off x="3886200" y="1295400"/>
            <a:ext cx="5257800" cy="5283200"/>
            <a:chOff x="1872" y="856"/>
            <a:chExt cx="3312" cy="3328"/>
          </a:xfrm>
        </p:grpSpPr>
        <p:sp>
          <p:nvSpPr>
            <p:cNvPr id="342019" name="Oval 3"/>
            <p:cNvSpPr>
              <a:spLocks noChangeArrowheads="1"/>
            </p:cNvSpPr>
            <p:nvPr/>
          </p:nvSpPr>
          <p:spPr bwMode="auto">
            <a:xfrm>
              <a:off x="1872" y="2352"/>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9</a:t>
              </a:r>
            </a:p>
          </p:txBody>
        </p:sp>
        <p:grpSp>
          <p:nvGrpSpPr>
            <p:cNvPr id="342020" name="Group 4"/>
            <p:cNvGrpSpPr>
              <a:grpSpLocks/>
            </p:cNvGrpSpPr>
            <p:nvPr/>
          </p:nvGrpSpPr>
          <p:grpSpPr bwMode="auto">
            <a:xfrm>
              <a:off x="2256" y="2360"/>
              <a:ext cx="1624" cy="1824"/>
              <a:chOff x="1488" y="2304"/>
              <a:chExt cx="1624" cy="1824"/>
            </a:xfrm>
          </p:grpSpPr>
          <p:sp>
            <p:nvSpPr>
              <p:cNvPr id="342021" name="Oval 5"/>
              <p:cNvSpPr>
                <a:spLocks noChangeArrowheads="1"/>
              </p:cNvSpPr>
              <p:nvPr/>
            </p:nvSpPr>
            <p:spPr bwMode="auto">
              <a:xfrm>
                <a:off x="1488" y="3024"/>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5</a:t>
                </a:r>
              </a:p>
            </p:txBody>
          </p:sp>
          <p:sp>
            <p:nvSpPr>
              <p:cNvPr id="342022" name="Oval 6"/>
              <p:cNvSpPr>
                <a:spLocks noChangeArrowheads="1"/>
              </p:cNvSpPr>
              <p:nvPr/>
            </p:nvSpPr>
            <p:spPr bwMode="auto">
              <a:xfrm>
                <a:off x="1776" y="3784"/>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2</a:t>
                </a:r>
              </a:p>
            </p:txBody>
          </p:sp>
          <p:sp>
            <p:nvSpPr>
              <p:cNvPr id="342023" name="Oval 7"/>
              <p:cNvSpPr>
                <a:spLocks noChangeArrowheads="1"/>
              </p:cNvSpPr>
              <p:nvPr/>
            </p:nvSpPr>
            <p:spPr bwMode="auto">
              <a:xfrm>
                <a:off x="2776" y="3792"/>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3</a:t>
                </a:r>
              </a:p>
            </p:txBody>
          </p:sp>
          <p:sp>
            <p:nvSpPr>
              <p:cNvPr id="342024" name="Line 8"/>
              <p:cNvSpPr>
                <a:spLocks noChangeShapeType="1"/>
              </p:cNvSpPr>
              <p:nvPr/>
            </p:nvSpPr>
            <p:spPr bwMode="auto">
              <a:xfrm flipV="1">
                <a:off x="2016" y="3352"/>
                <a:ext cx="432"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25" name="Line 9"/>
              <p:cNvSpPr>
                <a:spLocks noChangeShapeType="1"/>
              </p:cNvSpPr>
              <p:nvPr/>
            </p:nvSpPr>
            <p:spPr bwMode="auto">
              <a:xfrm>
                <a:off x="2512" y="3352"/>
                <a:ext cx="368"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26" name="Rectangle 10"/>
              <p:cNvSpPr>
                <a:spLocks noChangeArrowheads="1"/>
              </p:cNvSpPr>
              <p:nvPr/>
            </p:nvSpPr>
            <p:spPr bwMode="auto">
              <a:xfrm>
                <a:off x="2160" y="3064"/>
                <a:ext cx="672" cy="288"/>
              </a:xfrm>
              <a:prstGeom prst="rect">
                <a:avLst/>
              </a:prstGeom>
              <a:gradFill rotWithShape="0">
                <a:gsLst>
                  <a:gs pos="0">
                    <a:srgbClr val="FFFFFF"/>
                  </a:gs>
                  <a:gs pos="100000">
                    <a:srgbClr val="990099"/>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600" b="1">
                    <a:latin typeface="Times New Roman" charset="0"/>
                  </a:rPr>
                  <a:t>5</a:t>
                </a:r>
              </a:p>
            </p:txBody>
          </p:sp>
          <p:sp>
            <p:nvSpPr>
              <p:cNvPr id="342027" name="Line 11"/>
              <p:cNvSpPr>
                <a:spLocks noChangeShapeType="1"/>
              </p:cNvSpPr>
              <p:nvPr/>
            </p:nvSpPr>
            <p:spPr bwMode="auto">
              <a:xfrm flipV="1">
                <a:off x="1680" y="2592"/>
                <a:ext cx="432"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28" name="Line 12"/>
              <p:cNvSpPr>
                <a:spLocks noChangeShapeType="1"/>
              </p:cNvSpPr>
              <p:nvPr/>
            </p:nvSpPr>
            <p:spPr bwMode="auto">
              <a:xfrm>
                <a:off x="2176" y="2592"/>
                <a:ext cx="368"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29" name="Rectangle 13"/>
              <p:cNvSpPr>
                <a:spLocks noChangeArrowheads="1"/>
              </p:cNvSpPr>
              <p:nvPr/>
            </p:nvSpPr>
            <p:spPr bwMode="auto">
              <a:xfrm>
                <a:off x="1824" y="2304"/>
                <a:ext cx="672" cy="288"/>
              </a:xfrm>
              <a:prstGeom prst="rect">
                <a:avLst/>
              </a:prstGeom>
              <a:gradFill rotWithShape="0">
                <a:gsLst>
                  <a:gs pos="0">
                    <a:srgbClr val="FFFFFF"/>
                  </a:gs>
                  <a:gs pos="100000">
                    <a:srgbClr val="990099"/>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600" b="1">
                    <a:latin typeface="Times New Roman" charset="0"/>
                  </a:rPr>
                  <a:t>10</a:t>
                </a:r>
              </a:p>
            </p:txBody>
          </p:sp>
        </p:grpSp>
        <p:grpSp>
          <p:nvGrpSpPr>
            <p:cNvPr id="342030" name="Group 14"/>
            <p:cNvGrpSpPr>
              <a:grpSpLocks/>
            </p:cNvGrpSpPr>
            <p:nvPr/>
          </p:nvGrpSpPr>
          <p:grpSpPr bwMode="auto">
            <a:xfrm>
              <a:off x="2064" y="1632"/>
              <a:ext cx="864" cy="720"/>
              <a:chOff x="3696" y="2976"/>
              <a:chExt cx="864" cy="720"/>
            </a:xfrm>
          </p:grpSpPr>
          <p:sp>
            <p:nvSpPr>
              <p:cNvPr id="342031" name="Line 15"/>
              <p:cNvSpPr>
                <a:spLocks noChangeShapeType="1"/>
              </p:cNvSpPr>
              <p:nvPr/>
            </p:nvSpPr>
            <p:spPr bwMode="auto">
              <a:xfrm flipV="1">
                <a:off x="3696" y="3264"/>
                <a:ext cx="432"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32" name="Line 16"/>
              <p:cNvSpPr>
                <a:spLocks noChangeShapeType="1"/>
              </p:cNvSpPr>
              <p:nvPr/>
            </p:nvSpPr>
            <p:spPr bwMode="auto">
              <a:xfrm>
                <a:off x="4192" y="3264"/>
                <a:ext cx="368"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33" name="Rectangle 17"/>
              <p:cNvSpPr>
                <a:spLocks noChangeArrowheads="1"/>
              </p:cNvSpPr>
              <p:nvPr/>
            </p:nvSpPr>
            <p:spPr bwMode="auto">
              <a:xfrm>
                <a:off x="3840" y="2976"/>
                <a:ext cx="672" cy="288"/>
              </a:xfrm>
              <a:prstGeom prst="rect">
                <a:avLst/>
              </a:prstGeom>
              <a:gradFill rotWithShape="0">
                <a:gsLst>
                  <a:gs pos="0">
                    <a:srgbClr val="FFFFFF"/>
                  </a:gs>
                  <a:gs pos="100000">
                    <a:srgbClr val="990099"/>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600" b="1">
                    <a:latin typeface="Times New Roman" charset="0"/>
                  </a:rPr>
                  <a:t>19</a:t>
                </a:r>
              </a:p>
            </p:txBody>
          </p:sp>
        </p:grpSp>
        <p:sp>
          <p:nvSpPr>
            <p:cNvPr id="342034" name="Oval 18"/>
            <p:cNvSpPr>
              <a:spLocks noChangeArrowheads="1"/>
            </p:cNvSpPr>
            <p:nvPr/>
          </p:nvSpPr>
          <p:spPr bwMode="auto">
            <a:xfrm>
              <a:off x="3600" y="2400"/>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11</a:t>
              </a:r>
            </a:p>
          </p:txBody>
        </p:sp>
        <p:grpSp>
          <p:nvGrpSpPr>
            <p:cNvPr id="342035" name="Group 19"/>
            <p:cNvGrpSpPr>
              <a:grpSpLocks/>
            </p:cNvGrpSpPr>
            <p:nvPr/>
          </p:nvGrpSpPr>
          <p:grpSpPr bwMode="auto">
            <a:xfrm>
              <a:off x="3784" y="1672"/>
              <a:ext cx="864" cy="720"/>
              <a:chOff x="3696" y="2976"/>
              <a:chExt cx="864" cy="720"/>
            </a:xfrm>
          </p:grpSpPr>
          <p:sp>
            <p:nvSpPr>
              <p:cNvPr id="342036" name="Line 20"/>
              <p:cNvSpPr>
                <a:spLocks noChangeShapeType="1"/>
              </p:cNvSpPr>
              <p:nvPr/>
            </p:nvSpPr>
            <p:spPr bwMode="auto">
              <a:xfrm flipV="1">
                <a:off x="3696" y="3264"/>
                <a:ext cx="432"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37" name="Line 21"/>
              <p:cNvSpPr>
                <a:spLocks noChangeShapeType="1"/>
              </p:cNvSpPr>
              <p:nvPr/>
            </p:nvSpPr>
            <p:spPr bwMode="auto">
              <a:xfrm>
                <a:off x="4192" y="3264"/>
                <a:ext cx="368"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38" name="Rectangle 22"/>
              <p:cNvSpPr>
                <a:spLocks noChangeArrowheads="1"/>
              </p:cNvSpPr>
              <p:nvPr/>
            </p:nvSpPr>
            <p:spPr bwMode="auto">
              <a:xfrm>
                <a:off x="3840" y="2976"/>
                <a:ext cx="672" cy="288"/>
              </a:xfrm>
              <a:prstGeom prst="rect">
                <a:avLst/>
              </a:prstGeom>
              <a:gradFill rotWithShape="0">
                <a:gsLst>
                  <a:gs pos="0">
                    <a:srgbClr val="FFFFFF"/>
                  </a:gs>
                  <a:gs pos="100000">
                    <a:srgbClr val="990099"/>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600" b="1">
                    <a:latin typeface="Times New Roman" charset="0"/>
                  </a:rPr>
                  <a:t>26</a:t>
                </a:r>
              </a:p>
            </p:txBody>
          </p:sp>
        </p:grpSp>
        <p:sp>
          <p:nvSpPr>
            <p:cNvPr id="342039" name="Oval 23"/>
            <p:cNvSpPr>
              <a:spLocks noChangeArrowheads="1"/>
            </p:cNvSpPr>
            <p:nvPr/>
          </p:nvSpPr>
          <p:spPr bwMode="auto">
            <a:xfrm>
              <a:off x="4848" y="3120"/>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8</a:t>
              </a:r>
            </a:p>
          </p:txBody>
        </p:sp>
        <p:sp>
          <p:nvSpPr>
            <p:cNvPr id="342040" name="Oval 24"/>
            <p:cNvSpPr>
              <a:spLocks noChangeArrowheads="1"/>
            </p:cNvSpPr>
            <p:nvPr/>
          </p:nvSpPr>
          <p:spPr bwMode="auto">
            <a:xfrm>
              <a:off x="3936" y="3120"/>
              <a:ext cx="336" cy="336"/>
            </a:xfrm>
            <a:prstGeom prst="ellipse">
              <a:avLst/>
            </a:prstGeom>
            <a:gradFill rotWithShape="0">
              <a:gsLst>
                <a:gs pos="0">
                  <a:srgbClr val="FFFFFF"/>
                </a:gs>
                <a:gs pos="100000">
                  <a:srgbClr val="FF0066"/>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200" b="1">
                  <a:latin typeface="Times New Roman" charset="0"/>
                </a:rPr>
                <a:t>7</a:t>
              </a:r>
            </a:p>
          </p:txBody>
        </p:sp>
        <p:sp>
          <p:nvSpPr>
            <p:cNvPr id="342041" name="Line 25"/>
            <p:cNvSpPr>
              <a:spLocks noChangeShapeType="1"/>
            </p:cNvSpPr>
            <p:nvPr/>
          </p:nvSpPr>
          <p:spPr bwMode="auto">
            <a:xfrm flipV="1">
              <a:off x="4120" y="2696"/>
              <a:ext cx="432"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42" name="Line 26"/>
            <p:cNvSpPr>
              <a:spLocks noChangeShapeType="1"/>
            </p:cNvSpPr>
            <p:nvPr/>
          </p:nvSpPr>
          <p:spPr bwMode="auto">
            <a:xfrm>
              <a:off x="4616" y="2696"/>
              <a:ext cx="368" cy="432"/>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43" name="Rectangle 27"/>
            <p:cNvSpPr>
              <a:spLocks noChangeArrowheads="1"/>
            </p:cNvSpPr>
            <p:nvPr/>
          </p:nvSpPr>
          <p:spPr bwMode="auto">
            <a:xfrm>
              <a:off x="4264" y="2408"/>
              <a:ext cx="672" cy="288"/>
            </a:xfrm>
            <a:prstGeom prst="rect">
              <a:avLst/>
            </a:prstGeom>
            <a:gradFill rotWithShape="0">
              <a:gsLst>
                <a:gs pos="0">
                  <a:srgbClr val="FFFFFF"/>
                </a:gs>
                <a:gs pos="100000">
                  <a:srgbClr val="990099"/>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600" b="1">
                  <a:latin typeface="Times New Roman" charset="0"/>
                </a:rPr>
                <a:t>15</a:t>
              </a:r>
            </a:p>
          </p:txBody>
        </p:sp>
        <p:sp>
          <p:nvSpPr>
            <p:cNvPr id="342044" name="Rectangle 28"/>
            <p:cNvSpPr>
              <a:spLocks noChangeArrowheads="1"/>
            </p:cNvSpPr>
            <p:nvPr/>
          </p:nvSpPr>
          <p:spPr bwMode="auto">
            <a:xfrm>
              <a:off x="3072" y="856"/>
              <a:ext cx="672" cy="288"/>
            </a:xfrm>
            <a:prstGeom prst="rect">
              <a:avLst/>
            </a:prstGeom>
            <a:gradFill rotWithShape="0">
              <a:gsLst>
                <a:gs pos="0">
                  <a:srgbClr val="FFFFFF"/>
                </a:gs>
                <a:gs pos="100000">
                  <a:srgbClr val="990099"/>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tLang="zh-CN" sz="3600" b="1">
                  <a:latin typeface="Times New Roman" charset="0"/>
                </a:rPr>
                <a:t>45</a:t>
              </a:r>
            </a:p>
          </p:txBody>
        </p:sp>
        <p:sp>
          <p:nvSpPr>
            <p:cNvPr id="342045" name="Line 29"/>
            <p:cNvSpPr>
              <a:spLocks noChangeShapeType="1"/>
            </p:cNvSpPr>
            <p:nvPr/>
          </p:nvSpPr>
          <p:spPr bwMode="auto">
            <a:xfrm flipH="1">
              <a:off x="2688" y="1144"/>
              <a:ext cx="672" cy="48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42046" name="Line 30"/>
            <p:cNvSpPr>
              <a:spLocks noChangeShapeType="1"/>
            </p:cNvSpPr>
            <p:nvPr/>
          </p:nvSpPr>
          <p:spPr bwMode="auto">
            <a:xfrm>
              <a:off x="3504" y="1144"/>
              <a:ext cx="624" cy="52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342047" name="Group 31"/>
          <p:cNvGrpSpPr>
            <a:grpSpLocks/>
          </p:cNvGrpSpPr>
          <p:nvPr/>
        </p:nvGrpSpPr>
        <p:grpSpPr bwMode="auto">
          <a:xfrm>
            <a:off x="4038600" y="1790700"/>
            <a:ext cx="3822700" cy="4152900"/>
            <a:chOff x="2256" y="1128"/>
            <a:chExt cx="2408" cy="2616"/>
          </a:xfrm>
        </p:grpSpPr>
        <p:sp>
          <p:nvSpPr>
            <p:cNvPr id="342048" name="Oval 32"/>
            <p:cNvSpPr>
              <a:spLocks noChangeArrowheads="1"/>
            </p:cNvSpPr>
            <p:nvPr/>
          </p:nvSpPr>
          <p:spPr bwMode="auto">
            <a:xfrm>
              <a:off x="4328" y="2672"/>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0</a:t>
              </a:r>
            </a:p>
          </p:txBody>
        </p:sp>
        <p:sp>
          <p:nvSpPr>
            <p:cNvPr id="342049" name="Oval 33"/>
            <p:cNvSpPr>
              <a:spLocks noChangeArrowheads="1"/>
            </p:cNvSpPr>
            <p:nvPr/>
          </p:nvSpPr>
          <p:spPr bwMode="auto">
            <a:xfrm>
              <a:off x="3984" y="1920"/>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0</a:t>
              </a:r>
            </a:p>
          </p:txBody>
        </p:sp>
        <p:sp>
          <p:nvSpPr>
            <p:cNvPr id="342050" name="Oval 34"/>
            <p:cNvSpPr>
              <a:spLocks noChangeArrowheads="1"/>
            </p:cNvSpPr>
            <p:nvPr/>
          </p:nvSpPr>
          <p:spPr bwMode="auto">
            <a:xfrm>
              <a:off x="2976" y="3408"/>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0</a:t>
              </a:r>
            </a:p>
          </p:txBody>
        </p:sp>
        <p:sp>
          <p:nvSpPr>
            <p:cNvPr id="342051" name="Oval 35"/>
            <p:cNvSpPr>
              <a:spLocks noChangeArrowheads="1"/>
            </p:cNvSpPr>
            <p:nvPr/>
          </p:nvSpPr>
          <p:spPr bwMode="auto">
            <a:xfrm>
              <a:off x="2640" y="2592"/>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0</a:t>
              </a:r>
            </a:p>
          </p:txBody>
        </p:sp>
        <p:sp>
          <p:nvSpPr>
            <p:cNvPr id="342052" name="Oval 36"/>
            <p:cNvSpPr>
              <a:spLocks noChangeArrowheads="1"/>
            </p:cNvSpPr>
            <p:nvPr/>
          </p:nvSpPr>
          <p:spPr bwMode="auto">
            <a:xfrm>
              <a:off x="2256" y="1872"/>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0</a:t>
              </a:r>
            </a:p>
          </p:txBody>
        </p:sp>
        <p:sp>
          <p:nvSpPr>
            <p:cNvPr id="342053" name="Oval 37"/>
            <p:cNvSpPr>
              <a:spLocks noChangeArrowheads="1"/>
            </p:cNvSpPr>
            <p:nvPr/>
          </p:nvSpPr>
          <p:spPr bwMode="auto">
            <a:xfrm>
              <a:off x="3000" y="1128"/>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0</a:t>
              </a:r>
            </a:p>
          </p:txBody>
        </p:sp>
      </p:grpSp>
      <p:grpSp>
        <p:nvGrpSpPr>
          <p:cNvPr id="342054" name="Group 38"/>
          <p:cNvGrpSpPr>
            <a:grpSpLocks/>
          </p:cNvGrpSpPr>
          <p:nvPr/>
        </p:nvGrpSpPr>
        <p:grpSpPr bwMode="auto">
          <a:xfrm>
            <a:off x="5257800" y="1790700"/>
            <a:ext cx="3759200" cy="4152900"/>
            <a:chOff x="3024" y="1128"/>
            <a:chExt cx="2368" cy="2616"/>
          </a:xfrm>
        </p:grpSpPr>
        <p:sp>
          <p:nvSpPr>
            <p:cNvPr id="342055" name="Oval 39"/>
            <p:cNvSpPr>
              <a:spLocks noChangeArrowheads="1"/>
            </p:cNvSpPr>
            <p:nvPr/>
          </p:nvSpPr>
          <p:spPr bwMode="auto">
            <a:xfrm>
              <a:off x="3376" y="2640"/>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1</a:t>
              </a:r>
            </a:p>
          </p:txBody>
        </p:sp>
        <p:sp>
          <p:nvSpPr>
            <p:cNvPr id="342056" name="Oval 40"/>
            <p:cNvSpPr>
              <a:spLocks noChangeArrowheads="1"/>
            </p:cNvSpPr>
            <p:nvPr/>
          </p:nvSpPr>
          <p:spPr bwMode="auto">
            <a:xfrm>
              <a:off x="3720" y="3408"/>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1</a:t>
              </a:r>
            </a:p>
          </p:txBody>
        </p:sp>
        <p:sp>
          <p:nvSpPr>
            <p:cNvPr id="342057" name="Oval 41"/>
            <p:cNvSpPr>
              <a:spLocks noChangeArrowheads="1"/>
            </p:cNvSpPr>
            <p:nvPr/>
          </p:nvSpPr>
          <p:spPr bwMode="auto">
            <a:xfrm>
              <a:off x="5056" y="2680"/>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1</a:t>
              </a:r>
            </a:p>
          </p:txBody>
        </p:sp>
        <p:sp>
          <p:nvSpPr>
            <p:cNvPr id="342058" name="Oval 42"/>
            <p:cNvSpPr>
              <a:spLocks noChangeArrowheads="1"/>
            </p:cNvSpPr>
            <p:nvPr/>
          </p:nvSpPr>
          <p:spPr bwMode="auto">
            <a:xfrm>
              <a:off x="4712" y="1952"/>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1</a:t>
              </a:r>
            </a:p>
          </p:txBody>
        </p:sp>
        <p:sp>
          <p:nvSpPr>
            <p:cNvPr id="342059" name="Oval 43"/>
            <p:cNvSpPr>
              <a:spLocks noChangeArrowheads="1"/>
            </p:cNvSpPr>
            <p:nvPr/>
          </p:nvSpPr>
          <p:spPr bwMode="auto">
            <a:xfrm>
              <a:off x="4032" y="1128"/>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1</a:t>
              </a:r>
            </a:p>
          </p:txBody>
        </p:sp>
        <p:sp>
          <p:nvSpPr>
            <p:cNvPr id="342060" name="Oval 44"/>
            <p:cNvSpPr>
              <a:spLocks noChangeArrowheads="1"/>
            </p:cNvSpPr>
            <p:nvPr/>
          </p:nvSpPr>
          <p:spPr bwMode="auto">
            <a:xfrm>
              <a:off x="3024" y="1920"/>
              <a:ext cx="336" cy="336"/>
            </a:xfrm>
            <a:prstGeom prst="ellipse">
              <a:avLst/>
            </a:prstGeom>
            <a:noFill/>
            <a:ln>
              <a:noFill/>
            </a:ln>
            <a:effectLst/>
            <a:extLst>
              <a:ext uri="{909E8E84-426E-40DD-AFC4-6F175D3DCCD1}">
                <a14:hiddenFill xmlns:a14="http://schemas.microsoft.com/office/drawing/2010/main">
                  <a:gradFill rotWithShape="0">
                    <a:gsLst>
                      <a:gs pos="0">
                        <a:srgbClr val="99FF33"/>
                      </a:gs>
                      <a:gs pos="100000">
                        <a:srgbClr val="99FF33">
                          <a:gamma/>
                          <a:shade val="46275"/>
                          <a:invGamma/>
                        </a:srgbClr>
                      </a:gs>
                    </a:gsLst>
                    <a:path path="shape">
                      <a:fillToRect l="50000" t="50000" r="50000" b="50000"/>
                    </a:path>
                  </a:gra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0" hangingPunct="0"/>
              <a:r>
                <a:rPr lang="en-US" altLang="zh-CN" sz="3200" b="1">
                  <a:latin typeface="Times New Roman" charset="0"/>
                </a:rPr>
                <a:t>1</a:t>
              </a:r>
            </a:p>
          </p:txBody>
        </p:sp>
      </p:grpSp>
      <p:grpSp>
        <p:nvGrpSpPr>
          <p:cNvPr id="342061" name="Group 45"/>
          <p:cNvGrpSpPr>
            <a:grpSpLocks/>
          </p:cNvGrpSpPr>
          <p:nvPr/>
        </p:nvGrpSpPr>
        <p:grpSpPr bwMode="auto">
          <a:xfrm>
            <a:off x="3886200" y="4038600"/>
            <a:ext cx="5219700" cy="2819400"/>
            <a:chOff x="2184" y="2544"/>
            <a:chExt cx="3288" cy="1776"/>
          </a:xfrm>
        </p:grpSpPr>
        <p:sp>
          <p:nvSpPr>
            <p:cNvPr id="342062" name="Text Box 46"/>
            <p:cNvSpPr txBox="1">
              <a:spLocks noChangeArrowheads="1"/>
            </p:cNvSpPr>
            <p:nvPr/>
          </p:nvSpPr>
          <p:spPr bwMode="auto">
            <a:xfrm>
              <a:off x="2184" y="2544"/>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A</a:t>
              </a:r>
            </a:p>
          </p:txBody>
        </p:sp>
        <p:sp>
          <p:nvSpPr>
            <p:cNvPr id="342063" name="Text Box 47"/>
            <p:cNvSpPr txBox="1">
              <a:spLocks noChangeArrowheads="1"/>
            </p:cNvSpPr>
            <p:nvPr/>
          </p:nvSpPr>
          <p:spPr bwMode="auto">
            <a:xfrm>
              <a:off x="3936" y="2640"/>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B</a:t>
              </a:r>
            </a:p>
          </p:txBody>
        </p:sp>
        <p:sp>
          <p:nvSpPr>
            <p:cNvPr id="342064" name="Text Box 48"/>
            <p:cNvSpPr txBox="1">
              <a:spLocks noChangeArrowheads="1"/>
            </p:cNvSpPr>
            <p:nvPr/>
          </p:nvSpPr>
          <p:spPr bwMode="auto">
            <a:xfrm>
              <a:off x="4264" y="3320"/>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D</a:t>
              </a:r>
            </a:p>
          </p:txBody>
        </p:sp>
        <p:sp>
          <p:nvSpPr>
            <p:cNvPr id="342065" name="Text Box 49"/>
            <p:cNvSpPr txBox="1">
              <a:spLocks noChangeArrowheads="1"/>
            </p:cNvSpPr>
            <p:nvPr/>
          </p:nvSpPr>
          <p:spPr bwMode="auto">
            <a:xfrm>
              <a:off x="2544" y="3312"/>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C</a:t>
              </a:r>
            </a:p>
          </p:txBody>
        </p:sp>
        <p:sp>
          <p:nvSpPr>
            <p:cNvPr id="342066" name="Text Box 50"/>
            <p:cNvSpPr txBox="1">
              <a:spLocks noChangeArrowheads="1"/>
            </p:cNvSpPr>
            <p:nvPr/>
          </p:nvSpPr>
          <p:spPr bwMode="auto">
            <a:xfrm>
              <a:off x="5184" y="3312"/>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E</a:t>
              </a:r>
            </a:p>
          </p:txBody>
        </p:sp>
        <p:sp>
          <p:nvSpPr>
            <p:cNvPr id="342067" name="Text Box 51"/>
            <p:cNvSpPr txBox="1">
              <a:spLocks noChangeArrowheads="1"/>
            </p:cNvSpPr>
            <p:nvPr/>
          </p:nvSpPr>
          <p:spPr bwMode="auto">
            <a:xfrm>
              <a:off x="2592" y="3955"/>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F</a:t>
              </a:r>
            </a:p>
          </p:txBody>
        </p:sp>
        <p:sp>
          <p:nvSpPr>
            <p:cNvPr id="342068" name="Text Box 52"/>
            <p:cNvSpPr txBox="1">
              <a:spLocks noChangeArrowheads="1"/>
            </p:cNvSpPr>
            <p:nvPr/>
          </p:nvSpPr>
          <p:spPr bwMode="auto">
            <a:xfrm>
              <a:off x="4176" y="3955"/>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en-US" altLang="zh-CN" sz="3200" b="1">
                  <a:solidFill>
                    <a:srgbClr val="996633"/>
                  </a:solidFill>
                  <a:latin typeface="Times New Roman" charset="0"/>
                </a:rPr>
                <a:t>G</a:t>
              </a:r>
            </a:p>
          </p:txBody>
        </p:sp>
      </p:grpSp>
      <p:sp>
        <p:nvSpPr>
          <p:cNvPr id="342070" name="Text Box 54"/>
          <p:cNvSpPr txBox="1">
            <a:spLocks noChangeArrowheads="1"/>
          </p:cNvSpPr>
          <p:nvPr/>
        </p:nvSpPr>
        <p:spPr bwMode="auto">
          <a:xfrm>
            <a:off x="1003300" y="1997075"/>
            <a:ext cx="2301875"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20000"/>
              </a:spcBef>
            </a:pPr>
            <a:r>
              <a:rPr lang="zh-CN" altLang="en-US" sz="2800" b="1">
                <a:latin typeface="Times New Roman" charset="0"/>
              </a:rPr>
              <a:t>编码方案：</a:t>
            </a:r>
          </a:p>
          <a:p>
            <a:pPr algn="just" eaLnBrk="0" hangingPunct="0">
              <a:spcBef>
                <a:spcPct val="20000"/>
              </a:spcBef>
            </a:pPr>
            <a:r>
              <a:rPr lang="en-US" altLang="zh-CN" sz="2800" b="1">
                <a:latin typeface="Times New Roman" charset="0"/>
              </a:rPr>
              <a:t>A</a:t>
            </a:r>
            <a:r>
              <a:rPr lang="zh-CN" altLang="en-US" sz="2800" b="1">
                <a:latin typeface="Times New Roman" charset="0"/>
              </a:rPr>
              <a:t>：</a:t>
            </a:r>
            <a:r>
              <a:rPr lang="en-US" altLang="zh-CN" sz="2800" b="1">
                <a:latin typeface="Times New Roman" charset="0"/>
              </a:rPr>
              <a:t>00</a:t>
            </a:r>
          </a:p>
          <a:p>
            <a:pPr algn="just" eaLnBrk="0" hangingPunct="0">
              <a:spcBef>
                <a:spcPct val="20000"/>
              </a:spcBef>
            </a:pPr>
            <a:r>
              <a:rPr lang="en-US" altLang="zh-CN" sz="2800" b="1">
                <a:latin typeface="Times New Roman" charset="0"/>
              </a:rPr>
              <a:t>B</a:t>
            </a:r>
            <a:r>
              <a:rPr lang="zh-CN" altLang="en-US" sz="2800" b="1">
                <a:latin typeface="Times New Roman" charset="0"/>
              </a:rPr>
              <a:t>：</a:t>
            </a:r>
            <a:r>
              <a:rPr lang="en-US" altLang="zh-CN" sz="2800" b="1">
                <a:latin typeface="Times New Roman" charset="0"/>
              </a:rPr>
              <a:t>10</a:t>
            </a:r>
          </a:p>
          <a:p>
            <a:pPr algn="just" eaLnBrk="0" hangingPunct="0">
              <a:spcBef>
                <a:spcPct val="20000"/>
              </a:spcBef>
            </a:pPr>
            <a:r>
              <a:rPr lang="en-US" altLang="zh-CN" sz="2800" b="1">
                <a:latin typeface="Times New Roman" charset="0"/>
              </a:rPr>
              <a:t>C</a:t>
            </a:r>
            <a:r>
              <a:rPr lang="zh-CN" altLang="en-US" sz="2800" b="1">
                <a:latin typeface="Times New Roman" charset="0"/>
              </a:rPr>
              <a:t>：</a:t>
            </a:r>
            <a:r>
              <a:rPr lang="en-US" altLang="zh-CN" sz="2800" b="1">
                <a:latin typeface="Times New Roman" charset="0"/>
              </a:rPr>
              <a:t>010</a:t>
            </a:r>
          </a:p>
          <a:p>
            <a:pPr algn="just" eaLnBrk="0" hangingPunct="0">
              <a:spcBef>
                <a:spcPct val="20000"/>
              </a:spcBef>
            </a:pPr>
            <a:r>
              <a:rPr lang="en-US" altLang="zh-CN" sz="2800" b="1">
                <a:latin typeface="Times New Roman" charset="0"/>
              </a:rPr>
              <a:t>D</a:t>
            </a:r>
            <a:r>
              <a:rPr lang="zh-CN" altLang="en-US" sz="2800" b="1">
                <a:latin typeface="Times New Roman" charset="0"/>
              </a:rPr>
              <a:t>：</a:t>
            </a:r>
            <a:r>
              <a:rPr lang="en-US" altLang="zh-CN" sz="2800" b="1">
                <a:latin typeface="Times New Roman" charset="0"/>
              </a:rPr>
              <a:t>110</a:t>
            </a:r>
          </a:p>
          <a:p>
            <a:pPr algn="just" eaLnBrk="0" hangingPunct="0">
              <a:spcBef>
                <a:spcPct val="20000"/>
              </a:spcBef>
            </a:pPr>
            <a:r>
              <a:rPr lang="en-US" altLang="zh-CN" sz="2800" b="1">
                <a:latin typeface="Times New Roman" charset="0"/>
              </a:rPr>
              <a:t>E</a:t>
            </a:r>
            <a:r>
              <a:rPr lang="zh-CN" altLang="en-US" sz="2800" b="1">
                <a:latin typeface="Times New Roman" charset="0"/>
              </a:rPr>
              <a:t>：</a:t>
            </a:r>
            <a:r>
              <a:rPr lang="en-US" altLang="zh-CN" sz="2800" b="1">
                <a:latin typeface="Times New Roman" charset="0"/>
              </a:rPr>
              <a:t>111</a:t>
            </a:r>
          </a:p>
          <a:p>
            <a:pPr algn="just" eaLnBrk="0" hangingPunct="0">
              <a:spcBef>
                <a:spcPct val="20000"/>
              </a:spcBef>
            </a:pPr>
            <a:r>
              <a:rPr lang="en-US" altLang="zh-CN" sz="2800" b="1">
                <a:latin typeface="Times New Roman" charset="0"/>
              </a:rPr>
              <a:t>F</a:t>
            </a:r>
            <a:r>
              <a:rPr lang="zh-CN" altLang="en-US" sz="2800" b="1">
                <a:latin typeface="Times New Roman" charset="0"/>
              </a:rPr>
              <a:t>：</a:t>
            </a:r>
            <a:r>
              <a:rPr lang="en-US" altLang="zh-CN" sz="2800" b="1">
                <a:latin typeface="Times New Roman" charset="0"/>
              </a:rPr>
              <a:t>0110</a:t>
            </a:r>
          </a:p>
          <a:p>
            <a:pPr algn="just" eaLnBrk="0" hangingPunct="0">
              <a:spcBef>
                <a:spcPct val="20000"/>
              </a:spcBef>
            </a:pPr>
            <a:r>
              <a:rPr lang="en-US" altLang="zh-CN" sz="2800" b="1">
                <a:latin typeface="Times New Roman" charset="0"/>
              </a:rPr>
              <a:t>G</a:t>
            </a:r>
            <a:r>
              <a:rPr lang="zh-CN" altLang="en-US" sz="2800" b="1">
                <a:latin typeface="Times New Roman" charset="0"/>
              </a:rPr>
              <a:t>：</a:t>
            </a:r>
            <a:r>
              <a:rPr lang="en-US" altLang="zh-CN" sz="2800" b="1">
                <a:latin typeface="Times New Roman" charset="0"/>
              </a:rPr>
              <a:t>0111</a:t>
            </a:r>
          </a:p>
        </p:txBody>
      </p:sp>
      <p:sp>
        <p:nvSpPr>
          <p:cNvPr id="342071" name="Text Box 55"/>
          <p:cNvSpPr txBox="1">
            <a:spLocks noChangeArrowheads="1"/>
          </p:cNvSpPr>
          <p:nvPr/>
        </p:nvSpPr>
        <p:spPr bwMode="auto">
          <a:xfrm>
            <a:off x="1600200" y="304800"/>
            <a:ext cx="6888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lang="zh-CN" altLang="en-US" sz="3200" b="1">
                <a:solidFill>
                  <a:srgbClr val="000099"/>
                </a:solidFill>
                <a:latin typeface="Times New Roman" charset="0"/>
              </a:rPr>
              <a:t>哈夫曼树应用</a:t>
            </a:r>
            <a:r>
              <a:rPr lang="en-US" altLang="zh-CN" sz="3200" b="1">
                <a:solidFill>
                  <a:srgbClr val="000099"/>
                </a:solidFill>
                <a:latin typeface="Times New Roman" charset="0"/>
              </a:rPr>
              <a:t>——</a:t>
            </a:r>
            <a:r>
              <a:rPr lang="zh-CN" altLang="en-US" sz="3200" b="1">
                <a:solidFill>
                  <a:srgbClr val="000099"/>
                </a:solidFill>
                <a:latin typeface="Times New Roman" charset="0"/>
              </a:rPr>
              <a:t>哈夫曼编码</a:t>
            </a:r>
          </a:p>
        </p:txBody>
      </p:sp>
    </p:spTree>
    <p:extLst>
      <p:ext uri="{BB962C8B-B14F-4D97-AF65-F5344CB8AC3E}">
        <p14:creationId xmlns:p14="http://schemas.microsoft.com/office/powerpoint/2010/main" val="5182952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342047"/>
                                        </p:tgtEl>
                                        <p:attrNameLst>
                                          <p:attrName>style.visibility</p:attrName>
                                        </p:attrNameLst>
                                      </p:cBhvr>
                                      <p:to>
                                        <p:strVal val="visible"/>
                                      </p:to>
                                    </p:set>
                                    <p:animEffect transition="in" filter="strips(downLeft)">
                                      <p:cBhvr>
                                        <p:cTn id="7" dur="500"/>
                                        <p:tgtEl>
                                          <p:spTgt spid="3420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342054"/>
                                        </p:tgtEl>
                                        <p:attrNameLst>
                                          <p:attrName>style.visibility</p:attrName>
                                        </p:attrNameLst>
                                      </p:cBhvr>
                                      <p:to>
                                        <p:strVal val="visible"/>
                                      </p:to>
                                    </p:set>
                                    <p:animEffect transition="in" filter="strips(downLeft)">
                                      <p:cBhvr>
                                        <p:cTn id="12" dur="500"/>
                                        <p:tgtEl>
                                          <p:spTgt spid="3420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342061"/>
                                        </p:tgtEl>
                                        <p:attrNameLst>
                                          <p:attrName>style.visibility</p:attrName>
                                        </p:attrNameLst>
                                      </p:cBhvr>
                                      <p:to>
                                        <p:strVal val="visible"/>
                                      </p:to>
                                    </p:set>
                                    <p:animEffect transition="in" filter="strips(downLeft)">
                                      <p:cBhvr>
                                        <p:cTn id="17" dur="500"/>
                                        <p:tgtEl>
                                          <p:spTgt spid="342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42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70"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ext Box 2"/>
          <p:cNvSpPr txBox="1">
            <a:spLocks noChangeArrowheads="1"/>
          </p:cNvSpPr>
          <p:nvPr/>
        </p:nvSpPr>
        <p:spPr bwMode="auto">
          <a:xfrm>
            <a:off x="152400" y="1493838"/>
            <a:ext cx="8839200" cy="513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15000"/>
              </a:lnSpc>
            </a:pPr>
            <a:r>
              <a:rPr kumimoji="1" lang="zh-CN" altLang="en-US" sz="3200">
                <a:solidFill>
                  <a:srgbClr val="663300"/>
                </a:solidFill>
                <a:latin typeface="Times New Roman" charset="0"/>
                <a:ea typeface="楷体_GB2312" charset="0"/>
              </a:rPr>
              <a:t>　</a:t>
            </a:r>
            <a:r>
              <a:rPr kumimoji="1" lang="en-US" altLang="zh-CN" sz="3200">
                <a:solidFill>
                  <a:srgbClr val="990000"/>
                </a:solidFill>
                <a:latin typeface="Times New Roman" charset="0"/>
                <a:ea typeface="楷体_GB2312" charset="0"/>
              </a:rPr>
              <a:t>1. </a:t>
            </a:r>
            <a:r>
              <a:rPr kumimoji="1" lang="zh-CN" altLang="en-US" sz="3200">
                <a:solidFill>
                  <a:srgbClr val="990000"/>
                </a:solidFill>
                <a:latin typeface="Times New Roman" charset="0"/>
                <a:ea typeface="楷体_GB2312" charset="0"/>
              </a:rPr>
              <a:t>熟练掌握</a:t>
            </a:r>
            <a:r>
              <a:rPr kumimoji="1" lang="zh-CN" altLang="en-US" sz="3200" b="1">
                <a:solidFill>
                  <a:srgbClr val="990000"/>
                </a:solidFill>
                <a:latin typeface="Times New Roman" charset="0"/>
                <a:ea typeface="楷体_GB2312" charset="0"/>
              </a:rPr>
              <a:t>二叉树的结构特性</a:t>
            </a:r>
            <a:r>
              <a:rPr kumimoji="1" lang="zh-CN" altLang="en-US" sz="3200">
                <a:solidFill>
                  <a:srgbClr val="990000"/>
                </a:solidFill>
                <a:latin typeface="Times New Roman" charset="0"/>
                <a:ea typeface="楷体_GB2312" charset="0"/>
              </a:rPr>
              <a:t>，了解相应的证明方法。</a:t>
            </a:r>
          </a:p>
          <a:p>
            <a:pPr>
              <a:lnSpc>
                <a:spcPct val="115000"/>
              </a:lnSpc>
            </a:pPr>
            <a:r>
              <a:rPr kumimoji="1" lang="zh-CN" altLang="en-US" sz="3200">
                <a:solidFill>
                  <a:srgbClr val="990000"/>
                </a:solidFill>
                <a:latin typeface="Times New Roman" charset="0"/>
                <a:ea typeface="楷体_GB2312" charset="0"/>
              </a:rPr>
              <a:t>　</a:t>
            </a:r>
            <a:r>
              <a:rPr kumimoji="1" lang="en-US" altLang="zh-CN" sz="3200">
                <a:solidFill>
                  <a:srgbClr val="990000"/>
                </a:solidFill>
                <a:latin typeface="Times New Roman" charset="0"/>
                <a:ea typeface="楷体_GB2312" charset="0"/>
              </a:rPr>
              <a:t>2. </a:t>
            </a:r>
            <a:r>
              <a:rPr kumimoji="1" lang="zh-CN" altLang="en-US" sz="3200">
                <a:solidFill>
                  <a:srgbClr val="990000"/>
                </a:solidFill>
                <a:latin typeface="Times New Roman" charset="0"/>
                <a:ea typeface="楷体_GB2312" charset="0"/>
              </a:rPr>
              <a:t>熟悉二叉树的各种</a:t>
            </a:r>
            <a:r>
              <a:rPr kumimoji="1" lang="zh-CN" altLang="en-US" sz="3200" b="1">
                <a:solidFill>
                  <a:srgbClr val="990000"/>
                </a:solidFill>
                <a:latin typeface="Times New Roman" charset="0"/>
                <a:ea typeface="楷体_GB2312" charset="0"/>
              </a:rPr>
              <a:t>存储结构</a:t>
            </a:r>
            <a:r>
              <a:rPr kumimoji="1" lang="zh-CN" altLang="en-US" sz="3200">
                <a:solidFill>
                  <a:srgbClr val="990000"/>
                </a:solidFill>
                <a:latin typeface="Times New Roman" charset="0"/>
                <a:ea typeface="楷体_GB2312" charset="0"/>
              </a:rPr>
              <a:t>的特点及适用范围。</a:t>
            </a:r>
          </a:p>
          <a:p>
            <a:pPr>
              <a:lnSpc>
                <a:spcPct val="115000"/>
              </a:lnSpc>
            </a:pPr>
            <a:r>
              <a:rPr kumimoji="1" lang="zh-CN" altLang="en-US" sz="3200">
                <a:solidFill>
                  <a:srgbClr val="990000"/>
                </a:solidFill>
                <a:latin typeface="Times New Roman" charset="0"/>
                <a:ea typeface="楷体_GB2312" charset="0"/>
              </a:rPr>
              <a:t>　</a:t>
            </a:r>
            <a:r>
              <a:rPr kumimoji="1" lang="en-US" altLang="zh-CN" sz="3200">
                <a:solidFill>
                  <a:srgbClr val="990000"/>
                </a:solidFill>
                <a:latin typeface="Times New Roman" charset="0"/>
                <a:ea typeface="楷体_GB2312" charset="0"/>
              </a:rPr>
              <a:t>3. </a:t>
            </a:r>
            <a:r>
              <a:rPr kumimoji="1" lang="zh-CN" altLang="en-US" sz="3200" b="1">
                <a:solidFill>
                  <a:srgbClr val="990000"/>
                </a:solidFill>
                <a:latin typeface="Times New Roman" charset="0"/>
                <a:ea typeface="楷体_GB2312" charset="0"/>
              </a:rPr>
              <a:t>遍历二叉树</a:t>
            </a:r>
            <a:r>
              <a:rPr kumimoji="1" lang="zh-CN" altLang="en-US" sz="3200">
                <a:solidFill>
                  <a:srgbClr val="990000"/>
                </a:solidFill>
                <a:latin typeface="Times New Roman" charset="0"/>
                <a:ea typeface="楷体_GB2312" charset="0"/>
              </a:rPr>
              <a:t>是二叉树各种操作的基础。实现二叉树遍历的具体算法与所采用的存储结构有关。掌握各种遍历策略的</a:t>
            </a:r>
            <a:r>
              <a:rPr kumimoji="1" lang="zh-CN" altLang="en-US" sz="3200" b="1">
                <a:solidFill>
                  <a:srgbClr val="990000"/>
                </a:solidFill>
                <a:latin typeface="Times New Roman" charset="0"/>
                <a:ea typeface="楷体_GB2312" charset="0"/>
              </a:rPr>
              <a:t>递归算法</a:t>
            </a:r>
            <a:r>
              <a:rPr kumimoji="1" lang="zh-CN" altLang="en-US" sz="3200">
                <a:solidFill>
                  <a:srgbClr val="990000"/>
                </a:solidFill>
                <a:latin typeface="Times New Roman" charset="0"/>
                <a:ea typeface="楷体_GB2312" charset="0"/>
              </a:rPr>
              <a:t>，</a:t>
            </a:r>
            <a:r>
              <a:rPr kumimoji="1" lang="zh-CN" altLang="en-US" sz="3200" b="1">
                <a:solidFill>
                  <a:srgbClr val="990000"/>
                </a:solidFill>
                <a:latin typeface="Times New Roman" charset="0"/>
                <a:ea typeface="楷体_GB2312" charset="0"/>
              </a:rPr>
              <a:t>灵活运用遍历算法</a:t>
            </a:r>
            <a:r>
              <a:rPr kumimoji="1" lang="zh-CN" altLang="en-US" sz="3200">
                <a:solidFill>
                  <a:srgbClr val="990000"/>
                </a:solidFill>
                <a:latin typeface="Times New Roman" charset="0"/>
                <a:ea typeface="楷体_GB2312" charset="0"/>
              </a:rPr>
              <a:t>实现二叉树的其它操作。</a:t>
            </a:r>
            <a:r>
              <a:rPr kumimoji="1" lang="zh-CN" altLang="en-US" sz="3200" b="1">
                <a:solidFill>
                  <a:srgbClr val="990000"/>
                </a:solidFill>
                <a:latin typeface="Times New Roman" charset="0"/>
                <a:ea typeface="楷体_GB2312" charset="0"/>
              </a:rPr>
              <a:t>层次遍历</a:t>
            </a:r>
            <a:r>
              <a:rPr kumimoji="1" lang="zh-CN" altLang="en-US" sz="3200">
                <a:solidFill>
                  <a:srgbClr val="990000"/>
                </a:solidFill>
                <a:latin typeface="Times New Roman" charset="0"/>
                <a:ea typeface="楷体_GB2312" charset="0"/>
              </a:rPr>
              <a:t>是按另一种搜索策略进行的遍历。</a:t>
            </a:r>
            <a:endParaRPr kumimoji="1" lang="zh-CN" altLang="en-US" sz="3600">
              <a:solidFill>
                <a:srgbClr val="990000"/>
              </a:solidFill>
              <a:latin typeface="Times New Roman" charset="0"/>
              <a:ea typeface="楷体_GB2312" charset="0"/>
            </a:endParaRPr>
          </a:p>
        </p:txBody>
      </p:sp>
    </p:spTree>
    <p:extLst>
      <p:ext uri="{BB962C8B-B14F-4D97-AF65-F5344CB8AC3E}">
        <p14:creationId xmlns:p14="http://schemas.microsoft.com/office/powerpoint/2010/main" val="1578491774"/>
      </p:ext>
    </p:extLst>
  </p:cSld>
  <p:clrMapOvr>
    <a:masterClrMapping/>
  </p:clrMapOvr>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ext Box 2"/>
          <p:cNvSpPr txBox="1">
            <a:spLocks noChangeArrowheads="1"/>
          </p:cNvSpPr>
          <p:nvPr/>
        </p:nvSpPr>
        <p:spPr bwMode="auto">
          <a:xfrm>
            <a:off x="533400" y="1301750"/>
            <a:ext cx="8153400"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kumimoji="1" lang="zh-CN" altLang="en-US" sz="3200">
                <a:solidFill>
                  <a:srgbClr val="990000"/>
                </a:solidFill>
                <a:latin typeface="Times New Roman" charset="0"/>
                <a:ea typeface="楷体_GB2312" charset="0"/>
              </a:rPr>
              <a:t>　　</a:t>
            </a:r>
            <a:r>
              <a:rPr kumimoji="1" lang="en-US" altLang="zh-CN" sz="3200">
                <a:solidFill>
                  <a:srgbClr val="990000"/>
                </a:solidFill>
                <a:latin typeface="Times New Roman" charset="0"/>
                <a:ea typeface="楷体_GB2312" charset="0"/>
              </a:rPr>
              <a:t>4. </a:t>
            </a:r>
            <a:r>
              <a:rPr kumimoji="1" lang="zh-CN" altLang="en-US" sz="3200">
                <a:solidFill>
                  <a:srgbClr val="990000"/>
                </a:solidFill>
                <a:latin typeface="Times New Roman" charset="0"/>
                <a:ea typeface="楷体_GB2312" charset="0"/>
              </a:rPr>
              <a:t>理解二叉树</a:t>
            </a:r>
            <a:r>
              <a:rPr kumimoji="1" lang="zh-CN" altLang="en-US" sz="3200" b="1">
                <a:solidFill>
                  <a:srgbClr val="990000"/>
                </a:solidFill>
                <a:latin typeface="Times New Roman" charset="0"/>
                <a:ea typeface="楷体_GB2312" charset="0"/>
              </a:rPr>
              <a:t>线索化的实质</a:t>
            </a:r>
            <a:r>
              <a:rPr kumimoji="1" lang="zh-CN" altLang="en-US" sz="3200">
                <a:solidFill>
                  <a:srgbClr val="990000"/>
                </a:solidFill>
                <a:latin typeface="Times New Roman" charset="0"/>
                <a:ea typeface="楷体_GB2312" charset="0"/>
              </a:rPr>
              <a:t>是建立结点与其在相应序列中的前驱或后继之间的直接联系，熟练掌握二叉树的</a:t>
            </a:r>
            <a:r>
              <a:rPr kumimoji="1" lang="zh-CN" altLang="en-US" sz="3200" b="1">
                <a:solidFill>
                  <a:srgbClr val="990000"/>
                </a:solidFill>
                <a:latin typeface="Times New Roman" charset="0"/>
                <a:ea typeface="楷体_GB2312" charset="0"/>
              </a:rPr>
              <a:t>线索化过程</a:t>
            </a:r>
            <a:r>
              <a:rPr kumimoji="1" lang="zh-CN" altLang="en-US" sz="3200">
                <a:solidFill>
                  <a:srgbClr val="990000"/>
                </a:solidFill>
                <a:latin typeface="Times New Roman" charset="0"/>
                <a:ea typeface="楷体_GB2312" charset="0"/>
              </a:rPr>
              <a:t>以及在中序线索化树上找给定结点的前驱和后继的方法。二叉树的</a:t>
            </a:r>
            <a:r>
              <a:rPr kumimoji="1" lang="zh-CN" altLang="en-US" sz="3200" b="1">
                <a:solidFill>
                  <a:srgbClr val="990000"/>
                </a:solidFill>
                <a:latin typeface="Times New Roman" charset="0"/>
                <a:ea typeface="楷体_GB2312" charset="0"/>
              </a:rPr>
              <a:t>线索化过程</a:t>
            </a:r>
            <a:r>
              <a:rPr kumimoji="1" lang="zh-CN" altLang="en-US" sz="3200">
                <a:solidFill>
                  <a:srgbClr val="990000"/>
                </a:solidFill>
                <a:latin typeface="Times New Roman" charset="0"/>
                <a:ea typeface="楷体_GB2312" charset="0"/>
              </a:rPr>
              <a:t>是</a:t>
            </a:r>
            <a:r>
              <a:rPr kumimoji="1" lang="zh-CN" altLang="en-US" sz="3200" b="1">
                <a:solidFill>
                  <a:srgbClr val="990000"/>
                </a:solidFill>
                <a:latin typeface="Times New Roman" charset="0"/>
                <a:ea typeface="楷体_GB2312" charset="0"/>
              </a:rPr>
              <a:t>基于</a:t>
            </a:r>
            <a:r>
              <a:rPr kumimoji="1" lang="zh-CN" altLang="en-US" sz="3200">
                <a:solidFill>
                  <a:srgbClr val="990000"/>
                </a:solidFill>
                <a:latin typeface="Times New Roman" charset="0"/>
                <a:ea typeface="楷体_GB2312" charset="0"/>
              </a:rPr>
              <a:t>对二叉树进行</a:t>
            </a:r>
            <a:r>
              <a:rPr kumimoji="1" lang="zh-CN" altLang="en-US" sz="3200" b="1">
                <a:solidFill>
                  <a:srgbClr val="990000"/>
                </a:solidFill>
                <a:latin typeface="Times New Roman" charset="0"/>
                <a:ea typeface="楷体_GB2312" charset="0"/>
              </a:rPr>
              <a:t>遍历</a:t>
            </a:r>
            <a:r>
              <a:rPr kumimoji="1" lang="zh-CN" altLang="en-US" sz="3200">
                <a:solidFill>
                  <a:srgbClr val="990000"/>
                </a:solidFill>
                <a:latin typeface="Times New Roman" charset="0"/>
                <a:ea typeface="楷体_GB2312" charset="0"/>
              </a:rPr>
              <a:t>，而线索二叉树上的</a:t>
            </a:r>
            <a:r>
              <a:rPr kumimoji="1" lang="zh-CN" altLang="en-US" sz="3200" b="1">
                <a:solidFill>
                  <a:srgbClr val="990000"/>
                </a:solidFill>
                <a:latin typeface="Times New Roman" charset="0"/>
                <a:ea typeface="楷体_GB2312" charset="0"/>
              </a:rPr>
              <a:t>线索又为相应的遍历提供</a:t>
            </a:r>
            <a:r>
              <a:rPr kumimoji="1" lang="zh-CN" altLang="en-US" sz="3200">
                <a:solidFill>
                  <a:srgbClr val="990000"/>
                </a:solidFill>
                <a:latin typeface="Times New Roman" charset="0"/>
                <a:ea typeface="楷体_GB2312" charset="0"/>
              </a:rPr>
              <a:t>了</a:t>
            </a:r>
            <a:r>
              <a:rPr kumimoji="1" lang="zh-CN" altLang="en-US" sz="3200" b="1">
                <a:solidFill>
                  <a:srgbClr val="990000"/>
                </a:solidFill>
                <a:latin typeface="Times New Roman" charset="0"/>
                <a:ea typeface="楷体_GB2312" charset="0"/>
              </a:rPr>
              <a:t>方便</a:t>
            </a:r>
            <a:r>
              <a:rPr kumimoji="1" lang="zh-CN" altLang="en-US" sz="3200">
                <a:solidFill>
                  <a:srgbClr val="990000"/>
                </a:solidFill>
                <a:latin typeface="Times New Roman" charset="0"/>
                <a:ea typeface="楷体_GB2312" charset="0"/>
              </a:rPr>
              <a:t>。</a:t>
            </a:r>
            <a:endParaRPr kumimoji="1" lang="zh-CN" altLang="en-US" sz="2000">
              <a:latin typeface="Times New Roman" charset="0"/>
            </a:endParaRPr>
          </a:p>
        </p:txBody>
      </p:sp>
    </p:spTree>
    <p:extLst>
      <p:ext uri="{BB962C8B-B14F-4D97-AF65-F5344CB8AC3E}">
        <p14:creationId xmlns:p14="http://schemas.microsoft.com/office/powerpoint/2010/main" val="1021084607"/>
      </p:ext>
    </p:extLst>
  </p:cSld>
  <p:clrMapOvr>
    <a:masterClrMapping/>
  </p:clrMapOvr>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p:cNvSpPr txBox="1">
            <a:spLocks noChangeArrowheads="1"/>
          </p:cNvSpPr>
          <p:nvPr/>
        </p:nvSpPr>
        <p:spPr bwMode="auto">
          <a:xfrm>
            <a:off x="381000" y="1377950"/>
            <a:ext cx="8458200"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40000"/>
              </a:lnSpc>
            </a:pPr>
            <a:r>
              <a:rPr kumimoji="1" lang="zh-CN" altLang="en-US" sz="3200">
                <a:solidFill>
                  <a:srgbClr val="990000"/>
                </a:solidFill>
                <a:latin typeface="Times New Roman" charset="0"/>
                <a:ea typeface="楷体_GB2312" charset="0"/>
              </a:rPr>
              <a:t>　　</a:t>
            </a:r>
            <a:r>
              <a:rPr kumimoji="1" lang="en-US" altLang="zh-CN" sz="3200">
                <a:solidFill>
                  <a:srgbClr val="990000"/>
                </a:solidFill>
                <a:latin typeface="Times New Roman" charset="0"/>
                <a:ea typeface="楷体_GB2312" charset="0"/>
              </a:rPr>
              <a:t>5. </a:t>
            </a:r>
            <a:r>
              <a:rPr kumimoji="1" lang="zh-CN" altLang="en-US" sz="3200">
                <a:solidFill>
                  <a:srgbClr val="990000"/>
                </a:solidFill>
                <a:latin typeface="Times New Roman" charset="0"/>
                <a:ea typeface="楷体_GB2312" charset="0"/>
              </a:rPr>
              <a:t>熟悉</a:t>
            </a:r>
            <a:r>
              <a:rPr kumimoji="1" lang="zh-CN" altLang="en-US" sz="3200" b="1">
                <a:solidFill>
                  <a:srgbClr val="990000"/>
                </a:solidFill>
                <a:latin typeface="Times New Roman" charset="0"/>
                <a:ea typeface="楷体_GB2312" charset="0"/>
              </a:rPr>
              <a:t>树的</a:t>
            </a:r>
            <a:r>
              <a:rPr kumimoji="1" lang="zh-CN" altLang="en-US" sz="3200">
                <a:solidFill>
                  <a:srgbClr val="990000"/>
                </a:solidFill>
                <a:latin typeface="Times New Roman" charset="0"/>
                <a:ea typeface="楷体_GB2312" charset="0"/>
              </a:rPr>
              <a:t>各种</a:t>
            </a:r>
            <a:r>
              <a:rPr kumimoji="1" lang="zh-CN" altLang="en-US" sz="3200" b="1">
                <a:solidFill>
                  <a:srgbClr val="990000"/>
                </a:solidFill>
                <a:latin typeface="Times New Roman" charset="0"/>
                <a:ea typeface="楷体_GB2312" charset="0"/>
              </a:rPr>
              <a:t>存储结构</a:t>
            </a:r>
            <a:r>
              <a:rPr kumimoji="1" lang="zh-CN" altLang="en-US" sz="3200">
                <a:solidFill>
                  <a:srgbClr val="990000"/>
                </a:solidFill>
                <a:latin typeface="Times New Roman" charset="0"/>
                <a:ea typeface="楷体_GB2312" charset="0"/>
              </a:rPr>
              <a:t>及其特点，掌握</a:t>
            </a:r>
            <a:r>
              <a:rPr kumimoji="1" lang="zh-CN" altLang="en-US" sz="3200" b="1">
                <a:solidFill>
                  <a:srgbClr val="990000"/>
                </a:solidFill>
                <a:latin typeface="Times New Roman" charset="0"/>
                <a:ea typeface="楷体_GB2312" charset="0"/>
              </a:rPr>
              <a:t>树和森林与二叉树的转换</a:t>
            </a:r>
            <a:r>
              <a:rPr kumimoji="1" lang="zh-CN" altLang="en-US" sz="3200">
                <a:solidFill>
                  <a:srgbClr val="990000"/>
                </a:solidFill>
                <a:latin typeface="Times New Roman" charset="0"/>
                <a:ea typeface="楷体_GB2312" charset="0"/>
              </a:rPr>
              <a:t>方法。建立存储结构是进行其它操作的前提，因此读者应</a:t>
            </a:r>
            <a:r>
              <a:rPr kumimoji="1" lang="zh-CN" altLang="en-US" sz="3200" b="1">
                <a:solidFill>
                  <a:srgbClr val="990000"/>
                </a:solidFill>
                <a:latin typeface="Times New Roman" charset="0"/>
                <a:ea typeface="楷体_GB2312" charset="0"/>
              </a:rPr>
              <a:t>掌握 </a:t>
            </a:r>
            <a:r>
              <a:rPr kumimoji="1" lang="en-US" altLang="zh-CN" sz="3200">
                <a:solidFill>
                  <a:srgbClr val="990000"/>
                </a:solidFill>
                <a:latin typeface="Times New Roman" charset="0"/>
                <a:ea typeface="楷体_GB2312" charset="0"/>
              </a:rPr>
              <a:t>1 </a:t>
            </a:r>
            <a:r>
              <a:rPr kumimoji="1" lang="zh-CN" altLang="en-US" sz="3200">
                <a:solidFill>
                  <a:srgbClr val="990000"/>
                </a:solidFill>
                <a:latin typeface="Times New Roman" charset="0"/>
                <a:ea typeface="楷体_GB2312" charset="0"/>
              </a:rPr>
              <a:t>至 </a:t>
            </a:r>
            <a:r>
              <a:rPr kumimoji="1" lang="en-US" altLang="zh-CN" sz="3200">
                <a:solidFill>
                  <a:srgbClr val="990000"/>
                </a:solidFill>
                <a:latin typeface="Times New Roman" charset="0"/>
                <a:ea typeface="楷体_GB2312" charset="0"/>
              </a:rPr>
              <a:t>2 </a:t>
            </a:r>
            <a:r>
              <a:rPr kumimoji="1" lang="zh-CN" altLang="en-US" sz="3200">
                <a:solidFill>
                  <a:srgbClr val="990000"/>
                </a:solidFill>
                <a:latin typeface="Times New Roman" charset="0"/>
                <a:ea typeface="楷体_GB2312" charset="0"/>
              </a:rPr>
              <a:t>种</a:t>
            </a:r>
            <a:r>
              <a:rPr kumimoji="1" lang="zh-CN" altLang="en-US" sz="3200" b="1">
                <a:solidFill>
                  <a:srgbClr val="990000"/>
                </a:solidFill>
                <a:latin typeface="Times New Roman" charset="0"/>
                <a:ea typeface="楷体_GB2312" charset="0"/>
              </a:rPr>
              <a:t>建立</a:t>
            </a:r>
            <a:r>
              <a:rPr kumimoji="1" lang="zh-CN" altLang="en-US" sz="3200">
                <a:solidFill>
                  <a:srgbClr val="990000"/>
                </a:solidFill>
                <a:latin typeface="Times New Roman" charset="0"/>
                <a:ea typeface="楷体_GB2312" charset="0"/>
              </a:rPr>
              <a:t>二叉树和树的</a:t>
            </a:r>
            <a:r>
              <a:rPr kumimoji="1" lang="zh-CN" altLang="en-US" sz="3200" b="1">
                <a:solidFill>
                  <a:srgbClr val="990000"/>
                </a:solidFill>
                <a:latin typeface="Times New Roman" charset="0"/>
                <a:ea typeface="楷体_GB2312" charset="0"/>
              </a:rPr>
              <a:t>存储结构的方法</a:t>
            </a:r>
            <a:r>
              <a:rPr kumimoji="1" lang="zh-CN" altLang="en-US" sz="3200">
                <a:solidFill>
                  <a:srgbClr val="990000"/>
                </a:solidFill>
                <a:latin typeface="Times New Roman" charset="0"/>
                <a:ea typeface="楷体_GB2312" charset="0"/>
              </a:rPr>
              <a:t>。</a:t>
            </a:r>
          </a:p>
          <a:p>
            <a:pPr>
              <a:lnSpc>
                <a:spcPct val="140000"/>
              </a:lnSpc>
            </a:pPr>
            <a:r>
              <a:rPr kumimoji="1" lang="zh-CN" altLang="en-US" sz="3200">
                <a:solidFill>
                  <a:srgbClr val="990000"/>
                </a:solidFill>
                <a:latin typeface="Times New Roman" charset="0"/>
                <a:ea typeface="楷体_GB2312" charset="0"/>
              </a:rPr>
              <a:t>　</a:t>
            </a:r>
            <a:r>
              <a:rPr kumimoji="1" lang="en-US" altLang="zh-CN" sz="3200">
                <a:solidFill>
                  <a:srgbClr val="990000"/>
                </a:solidFill>
                <a:latin typeface="Times New Roman" charset="0"/>
                <a:ea typeface="楷体_GB2312" charset="0"/>
              </a:rPr>
              <a:t>6. </a:t>
            </a:r>
            <a:r>
              <a:rPr kumimoji="1" lang="zh-CN" altLang="en-US" sz="3200">
                <a:solidFill>
                  <a:srgbClr val="990000"/>
                </a:solidFill>
                <a:latin typeface="Times New Roman" charset="0"/>
                <a:ea typeface="楷体_GB2312" charset="0"/>
              </a:rPr>
              <a:t>学会编写</a:t>
            </a:r>
            <a:r>
              <a:rPr kumimoji="1" lang="zh-CN" altLang="en-US" sz="3200" b="1">
                <a:solidFill>
                  <a:srgbClr val="990000"/>
                </a:solidFill>
                <a:latin typeface="Times New Roman" charset="0"/>
                <a:ea typeface="楷体_GB2312" charset="0"/>
              </a:rPr>
              <a:t>实现树的各种操作</a:t>
            </a:r>
            <a:r>
              <a:rPr kumimoji="1" lang="zh-CN" altLang="en-US" sz="3200">
                <a:solidFill>
                  <a:srgbClr val="990000"/>
                </a:solidFill>
                <a:latin typeface="Times New Roman" charset="0"/>
                <a:ea typeface="楷体_GB2312" charset="0"/>
              </a:rPr>
              <a:t>的算法。</a:t>
            </a:r>
          </a:p>
          <a:p>
            <a:pPr>
              <a:lnSpc>
                <a:spcPct val="140000"/>
              </a:lnSpc>
            </a:pPr>
            <a:r>
              <a:rPr kumimoji="1" lang="zh-CN" altLang="en-US" sz="3200">
                <a:solidFill>
                  <a:srgbClr val="990000"/>
                </a:solidFill>
                <a:latin typeface="Times New Roman" charset="0"/>
                <a:ea typeface="楷体_GB2312" charset="0"/>
              </a:rPr>
              <a:t>　</a:t>
            </a:r>
            <a:r>
              <a:rPr kumimoji="1" lang="en-US" altLang="zh-CN" sz="3200">
                <a:solidFill>
                  <a:srgbClr val="990000"/>
                </a:solidFill>
                <a:latin typeface="Times New Roman" charset="0"/>
                <a:ea typeface="楷体_GB2312" charset="0"/>
              </a:rPr>
              <a:t>7. </a:t>
            </a:r>
            <a:r>
              <a:rPr kumimoji="1" lang="zh-CN" altLang="en-US" sz="3200">
                <a:solidFill>
                  <a:srgbClr val="990000"/>
                </a:solidFill>
                <a:latin typeface="Times New Roman" charset="0"/>
                <a:ea typeface="楷体_GB2312" charset="0"/>
              </a:rPr>
              <a:t>了解</a:t>
            </a:r>
            <a:r>
              <a:rPr kumimoji="1" lang="zh-CN" altLang="en-US" sz="3200" b="1">
                <a:solidFill>
                  <a:srgbClr val="990000"/>
                </a:solidFill>
                <a:latin typeface="Times New Roman" charset="0"/>
                <a:ea typeface="楷体_GB2312" charset="0"/>
              </a:rPr>
              <a:t>最优树的特性</a:t>
            </a:r>
            <a:r>
              <a:rPr kumimoji="1" lang="zh-CN" altLang="en-US" sz="3200">
                <a:solidFill>
                  <a:srgbClr val="990000"/>
                </a:solidFill>
                <a:latin typeface="Times New Roman" charset="0"/>
                <a:ea typeface="楷体_GB2312" charset="0"/>
              </a:rPr>
              <a:t>，掌握</a:t>
            </a:r>
            <a:r>
              <a:rPr kumimoji="1" lang="zh-CN" altLang="en-US" sz="3200" b="1">
                <a:solidFill>
                  <a:srgbClr val="990000"/>
                </a:solidFill>
                <a:latin typeface="Times New Roman" charset="0"/>
                <a:ea typeface="楷体_GB2312" charset="0"/>
              </a:rPr>
              <a:t>建立最优树和哈夫曼编码</a:t>
            </a:r>
            <a:r>
              <a:rPr kumimoji="1" lang="zh-CN" altLang="en-US" sz="3200">
                <a:solidFill>
                  <a:srgbClr val="990000"/>
                </a:solidFill>
                <a:latin typeface="Times New Roman" charset="0"/>
                <a:ea typeface="楷体_GB2312" charset="0"/>
              </a:rPr>
              <a:t>的方法。</a:t>
            </a:r>
            <a:endParaRPr kumimoji="1" lang="zh-CN" altLang="en-US" sz="3200">
              <a:solidFill>
                <a:srgbClr val="990000"/>
              </a:solidFill>
              <a:latin typeface="Times New Roman" charset="0"/>
            </a:endParaRPr>
          </a:p>
        </p:txBody>
      </p:sp>
    </p:spTree>
    <p:extLst>
      <p:ext uri="{BB962C8B-B14F-4D97-AF65-F5344CB8AC3E}">
        <p14:creationId xmlns:p14="http://schemas.microsoft.com/office/powerpoint/2010/main" val="989182250"/>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36</TotalTime>
  <Words>10182</Words>
  <Application>Microsoft Macintosh PowerPoint</Application>
  <PresentationFormat>全屏显示(4:3)</PresentationFormat>
  <Paragraphs>1727</Paragraphs>
  <Slides>176</Slides>
  <Notes>1</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5</vt:i4>
      </vt:variant>
      <vt:variant>
        <vt:lpstr>幻灯片标题</vt:lpstr>
      </vt:variant>
      <vt:variant>
        <vt:i4>176</vt:i4>
      </vt:variant>
    </vt:vector>
  </HeadingPairs>
  <TitlesOfParts>
    <vt:vector size="204" baseType="lpstr">
      <vt:lpstr>Calibri</vt:lpstr>
      <vt:lpstr>Dotum</vt:lpstr>
      <vt:lpstr>Lucida Sans Unicode</vt:lpstr>
      <vt:lpstr>Verdana</vt:lpstr>
      <vt:lpstr>Wingdings 2</vt:lpstr>
      <vt:lpstr>Wingdings 3</vt:lpstr>
      <vt:lpstr>仿宋_GB2312</vt:lpstr>
      <vt:lpstr>黑体</vt:lpstr>
      <vt:lpstr>华文楷体</vt:lpstr>
      <vt:lpstr>楷体_GB2312</vt:lpstr>
      <vt:lpstr>隶书</vt:lpstr>
      <vt:lpstr>宋体</vt:lpstr>
      <vt:lpstr>幼圆</vt:lpstr>
      <vt:lpstr>Angsana New</vt:lpstr>
      <vt:lpstr>Arial</vt:lpstr>
      <vt:lpstr>Arial Narrow</vt:lpstr>
      <vt:lpstr>Courier New</vt:lpstr>
      <vt:lpstr>Symbol</vt:lpstr>
      <vt:lpstr>Tahoma</vt:lpstr>
      <vt:lpstr>Times New Roman</vt:lpstr>
      <vt:lpstr>VW媩$_x0010_婫`婡_x0018_p_x000c_瑙_x0003_</vt:lpstr>
      <vt:lpstr>Wingdings</vt:lpstr>
      <vt:lpstr>聚合</vt:lpstr>
      <vt:lpstr>Microsoft Clip Gallery</vt:lpstr>
      <vt:lpstr>Microsoft Word 文档</vt:lpstr>
      <vt:lpstr>Adobe Photoshop Image</vt:lpstr>
      <vt:lpstr>VISIO 4 Drawing</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对“二叉树”而言，可以有三条搜索路径：</vt:lpstr>
      <vt:lpstr>PowerPoint 演示文稿</vt:lpstr>
      <vt:lpstr>PowerPoint 演示文稿</vt:lpstr>
      <vt:lpstr>PowerPoint 演示文稿</vt:lpstr>
      <vt:lpstr>PowerPoint 演示文稿</vt:lpstr>
      <vt:lpstr>PowerPoint 演示文稿</vt:lpstr>
      <vt:lpstr>两个推论</vt:lpstr>
      <vt:lpstr>PowerPoint 演示文稿</vt:lpstr>
      <vt:lpstr>算法的递归实现</vt:lpstr>
      <vt:lpstr>PowerPoint 演示文稿</vt:lpstr>
      <vt:lpstr>四、遍历算法的非递归描述</vt:lpstr>
      <vt:lpstr>PowerPoint 演示文稿</vt:lpstr>
      <vt:lpstr>中序遍历的非递归算法</vt:lpstr>
      <vt:lpstr>PowerPoint 演示文稿</vt:lpstr>
      <vt:lpstr>后序遍历的非递归算法</vt:lpstr>
      <vt:lpstr>后序遍历的非递归算法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4、建立二叉树的存储结构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5.删除并释放二叉树中以元素值为x的结点作为根的各子树</vt:lpstr>
      <vt:lpstr>释放二叉树的所有结点空间</vt:lpstr>
      <vt:lpstr>删除并释放二叉树中以元素值为x的结点作为根的各子树</vt:lpstr>
      <vt:lpstr>6 求位于二叉树先序序列中第k个位置的结点的值</vt:lpstr>
      <vt:lpstr>求位于二叉树先序序列中第k个位置的结点的值</vt:lpstr>
      <vt:lpstr>层次遍历算法及其应用</vt:lpstr>
      <vt:lpstr>二叉树的层次遍历(1) </vt:lpstr>
      <vt:lpstr>二叉树的层次遍历(2) </vt:lpstr>
      <vt:lpstr>求二叉树的最大宽度</vt:lpstr>
      <vt:lpstr>6.5 线索二叉树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后序线索二叉树 vs 先序线索二叉树(1)</vt:lpstr>
      <vt:lpstr>后序线索二叉树 vs 先序线索二叉树(2)</vt:lpstr>
      <vt:lpstr>后序线索二叉树 vs 先序线索二叉树(3)</vt:lpstr>
      <vt:lpstr>后序线索二叉树 vs 先序线索二叉树(4)</vt:lpstr>
      <vt:lpstr>6.3 –后序线索二叉树 vs 先序线索二叉树(5)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 –赫夫曼树的应用(1)</vt:lpstr>
      <vt:lpstr>赫夫曼树的应用——最佳判定算法(2)</vt:lpstr>
      <vt:lpstr>哈夫曼树应用——哈夫曼编码</vt:lpstr>
      <vt:lpstr>哈夫曼树应用——哈夫曼编码</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Microsoft Office User</cp:lastModifiedBy>
  <cp:revision>70</cp:revision>
  <dcterms:created xsi:type="dcterms:W3CDTF">2021-09-07T07:00:29Z</dcterms:created>
  <dcterms:modified xsi:type="dcterms:W3CDTF">2021-09-12T02:25:32Z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2052-3.0.0.4824</vt:lpwstr>
  </property>
</Properties>
</file>