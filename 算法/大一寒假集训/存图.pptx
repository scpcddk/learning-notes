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8" r:id="rId3"/>
    <p:sldId id="259" r:id="rId4"/>
    <p:sldId id="260" r:id="rId5"/>
    <p:sldId id="261" r:id="rId6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1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5" y="587375"/>
            <a:ext cx="260921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宋体" panose="02010600030101010101" pitchFamily="2" charset="-122"/>
                <a:cs typeface="宋体" panose="02010600030101010101" pitchFamily="2" charset="-122"/>
              </a:rPr>
              <a:t>邻接矩阵</a:t>
            </a:r>
            <a:endParaRPr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76655" y="1371600"/>
            <a:ext cx="7248144" cy="4960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5" y="566420"/>
            <a:ext cx="155892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ve</a:t>
            </a:r>
            <a:r>
              <a:rPr spc="-5" dirty="0"/>
              <a:t>cto</a:t>
            </a:r>
            <a:r>
              <a:rPr dirty="0"/>
              <a:t>r</a:t>
            </a:r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76655" y="1630679"/>
            <a:ext cx="7440168" cy="43342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85800" y="1951672"/>
            <a:ext cx="8534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经常会遇到多测的情况下，我们习惯写</a:t>
            </a:r>
            <a:r>
              <a:rPr lang="en-US" altLang="zh-CN" sz="2000" dirty="0"/>
              <a:t>std::vector&lt;std::vector&lt;int&gt;&gt;</a:t>
            </a:r>
            <a:r>
              <a:rPr lang="zh-CN" altLang="en-US" sz="2000" dirty="0"/>
              <a:t>的形式，第一层</a:t>
            </a:r>
            <a:r>
              <a:rPr lang="en-US" altLang="zh-CN" sz="2000" dirty="0"/>
              <a:t>vector</a:t>
            </a:r>
            <a:r>
              <a:rPr lang="zh-CN" altLang="en-US" sz="2000" dirty="0"/>
              <a:t>根据</a:t>
            </a:r>
            <a:r>
              <a:rPr lang="en-US" altLang="zh-CN" sz="2000" dirty="0"/>
              <a:t>n</a:t>
            </a:r>
            <a:r>
              <a:rPr lang="zh-CN" altLang="en-US" sz="2000" dirty="0"/>
              <a:t>的大小动态申请（大多数情况下都推荐这样做，不只限于图）。对于树的存储也建议用这种形式。不要在多测下用</a:t>
            </a:r>
            <a:r>
              <a:rPr lang="en-US" altLang="zh-CN" sz="2000" dirty="0" err="1"/>
              <a:t>memset</a:t>
            </a:r>
            <a:r>
              <a:rPr lang="zh-CN" altLang="en-US" sz="2000" dirty="0"/>
              <a:t>了</a:t>
            </a:r>
            <a:r>
              <a:rPr lang="en-US" altLang="zh-CN" sz="2000" dirty="0"/>
              <a:t>!!</a:t>
            </a:r>
            <a:endParaRPr lang="zh-CN" alt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685800" y="3429000"/>
                <a:ext cx="70104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/>
                  <a:t>相当于在什么都没做的情况下已经产生</a:t>
                </a:r>
                <a:r>
                  <a:rPr lang="en-US" altLang="zh-CN" sz="2000" dirty="0"/>
                  <a:t>O(T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/>
                  <a:t>的复杂度了</a:t>
                </a:r>
                <a:endParaRPr lang="zh-CN" altLang="en-US" sz="2000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429000"/>
                <a:ext cx="7010400" cy="400110"/>
              </a:xfrm>
              <a:prstGeom prst="rect">
                <a:avLst/>
              </a:prstGeom>
              <a:blipFill rotWithShape="1">
                <a:blip r:embed="rId1"/>
                <a:stretch>
                  <a:fillRect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707923" y="4419600"/>
            <a:ext cx="434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遍历方式使用</a:t>
            </a:r>
            <a:r>
              <a:rPr lang="en-US" altLang="zh-CN" sz="2000" dirty="0" err="1"/>
              <a:t>bfs</a:t>
            </a:r>
            <a:r>
              <a:rPr lang="zh-CN" altLang="en-US" sz="2000" dirty="0"/>
              <a:t>或者</a:t>
            </a:r>
            <a:r>
              <a:rPr lang="en-US" altLang="zh-CN" sz="2000" dirty="0" err="1"/>
              <a:t>dfs</a:t>
            </a:r>
            <a:r>
              <a:rPr lang="zh-CN" altLang="en-US" sz="2000" dirty="0"/>
              <a:t>均可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5" y="583565"/>
            <a:ext cx="2807970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宋体" panose="02010600030101010101" pitchFamily="2" charset="-122"/>
                <a:cs typeface="宋体" panose="02010600030101010101" pitchFamily="2" charset="-122"/>
              </a:rPr>
              <a:t>链式前向星</a:t>
            </a:r>
            <a:endParaRPr 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76655" y="1353311"/>
            <a:ext cx="7560564" cy="47198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76545" y="3526701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7086" y="3526701"/>
            <a:ext cx="10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j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37615" y="3526701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k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29&quot;:[50053236,50053052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WPS 演示</Application>
  <PresentationFormat>宽屏</PresentationFormat>
  <Paragraphs>20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Arial Unicode MS</vt:lpstr>
      <vt:lpstr>Calibri</vt:lpstr>
      <vt:lpstr>Cambria Math</vt:lpstr>
      <vt:lpstr>Trebuchet MS</vt:lpstr>
      <vt:lpstr>WPS</vt:lpstr>
      <vt:lpstr>邻接矩阵</vt:lpstr>
      <vt:lpstr>vector</vt:lpstr>
      <vt:lpstr>vector</vt:lpstr>
      <vt:lpstr>链式前向星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洁</cp:lastModifiedBy>
  <cp:revision>7</cp:revision>
  <dcterms:created xsi:type="dcterms:W3CDTF">2023-08-09T12:44:00Z</dcterms:created>
  <dcterms:modified xsi:type="dcterms:W3CDTF">2026-01-26T03:23:10Z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D44530533E6D46BC9E38F4F02AB88CA2_12</vt:lpwstr>
  </property>
</Properties>
</file>